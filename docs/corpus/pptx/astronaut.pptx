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91736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8495369">
              <a:off x="2576213" y="3263404"/>
              <a:ext cx="28459" cy="7115"/>
            </a:xfrm>
            <a:prstGeom prst="ellipse">
              <a:avLst/>
            </a:prstGeom>
            <a:gradFill>
              <a:gsLst>
                <a:gs pos="0">
                  <a:srgbClr val="FFFFFF">
                    <a:alpha val="23907"/>
                  </a:srgbClr>
                </a:gs>
                <a:gs pos="14286">
                  <a:srgbClr val="FFFFFF">
                    <a:alpha val="22207"/>
                  </a:srgbClr>
                </a:gs>
                <a:gs pos="28571">
                  <a:srgbClr val="FFFFFF">
                    <a:alpha val="17715"/>
                  </a:srgbClr>
                </a:gs>
                <a:gs pos="42857">
                  <a:srgbClr val="FFFFFF">
                    <a:alpha val="12005"/>
                  </a:srgbClr>
                </a:gs>
                <a:gs pos="57143">
                  <a:srgbClr val="FFFFFF">
                    <a:alpha val="6841"/>
                  </a:srgbClr>
                </a:gs>
                <a:gs pos="71429">
                  <a:srgbClr val="FFFFFF">
                    <a:alpha val="3263"/>
                  </a:srgbClr>
                </a:gs>
                <a:gs pos="85714">
                  <a:srgbClr val="FFFFFF">
                    <a:alpha val="1303"/>
                  </a:srgbClr>
                </a:gs>
                <a:gs pos="100000">
                  <a:srgbClr val="FFFFFF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3025230">
              <a:off x="2623752" y="3060433"/>
              <a:ext cx="30221" cy="7555"/>
            </a:xfrm>
            <a:prstGeom prst="ellipse">
              <a:avLst/>
            </a:prstGeom>
            <a:gradFill>
              <a:gsLst>
                <a:gs pos="0">
                  <a:srgbClr val="FFFFFF">
                    <a:alpha val="23610"/>
                  </a:srgbClr>
                </a:gs>
                <a:gs pos="14286">
                  <a:srgbClr val="FFFFFF">
                    <a:alpha val="21927"/>
                  </a:srgbClr>
                </a:gs>
                <a:gs pos="28571">
                  <a:srgbClr val="FFFFFF">
                    <a:alpha val="17485"/>
                  </a:srgbClr>
                </a:gs>
                <a:gs pos="42857">
                  <a:srgbClr val="FFFFFF">
                    <a:alpha val="11844"/>
                  </a:srgbClr>
                </a:gs>
                <a:gs pos="57143">
                  <a:srgbClr val="FFFFFF">
                    <a:alpha val="6747"/>
                  </a:srgbClr>
                </a:gs>
                <a:gs pos="71429">
                  <a:srgbClr val="FFFFFF">
                    <a:alpha val="3217"/>
                  </a:srgbClr>
                </a:gs>
                <a:gs pos="85714">
                  <a:srgbClr val="FFFFFF">
                    <a:alpha val="1285"/>
                  </a:srgbClr>
                </a:gs>
                <a:gs pos="100000">
                  <a:srgbClr val="FFFFFF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216335">
              <a:off x="2463124" y="3224052"/>
              <a:ext cx="31640" cy="7910"/>
            </a:xfrm>
            <a:prstGeom prst="ellipse">
              <a:avLst/>
            </a:prstGeom>
            <a:gradFill>
              <a:gsLst>
                <a:gs pos="0">
                  <a:srgbClr val="FFFFFF">
                    <a:alpha val="23369"/>
                  </a:srgbClr>
                </a:gs>
                <a:gs pos="14286">
                  <a:srgbClr val="FFFFFF">
                    <a:alpha val="21702"/>
                  </a:srgbClr>
                </a:gs>
                <a:gs pos="28571">
                  <a:srgbClr val="FFFFFF">
                    <a:alpha val="17300"/>
                  </a:srgbClr>
                </a:gs>
                <a:gs pos="42857">
                  <a:srgbClr val="FFFFFF">
                    <a:alpha val="11714"/>
                  </a:srgbClr>
                </a:gs>
                <a:gs pos="57143">
                  <a:srgbClr val="FFFFFF">
                    <a:alpha val="6671"/>
                  </a:srgbClr>
                </a:gs>
                <a:gs pos="71429">
                  <a:srgbClr val="FFFFFF">
                    <a:alpha val="3180"/>
                  </a:srgbClr>
                </a:gs>
                <a:gs pos="85714">
                  <a:srgbClr val="FFFFFF">
                    <a:alpha val="1270"/>
                  </a:srgbClr>
                </a:gs>
                <a:gs pos="100000">
                  <a:srgbClr val="FFFFFF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6011086">
              <a:off x="2203610" y="3156527"/>
              <a:ext cx="27429" cy="6857"/>
            </a:xfrm>
            <a:prstGeom prst="ellipse">
              <a:avLst/>
            </a:prstGeom>
            <a:gradFill>
              <a:gsLst>
                <a:gs pos="0">
                  <a:srgbClr val="FFFFFF">
                    <a:alpha val="24081"/>
                  </a:srgbClr>
                </a:gs>
                <a:gs pos="14286">
                  <a:srgbClr val="FFFFFF">
                    <a:alpha val="22370"/>
                  </a:srgbClr>
                </a:gs>
                <a:gs pos="28571">
                  <a:srgbClr val="FFFFFF">
                    <a:alpha val="17849"/>
                  </a:srgbClr>
                </a:gs>
                <a:gs pos="42857">
                  <a:srgbClr val="FFFFFF">
                    <a:alpha val="12099"/>
                  </a:srgbClr>
                </a:gs>
                <a:gs pos="57143">
                  <a:srgbClr val="FFFFFF">
                    <a:alpha val="6896"/>
                  </a:srgbClr>
                </a:gs>
                <a:gs pos="71429">
                  <a:srgbClr val="FFFFFF">
                    <a:alpha val="3290"/>
                  </a:srgbClr>
                </a:gs>
                <a:gs pos="85714">
                  <a:srgbClr val="FFFFFF">
                    <a:alpha val="1314"/>
                  </a:srgbClr>
                </a:gs>
                <a:gs pos="100000">
                  <a:srgbClr val="FFFFFF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-8674594">
              <a:off x="2610987" y="3050390"/>
              <a:ext cx="34562" cy="8641"/>
            </a:xfrm>
            <a:prstGeom prst="ellipse">
              <a:avLst/>
            </a:prstGeom>
            <a:gradFill>
              <a:gsLst>
                <a:gs pos="0">
                  <a:srgbClr val="FFFFFF">
                    <a:alpha val="22872"/>
                  </a:srgbClr>
                </a:gs>
                <a:gs pos="14286">
                  <a:srgbClr val="FFFFFF">
                    <a:alpha val="21234"/>
                  </a:srgbClr>
                </a:gs>
                <a:gs pos="28571">
                  <a:srgbClr val="FFFFFF">
                    <a:alpha val="16917"/>
                  </a:srgbClr>
                </a:gs>
                <a:gs pos="42857">
                  <a:srgbClr val="FFFFFF">
                    <a:alpha val="11446"/>
                  </a:srgbClr>
                </a:gs>
                <a:gs pos="57143">
                  <a:srgbClr val="FFFFFF">
                    <a:alpha val="6514"/>
                  </a:srgbClr>
                </a:gs>
                <a:gs pos="71429">
                  <a:srgbClr val="FFFFFF">
                    <a:alpha val="3104"/>
                  </a:srgbClr>
                </a:gs>
                <a:gs pos="85714">
                  <a:srgbClr val="FFFFFF">
                    <a:alpha val="1239"/>
                  </a:srgbClr>
                </a:gs>
                <a:gs pos="100000">
                  <a:srgbClr val="FFFF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-9940285">
              <a:off x="2574747" y="3041580"/>
              <a:ext cx="34214" cy="8554"/>
            </a:xfrm>
            <a:prstGeom prst="ellipse">
              <a:avLst/>
            </a:prstGeom>
            <a:gradFill>
              <a:gsLst>
                <a:gs pos="0">
                  <a:srgbClr val="FFFFFF">
                    <a:alpha val="22931"/>
                  </a:srgbClr>
                </a:gs>
                <a:gs pos="14286">
                  <a:srgbClr val="FFFFFF">
                    <a:alpha val="21290"/>
                  </a:srgbClr>
                </a:gs>
                <a:gs pos="28571">
                  <a:srgbClr val="FFFFFF">
                    <a:alpha val="16963"/>
                  </a:srgbClr>
                </a:gs>
                <a:gs pos="42857">
                  <a:srgbClr val="FFFFFF">
                    <a:alpha val="11478"/>
                  </a:srgbClr>
                </a:gs>
                <a:gs pos="57143">
                  <a:srgbClr val="FFFFFF">
                    <a:alpha val="6533"/>
                  </a:srgbClr>
                </a:gs>
                <a:gs pos="71429">
                  <a:srgbClr val="FFFFFF">
                    <a:alpha val="3113"/>
                  </a:srgbClr>
                </a:gs>
                <a:gs pos="85714">
                  <a:srgbClr val="FFFFFF">
                    <a:alpha val="1243"/>
                  </a:srgbClr>
                </a:gs>
                <a:gs pos="100000">
                  <a:srgbClr val="FFFFFF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9150282">
              <a:off x="1202712" y="3518795"/>
              <a:ext cx="39201" cy="9800"/>
            </a:xfrm>
            <a:prstGeom prst="ellipse">
              <a:avLst/>
            </a:prstGeom>
            <a:gradFill>
              <a:gsLst>
                <a:gs pos="0">
                  <a:srgbClr val="FFFFFF">
                    <a:alpha val="22075"/>
                  </a:srgbClr>
                </a:gs>
                <a:gs pos="14286">
                  <a:srgbClr val="FFFFFF">
                    <a:alpha val="20487"/>
                  </a:srgbClr>
                </a:gs>
                <a:gs pos="28571">
                  <a:srgbClr val="FFFFFF">
                    <a:alpha val="16306"/>
                  </a:srgbClr>
                </a:gs>
                <a:gs pos="42857">
                  <a:srgbClr val="FFFFFF">
                    <a:alpha val="11019"/>
                  </a:srgbClr>
                </a:gs>
                <a:gs pos="57143">
                  <a:srgbClr val="FFFFFF">
                    <a:alpha val="6264"/>
                  </a:srgbClr>
                </a:gs>
                <a:gs pos="71429">
                  <a:srgbClr val="FFFFFF">
                    <a:alpha val="2983"/>
                  </a:srgbClr>
                </a:gs>
                <a:gs pos="85714">
                  <a:srgbClr val="FFFFFF">
                    <a:alpha val="1190"/>
                  </a:srgbClr>
                </a:gs>
                <a:gs pos="100000">
                  <a:srgbClr val="FFFFFF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4453020">
              <a:off x="3297003" y="2929398"/>
              <a:ext cx="384146" cy="46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2889738">
              <a:off x="3076052" y="2810638"/>
              <a:ext cx="545148" cy="560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10172151">
              <a:off x="2759321" y="2579102"/>
              <a:ext cx="131873" cy="674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5847370">
              <a:off x="2531618" y="3065769"/>
              <a:ext cx="183167" cy="75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5293225">
              <a:off x="2714618" y="219920"/>
              <a:ext cx="347519" cy="606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9428995">
              <a:off x="1571567" y="2226953"/>
              <a:ext cx="833980" cy="377234"/>
            </a:xfrm>
            <a:prstGeom prst="ellipse">
              <a:avLst/>
            </a:prstGeom>
            <a:gradFill>
              <a:gsLst>
                <a:gs pos="0">
                  <a:srgbClr val="FFD300">
                    <a:alpha val="32968"/>
                  </a:srgbClr>
                </a:gs>
                <a:gs pos="14286">
                  <a:srgbClr val="FFD300">
                    <a:alpha val="30764"/>
                  </a:srgbClr>
                </a:gs>
                <a:gs pos="28571">
                  <a:srgbClr val="FFD300">
                    <a:alpha val="24833"/>
                  </a:srgbClr>
                </a:gs>
                <a:gs pos="42857">
                  <a:srgbClr val="FFD300">
                    <a:alpha val="17075"/>
                  </a:srgbClr>
                </a:gs>
                <a:gs pos="57143">
                  <a:srgbClr val="FFD300">
                    <a:alpha val="9855"/>
                  </a:srgbClr>
                </a:gs>
                <a:gs pos="71429">
                  <a:srgbClr val="FFD300">
                    <a:alpha val="4740"/>
                  </a:srgbClr>
                </a:gs>
                <a:gs pos="85714">
                  <a:srgbClr val="FFD300">
                    <a:alpha val="1902"/>
                  </a:srgbClr>
                </a:gs>
                <a:gs pos="100000">
                  <a:srgbClr val="FFD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399274">
              <a:off x="2164968" y="3140439"/>
              <a:ext cx="105969" cy="52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351602">
              <a:off x="2491754" y="3088184"/>
              <a:ext cx="40713" cy="10178"/>
            </a:xfrm>
            <a:prstGeom prst="ellipse">
              <a:avLst/>
            </a:prstGeom>
            <a:gradFill>
              <a:gsLst>
                <a:gs pos="0">
                  <a:srgbClr val="FFFFFF">
                    <a:alpha val="21813"/>
                  </a:srgbClr>
                </a:gs>
                <a:gs pos="14286">
                  <a:srgbClr val="FFFFFF">
                    <a:alpha val="20242"/>
                  </a:srgbClr>
                </a:gs>
                <a:gs pos="28571">
                  <a:srgbClr val="FFFFFF">
                    <a:alpha val="16105"/>
                  </a:srgbClr>
                </a:gs>
                <a:gs pos="42857">
                  <a:srgbClr val="FFFFFF">
                    <a:alpha val="10880"/>
                  </a:srgbClr>
                </a:gs>
                <a:gs pos="57143">
                  <a:srgbClr val="FFFFFF">
                    <a:alpha val="6183"/>
                  </a:srgbClr>
                </a:gs>
                <a:gs pos="71429">
                  <a:srgbClr val="FFFFFF">
                    <a:alpha val="2943"/>
                  </a:srgbClr>
                </a:gs>
                <a:gs pos="85714">
                  <a:srgbClr val="FFFFFF">
                    <a:alpha val="1174"/>
                  </a:srgbClr>
                </a:gs>
                <a:gs pos="100000">
                  <a:srgbClr val="FFFFF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10349921">
              <a:off x="2711382" y="2459899"/>
              <a:ext cx="45531" cy="11383"/>
            </a:xfrm>
            <a:prstGeom prst="ellipse">
              <a:avLst/>
            </a:prstGeom>
            <a:gradFill>
              <a:gsLst>
                <a:gs pos="0">
                  <a:srgbClr val="FFFDFA">
                    <a:alpha val="20974"/>
                  </a:srgbClr>
                </a:gs>
                <a:gs pos="14286">
                  <a:srgbClr val="FFFDFA">
                    <a:alpha val="19455"/>
                  </a:srgbClr>
                </a:gs>
                <a:gs pos="28571">
                  <a:srgbClr val="FFFDFA">
                    <a:alpha val="15464"/>
                  </a:srgbClr>
                </a:gs>
                <a:gs pos="42857">
                  <a:srgbClr val="FFFDFA">
                    <a:alpha val="10433"/>
                  </a:srgbClr>
                </a:gs>
                <a:gs pos="57143">
                  <a:srgbClr val="FFFDFA">
                    <a:alpha val="5923"/>
                  </a:srgbClr>
                </a:gs>
                <a:gs pos="71429">
                  <a:srgbClr val="FFFDFA">
                    <a:alpha val="2818"/>
                  </a:srgbClr>
                </a:gs>
                <a:gs pos="85714">
                  <a:srgbClr val="FFFDFA">
                    <a:alpha val="1124"/>
                  </a:srgbClr>
                </a:gs>
                <a:gs pos="100000">
                  <a:srgbClr val="FFFDFA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-10661849">
              <a:off x="2827345" y="2453382"/>
              <a:ext cx="41096" cy="10274"/>
            </a:xfrm>
            <a:prstGeom prst="ellipse">
              <a:avLst/>
            </a:prstGeom>
            <a:gradFill>
              <a:gsLst>
                <a:gs pos="0">
                  <a:srgbClr val="FFFFFF">
                    <a:alpha val="21747"/>
                  </a:srgbClr>
                </a:gs>
                <a:gs pos="14286">
                  <a:srgbClr val="FFFFFF">
                    <a:alpha val="20179"/>
                  </a:srgbClr>
                </a:gs>
                <a:gs pos="28571">
                  <a:srgbClr val="FFFFFF">
                    <a:alpha val="16054"/>
                  </a:srgbClr>
                </a:gs>
                <a:gs pos="42857">
                  <a:srgbClr val="FFFFFF">
                    <a:alpha val="10844"/>
                  </a:srgbClr>
                </a:gs>
                <a:gs pos="57143">
                  <a:srgbClr val="FFFFFF">
                    <a:alpha val="6162"/>
                  </a:srgbClr>
                </a:gs>
                <a:gs pos="71429">
                  <a:srgbClr val="FFFFFF">
                    <a:alpha val="2933"/>
                  </a:srgbClr>
                </a:gs>
                <a:gs pos="85714">
                  <a:srgbClr val="FFFFFF">
                    <a:alpha val="1170"/>
                  </a:srgbClr>
                </a:gs>
                <a:gs pos="100000">
                  <a:srgbClr val="FFFFFF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6143523">
              <a:off x="2449953" y="3033683"/>
              <a:ext cx="244182" cy="170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863630">
              <a:off x="1897956" y="2545125"/>
              <a:ext cx="55461" cy="13865"/>
            </a:xfrm>
            <a:prstGeom prst="ellipse">
              <a:avLst/>
            </a:prstGeom>
            <a:gradFill>
              <a:gsLst>
                <a:gs pos="0">
                  <a:srgbClr val="EAD1BF">
                    <a:alpha val="19217"/>
                  </a:srgbClr>
                </a:gs>
                <a:gs pos="14286">
                  <a:srgbClr val="EAD1BF">
                    <a:alpha val="17810"/>
                  </a:srgbClr>
                </a:gs>
                <a:gs pos="28571">
                  <a:srgbClr val="EAD1BF">
                    <a:alpha val="14126"/>
                  </a:srgbClr>
                </a:gs>
                <a:gs pos="42857">
                  <a:srgbClr val="EAD1BF">
                    <a:alpha val="9506"/>
                  </a:srgbClr>
                </a:gs>
                <a:gs pos="57143">
                  <a:srgbClr val="EAD1BF">
                    <a:alpha val="5385"/>
                  </a:srgbClr>
                </a:gs>
                <a:gs pos="71429">
                  <a:srgbClr val="EAD1BF">
                    <a:alpha val="2558"/>
                  </a:srgbClr>
                </a:gs>
                <a:gs pos="85714">
                  <a:srgbClr val="EAD1BF">
                    <a:alpha val="1019"/>
                  </a:srgbClr>
                </a:gs>
                <a:gs pos="100000">
                  <a:srgbClr val="EAD1B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00000">
              <a:off x="2548421" y="3039980"/>
              <a:ext cx="40204" cy="40204"/>
            </a:xfrm>
            <a:prstGeom prst="ellipse">
              <a:avLst/>
            </a:prstGeom>
            <a:gradFill>
              <a:gsLst>
                <a:gs pos="0">
                  <a:srgbClr val="FFFFFF">
                    <a:alpha val="18991"/>
                  </a:srgbClr>
                </a:gs>
                <a:gs pos="14286">
                  <a:srgbClr val="FFFFFF">
                    <a:alpha val="17599"/>
                  </a:srgbClr>
                </a:gs>
                <a:gs pos="28571">
                  <a:srgbClr val="FFFFFF">
                    <a:alpha val="13955"/>
                  </a:srgbClr>
                </a:gs>
                <a:gs pos="42857">
                  <a:srgbClr val="FFFFFF">
                    <a:alpha val="9388"/>
                  </a:srgbClr>
                </a:gs>
                <a:gs pos="57143">
                  <a:srgbClr val="FFFFFF">
                    <a:alpha val="5316"/>
                  </a:srgbClr>
                </a:gs>
                <a:gs pos="71429">
                  <a:srgbClr val="FFFFFF">
                    <a:alpha val="2525"/>
                  </a:srgbClr>
                </a:gs>
                <a:gs pos="85714">
                  <a:srgbClr val="FFFFFF">
                    <a:alpha val="1006"/>
                  </a:srgbClr>
                </a:gs>
                <a:gs pos="100000">
                  <a:srgbClr val="FF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400000">
              <a:off x="2570597" y="3044428"/>
              <a:ext cx="40329" cy="40329"/>
            </a:xfrm>
            <a:prstGeom prst="ellipse">
              <a:avLst/>
            </a:prstGeom>
            <a:gradFill>
              <a:gsLst>
                <a:gs pos="0">
                  <a:srgbClr val="FFFFFF">
                    <a:alpha val="18959"/>
                  </a:srgbClr>
                </a:gs>
                <a:gs pos="14286">
                  <a:srgbClr val="FFFFFF">
                    <a:alpha val="17570"/>
                  </a:srgbClr>
                </a:gs>
                <a:gs pos="28571">
                  <a:srgbClr val="FFFFFF">
                    <a:alpha val="13931"/>
                  </a:srgbClr>
                </a:gs>
                <a:gs pos="42857">
                  <a:srgbClr val="FFFFFF">
                    <a:alpha val="9372"/>
                  </a:srgbClr>
                </a:gs>
                <a:gs pos="57143">
                  <a:srgbClr val="FFFFFF">
                    <a:alpha val="5307"/>
                  </a:srgbClr>
                </a:gs>
                <a:gs pos="71429">
                  <a:srgbClr val="FFFFFF">
                    <a:alpha val="2520"/>
                  </a:srgbClr>
                </a:gs>
                <a:gs pos="85714">
                  <a:srgbClr val="FFFFFF">
                    <a:alpha val="1004"/>
                  </a:srgbClr>
                </a:gs>
                <a:gs pos="100000">
                  <a:srgbClr val="FF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4782540">
              <a:off x="3285006" y="3034844"/>
              <a:ext cx="460546" cy="363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2477302" y="3210172"/>
              <a:ext cx="37054" cy="37054"/>
            </a:xfrm>
            <a:prstGeom prst="ellipse">
              <a:avLst/>
            </a:prstGeom>
            <a:gradFill>
              <a:gsLst>
                <a:gs pos="0">
                  <a:srgbClr val="FFFFFF">
                    <a:alpha val="19781"/>
                  </a:srgbClr>
                </a:gs>
                <a:gs pos="14286">
                  <a:srgbClr val="FFFFFF">
                    <a:alpha val="18338"/>
                  </a:srgbClr>
                </a:gs>
                <a:gs pos="28571">
                  <a:srgbClr val="FFFFFF">
                    <a:alpha val="14555"/>
                  </a:srgbClr>
                </a:gs>
                <a:gs pos="42857">
                  <a:srgbClr val="FFFFFF">
                    <a:alpha val="9803"/>
                  </a:srgbClr>
                </a:gs>
                <a:gs pos="57143">
                  <a:srgbClr val="FFFFFF">
                    <a:alpha val="5557"/>
                  </a:srgbClr>
                </a:gs>
                <a:gs pos="71429">
                  <a:srgbClr val="FFFFFF">
                    <a:alpha val="2641"/>
                  </a:srgbClr>
                </a:gs>
                <a:gs pos="85714">
                  <a:srgbClr val="FFFFFF">
                    <a:alpha val="1053"/>
                  </a:srgbClr>
                </a:gs>
                <a:gs pos="100000">
                  <a:srgbClr val="FFFF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5400000">
              <a:off x="2551498" y="3032557"/>
              <a:ext cx="35829" cy="35829"/>
            </a:xfrm>
            <a:prstGeom prst="ellipse">
              <a:avLst/>
            </a:prstGeom>
            <a:gradFill>
              <a:gsLst>
                <a:gs pos="0">
                  <a:srgbClr val="FFFFFF">
                    <a:alpha val="20086"/>
                  </a:srgbClr>
                </a:gs>
                <a:gs pos="14286">
                  <a:srgbClr val="FFFFFF">
                    <a:alpha val="18624"/>
                  </a:srgbClr>
                </a:gs>
                <a:gs pos="28571">
                  <a:srgbClr val="FFFFFF">
                    <a:alpha val="14787"/>
                  </a:srgbClr>
                </a:gs>
                <a:gs pos="42857">
                  <a:srgbClr val="FFFFFF">
                    <a:alpha val="9964"/>
                  </a:srgbClr>
                </a:gs>
                <a:gs pos="57143">
                  <a:srgbClr val="FFFFFF">
                    <a:alpha val="5650"/>
                  </a:srgbClr>
                </a:gs>
                <a:gs pos="71429">
                  <a:srgbClr val="FFFFFF">
                    <a:alpha val="2686"/>
                  </a:srgbClr>
                </a:gs>
                <a:gs pos="85714">
                  <a:srgbClr val="FFFFFF">
                    <a:alpha val="1071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9569691">
              <a:off x="2500932" y="3018281"/>
              <a:ext cx="179979" cy="907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4347561">
              <a:off x="3212436" y="2909116"/>
              <a:ext cx="500801" cy="873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099840">
              <a:off x="1917855" y="2668961"/>
              <a:ext cx="56872" cy="14218"/>
            </a:xfrm>
            <a:prstGeom prst="ellipse">
              <a:avLst/>
            </a:prstGeom>
            <a:gradFill>
              <a:gsLst>
                <a:gs pos="0">
                  <a:srgbClr val="E2C5B2">
                    <a:alpha val="18964"/>
                  </a:srgbClr>
                </a:gs>
                <a:gs pos="14286">
                  <a:srgbClr val="E2C5B2">
                    <a:alpha val="17574"/>
                  </a:srgbClr>
                </a:gs>
                <a:gs pos="28571">
                  <a:srgbClr val="E2C5B2">
                    <a:alpha val="13934"/>
                  </a:srgbClr>
                </a:gs>
                <a:gs pos="42857">
                  <a:srgbClr val="E2C5B2">
                    <a:alpha val="9374"/>
                  </a:srgbClr>
                </a:gs>
                <a:gs pos="57143">
                  <a:srgbClr val="E2C5B2">
                    <a:alpha val="5308"/>
                  </a:srgbClr>
                </a:gs>
                <a:gs pos="71429">
                  <a:srgbClr val="E2C5B2">
                    <a:alpha val="2521"/>
                  </a:srgbClr>
                </a:gs>
                <a:gs pos="85714">
                  <a:srgbClr val="E2C5B2">
                    <a:alpha val="1004"/>
                  </a:srgbClr>
                </a:gs>
                <a:gs pos="100000">
                  <a:srgbClr val="E2C5B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400000">
              <a:off x="2484351" y="3218245"/>
              <a:ext cx="36900" cy="36900"/>
            </a:xfrm>
            <a:prstGeom prst="ellipse">
              <a:avLst/>
            </a:prstGeom>
            <a:gradFill>
              <a:gsLst>
                <a:gs pos="0">
                  <a:srgbClr val="FFFFFF">
                    <a:alpha val="19820"/>
                  </a:srgbClr>
                </a:gs>
                <a:gs pos="14286">
                  <a:srgbClr val="FFFFFF">
                    <a:alpha val="18374"/>
                  </a:srgbClr>
                </a:gs>
                <a:gs pos="28571">
                  <a:srgbClr val="FFFFFF">
                    <a:alpha val="14584"/>
                  </a:srgbClr>
                </a:gs>
                <a:gs pos="42857">
                  <a:srgbClr val="FFFFFF">
                    <a:alpha val="9823"/>
                  </a:srgbClr>
                </a:gs>
                <a:gs pos="57143">
                  <a:srgbClr val="FFFFFF">
                    <a:alpha val="5568"/>
                  </a:srgbClr>
                </a:gs>
                <a:gs pos="71429">
                  <a:srgbClr val="FFFFFF">
                    <a:alpha val="2646"/>
                  </a:srgbClr>
                </a:gs>
                <a:gs pos="85714">
                  <a:srgbClr val="FFFFFF">
                    <a:alpha val="1055"/>
                  </a:srgbClr>
                </a:gs>
                <a:gs pos="100000">
                  <a:srgbClr val="FFF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400000">
              <a:off x="2543388" y="3044893"/>
              <a:ext cx="42193" cy="42193"/>
            </a:xfrm>
            <a:prstGeom prst="ellipse">
              <a:avLst/>
            </a:prstGeom>
            <a:gradFill>
              <a:gsLst>
                <a:gs pos="0">
                  <a:srgbClr val="FFFFFF">
                    <a:alpha val="18488"/>
                  </a:srgbClr>
                </a:gs>
                <a:gs pos="14286">
                  <a:srgbClr val="FFFFFF">
                    <a:alpha val="17129"/>
                  </a:srgbClr>
                </a:gs>
                <a:gs pos="28571">
                  <a:srgbClr val="FFFFFF">
                    <a:alpha val="13574"/>
                  </a:srgbClr>
                </a:gs>
                <a:gs pos="42857">
                  <a:srgbClr val="FFFFFF">
                    <a:alpha val="9125"/>
                  </a:srgbClr>
                </a:gs>
                <a:gs pos="57143">
                  <a:srgbClr val="FFFFFF">
                    <a:alpha val="5164"/>
                  </a:srgbClr>
                </a:gs>
                <a:gs pos="71429">
                  <a:srgbClr val="FFFFFF">
                    <a:alpha val="2451"/>
                  </a:srgbClr>
                </a:gs>
                <a:gs pos="85714">
                  <a:srgbClr val="FFFFFF">
                    <a:alpha val="977"/>
                  </a:srgbClr>
                </a:gs>
                <a:gs pos="100000">
                  <a:srgbClr val="FFFFF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5400000">
              <a:off x="2553092" y="3045227"/>
              <a:ext cx="42047" cy="42047"/>
            </a:xfrm>
            <a:prstGeom prst="ellipse">
              <a:avLst/>
            </a:prstGeom>
            <a:gradFill>
              <a:gsLst>
                <a:gs pos="0">
                  <a:srgbClr val="FFFFFF">
                    <a:alpha val="18525"/>
                  </a:srgbClr>
                </a:gs>
                <a:gs pos="14286">
                  <a:srgbClr val="FFFFFF">
                    <a:alpha val="17164"/>
                  </a:srgbClr>
                </a:gs>
                <a:gs pos="28571">
                  <a:srgbClr val="FFFFFF">
                    <a:alpha val="13602"/>
                  </a:srgbClr>
                </a:gs>
                <a:gs pos="42857">
                  <a:srgbClr val="FFFFFF">
                    <a:alpha val="9145"/>
                  </a:srgbClr>
                </a:gs>
                <a:gs pos="57143">
                  <a:srgbClr val="FFFFFF">
                    <a:alpha val="5175"/>
                  </a:srgbClr>
                </a:gs>
                <a:gs pos="71429">
                  <a:srgbClr val="FFFFFF">
                    <a:alpha val="2457"/>
                  </a:srgbClr>
                </a:gs>
                <a:gs pos="85714">
                  <a:srgbClr val="FFFFFF">
                    <a:alpha val="979"/>
                  </a:srgbClr>
                </a:gs>
                <a:gs pos="100000">
                  <a:srgbClr val="FFFF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301870">
              <a:off x="2481756" y="3108701"/>
              <a:ext cx="42484" cy="10621"/>
            </a:xfrm>
            <a:prstGeom prst="ellipse">
              <a:avLst/>
            </a:prstGeom>
            <a:gradFill>
              <a:gsLst>
                <a:gs pos="0">
                  <a:srgbClr val="FFFFFF">
                    <a:alpha val="21506"/>
                  </a:srgbClr>
                </a:gs>
                <a:gs pos="14286">
                  <a:srgbClr val="FFFFFF">
                    <a:alpha val="19953"/>
                  </a:srgbClr>
                </a:gs>
                <a:gs pos="28571">
                  <a:srgbClr val="FFFFFF">
                    <a:alpha val="15870"/>
                  </a:srgbClr>
                </a:gs>
                <a:gs pos="42857">
                  <a:srgbClr val="FFFFFF">
                    <a:alpha val="10716"/>
                  </a:srgbClr>
                </a:gs>
                <a:gs pos="57143">
                  <a:srgbClr val="FFFFFF">
                    <a:alpha val="6087"/>
                  </a:srgbClr>
                </a:gs>
                <a:gs pos="71429">
                  <a:srgbClr val="FFFFFF">
                    <a:alpha val="2897"/>
                  </a:srgbClr>
                </a:gs>
                <a:gs pos="85714">
                  <a:srgbClr val="FFFFFF">
                    <a:alpha val="1156"/>
                  </a:srgbClr>
                </a:gs>
                <a:gs pos="100000">
                  <a:srgbClr val="FFFF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4086876">
              <a:off x="1995177" y="2859684"/>
              <a:ext cx="689297" cy="6714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985927">
              <a:off x="2406570" y="3075225"/>
              <a:ext cx="317019" cy="175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6137590">
              <a:off x="2416977" y="3051899"/>
              <a:ext cx="302193" cy="1730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5400000">
              <a:off x="2891221" y="244094"/>
              <a:ext cx="22266" cy="22266"/>
            </a:xfrm>
            <a:prstGeom prst="ellipse">
              <a:avLst/>
            </a:prstGeom>
            <a:gradFill>
              <a:gsLst>
                <a:gs pos="0">
                  <a:srgbClr val="FFFFFF">
                    <a:alpha val="21149"/>
                  </a:srgbClr>
                </a:gs>
                <a:gs pos="14286">
                  <a:srgbClr val="FFFFFF">
                    <a:alpha val="19619"/>
                  </a:srgbClr>
                </a:gs>
                <a:gs pos="28571">
                  <a:srgbClr val="FFFFFF">
                    <a:alpha val="15597"/>
                  </a:srgbClr>
                </a:gs>
                <a:gs pos="42857">
                  <a:srgbClr val="FFFFFF">
                    <a:alpha val="10526"/>
                  </a:srgbClr>
                </a:gs>
                <a:gs pos="57143">
                  <a:srgbClr val="FFFFFF">
                    <a:alpha val="5977"/>
                  </a:srgbClr>
                </a:gs>
                <a:gs pos="71429">
                  <a:srgbClr val="FFFFFF">
                    <a:alpha val="2844"/>
                  </a:srgbClr>
                </a:gs>
                <a:gs pos="85714">
                  <a:srgbClr val="FFFFFF">
                    <a:alpha val="1134"/>
                  </a:srgbClr>
                </a:gs>
                <a:gs pos="100000">
                  <a:srgbClr val="FFFF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10344387">
              <a:off x="2952106" y="2460204"/>
              <a:ext cx="45642" cy="11411"/>
            </a:xfrm>
            <a:prstGeom prst="ellipse">
              <a:avLst/>
            </a:prstGeom>
            <a:gradFill>
              <a:gsLst>
                <a:gs pos="0">
                  <a:srgbClr val="FFFFFF">
                    <a:alpha val="20955"/>
                  </a:srgbClr>
                </a:gs>
                <a:gs pos="14286">
                  <a:srgbClr val="FFFFFF">
                    <a:alpha val="19437"/>
                  </a:srgbClr>
                </a:gs>
                <a:gs pos="28571">
                  <a:srgbClr val="FFFFFF">
                    <a:alpha val="15449"/>
                  </a:srgbClr>
                </a:gs>
                <a:gs pos="42857">
                  <a:srgbClr val="FFFFFF">
                    <a:alpha val="10423"/>
                  </a:srgbClr>
                </a:gs>
                <a:gs pos="57143">
                  <a:srgbClr val="FFFFFF">
                    <a:alpha val="5917"/>
                  </a:srgbClr>
                </a:gs>
                <a:gs pos="71429">
                  <a:srgbClr val="FFFFFF">
                    <a:alpha val="2815"/>
                  </a:srgbClr>
                </a:gs>
                <a:gs pos="85714">
                  <a:srgbClr val="FFFFFF">
                    <a:alpha val="1123"/>
                  </a:srgbClr>
                </a:gs>
                <a:gs pos="100000">
                  <a:srgbClr val="FFFF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9575466">
              <a:off x="966001" y="3519242"/>
              <a:ext cx="42942" cy="10736"/>
            </a:xfrm>
            <a:prstGeom prst="ellipse">
              <a:avLst/>
            </a:prstGeom>
            <a:gradFill>
              <a:gsLst>
                <a:gs pos="0">
                  <a:srgbClr val="FFFCFF">
                    <a:alpha val="21426"/>
                  </a:srgbClr>
                </a:gs>
                <a:gs pos="14286">
                  <a:srgbClr val="FFFCFF">
                    <a:alpha val="19879"/>
                  </a:srgbClr>
                </a:gs>
                <a:gs pos="28571">
                  <a:srgbClr val="FFFCFF">
                    <a:alpha val="15809"/>
                  </a:srgbClr>
                </a:gs>
                <a:gs pos="42857">
                  <a:srgbClr val="FFFCFF">
                    <a:alpha val="10674"/>
                  </a:srgbClr>
                </a:gs>
                <a:gs pos="57143">
                  <a:srgbClr val="FFFCFF">
                    <a:alpha val="6063"/>
                  </a:srgbClr>
                </a:gs>
                <a:gs pos="71429">
                  <a:srgbClr val="FFFCFF">
                    <a:alpha val="2885"/>
                  </a:srgbClr>
                </a:gs>
                <a:gs pos="85714">
                  <a:srgbClr val="FFFCFF">
                    <a:alpha val="1151"/>
                  </a:srgbClr>
                </a:gs>
                <a:gs pos="100000">
                  <a:srgbClr val="FFFC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9842563">
              <a:off x="2463197" y="2475471"/>
              <a:ext cx="365020" cy="76845"/>
            </a:xfrm>
            <a:prstGeom prst="ellipse">
              <a:avLst/>
            </a:prstGeom>
            <a:gradFill>
              <a:gsLst>
                <a:gs pos="0">
                  <a:srgbClr val="F9FF00">
                    <a:alpha val="32968"/>
                  </a:srgbClr>
                </a:gs>
                <a:gs pos="14286">
                  <a:srgbClr val="F9FF00">
                    <a:alpha val="30764"/>
                  </a:srgbClr>
                </a:gs>
                <a:gs pos="28571">
                  <a:srgbClr val="F9FF00">
                    <a:alpha val="24833"/>
                  </a:srgbClr>
                </a:gs>
                <a:gs pos="42857">
                  <a:srgbClr val="F9FF00">
                    <a:alpha val="17075"/>
                  </a:srgbClr>
                </a:gs>
                <a:gs pos="57143">
                  <a:srgbClr val="F9FF00">
                    <a:alpha val="9855"/>
                  </a:srgbClr>
                </a:gs>
                <a:gs pos="71429">
                  <a:srgbClr val="F9FF00">
                    <a:alpha val="4740"/>
                  </a:srgbClr>
                </a:gs>
                <a:gs pos="85714">
                  <a:srgbClr val="F9FF00">
                    <a:alpha val="1902"/>
                  </a:srgbClr>
                </a:gs>
                <a:gs pos="100000">
                  <a:srgbClr val="F9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8846544">
              <a:off x="2454905" y="3130181"/>
              <a:ext cx="193663" cy="1803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4136484">
              <a:off x="3436973" y="2834634"/>
              <a:ext cx="47061" cy="11765"/>
            </a:xfrm>
            <a:prstGeom prst="ellipse">
              <a:avLst/>
            </a:prstGeom>
            <a:gradFill>
              <a:gsLst>
                <a:gs pos="0">
                  <a:srgbClr val="FFFFFF">
                    <a:alpha val="20706"/>
                  </a:srgbClr>
                </a:gs>
                <a:gs pos="14286">
                  <a:srgbClr val="FFFFFF">
                    <a:alpha val="19204"/>
                  </a:srgbClr>
                </a:gs>
                <a:gs pos="28571">
                  <a:srgbClr val="FFFFFF">
                    <a:alpha val="15259"/>
                  </a:srgbClr>
                </a:gs>
                <a:gs pos="42857">
                  <a:srgbClr val="FFFFFF">
                    <a:alpha val="10291"/>
                  </a:srgbClr>
                </a:gs>
                <a:gs pos="57143">
                  <a:srgbClr val="FFFFFF">
                    <a:alpha val="5840"/>
                  </a:srgbClr>
                </a:gs>
                <a:gs pos="71429">
                  <a:srgbClr val="FFFFFF">
                    <a:alpha val="2778"/>
                  </a:srgbClr>
                </a:gs>
                <a:gs pos="85714">
                  <a:srgbClr val="FFFFFF">
                    <a:alpha val="1108"/>
                  </a:srgbClr>
                </a:gs>
                <a:gs pos="100000">
                  <a:srgbClr val="FFFFF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8754355">
              <a:off x="1733614" y="3373466"/>
              <a:ext cx="38662" cy="9665"/>
            </a:xfrm>
            <a:prstGeom prst="ellipse">
              <a:avLst/>
            </a:prstGeom>
            <a:gradFill>
              <a:gsLst>
                <a:gs pos="0">
                  <a:srgbClr val="FFFFFF">
                    <a:alpha val="22168"/>
                  </a:srgbClr>
                </a:gs>
                <a:gs pos="14286">
                  <a:srgbClr val="FFFFFF">
                    <a:alpha val="20574"/>
                  </a:srgbClr>
                </a:gs>
                <a:gs pos="28571">
                  <a:srgbClr val="FFFFFF">
                    <a:alpha val="16377"/>
                  </a:srgbClr>
                </a:gs>
                <a:gs pos="42857">
                  <a:srgbClr val="FFFFFF">
                    <a:alpha val="11069"/>
                  </a:srgbClr>
                </a:gs>
                <a:gs pos="57143">
                  <a:srgbClr val="FFFFFF">
                    <a:alpha val="6294"/>
                  </a:srgbClr>
                </a:gs>
                <a:gs pos="71429">
                  <a:srgbClr val="FFFFFF">
                    <a:alpha val="2997"/>
                  </a:srgbClr>
                </a:gs>
                <a:gs pos="85714">
                  <a:srgbClr val="FFFFFF">
                    <a:alpha val="1196"/>
                  </a:srgbClr>
                </a:gs>
                <a:gs pos="100000">
                  <a:srgbClr val="FFFF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10231701">
              <a:off x="2714384" y="2454905"/>
              <a:ext cx="488305" cy="1290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400000">
              <a:off x="2580735" y="3065960"/>
              <a:ext cx="42474" cy="42474"/>
            </a:xfrm>
            <a:prstGeom prst="ellipse">
              <a:avLst/>
            </a:prstGeom>
            <a:gradFill>
              <a:gsLst>
                <a:gs pos="0">
                  <a:srgbClr val="FFFFFF">
                    <a:alpha val="18417"/>
                  </a:srgbClr>
                </a:gs>
                <a:gs pos="14286">
                  <a:srgbClr val="FFFFFF">
                    <a:alpha val="17062"/>
                  </a:srgbClr>
                </a:gs>
                <a:gs pos="28571">
                  <a:srgbClr val="FFFFFF">
                    <a:alpha val="13520"/>
                  </a:srgbClr>
                </a:gs>
                <a:gs pos="42857">
                  <a:srgbClr val="FFFFFF">
                    <a:alpha val="9088"/>
                  </a:srgbClr>
                </a:gs>
                <a:gs pos="57143">
                  <a:srgbClr val="FFFFFF">
                    <a:alpha val="5142"/>
                  </a:srgbClr>
                </a:gs>
                <a:gs pos="71429">
                  <a:srgbClr val="FFFFFF">
                    <a:alpha val="2441"/>
                  </a:srgbClr>
                </a:gs>
                <a:gs pos="85714">
                  <a:srgbClr val="FFFFFF">
                    <a:alpha val="972"/>
                  </a:srgbClr>
                </a:gs>
                <a:gs pos="100000">
                  <a:srgbClr val="FFFFFF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-9268240">
              <a:off x="1013593" y="2619869"/>
              <a:ext cx="470496" cy="57685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375154">
              <a:off x="3366199" y="2716918"/>
              <a:ext cx="54259" cy="13565"/>
            </a:xfrm>
            <a:prstGeom prst="ellipse">
              <a:avLst/>
            </a:prstGeom>
            <a:gradFill>
              <a:gsLst>
                <a:gs pos="0">
                  <a:srgbClr val="F1EAE9">
                    <a:alpha val="19432"/>
                  </a:srgbClr>
                </a:gs>
                <a:gs pos="14286">
                  <a:srgbClr val="F1EAE9">
                    <a:alpha val="18011"/>
                  </a:srgbClr>
                </a:gs>
                <a:gs pos="28571">
                  <a:srgbClr val="F1EAE9">
                    <a:alpha val="14289"/>
                  </a:srgbClr>
                </a:gs>
                <a:gs pos="42857">
                  <a:srgbClr val="F1EAE9">
                    <a:alpha val="9619"/>
                  </a:srgbClr>
                </a:gs>
                <a:gs pos="57143">
                  <a:srgbClr val="F1EAE9">
                    <a:alpha val="5450"/>
                  </a:srgbClr>
                </a:gs>
                <a:gs pos="71429">
                  <a:srgbClr val="F1EAE9">
                    <a:alpha val="2589"/>
                  </a:srgbClr>
                </a:gs>
                <a:gs pos="85714">
                  <a:srgbClr val="F1EAE9">
                    <a:alpha val="1032"/>
                  </a:srgbClr>
                </a:gs>
                <a:gs pos="100000">
                  <a:srgbClr val="F1EAE9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10283659">
              <a:off x="1196552" y="2665304"/>
              <a:ext cx="162115" cy="32080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893646">
              <a:off x="2426658" y="3161643"/>
              <a:ext cx="161862" cy="1151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400000">
              <a:off x="2504731" y="3218490"/>
              <a:ext cx="39249" cy="39249"/>
            </a:xfrm>
            <a:prstGeom prst="ellipse">
              <a:avLst/>
            </a:prstGeom>
            <a:gradFill>
              <a:gsLst>
                <a:gs pos="0">
                  <a:srgbClr val="FFFFFF">
                    <a:alpha val="19231"/>
                  </a:srgbClr>
                </a:gs>
                <a:gs pos="14286">
                  <a:srgbClr val="FFFFFF">
                    <a:alpha val="17824"/>
                  </a:srgbClr>
                </a:gs>
                <a:gs pos="28571">
                  <a:srgbClr val="FFFFFF">
                    <a:alpha val="14137"/>
                  </a:srgbClr>
                </a:gs>
                <a:gs pos="42857">
                  <a:srgbClr val="FFFFFF">
                    <a:alpha val="9514"/>
                  </a:srgbClr>
                </a:gs>
                <a:gs pos="57143">
                  <a:srgbClr val="FFFFFF">
                    <a:alpha val="5389"/>
                  </a:srgbClr>
                </a:gs>
                <a:gs pos="71429">
                  <a:srgbClr val="FFFFFF">
                    <a:alpha val="2560"/>
                  </a:srgbClr>
                </a:gs>
                <a:gs pos="85714">
                  <a:srgbClr val="FFFFFF">
                    <a:alpha val="1020"/>
                  </a:srgbClr>
                </a:gs>
                <a:gs pos="100000">
                  <a:srgbClr val="FFFF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986509">
              <a:off x="2406553" y="3075067"/>
              <a:ext cx="317092" cy="1755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6417554">
              <a:off x="2342789" y="3113733"/>
              <a:ext cx="336073" cy="723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00000">
              <a:off x="2534049" y="3220287"/>
              <a:ext cx="39133" cy="39133"/>
            </a:xfrm>
            <a:prstGeom prst="ellipse">
              <a:avLst/>
            </a:prstGeom>
            <a:gradFill>
              <a:gsLst>
                <a:gs pos="0">
                  <a:srgbClr val="FFFFFF">
                    <a:alpha val="19261"/>
                  </a:srgbClr>
                </a:gs>
                <a:gs pos="14286">
                  <a:srgbClr val="FFFFFF">
                    <a:alpha val="17851"/>
                  </a:srgbClr>
                </a:gs>
                <a:gs pos="28571">
                  <a:srgbClr val="FFFFFF">
                    <a:alpha val="14159"/>
                  </a:srgbClr>
                </a:gs>
                <a:gs pos="42857">
                  <a:srgbClr val="FFFFFF">
                    <a:alpha val="9529"/>
                  </a:srgbClr>
                </a:gs>
                <a:gs pos="57143">
                  <a:srgbClr val="FFFFFF">
                    <a:alpha val="5398"/>
                  </a:srgbClr>
                </a:gs>
                <a:gs pos="71429">
                  <a:srgbClr val="FFFFFF">
                    <a:alpha val="2564"/>
                  </a:srgbClr>
                </a:gs>
                <a:gs pos="85714">
                  <a:srgbClr val="FFFFFF">
                    <a:alpha val="1022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8206990">
              <a:off x="1138962" y="1535142"/>
              <a:ext cx="60257" cy="15064"/>
            </a:xfrm>
            <a:prstGeom prst="ellipse">
              <a:avLst/>
            </a:prstGeom>
            <a:gradFill>
              <a:gsLst>
                <a:gs pos="0">
                  <a:srgbClr val="A6A7AA">
                    <a:alpha val="18354"/>
                  </a:srgbClr>
                </a:gs>
                <a:gs pos="14286">
                  <a:srgbClr val="A6A7AA">
                    <a:alpha val="17004"/>
                  </a:srgbClr>
                </a:gs>
                <a:gs pos="28571">
                  <a:srgbClr val="A6A7AA">
                    <a:alpha val="13473"/>
                  </a:srgbClr>
                </a:gs>
                <a:gs pos="42857">
                  <a:srgbClr val="A6A7AA">
                    <a:alpha val="9055"/>
                  </a:srgbClr>
                </a:gs>
                <a:gs pos="57143">
                  <a:srgbClr val="A6A7AA">
                    <a:alpha val="5124"/>
                  </a:srgbClr>
                </a:gs>
                <a:gs pos="71429">
                  <a:srgbClr val="A6A7AA">
                    <a:alpha val="2432"/>
                  </a:srgbClr>
                </a:gs>
                <a:gs pos="85714">
                  <a:srgbClr val="A6A7AA">
                    <a:alpha val="969"/>
                  </a:srgbClr>
                </a:gs>
                <a:gs pos="100000">
                  <a:srgbClr val="A6A7AA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3368696">
              <a:off x="3154478" y="2898585"/>
              <a:ext cx="482127" cy="316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4997745">
              <a:off x="1352371" y="3467244"/>
              <a:ext cx="60357" cy="15089"/>
            </a:xfrm>
            <a:prstGeom prst="ellipse">
              <a:avLst/>
            </a:prstGeom>
            <a:gradFill>
              <a:gsLst>
                <a:gs pos="0">
                  <a:srgbClr val="A9948A">
                    <a:alpha val="18336"/>
                  </a:srgbClr>
                </a:gs>
                <a:gs pos="14286">
                  <a:srgbClr val="A9948A">
                    <a:alpha val="16987"/>
                  </a:srgbClr>
                </a:gs>
                <a:gs pos="28571">
                  <a:srgbClr val="A9948A">
                    <a:alpha val="13459"/>
                  </a:srgbClr>
                </a:gs>
                <a:gs pos="42857">
                  <a:srgbClr val="A9948A">
                    <a:alpha val="9046"/>
                  </a:srgbClr>
                </a:gs>
                <a:gs pos="57143">
                  <a:srgbClr val="A9948A">
                    <a:alpha val="5118"/>
                  </a:srgbClr>
                </a:gs>
                <a:gs pos="71429">
                  <a:srgbClr val="A9948A">
                    <a:alpha val="2429"/>
                  </a:srgbClr>
                </a:gs>
                <a:gs pos="85714">
                  <a:srgbClr val="A9948A">
                    <a:alpha val="968"/>
                  </a:srgbClr>
                </a:gs>
                <a:gs pos="100000">
                  <a:srgbClr val="A9948A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7610880">
              <a:off x="745270" y="3585600"/>
              <a:ext cx="234614" cy="580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00000">
              <a:off x="2506346" y="3207186"/>
              <a:ext cx="40773" cy="40773"/>
            </a:xfrm>
            <a:prstGeom prst="ellipse">
              <a:avLst/>
            </a:prstGeom>
            <a:gradFill>
              <a:gsLst>
                <a:gs pos="0">
                  <a:srgbClr val="FFFFFF">
                    <a:alpha val="18847"/>
                  </a:srgbClr>
                </a:gs>
                <a:gs pos="14286">
                  <a:srgbClr val="FFFFFF">
                    <a:alpha val="17465"/>
                  </a:srgbClr>
                </a:gs>
                <a:gs pos="28571">
                  <a:srgbClr val="FFFFFF">
                    <a:alpha val="13846"/>
                  </a:srgbClr>
                </a:gs>
                <a:gs pos="42857">
                  <a:srgbClr val="FFFFFF">
                    <a:alpha val="9313"/>
                  </a:srgbClr>
                </a:gs>
                <a:gs pos="57143">
                  <a:srgbClr val="FFFFFF">
                    <a:alpha val="5273"/>
                  </a:srgbClr>
                </a:gs>
                <a:gs pos="71429">
                  <a:srgbClr val="FFFFFF">
                    <a:alpha val="2504"/>
                  </a:srgbClr>
                </a:gs>
                <a:gs pos="85714">
                  <a:srgbClr val="FFFFFF">
                    <a:alpha val="998"/>
                  </a:srgbClr>
                </a:gs>
                <a:gs pos="100000">
                  <a:srgbClr val="FFFFF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8443582">
              <a:off x="2003544" y="2383899"/>
              <a:ext cx="508166" cy="253853"/>
            </a:xfrm>
            <a:prstGeom prst="ellipse">
              <a:avLst/>
            </a:prstGeom>
            <a:gradFill>
              <a:gsLst>
                <a:gs pos="0">
                  <a:srgbClr val="00008B">
                    <a:alpha val="32968"/>
                  </a:srgbClr>
                </a:gs>
                <a:gs pos="14286">
                  <a:srgbClr val="00008B">
                    <a:alpha val="30764"/>
                  </a:srgbClr>
                </a:gs>
                <a:gs pos="28571">
                  <a:srgbClr val="00008B">
                    <a:alpha val="24833"/>
                  </a:srgbClr>
                </a:gs>
                <a:gs pos="42857">
                  <a:srgbClr val="00008B">
                    <a:alpha val="17075"/>
                  </a:srgbClr>
                </a:gs>
                <a:gs pos="57143">
                  <a:srgbClr val="00008B">
                    <a:alpha val="9855"/>
                  </a:srgbClr>
                </a:gs>
                <a:gs pos="71429">
                  <a:srgbClr val="00008B">
                    <a:alpha val="4740"/>
                  </a:srgbClr>
                </a:gs>
                <a:gs pos="85714">
                  <a:srgbClr val="00008B">
                    <a:alpha val="1902"/>
                  </a:srgbClr>
                </a:gs>
                <a:gs pos="100000">
                  <a:srgbClr val="000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3225315">
              <a:off x="3354998" y="2706754"/>
              <a:ext cx="54719" cy="13680"/>
            </a:xfrm>
            <a:prstGeom prst="ellipse">
              <a:avLst/>
            </a:prstGeom>
            <a:gradFill>
              <a:gsLst>
                <a:gs pos="0">
                  <a:srgbClr val="F8F2F0">
                    <a:alpha val="19349"/>
                  </a:srgbClr>
                </a:gs>
                <a:gs pos="14286">
                  <a:srgbClr val="F8F2F0">
                    <a:alpha val="17934"/>
                  </a:srgbClr>
                </a:gs>
                <a:gs pos="28571">
                  <a:srgbClr val="F8F2F0">
                    <a:alpha val="14227"/>
                  </a:srgbClr>
                </a:gs>
                <a:gs pos="42857">
                  <a:srgbClr val="F8F2F0">
                    <a:alpha val="9576"/>
                  </a:srgbClr>
                </a:gs>
                <a:gs pos="57143">
                  <a:srgbClr val="F8F2F0">
                    <a:alpha val="5425"/>
                  </a:srgbClr>
                </a:gs>
                <a:gs pos="71429">
                  <a:srgbClr val="F8F2F0">
                    <a:alpha val="2577"/>
                  </a:srgbClr>
                </a:gs>
                <a:gs pos="85714">
                  <a:srgbClr val="F8F2F0">
                    <a:alpha val="1027"/>
                  </a:srgbClr>
                </a:gs>
                <a:gs pos="100000">
                  <a:srgbClr val="F8F2F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9616715">
              <a:off x="983795" y="2610155"/>
              <a:ext cx="504835" cy="724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4014087">
              <a:off x="1385142" y="2344672"/>
              <a:ext cx="1096848" cy="48900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000">
              <a:off x="2552794" y="3209084"/>
              <a:ext cx="39559" cy="39559"/>
            </a:xfrm>
            <a:prstGeom prst="ellipse">
              <a:avLst/>
            </a:prstGeom>
            <a:gradFill>
              <a:gsLst>
                <a:gs pos="0">
                  <a:srgbClr val="FFFFFF">
                    <a:alpha val="19153"/>
                  </a:srgbClr>
                </a:gs>
                <a:gs pos="14286">
                  <a:srgbClr val="FFFFFF">
                    <a:alpha val="17751"/>
                  </a:srgbClr>
                </a:gs>
                <a:gs pos="28571">
                  <a:srgbClr val="FFFFFF">
                    <a:alpha val="14078"/>
                  </a:srgbClr>
                </a:gs>
                <a:gs pos="42857">
                  <a:srgbClr val="FFFFFF">
                    <a:alpha val="9473"/>
                  </a:srgbClr>
                </a:gs>
                <a:gs pos="57143">
                  <a:srgbClr val="FFFFFF">
                    <a:alpha val="5365"/>
                  </a:srgbClr>
                </a:gs>
                <a:gs pos="71429">
                  <a:srgbClr val="FFFFFF">
                    <a:alpha val="2548"/>
                  </a:srgbClr>
                </a:gs>
                <a:gs pos="85714">
                  <a:srgbClr val="FFFFFF">
                    <a:alpha val="1016"/>
                  </a:srgbClr>
                </a:gs>
                <a:gs pos="100000">
                  <a:srgbClr val="FFFFF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054681">
              <a:off x="3276568" y="3112201"/>
              <a:ext cx="470092" cy="703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4819162">
              <a:off x="1685841" y="2749620"/>
              <a:ext cx="598648" cy="153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10133702">
              <a:off x="1257565" y="2680986"/>
              <a:ext cx="60865" cy="15216"/>
            </a:xfrm>
            <a:prstGeom prst="ellipse">
              <a:avLst/>
            </a:prstGeom>
            <a:gradFill>
              <a:gsLst>
                <a:gs pos="0">
                  <a:srgbClr val="EAE2EE">
                    <a:alpha val="18244"/>
                  </a:srgbClr>
                </a:gs>
                <a:gs pos="14286">
                  <a:srgbClr val="EAE2EE">
                    <a:alpha val="16901"/>
                  </a:srgbClr>
                </a:gs>
                <a:gs pos="28571">
                  <a:srgbClr val="EAE2EE">
                    <a:alpha val="13389"/>
                  </a:srgbClr>
                </a:gs>
                <a:gs pos="42857">
                  <a:srgbClr val="EAE2EE">
                    <a:alpha val="8998"/>
                  </a:srgbClr>
                </a:gs>
                <a:gs pos="57143">
                  <a:srgbClr val="EAE2EE">
                    <a:alpha val="5090"/>
                  </a:srgbClr>
                </a:gs>
                <a:gs pos="71429">
                  <a:srgbClr val="EAE2EE">
                    <a:alpha val="2416"/>
                  </a:srgbClr>
                </a:gs>
                <a:gs pos="85714">
                  <a:srgbClr val="EAE2EE">
                    <a:alpha val="962"/>
                  </a:srgbClr>
                </a:gs>
                <a:gs pos="100000">
                  <a:srgbClr val="EAE2EE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6113685">
              <a:off x="2574452" y="3203556"/>
              <a:ext cx="48075" cy="12019"/>
            </a:xfrm>
            <a:prstGeom prst="ellipse">
              <a:avLst/>
            </a:prstGeom>
            <a:gradFill>
              <a:gsLst>
                <a:gs pos="0">
                  <a:srgbClr val="FFFFFF">
                    <a:alpha val="20528"/>
                  </a:srgbClr>
                </a:gs>
                <a:gs pos="14286">
                  <a:srgbClr val="FFFFFF">
                    <a:alpha val="19037"/>
                  </a:srgbClr>
                </a:gs>
                <a:gs pos="28571">
                  <a:srgbClr val="FFFFFF">
                    <a:alpha val="15123"/>
                  </a:srgbClr>
                </a:gs>
                <a:gs pos="42857">
                  <a:srgbClr val="FFFFFF">
                    <a:alpha val="10197"/>
                  </a:srgbClr>
                </a:gs>
                <a:gs pos="57143">
                  <a:srgbClr val="FFFFFF">
                    <a:alpha val="5785"/>
                  </a:srgbClr>
                </a:gs>
                <a:gs pos="71429">
                  <a:srgbClr val="FFFFFF">
                    <a:alpha val="2751"/>
                  </a:srgbClr>
                </a:gs>
                <a:gs pos="85714">
                  <a:srgbClr val="FFFFFF">
                    <a:alpha val="1097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400000">
              <a:off x="2529533" y="3061127"/>
              <a:ext cx="46389" cy="46389"/>
            </a:xfrm>
            <a:prstGeom prst="ellipse">
              <a:avLst/>
            </a:prstGeom>
            <a:gradFill>
              <a:gsLst>
                <a:gs pos="0">
                  <a:srgbClr val="FFFFFF">
                    <a:alpha val="17417"/>
                  </a:srgbClr>
                </a:gs>
                <a:gs pos="14286">
                  <a:srgbClr val="FFFFFF">
                    <a:alpha val="16129"/>
                  </a:srgbClr>
                </a:gs>
                <a:gs pos="28571">
                  <a:srgbClr val="FFFFFF">
                    <a:alpha val="12765"/>
                  </a:srgbClr>
                </a:gs>
                <a:gs pos="42857">
                  <a:srgbClr val="FFFFFF">
                    <a:alpha val="8568"/>
                  </a:srgbClr>
                </a:gs>
                <a:gs pos="57143">
                  <a:srgbClr val="FFFFFF">
                    <a:alpha val="4842"/>
                  </a:srgbClr>
                </a:gs>
                <a:gs pos="71429">
                  <a:srgbClr val="FFFFFF">
                    <a:alpha val="2297"/>
                  </a:srgbClr>
                </a:gs>
                <a:gs pos="85714">
                  <a:srgbClr val="FFFFFF">
                    <a:alpha val="915"/>
                  </a:srgbClr>
                </a:gs>
                <a:gs pos="100000">
                  <a:srgbClr val="FFFFFF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5078122">
              <a:off x="3500560" y="3091571"/>
              <a:ext cx="46755" cy="11689"/>
            </a:xfrm>
            <a:prstGeom prst="ellipse">
              <a:avLst/>
            </a:prstGeom>
            <a:gradFill>
              <a:gsLst>
                <a:gs pos="0">
                  <a:srgbClr val="FFFFFF">
                    <a:alpha val="20760"/>
                  </a:srgbClr>
                </a:gs>
                <a:gs pos="14286">
                  <a:srgbClr val="FFFFFF">
                    <a:alpha val="19254"/>
                  </a:srgbClr>
                </a:gs>
                <a:gs pos="28571">
                  <a:srgbClr val="FFFFFF">
                    <a:alpha val="15300"/>
                  </a:srgbClr>
                </a:gs>
                <a:gs pos="42857">
                  <a:srgbClr val="FFFFFF">
                    <a:alpha val="10320"/>
                  </a:srgbClr>
                </a:gs>
                <a:gs pos="57143">
                  <a:srgbClr val="FFFFFF">
                    <a:alpha val="5857"/>
                  </a:srgbClr>
                </a:gs>
                <a:gs pos="71429">
                  <a:srgbClr val="FFFFFF">
                    <a:alpha val="2786"/>
                  </a:srgbClr>
                </a:gs>
                <a:gs pos="85714">
                  <a:srgbClr val="FFFFFF">
                    <a:alpha val="1111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10392747">
              <a:off x="2795036" y="2517657"/>
              <a:ext cx="54189" cy="13547"/>
            </a:xfrm>
            <a:prstGeom prst="ellipse">
              <a:avLst/>
            </a:prstGeom>
            <a:gradFill>
              <a:gsLst>
                <a:gs pos="0">
                  <a:srgbClr val="FFFFFF">
                    <a:alpha val="19444"/>
                  </a:srgbClr>
                </a:gs>
                <a:gs pos="14286">
                  <a:srgbClr val="FFFFFF">
                    <a:alpha val="18023"/>
                  </a:srgbClr>
                </a:gs>
                <a:gs pos="28571">
                  <a:srgbClr val="FFFFFF">
                    <a:alpha val="14299"/>
                  </a:srgbClr>
                </a:gs>
                <a:gs pos="42857">
                  <a:srgbClr val="FFFFFF">
                    <a:alpha val="9626"/>
                  </a:srgbClr>
                </a:gs>
                <a:gs pos="57143">
                  <a:srgbClr val="FFFFFF">
                    <a:alpha val="5454"/>
                  </a:srgbClr>
                </a:gs>
                <a:gs pos="71429">
                  <a:srgbClr val="FFFFFF">
                    <a:alpha val="2591"/>
                  </a:srgbClr>
                </a:gs>
                <a:gs pos="85714">
                  <a:srgbClr val="FFFFFF">
                    <a:alpha val="1033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853920">
              <a:off x="1809154" y="3040270"/>
              <a:ext cx="60884" cy="15221"/>
            </a:xfrm>
            <a:prstGeom prst="ellipse">
              <a:avLst/>
            </a:prstGeom>
            <a:gradFill>
              <a:gsLst>
                <a:gs pos="0">
                  <a:srgbClr val="746261">
                    <a:alpha val="18240"/>
                  </a:srgbClr>
                </a:gs>
                <a:gs pos="14286">
                  <a:srgbClr val="746261">
                    <a:alpha val="16898"/>
                  </a:srgbClr>
                </a:gs>
                <a:gs pos="28571">
                  <a:srgbClr val="746261">
                    <a:alpha val="13387"/>
                  </a:srgbClr>
                </a:gs>
                <a:gs pos="42857">
                  <a:srgbClr val="746261">
                    <a:alpha val="8996"/>
                  </a:srgbClr>
                </a:gs>
                <a:gs pos="57143">
                  <a:srgbClr val="746261">
                    <a:alpha val="5089"/>
                  </a:srgbClr>
                </a:gs>
                <a:gs pos="71429">
                  <a:srgbClr val="746261">
                    <a:alpha val="2415"/>
                  </a:srgbClr>
                </a:gs>
                <a:gs pos="85714">
                  <a:srgbClr val="746261">
                    <a:alpha val="962"/>
                  </a:srgbClr>
                </a:gs>
                <a:gs pos="100000">
                  <a:srgbClr val="746261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8466657">
              <a:off x="1185287" y="2752305"/>
              <a:ext cx="61890" cy="15473"/>
            </a:xfrm>
            <a:prstGeom prst="ellipse">
              <a:avLst/>
            </a:prstGeom>
            <a:gradFill>
              <a:gsLst>
                <a:gs pos="0">
                  <a:srgbClr val="827278">
                    <a:alpha val="18058"/>
                  </a:srgbClr>
                </a:gs>
                <a:gs pos="14286">
                  <a:srgbClr val="827278">
                    <a:alpha val="16727"/>
                  </a:srgbClr>
                </a:gs>
                <a:gs pos="28571">
                  <a:srgbClr val="827278">
                    <a:alpha val="13249"/>
                  </a:srgbClr>
                </a:gs>
                <a:gs pos="42857">
                  <a:srgbClr val="827278">
                    <a:alpha val="8901"/>
                  </a:srgbClr>
                </a:gs>
                <a:gs pos="57143">
                  <a:srgbClr val="827278">
                    <a:alpha val="5034"/>
                  </a:srgbClr>
                </a:gs>
                <a:gs pos="71429">
                  <a:srgbClr val="827278">
                    <a:alpha val="2389"/>
                  </a:srgbClr>
                </a:gs>
                <a:gs pos="85714">
                  <a:srgbClr val="827278">
                    <a:alpha val="952"/>
                  </a:srgbClr>
                </a:gs>
                <a:gs pos="100000">
                  <a:srgbClr val="827278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610875">
              <a:off x="745260" y="3585601"/>
              <a:ext cx="234634" cy="580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5132869">
              <a:off x="1928194" y="3427585"/>
              <a:ext cx="61907" cy="15477"/>
            </a:xfrm>
            <a:prstGeom prst="ellipse">
              <a:avLst/>
            </a:prstGeom>
            <a:gradFill>
              <a:gsLst>
                <a:gs pos="0">
                  <a:srgbClr val="C4BAB5">
                    <a:alpha val="18055"/>
                  </a:srgbClr>
                </a:gs>
                <a:gs pos="14286">
                  <a:srgbClr val="C4BAB5">
                    <a:alpha val="16724"/>
                  </a:srgbClr>
                </a:gs>
                <a:gs pos="28571">
                  <a:srgbClr val="C4BAB5">
                    <a:alpha val="13247"/>
                  </a:srgbClr>
                </a:gs>
                <a:gs pos="42857">
                  <a:srgbClr val="C4BAB5">
                    <a:alpha val="8899"/>
                  </a:srgbClr>
                </a:gs>
                <a:gs pos="57143">
                  <a:srgbClr val="C4BAB5">
                    <a:alpha val="5033"/>
                  </a:srgbClr>
                </a:gs>
                <a:gs pos="71429">
                  <a:srgbClr val="C4BAB5">
                    <a:alpha val="2389"/>
                  </a:srgbClr>
                </a:gs>
                <a:gs pos="85714">
                  <a:srgbClr val="C4BAB5">
                    <a:alpha val="951"/>
                  </a:srgbClr>
                </a:gs>
                <a:gs pos="100000">
                  <a:srgbClr val="C4BAB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9488578">
              <a:off x="2519709" y="2540095"/>
              <a:ext cx="365644" cy="1175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9480644">
              <a:off x="1294252" y="2661474"/>
              <a:ext cx="62842" cy="15710"/>
            </a:xfrm>
            <a:prstGeom prst="ellipse">
              <a:avLst/>
            </a:prstGeom>
            <a:gradFill>
              <a:gsLst>
                <a:gs pos="0">
                  <a:srgbClr val="DECEE3">
                    <a:alpha val="17885"/>
                  </a:srgbClr>
                </a:gs>
                <a:gs pos="14286">
                  <a:srgbClr val="DECEE3">
                    <a:alpha val="16566"/>
                  </a:srgbClr>
                </a:gs>
                <a:gs pos="28571">
                  <a:srgbClr val="DECEE3">
                    <a:alpha val="13118"/>
                  </a:srgbClr>
                </a:gs>
                <a:gs pos="42857">
                  <a:srgbClr val="DECEE3">
                    <a:alpha val="8811"/>
                  </a:srgbClr>
                </a:gs>
                <a:gs pos="57143">
                  <a:srgbClr val="DECEE3">
                    <a:alpha val="4982"/>
                  </a:srgbClr>
                </a:gs>
                <a:gs pos="71429">
                  <a:srgbClr val="DECEE3">
                    <a:alpha val="2364"/>
                  </a:srgbClr>
                </a:gs>
                <a:gs pos="85714">
                  <a:srgbClr val="DECEE3">
                    <a:alpha val="942"/>
                  </a:srgbClr>
                </a:gs>
                <a:gs pos="100000">
                  <a:srgbClr val="DECEE3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627291">
              <a:off x="1647471" y="3250188"/>
              <a:ext cx="632304" cy="56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9763312">
              <a:off x="947587" y="3298306"/>
              <a:ext cx="693690" cy="640776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5549150">
              <a:off x="2868830" y="229761"/>
              <a:ext cx="166570" cy="599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9856998">
              <a:off x="1285096" y="2604615"/>
              <a:ext cx="61349" cy="15337"/>
            </a:xfrm>
            <a:prstGeom prst="ellipse">
              <a:avLst/>
            </a:prstGeom>
            <a:gradFill>
              <a:gsLst>
                <a:gs pos="0">
                  <a:srgbClr val="818ABE">
                    <a:alpha val="18156"/>
                  </a:srgbClr>
                </a:gs>
                <a:gs pos="14286">
                  <a:srgbClr val="818ABE">
                    <a:alpha val="16819"/>
                  </a:srgbClr>
                </a:gs>
                <a:gs pos="28571">
                  <a:srgbClr val="818ABE">
                    <a:alpha val="13323"/>
                  </a:srgbClr>
                </a:gs>
                <a:gs pos="42857">
                  <a:srgbClr val="818ABE">
                    <a:alpha val="8952"/>
                  </a:srgbClr>
                </a:gs>
                <a:gs pos="57143">
                  <a:srgbClr val="818ABE">
                    <a:alpha val="5064"/>
                  </a:srgbClr>
                </a:gs>
                <a:gs pos="71429">
                  <a:srgbClr val="818ABE">
                    <a:alpha val="2403"/>
                  </a:srgbClr>
                </a:gs>
                <a:gs pos="85714">
                  <a:srgbClr val="818ABE">
                    <a:alpha val="957"/>
                  </a:srgbClr>
                </a:gs>
                <a:gs pos="100000">
                  <a:srgbClr val="818ABE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10586690">
              <a:off x="1746538" y="3377317"/>
              <a:ext cx="49518" cy="12380"/>
            </a:xfrm>
            <a:prstGeom prst="ellipse">
              <a:avLst/>
            </a:prstGeom>
            <a:gradFill>
              <a:gsLst>
                <a:gs pos="0">
                  <a:srgbClr val="FFFFFF">
                    <a:alpha val="20273"/>
                  </a:srgbClr>
                </a:gs>
                <a:gs pos="14286">
                  <a:srgbClr val="FFFFFF">
                    <a:alpha val="18799"/>
                  </a:srgbClr>
                </a:gs>
                <a:gs pos="28571">
                  <a:srgbClr val="FFFFFF">
                    <a:alpha val="14929"/>
                  </a:srgbClr>
                </a:gs>
                <a:gs pos="42857">
                  <a:srgbClr val="FFFFFF">
                    <a:alpha val="10062"/>
                  </a:srgbClr>
                </a:gs>
                <a:gs pos="57143">
                  <a:srgbClr val="FFFFFF">
                    <a:alpha val="5707"/>
                  </a:srgbClr>
                </a:gs>
                <a:gs pos="71429">
                  <a:srgbClr val="FFFFFF">
                    <a:alpha val="2713"/>
                  </a:srgbClr>
                </a:gs>
                <a:gs pos="85714">
                  <a:srgbClr val="FFFFFF">
                    <a:alpha val="1082"/>
                  </a:srgbClr>
                </a:gs>
                <a:gs pos="100000">
                  <a:srgbClr val="FFFFFF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10458612">
              <a:off x="2081126" y="2431281"/>
              <a:ext cx="62949" cy="15737"/>
            </a:xfrm>
            <a:prstGeom prst="ellipse">
              <a:avLst/>
            </a:prstGeom>
            <a:gradFill>
              <a:gsLst>
                <a:gs pos="0">
                  <a:srgbClr val="E0A18E">
                    <a:alpha val="17865"/>
                  </a:srgbClr>
                </a:gs>
                <a:gs pos="14286">
                  <a:srgbClr val="E0A18E">
                    <a:alpha val="16548"/>
                  </a:srgbClr>
                </a:gs>
                <a:gs pos="28571">
                  <a:srgbClr val="E0A18E">
                    <a:alpha val="13104"/>
                  </a:srgbClr>
                </a:gs>
                <a:gs pos="42857">
                  <a:srgbClr val="E0A18E">
                    <a:alpha val="8801"/>
                  </a:srgbClr>
                </a:gs>
                <a:gs pos="57143">
                  <a:srgbClr val="E0A18E">
                    <a:alpha val="4977"/>
                  </a:srgbClr>
                </a:gs>
                <a:gs pos="71429">
                  <a:srgbClr val="E0A18E">
                    <a:alpha val="2361"/>
                  </a:srgbClr>
                </a:gs>
                <a:gs pos="85714">
                  <a:srgbClr val="E0A18E">
                    <a:alpha val="940"/>
                  </a:srgbClr>
                </a:gs>
                <a:gs pos="100000">
                  <a:srgbClr val="E0A18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400000">
              <a:off x="3447496" y="2933014"/>
              <a:ext cx="61759" cy="61759"/>
            </a:xfrm>
            <a:prstGeom prst="ellipse">
              <a:avLst/>
            </a:prstGeom>
            <a:gradFill>
              <a:gsLst>
                <a:gs pos="0">
                  <a:srgbClr val="FFFFFF">
                    <a:alpha val="13371"/>
                  </a:srgbClr>
                </a:gs>
                <a:gs pos="14286">
                  <a:srgbClr val="FFFFFF">
                    <a:alpha val="12359"/>
                  </a:srgbClr>
                </a:gs>
                <a:gs pos="28571">
                  <a:srgbClr val="FFFFFF">
                    <a:alpha val="9736"/>
                  </a:srgbClr>
                </a:gs>
                <a:gs pos="42857">
                  <a:srgbClr val="FFFFFF">
                    <a:alpha val="6498"/>
                  </a:srgbClr>
                </a:gs>
                <a:gs pos="57143">
                  <a:srgbClr val="FFFFFF">
                    <a:alpha val="3654"/>
                  </a:srgbClr>
                </a:gs>
                <a:gs pos="71429">
                  <a:srgbClr val="FFFFFF">
                    <a:alpha val="1728"/>
                  </a:srgbClr>
                </a:gs>
                <a:gs pos="85714">
                  <a:srgbClr val="FFFFFF">
                    <a:alpha val="687"/>
                  </a:srgbClr>
                </a:gs>
                <a:gs pos="100000">
                  <a:srgbClr val="FF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4968038">
              <a:off x="1424673" y="3019075"/>
              <a:ext cx="808955" cy="256667"/>
            </a:xfrm>
            <a:prstGeom prst="ellipse">
              <a:avLst/>
            </a:prstGeom>
            <a:gradFill>
              <a:gsLst>
                <a:gs pos="0">
                  <a:srgbClr val="E15A00">
                    <a:alpha val="32968"/>
                  </a:srgbClr>
                </a:gs>
                <a:gs pos="14286">
                  <a:srgbClr val="E15A00">
                    <a:alpha val="30764"/>
                  </a:srgbClr>
                </a:gs>
                <a:gs pos="28571">
                  <a:srgbClr val="E15A00">
                    <a:alpha val="24833"/>
                  </a:srgbClr>
                </a:gs>
                <a:gs pos="42857">
                  <a:srgbClr val="E15A00">
                    <a:alpha val="17075"/>
                  </a:srgbClr>
                </a:gs>
                <a:gs pos="57143">
                  <a:srgbClr val="E15A00">
                    <a:alpha val="9855"/>
                  </a:srgbClr>
                </a:gs>
                <a:gs pos="71429">
                  <a:srgbClr val="E15A00">
                    <a:alpha val="4740"/>
                  </a:srgbClr>
                </a:gs>
                <a:gs pos="85714">
                  <a:srgbClr val="E15A00">
                    <a:alpha val="1902"/>
                  </a:srgbClr>
                </a:gs>
                <a:gs pos="100000">
                  <a:srgbClr val="E1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3200118">
              <a:off x="1491168" y="2464059"/>
              <a:ext cx="623584" cy="541990"/>
            </a:xfrm>
            <a:prstGeom prst="ellipse">
              <a:avLst/>
            </a:prstGeom>
            <a:gradFill>
              <a:gsLst>
                <a:gs pos="0">
                  <a:srgbClr val="FC0000">
                    <a:alpha val="32968"/>
                  </a:srgbClr>
                </a:gs>
                <a:gs pos="14286">
                  <a:srgbClr val="FC0000">
                    <a:alpha val="30764"/>
                  </a:srgbClr>
                </a:gs>
                <a:gs pos="28571">
                  <a:srgbClr val="FC0000">
                    <a:alpha val="24833"/>
                  </a:srgbClr>
                </a:gs>
                <a:gs pos="42857">
                  <a:srgbClr val="FC0000">
                    <a:alpha val="17075"/>
                  </a:srgbClr>
                </a:gs>
                <a:gs pos="57143">
                  <a:srgbClr val="FC0000">
                    <a:alpha val="9855"/>
                  </a:srgbClr>
                </a:gs>
                <a:gs pos="71429">
                  <a:srgbClr val="FC0000">
                    <a:alpha val="4740"/>
                  </a:srgbClr>
                </a:gs>
                <a:gs pos="85714">
                  <a:srgbClr val="FC0000">
                    <a:alpha val="1902"/>
                  </a:srgbClr>
                </a:gs>
                <a:gs pos="100000">
                  <a:srgbClr val="F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00000">
              <a:off x="1176353" y="3443065"/>
              <a:ext cx="27583" cy="27583"/>
            </a:xfrm>
            <a:prstGeom prst="ellipse">
              <a:avLst/>
            </a:prstGeom>
            <a:gradFill>
              <a:gsLst>
                <a:gs pos="0">
                  <a:srgbClr val="FFF7FA">
                    <a:alpha val="19270"/>
                  </a:srgbClr>
                </a:gs>
                <a:gs pos="14286">
                  <a:srgbClr val="FFF7FA">
                    <a:alpha val="17860"/>
                  </a:srgbClr>
                </a:gs>
                <a:gs pos="28571">
                  <a:srgbClr val="FFF7FA">
                    <a:alpha val="14166"/>
                  </a:srgbClr>
                </a:gs>
                <a:gs pos="42857">
                  <a:srgbClr val="FFF7FA">
                    <a:alpha val="9534"/>
                  </a:srgbClr>
                </a:gs>
                <a:gs pos="57143">
                  <a:srgbClr val="FFF7FA">
                    <a:alpha val="5401"/>
                  </a:srgbClr>
                </a:gs>
                <a:gs pos="71429">
                  <a:srgbClr val="FFF7FA">
                    <a:alpha val="2565"/>
                  </a:srgbClr>
                </a:gs>
                <a:gs pos="85714">
                  <a:srgbClr val="FFF7FA">
                    <a:alpha val="1022"/>
                  </a:srgbClr>
                </a:gs>
                <a:gs pos="100000">
                  <a:srgbClr val="FFF7FA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8914296">
              <a:off x="1764754" y="3363062"/>
              <a:ext cx="50443" cy="12611"/>
            </a:xfrm>
            <a:prstGeom prst="ellipse">
              <a:avLst/>
            </a:prstGeom>
            <a:gradFill>
              <a:gsLst>
                <a:gs pos="0">
                  <a:srgbClr val="FFFFFF">
                    <a:alpha val="20110"/>
                  </a:srgbClr>
                </a:gs>
                <a:gs pos="14286">
                  <a:srgbClr val="FFFFFF">
                    <a:alpha val="18646"/>
                  </a:srgbClr>
                </a:gs>
                <a:gs pos="28571">
                  <a:srgbClr val="FFFFFF">
                    <a:alpha val="14805"/>
                  </a:srgbClr>
                </a:gs>
                <a:gs pos="42857">
                  <a:srgbClr val="FFFFFF">
                    <a:alpha val="9976"/>
                  </a:srgbClr>
                </a:gs>
                <a:gs pos="57143">
                  <a:srgbClr val="FFFFFF">
                    <a:alpha val="5657"/>
                  </a:srgbClr>
                </a:gs>
                <a:gs pos="71429">
                  <a:srgbClr val="FFFFFF">
                    <a:alpha val="2689"/>
                  </a:srgbClr>
                </a:gs>
                <a:gs pos="85714">
                  <a:srgbClr val="FFFFFF">
                    <a:alpha val="1072"/>
                  </a:srgbClr>
                </a:gs>
                <a:gs pos="100000">
                  <a:srgbClr val="FFFFFF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4897780">
              <a:off x="2084192" y="419462"/>
              <a:ext cx="64163" cy="16041"/>
            </a:xfrm>
            <a:prstGeom prst="ellipse">
              <a:avLst/>
            </a:prstGeom>
            <a:gradFill>
              <a:gsLst>
                <a:gs pos="0">
                  <a:srgbClr val="8C837D">
                    <a:alpha val="17644"/>
                  </a:srgbClr>
                </a:gs>
                <a:gs pos="14286">
                  <a:srgbClr val="8C837D">
                    <a:alpha val="16341"/>
                  </a:srgbClr>
                </a:gs>
                <a:gs pos="28571">
                  <a:srgbClr val="8C837D">
                    <a:alpha val="12937"/>
                  </a:srgbClr>
                </a:gs>
                <a:gs pos="42857">
                  <a:srgbClr val="8C837D">
                    <a:alpha val="8686"/>
                  </a:srgbClr>
                </a:gs>
                <a:gs pos="57143">
                  <a:srgbClr val="8C837D">
                    <a:alpha val="4910"/>
                  </a:srgbClr>
                </a:gs>
                <a:gs pos="71429">
                  <a:srgbClr val="8C837D">
                    <a:alpha val="2329"/>
                  </a:srgbClr>
                </a:gs>
                <a:gs pos="85714">
                  <a:srgbClr val="8C837D">
                    <a:alpha val="928"/>
                  </a:srgbClr>
                </a:gs>
                <a:gs pos="100000">
                  <a:srgbClr val="8C837D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400000">
              <a:off x="3490992" y="3229900"/>
              <a:ext cx="29982" cy="29982"/>
            </a:xfrm>
            <a:prstGeom prst="ellipse">
              <a:avLst/>
            </a:prstGeom>
            <a:gradFill>
              <a:gsLst>
                <a:gs pos="0">
                  <a:srgbClr val="CAC0BE">
                    <a:alpha val="18407"/>
                  </a:srgbClr>
                </a:gs>
                <a:gs pos="14286">
                  <a:srgbClr val="CAC0BE">
                    <a:alpha val="17053"/>
                  </a:srgbClr>
                </a:gs>
                <a:gs pos="28571">
                  <a:srgbClr val="CAC0BE">
                    <a:alpha val="13513"/>
                  </a:srgbClr>
                </a:gs>
                <a:gs pos="42857">
                  <a:srgbClr val="CAC0BE">
                    <a:alpha val="9083"/>
                  </a:srgbClr>
                </a:gs>
                <a:gs pos="57143">
                  <a:srgbClr val="CAC0BE">
                    <a:alpha val="5140"/>
                  </a:srgbClr>
                </a:gs>
                <a:gs pos="71429">
                  <a:srgbClr val="CAC0BE">
                    <a:alpha val="2440"/>
                  </a:srgbClr>
                </a:gs>
                <a:gs pos="85714">
                  <a:srgbClr val="CAC0BE">
                    <a:alpha val="972"/>
                  </a:srgbClr>
                </a:gs>
                <a:gs pos="100000">
                  <a:srgbClr val="CAC0BE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-10755669">
              <a:off x="2656854" y="2445670"/>
              <a:ext cx="386688" cy="43900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690821">
              <a:off x="2100943" y="506918"/>
              <a:ext cx="63977" cy="15994"/>
            </a:xfrm>
            <a:prstGeom prst="ellipse">
              <a:avLst/>
            </a:prstGeom>
            <a:gradFill>
              <a:gsLst>
                <a:gs pos="0">
                  <a:srgbClr val="8D7A6A">
                    <a:alpha val="17678"/>
                  </a:srgbClr>
                </a:gs>
                <a:gs pos="14286">
                  <a:srgbClr val="8D7A6A">
                    <a:alpha val="16373"/>
                  </a:srgbClr>
                </a:gs>
                <a:gs pos="28571">
                  <a:srgbClr val="8D7A6A">
                    <a:alpha val="12962"/>
                  </a:srgbClr>
                </a:gs>
                <a:gs pos="42857">
                  <a:srgbClr val="8D7A6A">
                    <a:alpha val="8704"/>
                  </a:srgbClr>
                </a:gs>
                <a:gs pos="57143">
                  <a:srgbClr val="8D7A6A">
                    <a:alpha val="4920"/>
                  </a:srgbClr>
                </a:gs>
                <a:gs pos="71429">
                  <a:srgbClr val="8D7A6A">
                    <a:alpha val="2334"/>
                  </a:srgbClr>
                </a:gs>
                <a:gs pos="85714">
                  <a:srgbClr val="8D7A6A">
                    <a:alpha val="930"/>
                  </a:srgbClr>
                </a:gs>
                <a:gs pos="100000">
                  <a:srgbClr val="8D7A6A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10325373">
              <a:off x="2616586" y="2487004"/>
              <a:ext cx="49770" cy="12442"/>
            </a:xfrm>
            <a:prstGeom prst="ellipse">
              <a:avLst/>
            </a:prstGeom>
            <a:gradFill>
              <a:gsLst>
                <a:gs pos="0">
                  <a:srgbClr val="FFFFFF">
                    <a:alpha val="20229"/>
                  </a:srgbClr>
                </a:gs>
                <a:gs pos="14286">
                  <a:srgbClr val="FFFFFF">
                    <a:alpha val="18757"/>
                  </a:srgbClr>
                </a:gs>
                <a:gs pos="28571">
                  <a:srgbClr val="FFFFFF">
                    <a:alpha val="14895"/>
                  </a:srgbClr>
                </a:gs>
                <a:gs pos="42857">
                  <a:srgbClr val="FFFFFF">
                    <a:alpha val="10039"/>
                  </a:srgbClr>
                </a:gs>
                <a:gs pos="57143">
                  <a:srgbClr val="FFFFFF">
                    <a:alpha val="5694"/>
                  </a:srgbClr>
                </a:gs>
                <a:gs pos="71429">
                  <a:srgbClr val="FFFFFF">
                    <a:alpha val="2707"/>
                  </a:srgbClr>
                </a:gs>
                <a:gs pos="85714">
                  <a:srgbClr val="FFFFFF">
                    <a:alpha val="1079"/>
                  </a:srgbClr>
                </a:gs>
                <a:gs pos="100000">
                  <a:srgbClr val="FFFFFF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8737380">
              <a:off x="897045" y="2666758"/>
              <a:ext cx="637973" cy="50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6103659">
              <a:off x="2433486" y="3129183"/>
              <a:ext cx="352793" cy="749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-10330511">
              <a:off x="2624925" y="2460424"/>
              <a:ext cx="607637" cy="1177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886492">
              <a:off x="1737006" y="2837441"/>
              <a:ext cx="64369" cy="16092"/>
            </a:xfrm>
            <a:prstGeom prst="ellipse">
              <a:avLst/>
            </a:prstGeom>
            <a:gradFill>
              <a:gsLst>
                <a:gs pos="0">
                  <a:srgbClr val="DDC0AE">
                    <a:alpha val="17607"/>
                  </a:srgbClr>
                </a:gs>
                <a:gs pos="14286">
                  <a:srgbClr val="DDC0AE">
                    <a:alpha val="16306"/>
                  </a:srgbClr>
                </a:gs>
                <a:gs pos="28571">
                  <a:srgbClr val="DDC0AE">
                    <a:alpha val="12908"/>
                  </a:srgbClr>
                </a:gs>
                <a:gs pos="42857">
                  <a:srgbClr val="DDC0AE">
                    <a:alpha val="8667"/>
                  </a:srgbClr>
                </a:gs>
                <a:gs pos="57143">
                  <a:srgbClr val="DDC0AE">
                    <a:alpha val="4899"/>
                  </a:srgbClr>
                </a:gs>
                <a:gs pos="71429">
                  <a:srgbClr val="DDC0AE">
                    <a:alpha val="2324"/>
                  </a:srgbClr>
                </a:gs>
                <a:gs pos="85714">
                  <a:srgbClr val="DDC0AE">
                    <a:alpha val="925"/>
                  </a:srgbClr>
                </a:gs>
                <a:gs pos="100000">
                  <a:srgbClr val="DDC0AE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5400000">
              <a:off x="2491170" y="3170179"/>
              <a:ext cx="45176" cy="45176"/>
            </a:xfrm>
            <a:prstGeom prst="ellipse">
              <a:avLst/>
            </a:prstGeom>
            <a:gradFill>
              <a:gsLst>
                <a:gs pos="0">
                  <a:srgbClr val="FFFFFF">
                    <a:alpha val="17728"/>
                  </a:srgbClr>
                </a:gs>
                <a:gs pos="14286">
                  <a:srgbClr val="FFFFFF">
                    <a:alpha val="16419"/>
                  </a:srgbClr>
                </a:gs>
                <a:gs pos="28571">
                  <a:srgbClr val="FFFFFF">
                    <a:alpha val="13000"/>
                  </a:srgbClr>
                </a:gs>
                <a:gs pos="42857">
                  <a:srgbClr val="FFFFFF">
                    <a:alpha val="8730"/>
                  </a:srgbClr>
                </a:gs>
                <a:gs pos="57143">
                  <a:srgbClr val="FFFFFF">
                    <a:alpha val="4935"/>
                  </a:srgbClr>
                </a:gs>
                <a:gs pos="71429">
                  <a:srgbClr val="FFFFFF">
                    <a:alpha val="2341"/>
                  </a:srgbClr>
                </a:gs>
                <a:gs pos="85714">
                  <a:srgbClr val="FFFFFF">
                    <a:alpha val="932"/>
                  </a:srgbClr>
                </a:gs>
                <a:gs pos="100000">
                  <a:srgbClr val="FFFFF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5047796">
              <a:off x="795829" y="2614882"/>
              <a:ext cx="630946" cy="235590"/>
            </a:xfrm>
            <a:prstGeom prst="ellipse">
              <a:avLst/>
            </a:prstGeom>
            <a:gradFill>
              <a:gsLst>
                <a:gs pos="0">
                  <a:srgbClr val="FC00FF">
                    <a:alpha val="4220"/>
                  </a:srgbClr>
                </a:gs>
                <a:gs pos="14286">
                  <a:srgbClr val="FC00FF">
                    <a:alpha val="3886"/>
                  </a:srgbClr>
                </a:gs>
                <a:gs pos="28571">
                  <a:srgbClr val="FC00FF">
                    <a:alpha val="3030"/>
                  </a:srgbClr>
                </a:gs>
                <a:gs pos="42857">
                  <a:srgbClr val="FC00FF">
                    <a:alpha val="1998"/>
                  </a:srgbClr>
                </a:gs>
                <a:gs pos="57143">
                  <a:srgbClr val="FC00FF">
                    <a:alpha val="1112"/>
                  </a:srgbClr>
                </a:gs>
                <a:gs pos="71429">
                  <a:srgbClr val="FC00FF">
                    <a:alpha val="522"/>
                  </a:srgbClr>
                </a:gs>
                <a:gs pos="85714">
                  <a:srgbClr val="FC00FF">
                    <a:alpha val="207"/>
                  </a:srgbClr>
                </a:gs>
                <a:gs pos="100000">
                  <a:srgbClr val="FC00FF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10427254">
              <a:off x="2608726" y="2527381"/>
              <a:ext cx="304012" cy="127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9641331">
              <a:off x="1200137" y="3389930"/>
              <a:ext cx="63450" cy="15862"/>
            </a:xfrm>
            <a:prstGeom prst="ellipse">
              <a:avLst/>
            </a:prstGeom>
            <a:gradFill>
              <a:gsLst>
                <a:gs pos="0">
                  <a:srgbClr val="FBF6F0">
                    <a:alpha val="17774"/>
                  </a:srgbClr>
                </a:gs>
                <a:gs pos="14286">
                  <a:srgbClr val="FBF6F0">
                    <a:alpha val="16462"/>
                  </a:srgbClr>
                </a:gs>
                <a:gs pos="28571">
                  <a:srgbClr val="FBF6F0">
                    <a:alpha val="13035"/>
                  </a:srgbClr>
                </a:gs>
                <a:gs pos="42857">
                  <a:srgbClr val="FBF6F0">
                    <a:alpha val="8754"/>
                  </a:srgbClr>
                </a:gs>
                <a:gs pos="57143">
                  <a:srgbClr val="FBF6F0">
                    <a:alpha val="4949"/>
                  </a:srgbClr>
                </a:gs>
                <a:gs pos="71429">
                  <a:srgbClr val="FBF6F0">
                    <a:alpha val="2348"/>
                  </a:srgbClr>
                </a:gs>
                <a:gs pos="85714">
                  <a:srgbClr val="FBF6F0">
                    <a:alpha val="935"/>
                  </a:srgbClr>
                </a:gs>
                <a:gs pos="100000">
                  <a:srgbClr val="FBF6F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5403927">
              <a:off x="1679157" y="3275693"/>
              <a:ext cx="180173" cy="138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5400000">
              <a:off x="2578161" y="3100386"/>
              <a:ext cx="46947" cy="46947"/>
            </a:xfrm>
            <a:prstGeom prst="ellipse">
              <a:avLst/>
            </a:prstGeom>
            <a:gradFill>
              <a:gsLst>
                <a:gs pos="0">
                  <a:srgbClr val="FFFFFF">
                    <a:alpha val="17273"/>
                  </a:srgbClr>
                </a:gs>
                <a:gs pos="14286">
                  <a:srgbClr val="FFFFFF">
                    <a:alpha val="15995"/>
                  </a:srgbClr>
                </a:gs>
                <a:gs pos="28571">
                  <a:srgbClr val="FFFFFF">
                    <a:alpha val="12657"/>
                  </a:srgbClr>
                </a:gs>
                <a:gs pos="42857">
                  <a:srgbClr val="FFFFFF">
                    <a:alpha val="8494"/>
                  </a:srgbClr>
                </a:gs>
                <a:gs pos="57143">
                  <a:srgbClr val="FFFFFF">
                    <a:alpha val="4799"/>
                  </a:srgbClr>
                </a:gs>
                <a:gs pos="71429">
                  <a:srgbClr val="FFFFFF">
                    <a:alpha val="2276"/>
                  </a:srgbClr>
                </a:gs>
                <a:gs pos="85714">
                  <a:srgbClr val="FFFFFF">
                    <a:alpha val="906"/>
                  </a:srgbClr>
                </a:gs>
                <a:gs pos="100000">
                  <a:srgbClr val="FFFF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4005890">
              <a:off x="3193447" y="2998670"/>
              <a:ext cx="517134" cy="315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673028">
              <a:off x="1601770" y="2968691"/>
              <a:ext cx="501774" cy="27329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5400000">
              <a:off x="2675078" y="2541464"/>
              <a:ext cx="55918" cy="55918"/>
            </a:xfrm>
            <a:prstGeom prst="ellipse">
              <a:avLst/>
            </a:prstGeom>
            <a:gradFill>
              <a:gsLst>
                <a:gs pos="0">
                  <a:srgbClr val="FFFFFF">
                    <a:alpha val="14931"/>
                  </a:srgbClr>
                </a:gs>
                <a:gs pos="14286">
                  <a:srgbClr val="FFFFFF">
                    <a:alpha val="13811"/>
                  </a:srgbClr>
                </a:gs>
                <a:gs pos="28571">
                  <a:srgbClr val="FFFFFF">
                    <a:alpha val="10899"/>
                  </a:srgbClr>
                </a:gs>
                <a:gs pos="42857">
                  <a:srgbClr val="FFFFFF">
                    <a:alpha val="7290"/>
                  </a:srgbClr>
                </a:gs>
                <a:gs pos="57143">
                  <a:srgbClr val="FFFFFF">
                    <a:alpha val="4108"/>
                  </a:srgbClr>
                </a:gs>
                <a:gs pos="71429">
                  <a:srgbClr val="FFFFFF">
                    <a:alpha val="1944"/>
                  </a:srgbClr>
                </a:gs>
                <a:gs pos="85714">
                  <a:srgbClr val="FFFFFF">
                    <a:alpha val="773"/>
                  </a:srgbClr>
                </a:gs>
                <a:gs pos="100000">
                  <a:srgbClr val="FFFFFF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00000">
              <a:off x="3447032" y="2912327"/>
              <a:ext cx="61670" cy="61670"/>
            </a:xfrm>
            <a:prstGeom prst="ellipse">
              <a:avLst/>
            </a:prstGeom>
            <a:gradFill>
              <a:gsLst>
                <a:gs pos="0">
                  <a:srgbClr val="FFFFFF">
                    <a:alpha val="13395"/>
                  </a:srgbClr>
                </a:gs>
                <a:gs pos="14286">
                  <a:srgbClr val="FFFFFF">
                    <a:alpha val="12382"/>
                  </a:srgbClr>
                </a:gs>
                <a:gs pos="28571">
                  <a:srgbClr val="FFFFFF">
                    <a:alpha val="9754"/>
                  </a:srgbClr>
                </a:gs>
                <a:gs pos="42857">
                  <a:srgbClr val="FFFFFF">
                    <a:alpha val="6510"/>
                  </a:srgbClr>
                </a:gs>
                <a:gs pos="57143">
                  <a:srgbClr val="FFFFFF">
                    <a:alpha val="3661"/>
                  </a:srgbClr>
                </a:gs>
                <a:gs pos="71429">
                  <a:srgbClr val="FFFFFF">
                    <a:alpha val="1731"/>
                  </a:srgbClr>
                </a:gs>
                <a:gs pos="85714">
                  <a:srgbClr val="FFFFFF">
                    <a:alpha val="688"/>
                  </a:srgbClr>
                </a:gs>
                <a:gs pos="100000">
                  <a:srgbClr val="FF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475614">
              <a:off x="1116638" y="2756051"/>
              <a:ext cx="57620" cy="14405"/>
            </a:xfrm>
            <a:prstGeom prst="ellipse">
              <a:avLst/>
            </a:prstGeom>
            <a:gradFill>
              <a:gsLst>
                <a:gs pos="0">
                  <a:srgbClr val="FFE1DE">
                    <a:alpha val="18829"/>
                  </a:srgbClr>
                </a:gs>
                <a:gs pos="14286">
                  <a:srgbClr val="FFE1DE">
                    <a:alpha val="17448"/>
                  </a:srgbClr>
                </a:gs>
                <a:gs pos="28571">
                  <a:srgbClr val="FFE1DE">
                    <a:alpha val="13833"/>
                  </a:srgbClr>
                </a:gs>
                <a:gs pos="42857">
                  <a:srgbClr val="FFE1DE">
                    <a:alpha val="9304"/>
                  </a:srgbClr>
                </a:gs>
                <a:gs pos="57143">
                  <a:srgbClr val="FFE1DE">
                    <a:alpha val="5267"/>
                  </a:srgbClr>
                </a:gs>
                <a:gs pos="71429">
                  <a:srgbClr val="FFE1DE">
                    <a:alpha val="2501"/>
                  </a:srgbClr>
                </a:gs>
                <a:gs pos="85714">
                  <a:srgbClr val="FFE1DE">
                    <a:alpha val="997"/>
                  </a:srgbClr>
                </a:gs>
                <a:gs pos="100000">
                  <a:srgbClr val="FFE1DE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400000">
              <a:off x="2732042" y="2585132"/>
              <a:ext cx="54403" cy="54403"/>
            </a:xfrm>
            <a:prstGeom prst="ellipse">
              <a:avLst/>
            </a:prstGeom>
            <a:gradFill>
              <a:gsLst>
                <a:gs pos="0">
                  <a:srgbClr val="FFFFFF">
                    <a:alpha val="15331"/>
                  </a:srgbClr>
                </a:gs>
                <a:gs pos="14286">
                  <a:srgbClr val="FFFFFF">
                    <a:alpha val="14184"/>
                  </a:srgbClr>
                </a:gs>
                <a:gs pos="28571">
                  <a:srgbClr val="FFFFFF">
                    <a:alpha val="11199"/>
                  </a:srgbClr>
                </a:gs>
                <a:gs pos="42857">
                  <a:srgbClr val="FFFFFF">
                    <a:alpha val="7495"/>
                  </a:srgbClr>
                </a:gs>
                <a:gs pos="57143">
                  <a:srgbClr val="FFFFFF">
                    <a:alpha val="4225"/>
                  </a:srgbClr>
                </a:gs>
                <a:gs pos="71429">
                  <a:srgbClr val="FFFFFF">
                    <a:alpha val="2000"/>
                  </a:srgbClr>
                </a:gs>
                <a:gs pos="85714">
                  <a:srgbClr val="FFFFFF">
                    <a:alpha val="796"/>
                  </a:srgbClr>
                </a:gs>
                <a:gs pos="100000">
                  <a:srgbClr val="FFFFF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2902416">
              <a:off x="3133816" y="2419011"/>
              <a:ext cx="680798" cy="571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620433">
              <a:off x="1817025" y="980425"/>
              <a:ext cx="212519" cy="87998"/>
            </a:xfrm>
            <a:prstGeom prst="ellipse">
              <a:avLst/>
            </a:prstGeom>
            <a:gradFill>
              <a:gsLst>
                <a:gs pos="0">
                  <a:srgbClr val="FFEEF7">
                    <a:alpha val="32968"/>
                  </a:srgbClr>
                </a:gs>
                <a:gs pos="14286">
                  <a:srgbClr val="FFEEF7">
                    <a:alpha val="30764"/>
                  </a:srgbClr>
                </a:gs>
                <a:gs pos="28571">
                  <a:srgbClr val="FFEEF7">
                    <a:alpha val="24833"/>
                  </a:srgbClr>
                </a:gs>
                <a:gs pos="42857">
                  <a:srgbClr val="FFEEF7">
                    <a:alpha val="17075"/>
                  </a:srgbClr>
                </a:gs>
                <a:gs pos="57143">
                  <a:srgbClr val="FFEEF7">
                    <a:alpha val="9855"/>
                  </a:srgbClr>
                </a:gs>
                <a:gs pos="71429">
                  <a:srgbClr val="FFEEF7">
                    <a:alpha val="4740"/>
                  </a:srgbClr>
                </a:gs>
                <a:gs pos="85714">
                  <a:srgbClr val="FFEEF7">
                    <a:alpha val="1902"/>
                  </a:srgbClr>
                </a:gs>
                <a:gs pos="100000">
                  <a:srgbClr val="FFEE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9295239">
              <a:off x="1197628" y="2647623"/>
              <a:ext cx="64228" cy="16057"/>
            </a:xfrm>
            <a:prstGeom prst="ellipse">
              <a:avLst/>
            </a:prstGeom>
            <a:gradFill>
              <a:gsLst>
                <a:gs pos="0">
                  <a:srgbClr val="A991A5">
                    <a:alpha val="17632"/>
                  </a:srgbClr>
                </a:gs>
                <a:gs pos="14286">
                  <a:srgbClr val="A991A5">
                    <a:alpha val="16330"/>
                  </a:srgbClr>
                </a:gs>
                <a:gs pos="28571">
                  <a:srgbClr val="A991A5">
                    <a:alpha val="12928"/>
                  </a:srgbClr>
                </a:gs>
                <a:gs pos="42857">
                  <a:srgbClr val="A991A5">
                    <a:alpha val="8680"/>
                  </a:srgbClr>
                </a:gs>
                <a:gs pos="57143">
                  <a:srgbClr val="A991A5">
                    <a:alpha val="4907"/>
                  </a:srgbClr>
                </a:gs>
                <a:gs pos="71429">
                  <a:srgbClr val="A991A5">
                    <a:alpha val="2328"/>
                  </a:srgbClr>
                </a:gs>
                <a:gs pos="85714">
                  <a:srgbClr val="A991A5">
                    <a:alpha val="927"/>
                  </a:srgbClr>
                </a:gs>
                <a:gs pos="100000">
                  <a:srgbClr val="A991A5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9222476">
              <a:off x="984111" y="2587176"/>
              <a:ext cx="561475" cy="73687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5400000">
              <a:off x="2575280" y="3110092"/>
              <a:ext cx="47197" cy="47197"/>
            </a:xfrm>
            <a:prstGeom prst="ellipse">
              <a:avLst/>
            </a:prstGeom>
            <a:gradFill>
              <a:gsLst>
                <a:gs pos="0">
                  <a:srgbClr val="FFFFFF">
                    <a:alpha val="17209"/>
                  </a:srgbClr>
                </a:gs>
                <a:gs pos="14286">
                  <a:srgbClr val="FFFFFF">
                    <a:alpha val="15935"/>
                  </a:srgbClr>
                </a:gs>
                <a:gs pos="28571">
                  <a:srgbClr val="FFFFFF">
                    <a:alpha val="12608"/>
                  </a:srgbClr>
                </a:gs>
                <a:gs pos="42857">
                  <a:srgbClr val="FFFFFF">
                    <a:alpha val="8460"/>
                  </a:srgbClr>
                </a:gs>
                <a:gs pos="57143">
                  <a:srgbClr val="FFFFFF">
                    <a:alpha val="4780"/>
                  </a:srgbClr>
                </a:gs>
                <a:gs pos="71429">
                  <a:srgbClr val="FFFFFF">
                    <a:alpha val="2267"/>
                  </a:srgbClr>
                </a:gs>
                <a:gs pos="85714">
                  <a:srgbClr val="FFFFFF">
                    <a:alpha val="903"/>
                  </a:srgbClr>
                </a:gs>
                <a:gs pos="100000">
                  <a:srgbClr val="FFFFF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5400000">
              <a:off x="2762934" y="2587341"/>
              <a:ext cx="51504" cy="51504"/>
            </a:xfrm>
            <a:prstGeom prst="ellipse">
              <a:avLst/>
            </a:prstGeom>
            <a:gradFill>
              <a:gsLst>
                <a:gs pos="0">
                  <a:srgbClr val="FFFFFF">
                    <a:alpha val="16092"/>
                  </a:srgbClr>
                </a:gs>
                <a:gs pos="14286">
                  <a:srgbClr val="FFFFFF">
                    <a:alpha val="14892"/>
                  </a:srgbClr>
                </a:gs>
                <a:gs pos="28571">
                  <a:srgbClr val="FFFFFF">
                    <a:alpha val="11768"/>
                  </a:srgbClr>
                </a:gs>
                <a:gs pos="42857">
                  <a:srgbClr val="FFFFFF">
                    <a:alpha val="7884"/>
                  </a:srgbClr>
                </a:gs>
                <a:gs pos="57143">
                  <a:srgbClr val="FFFFFF">
                    <a:alpha val="4449"/>
                  </a:srgbClr>
                </a:gs>
                <a:gs pos="71429">
                  <a:srgbClr val="FFFFFF">
                    <a:alpha val="2108"/>
                  </a:srgbClr>
                </a:gs>
                <a:gs pos="85714">
                  <a:srgbClr val="FFFFFF">
                    <a:alpha val="839"/>
                  </a:srgbClr>
                </a:gs>
                <a:gs pos="100000">
                  <a:srgbClr val="FFFFFF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5332640">
              <a:off x="2870812" y="237663"/>
              <a:ext cx="53947" cy="13487"/>
            </a:xfrm>
            <a:prstGeom prst="ellipse">
              <a:avLst/>
            </a:prstGeom>
            <a:gradFill>
              <a:gsLst>
                <a:gs pos="0">
                  <a:srgbClr val="FFFFFF">
                    <a:alpha val="19487"/>
                  </a:srgbClr>
                </a:gs>
                <a:gs pos="14286">
                  <a:srgbClr val="FFFFFF">
                    <a:alpha val="18063"/>
                  </a:srgbClr>
                </a:gs>
                <a:gs pos="28571">
                  <a:srgbClr val="FFFFFF">
                    <a:alpha val="14332"/>
                  </a:srgbClr>
                </a:gs>
                <a:gs pos="42857">
                  <a:srgbClr val="FFFFFF">
                    <a:alpha val="9648"/>
                  </a:srgbClr>
                </a:gs>
                <a:gs pos="57143">
                  <a:srgbClr val="FFFFFF">
                    <a:alpha val="5467"/>
                  </a:srgbClr>
                </a:gs>
                <a:gs pos="71429">
                  <a:srgbClr val="FFFFFF">
                    <a:alpha val="2597"/>
                  </a:srgbClr>
                </a:gs>
                <a:gs pos="85714">
                  <a:srgbClr val="FFFFFF">
                    <a:alpha val="1035"/>
                  </a:srgbClr>
                </a:gs>
                <a:gs pos="100000">
                  <a:srgbClr val="FFFFFF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6067594">
              <a:off x="2592999" y="3136921"/>
              <a:ext cx="47950" cy="11987"/>
            </a:xfrm>
            <a:prstGeom prst="ellipse">
              <a:avLst/>
            </a:prstGeom>
            <a:gradFill>
              <a:gsLst>
                <a:gs pos="0">
                  <a:srgbClr val="FFFFFF">
                    <a:alpha val="20550"/>
                  </a:srgbClr>
                </a:gs>
                <a:gs pos="14286">
                  <a:srgbClr val="FFFFFF">
                    <a:alpha val="19058"/>
                  </a:srgbClr>
                </a:gs>
                <a:gs pos="28571">
                  <a:srgbClr val="FFFFFF">
                    <a:alpha val="15140"/>
                  </a:srgbClr>
                </a:gs>
                <a:gs pos="42857">
                  <a:srgbClr val="FFFFFF">
                    <a:alpha val="10209"/>
                  </a:srgbClr>
                </a:gs>
                <a:gs pos="57143">
                  <a:srgbClr val="FFFFFF">
                    <a:alpha val="5792"/>
                  </a:srgbClr>
                </a:gs>
                <a:gs pos="71429">
                  <a:srgbClr val="FFFFFF">
                    <a:alpha val="2754"/>
                  </a:srgbClr>
                </a:gs>
                <a:gs pos="85714">
                  <a:srgbClr val="FFFFFF">
                    <a:alpha val="1098"/>
                  </a:srgbClr>
                </a:gs>
                <a:gs pos="100000">
                  <a:srgbClr val="FFFF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10584636">
              <a:off x="2886284" y="2460474"/>
              <a:ext cx="54330" cy="13583"/>
            </a:xfrm>
            <a:prstGeom prst="ellipse">
              <a:avLst/>
            </a:prstGeom>
            <a:gradFill>
              <a:gsLst>
                <a:gs pos="0">
                  <a:srgbClr val="FFFFFF">
                    <a:alpha val="19419"/>
                  </a:srgbClr>
                </a:gs>
                <a:gs pos="14286">
                  <a:srgbClr val="FFFFFF">
                    <a:alpha val="17999"/>
                  </a:srgbClr>
                </a:gs>
                <a:gs pos="28571">
                  <a:srgbClr val="FFFFFF">
                    <a:alpha val="14280"/>
                  </a:srgbClr>
                </a:gs>
                <a:gs pos="42857">
                  <a:srgbClr val="FFFFFF">
                    <a:alpha val="9612"/>
                  </a:srgbClr>
                </a:gs>
                <a:gs pos="57143">
                  <a:srgbClr val="FFFFFF">
                    <a:alpha val="5446"/>
                  </a:srgbClr>
                </a:gs>
                <a:gs pos="71429">
                  <a:srgbClr val="FFFFFF">
                    <a:alpha val="2587"/>
                  </a:srgbClr>
                </a:gs>
                <a:gs pos="85714">
                  <a:srgbClr val="FFFFFF">
                    <a:alpha val="1031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7504847">
              <a:off x="1788302" y="3353872"/>
              <a:ext cx="57185" cy="14296"/>
            </a:xfrm>
            <a:prstGeom prst="ellipse">
              <a:avLst/>
            </a:prstGeom>
            <a:gradFill>
              <a:gsLst>
                <a:gs pos="0">
                  <a:srgbClr val="540000">
                    <a:alpha val="18908"/>
                  </a:srgbClr>
                </a:gs>
                <a:gs pos="14286">
                  <a:srgbClr val="540000">
                    <a:alpha val="17521"/>
                  </a:srgbClr>
                </a:gs>
                <a:gs pos="28571">
                  <a:srgbClr val="540000">
                    <a:alpha val="13892"/>
                  </a:srgbClr>
                </a:gs>
                <a:gs pos="42857">
                  <a:srgbClr val="540000">
                    <a:alpha val="9344"/>
                  </a:srgbClr>
                </a:gs>
                <a:gs pos="57143">
                  <a:srgbClr val="540000">
                    <a:alpha val="5291"/>
                  </a:srgbClr>
                </a:gs>
                <a:gs pos="71429">
                  <a:srgbClr val="540000">
                    <a:alpha val="2512"/>
                  </a:srgbClr>
                </a:gs>
                <a:gs pos="85714">
                  <a:srgbClr val="540000">
                    <a:alpha val="1001"/>
                  </a:srgbClr>
                </a:gs>
                <a:gs pos="100000">
                  <a:srgbClr val="54000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039817">
              <a:off x="3103597" y="365766"/>
              <a:ext cx="66218" cy="16554"/>
            </a:xfrm>
            <a:prstGeom prst="ellipse">
              <a:avLst/>
            </a:prstGeom>
            <a:gradFill>
              <a:gsLst>
                <a:gs pos="0">
                  <a:srgbClr val="B0ADB7">
                    <a:alpha val="17268"/>
                  </a:srgbClr>
                </a:gs>
                <a:gs pos="14286">
                  <a:srgbClr val="B0ADB7">
                    <a:alpha val="15990"/>
                  </a:srgbClr>
                </a:gs>
                <a:gs pos="28571">
                  <a:srgbClr val="B0ADB7">
                    <a:alpha val="12653"/>
                  </a:srgbClr>
                </a:gs>
                <a:gs pos="42857">
                  <a:srgbClr val="B0ADB7">
                    <a:alpha val="8491"/>
                  </a:srgbClr>
                </a:gs>
                <a:gs pos="57143">
                  <a:srgbClr val="B0ADB7">
                    <a:alpha val="4798"/>
                  </a:srgbClr>
                </a:gs>
                <a:gs pos="71429">
                  <a:srgbClr val="B0ADB7">
                    <a:alpha val="2275"/>
                  </a:srgbClr>
                </a:gs>
                <a:gs pos="85714">
                  <a:srgbClr val="B0ADB7">
                    <a:alpha val="906"/>
                  </a:srgbClr>
                </a:gs>
                <a:gs pos="100000">
                  <a:srgbClr val="B0ADB7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6427873">
              <a:off x="1883607" y="673340"/>
              <a:ext cx="524573" cy="471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5400000">
              <a:off x="2482372" y="3120490"/>
              <a:ext cx="45377" cy="45377"/>
            </a:xfrm>
            <a:prstGeom prst="ellipse">
              <a:avLst/>
            </a:prstGeom>
            <a:gradFill>
              <a:gsLst>
                <a:gs pos="0">
                  <a:srgbClr val="FFFFFF">
                    <a:alpha val="17676"/>
                  </a:srgbClr>
                </a:gs>
                <a:gs pos="14286">
                  <a:srgbClr val="FFFFFF">
                    <a:alpha val="16371"/>
                  </a:srgbClr>
                </a:gs>
                <a:gs pos="28571">
                  <a:srgbClr val="FFFFFF">
                    <a:alpha val="12961"/>
                  </a:srgbClr>
                </a:gs>
                <a:gs pos="42857">
                  <a:srgbClr val="FFFFFF">
                    <a:alpha val="8703"/>
                  </a:srgbClr>
                </a:gs>
                <a:gs pos="57143">
                  <a:srgbClr val="FFFFFF">
                    <a:alpha val="4920"/>
                  </a:srgbClr>
                </a:gs>
                <a:gs pos="71429">
                  <a:srgbClr val="FFFFFF">
                    <a:alpha val="2334"/>
                  </a:srgbClr>
                </a:gs>
                <a:gs pos="85714">
                  <a:srgbClr val="FFFFFF">
                    <a:alpha val="929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10267782">
              <a:off x="1434260" y="642456"/>
              <a:ext cx="66164" cy="16541"/>
            </a:xfrm>
            <a:prstGeom prst="ellipse">
              <a:avLst/>
            </a:prstGeom>
            <a:gradFill>
              <a:gsLst>
                <a:gs pos="0">
                  <a:srgbClr val="CBAB8F">
                    <a:alpha val="17278"/>
                  </a:srgbClr>
                </a:gs>
                <a:gs pos="14286">
                  <a:srgbClr val="CBAB8F">
                    <a:alpha val="15999"/>
                  </a:srgbClr>
                </a:gs>
                <a:gs pos="28571">
                  <a:srgbClr val="CBAB8F">
                    <a:alpha val="12661"/>
                  </a:srgbClr>
                </a:gs>
                <a:gs pos="42857">
                  <a:srgbClr val="CBAB8F">
                    <a:alpha val="8496"/>
                  </a:srgbClr>
                </a:gs>
                <a:gs pos="57143">
                  <a:srgbClr val="CBAB8F">
                    <a:alpha val="4801"/>
                  </a:srgbClr>
                </a:gs>
                <a:gs pos="71429">
                  <a:srgbClr val="CBAB8F">
                    <a:alpha val="2277"/>
                  </a:srgbClr>
                </a:gs>
                <a:gs pos="85714">
                  <a:srgbClr val="CBAB8F">
                    <a:alpha val="907"/>
                  </a:srgbClr>
                </a:gs>
                <a:gs pos="100000">
                  <a:srgbClr val="CBAB8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5400000">
              <a:off x="2565035" y="3155898"/>
              <a:ext cx="45482" cy="45482"/>
            </a:xfrm>
            <a:prstGeom prst="ellipse">
              <a:avLst/>
            </a:prstGeom>
            <a:gradFill>
              <a:gsLst>
                <a:gs pos="0">
                  <a:srgbClr val="FFFFFF">
                    <a:alpha val="17650"/>
                  </a:srgbClr>
                </a:gs>
                <a:gs pos="14286">
                  <a:srgbClr val="FFFFFF">
                    <a:alpha val="16346"/>
                  </a:srgbClr>
                </a:gs>
                <a:gs pos="28571">
                  <a:srgbClr val="FFFFFF">
                    <a:alpha val="12941"/>
                  </a:srgbClr>
                </a:gs>
                <a:gs pos="42857">
                  <a:srgbClr val="FFFFFF">
                    <a:alpha val="8689"/>
                  </a:srgbClr>
                </a:gs>
                <a:gs pos="57143">
                  <a:srgbClr val="FFFFFF">
                    <a:alpha val="4912"/>
                  </a:srgbClr>
                </a:gs>
                <a:gs pos="71429">
                  <a:srgbClr val="FFFFFF">
                    <a:alpha val="2330"/>
                  </a:srgbClr>
                </a:gs>
                <a:gs pos="85714">
                  <a:srgbClr val="FFFFFF">
                    <a:alpha val="928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357986">
              <a:off x="1909317" y="3212128"/>
              <a:ext cx="65070" cy="16268"/>
            </a:xfrm>
            <a:prstGeom prst="ellipse">
              <a:avLst/>
            </a:prstGeom>
            <a:gradFill>
              <a:gsLst>
                <a:gs pos="0">
                  <a:srgbClr val="CDBFB2">
                    <a:alpha val="17479"/>
                  </a:srgbClr>
                </a:gs>
                <a:gs pos="14286">
                  <a:srgbClr val="CDBFB2">
                    <a:alpha val="16186"/>
                  </a:srgbClr>
                </a:gs>
                <a:gs pos="28571">
                  <a:srgbClr val="CDBFB2">
                    <a:alpha val="12812"/>
                  </a:srgbClr>
                </a:gs>
                <a:gs pos="42857">
                  <a:srgbClr val="CDBFB2">
                    <a:alpha val="8600"/>
                  </a:srgbClr>
                </a:gs>
                <a:gs pos="57143">
                  <a:srgbClr val="CDBFB2">
                    <a:alpha val="4861"/>
                  </a:srgbClr>
                </a:gs>
                <a:gs pos="71429">
                  <a:srgbClr val="CDBFB2">
                    <a:alpha val="2305"/>
                  </a:srgbClr>
                </a:gs>
                <a:gs pos="85714">
                  <a:srgbClr val="CDBFB2">
                    <a:alpha val="918"/>
                  </a:srgbClr>
                </a:gs>
                <a:gs pos="100000">
                  <a:srgbClr val="CDBFB2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9203702">
              <a:off x="1592077" y="144946"/>
              <a:ext cx="632740" cy="62103"/>
            </a:xfrm>
            <a:prstGeom prst="ellipse">
              <a:avLst/>
            </a:prstGeom>
            <a:gradFill>
              <a:gsLst>
                <a:gs pos="0">
                  <a:srgbClr val="FFF7FF">
                    <a:alpha val="32968"/>
                  </a:srgbClr>
                </a:gs>
                <a:gs pos="14286">
                  <a:srgbClr val="FFF7FF">
                    <a:alpha val="30764"/>
                  </a:srgbClr>
                </a:gs>
                <a:gs pos="28571">
                  <a:srgbClr val="FFF7FF">
                    <a:alpha val="24833"/>
                  </a:srgbClr>
                </a:gs>
                <a:gs pos="42857">
                  <a:srgbClr val="FFF7FF">
                    <a:alpha val="17075"/>
                  </a:srgbClr>
                </a:gs>
                <a:gs pos="57143">
                  <a:srgbClr val="FFF7FF">
                    <a:alpha val="9855"/>
                  </a:srgbClr>
                </a:gs>
                <a:gs pos="71429">
                  <a:srgbClr val="FFF7FF">
                    <a:alpha val="4740"/>
                  </a:srgbClr>
                </a:gs>
                <a:gs pos="85714">
                  <a:srgbClr val="FFF7FF">
                    <a:alpha val="1902"/>
                  </a:srgbClr>
                </a:gs>
                <a:gs pos="100000">
                  <a:srgbClr val="FF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10187842">
              <a:off x="2587783" y="2605413"/>
              <a:ext cx="247887" cy="505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10671188">
              <a:off x="1150678" y="2610611"/>
              <a:ext cx="61358" cy="15340"/>
            </a:xfrm>
            <a:prstGeom prst="ellipse">
              <a:avLst/>
            </a:prstGeom>
            <a:gradFill>
              <a:gsLst>
                <a:gs pos="0">
                  <a:srgbClr val="763162">
                    <a:alpha val="18154"/>
                  </a:srgbClr>
                </a:gs>
                <a:gs pos="14286">
                  <a:srgbClr val="763162">
                    <a:alpha val="16817"/>
                  </a:srgbClr>
                </a:gs>
                <a:gs pos="28571">
                  <a:srgbClr val="763162">
                    <a:alpha val="13322"/>
                  </a:srgbClr>
                </a:gs>
                <a:gs pos="42857">
                  <a:srgbClr val="763162">
                    <a:alpha val="8951"/>
                  </a:srgbClr>
                </a:gs>
                <a:gs pos="57143">
                  <a:srgbClr val="763162">
                    <a:alpha val="5063"/>
                  </a:srgbClr>
                </a:gs>
                <a:gs pos="71429">
                  <a:srgbClr val="763162">
                    <a:alpha val="2403"/>
                  </a:srgbClr>
                </a:gs>
                <a:gs pos="85714">
                  <a:srgbClr val="763162">
                    <a:alpha val="957"/>
                  </a:srgbClr>
                </a:gs>
                <a:gs pos="100000">
                  <a:srgbClr val="763162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00000">
              <a:off x="3455963" y="2924869"/>
              <a:ext cx="60691" cy="60691"/>
            </a:xfrm>
            <a:prstGeom prst="ellipse">
              <a:avLst/>
            </a:prstGeom>
            <a:gradFill>
              <a:gsLst>
                <a:gs pos="0">
                  <a:srgbClr val="FFFFFF">
                    <a:alpha val="13658"/>
                  </a:srgbClr>
                </a:gs>
                <a:gs pos="14286">
                  <a:srgbClr val="FFFFFF">
                    <a:alpha val="12627"/>
                  </a:srgbClr>
                </a:gs>
                <a:gs pos="28571">
                  <a:srgbClr val="FFFFFF">
                    <a:alpha val="9950"/>
                  </a:srgbClr>
                </a:gs>
                <a:gs pos="42857">
                  <a:srgbClr val="FFFFFF">
                    <a:alpha val="6643"/>
                  </a:srgbClr>
                </a:gs>
                <a:gs pos="57143">
                  <a:srgbClr val="FFFFFF">
                    <a:alpha val="3737"/>
                  </a:srgbClr>
                </a:gs>
                <a:gs pos="71429">
                  <a:srgbClr val="FFFFFF">
                    <a:alpha val="1767"/>
                  </a:srgbClr>
                </a:gs>
                <a:gs pos="85714">
                  <a:srgbClr val="FFFFFF">
                    <a:alpha val="703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5400000">
              <a:off x="2559584" y="3167374"/>
              <a:ext cx="45684" cy="45684"/>
            </a:xfrm>
            <a:prstGeom prst="ellipse">
              <a:avLst/>
            </a:prstGeom>
            <a:gradFill>
              <a:gsLst>
                <a:gs pos="0">
                  <a:srgbClr val="FFFFFF">
                    <a:alpha val="17598"/>
                  </a:srgbClr>
                </a:gs>
                <a:gs pos="14286">
                  <a:srgbClr val="FFFFFF">
                    <a:alpha val="16298"/>
                  </a:srgbClr>
                </a:gs>
                <a:gs pos="28571">
                  <a:srgbClr val="FFFFFF">
                    <a:alpha val="12902"/>
                  </a:srgbClr>
                </a:gs>
                <a:gs pos="42857">
                  <a:srgbClr val="FFFFFF">
                    <a:alpha val="8662"/>
                  </a:srgbClr>
                </a:gs>
                <a:gs pos="57143">
                  <a:srgbClr val="FFFFFF">
                    <a:alpha val="4896"/>
                  </a:srgbClr>
                </a:gs>
                <a:gs pos="71429">
                  <a:srgbClr val="FFFFFF">
                    <a:alpha val="2323"/>
                  </a:srgbClr>
                </a:gs>
                <a:gs pos="85714">
                  <a:srgbClr val="FFFFFF">
                    <a:alpha val="925"/>
                  </a:srgbClr>
                </a:gs>
                <a:gs pos="100000">
                  <a:srgbClr val="FFFFFF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6513711">
              <a:off x="1058899" y="1548783"/>
              <a:ext cx="280000" cy="93735"/>
            </a:xfrm>
            <a:prstGeom prst="ellipse">
              <a:avLst/>
            </a:prstGeom>
            <a:gradFill>
              <a:gsLst>
                <a:gs pos="0">
                  <a:srgbClr val="FCFFFF">
                    <a:alpha val="32968"/>
                  </a:srgbClr>
                </a:gs>
                <a:gs pos="14286">
                  <a:srgbClr val="FCFFFF">
                    <a:alpha val="30764"/>
                  </a:srgbClr>
                </a:gs>
                <a:gs pos="28571">
                  <a:srgbClr val="FCFFFF">
                    <a:alpha val="24833"/>
                  </a:srgbClr>
                </a:gs>
                <a:gs pos="42857">
                  <a:srgbClr val="FCFFFF">
                    <a:alpha val="17075"/>
                  </a:srgbClr>
                </a:gs>
                <a:gs pos="57143">
                  <a:srgbClr val="FCFFFF">
                    <a:alpha val="9855"/>
                  </a:srgbClr>
                </a:gs>
                <a:gs pos="71429">
                  <a:srgbClr val="FCFFFF">
                    <a:alpha val="4740"/>
                  </a:srgbClr>
                </a:gs>
                <a:gs pos="85714">
                  <a:srgbClr val="FCFFFF">
                    <a:alpha val="1902"/>
                  </a:srgbClr>
                </a:gs>
                <a:gs pos="100000">
                  <a:srgbClr val="F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4746795">
              <a:off x="3596817" y="3500143"/>
              <a:ext cx="65313" cy="16328"/>
            </a:xfrm>
            <a:prstGeom prst="ellipse">
              <a:avLst/>
            </a:prstGeom>
            <a:gradFill>
              <a:gsLst>
                <a:gs pos="0">
                  <a:srgbClr val="C6C0CF">
                    <a:alpha val="17434"/>
                  </a:srgbClr>
                </a:gs>
                <a:gs pos="14286">
                  <a:srgbClr val="C6C0CF">
                    <a:alpha val="16145"/>
                  </a:srgbClr>
                </a:gs>
                <a:gs pos="28571">
                  <a:srgbClr val="C6C0CF">
                    <a:alpha val="12778"/>
                  </a:srgbClr>
                </a:gs>
                <a:gs pos="42857">
                  <a:srgbClr val="C6C0CF">
                    <a:alpha val="8577"/>
                  </a:srgbClr>
                </a:gs>
                <a:gs pos="57143">
                  <a:srgbClr val="C6C0CF">
                    <a:alpha val="4847"/>
                  </a:srgbClr>
                </a:gs>
                <a:gs pos="71429">
                  <a:srgbClr val="C6C0CF">
                    <a:alpha val="2299"/>
                  </a:srgbClr>
                </a:gs>
                <a:gs pos="85714">
                  <a:srgbClr val="C6C0CF">
                    <a:alpha val="916"/>
                  </a:srgbClr>
                </a:gs>
                <a:gs pos="100000">
                  <a:srgbClr val="C6C0C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6016986">
              <a:off x="2012334" y="1782726"/>
              <a:ext cx="67483" cy="16871"/>
            </a:xfrm>
            <a:prstGeom prst="ellipse">
              <a:avLst/>
            </a:prstGeom>
            <a:gradFill>
              <a:gsLst>
                <a:gs pos="0">
                  <a:srgbClr val="957F86">
                    <a:alpha val="17036"/>
                  </a:srgbClr>
                </a:gs>
                <a:gs pos="14286">
                  <a:srgbClr val="957F86">
                    <a:alpha val="15773"/>
                  </a:srgbClr>
                </a:gs>
                <a:gs pos="28571">
                  <a:srgbClr val="957F86">
                    <a:alpha val="12478"/>
                  </a:srgbClr>
                </a:gs>
                <a:gs pos="42857">
                  <a:srgbClr val="957F86">
                    <a:alpha val="8371"/>
                  </a:srgbClr>
                </a:gs>
                <a:gs pos="57143">
                  <a:srgbClr val="957F86">
                    <a:alpha val="4729"/>
                  </a:srgbClr>
                </a:gs>
                <a:gs pos="71429">
                  <a:srgbClr val="957F86">
                    <a:alpha val="2242"/>
                  </a:srgbClr>
                </a:gs>
                <a:gs pos="85714">
                  <a:srgbClr val="957F86">
                    <a:alpha val="893"/>
                  </a:srgbClr>
                </a:gs>
                <a:gs pos="100000">
                  <a:srgbClr val="957F86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8384845">
              <a:off x="1234372" y="2626240"/>
              <a:ext cx="291983" cy="670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5400000">
              <a:off x="2500538" y="3131159"/>
              <a:ext cx="48704" cy="48704"/>
            </a:xfrm>
            <a:prstGeom prst="ellipse">
              <a:avLst/>
            </a:prstGeom>
            <a:gradFill>
              <a:gsLst>
                <a:gs pos="0">
                  <a:srgbClr val="FFFFFF">
                    <a:alpha val="16820"/>
                  </a:srgbClr>
                </a:gs>
                <a:gs pos="14286">
                  <a:srgbClr val="FFFFFF">
                    <a:alpha val="15572"/>
                  </a:srgbClr>
                </a:gs>
                <a:gs pos="28571">
                  <a:srgbClr val="FFFFFF">
                    <a:alpha val="12316"/>
                  </a:srgbClr>
                </a:gs>
                <a:gs pos="42857">
                  <a:srgbClr val="FFFFFF">
                    <a:alpha val="8259"/>
                  </a:srgbClr>
                </a:gs>
                <a:gs pos="57143">
                  <a:srgbClr val="FFFFFF">
                    <a:alpha val="4664"/>
                  </a:srgbClr>
                </a:gs>
                <a:gs pos="71429">
                  <a:srgbClr val="FFFFFF">
                    <a:alpha val="2211"/>
                  </a:srgbClr>
                </a:gs>
                <a:gs pos="85714">
                  <a:srgbClr val="FFFFFF">
                    <a:alpha val="880"/>
                  </a:srgbClr>
                </a:gs>
                <a:gs pos="100000">
                  <a:srgbClr val="FFFFFF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102159">
              <a:off x="1090192" y="3441340"/>
              <a:ext cx="224445" cy="90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-10370957">
              <a:off x="2591818" y="1602041"/>
              <a:ext cx="67977" cy="16994"/>
            </a:xfrm>
            <a:prstGeom prst="ellipse">
              <a:avLst/>
            </a:prstGeom>
            <a:gradFill>
              <a:gsLst>
                <a:gs pos="0">
                  <a:srgbClr val="C2BFC8">
                    <a:alpha val="16945"/>
                  </a:srgbClr>
                </a:gs>
                <a:gs pos="14286">
                  <a:srgbClr val="C2BFC8">
                    <a:alpha val="15689"/>
                  </a:srgbClr>
                </a:gs>
                <a:gs pos="28571">
                  <a:srgbClr val="C2BFC8">
                    <a:alpha val="12410"/>
                  </a:srgbClr>
                </a:gs>
                <a:gs pos="42857">
                  <a:srgbClr val="C2BFC8">
                    <a:alpha val="8324"/>
                  </a:srgbClr>
                </a:gs>
                <a:gs pos="57143">
                  <a:srgbClr val="C2BFC8">
                    <a:alpha val="4702"/>
                  </a:srgbClr>
                </a:gs>
                <a:gs pos="71429">
                  <a:srgbClr val="C2BFC8">
                    <a:alpha val="2229"/>
                  </a:srgbClr>
                </a:gs>
                <a:gs pos="85714">
                  <a:srgbClr val="C2BFC8">
                    <a:alpha val="887"/>
                  </a:srgbClr>
                </a:gs>
                <a:gs pos="100000">
                  <a:srgbClr val="C2BFC8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2722054">
              <a:off x="3280854" y="2804793"/>
              <a:ext cx="63612" cy="15903"/>
            </a:xfrm>
            <a:prstGeom prst="ellipse">
              <a:avLst/>
            </a:prstGeom>
            <a:gradFill>
              <a:gsLst>
                <a:gs pos="0">
                  <a:srgbClr val="FFFFFF">
                    <a:alpha val="17745"/>
                  </a:srgbClr>
                </a:gs>
                <a:gs pos="14286">
                  <a:srgbClr val="FFFFFF">
                    <a:alpha val="16435"/>
                  </a:srgbClr>
                </a:gs>
                <a:gs pos="28571">
                  <a:srgbClr val="FFFFFF">
                    <a:alpha val="13012"/>
                  </a:srgbClr>
                </a:gs>
                <a:gs pos="42857">
                  <a:srgbClr val="FFFFFF">
                    <a:alpha val="8738"/>
                  </a:srgbClr>
                </a:gs>
                <a:gs pos="57143">
                  <a:srgbClr val="FFFFFF">
                    <a:alpha val="4940"/>
                  </a:srgbClr>
                </a:gs>
                <a:gs pos="71429">
                  <a:srgbClr val="FFFFFF">
                    <a:alpha val="2344"/>
                  </a:srgbClr>
                </a:gs>
                <a:gs pos="85714">
                  <a:srgbClr val="FFFFFF">
                    <a:alpha val="933"/>
                  </a:srgbClr>
                </a:gs>
                <a:gs pos="100000">
                  <a:srgbClr val="FFFFFF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035875">
              <a:off x="1496859" y="3253660"/>
              <a:ext cx="827686" cy="84046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7359049">
              <a:off x="612981" y="1182872"/>
              <a:ext cx="541589" cy="1211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9860278">
              <a:off x="1170713" y="2586338"/>
              <a:ext cx="602734" cy="544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9965852">
              <a:off x="1551064" y="659796"/>
              <a:ext cx="444962" cy="108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10204566">
              <a:off x="877257" y="2523709"/>
              <a:ext cx="605458" cy="90652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7635126">
              <a:off x="1703556" y="889598"/>
              <a:ext cx="632119" cy="634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-10599226">
              <a:off x="1066286" y="3307948"/>
              <a:ext cx="300548" cy="66487"/>
            </a:xfrm>
            <a:prstGeom prst="ellipse">
              <a:avLst/>
            </a:prstGeom>
            <a:gradFill>
              <a:gsLst>
                <a:gs pos="0">
                  <a:srgbClr val="E0FFFF">
                    <a:alpha val="32968"/>
                  </a:srgbClr>
                </a:gs>
                <a:gs pos="14286">
                  <a:srgbClr val="E0FFFF">
                    <a:alpha val="30764"/>
                  </a:srgbClr>
                </a:gs>
                <a:gs pos="28571">
                  <a:srgbClr val="E0FFFF">
                    <a:alpha val="24833"/>
                  </a:srgbClr>
                </a:gs>
                <a:gs pos="42857">
                  <a:srgbClr val="E0FFFF">
                    <a:alpha val="17075"/>
                  </a:srgbClr>
                </a:gs>
                <a:gs pos="57143">
                  <a:srgbClr val="E0FFFF">
                    <a:alpha val="9855"/>
                  </a:srgbClr>
                </a:gs>
                <a:gs pos="71429">
                  <a:srgbClr val="E0FFFF">
                    <a:alpha val="4740"/>
                  </a:srgbClr>
                </a:gs>
                <a:gs pos="85714">
                  <a:srgbClr val="E0FFFF">
                    <a:alpha val="1902"/>
                  </a:srgbClr>
                </a:gs>
                <a:gs pos="100000">
                  <a:srgbClr val="E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3771220">
              <a:off x="3224421" y="2795973"/>
              <a:ext cx="402694" cy="830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609952">
              <a:off x="1901222" y="189462"/>
              <a:ext cx="68435" cy="17109"/>
            </a:xfrm>
            <a:prstGeom prst="ellipse">
              <a:avLst/>
            </a:prstGeom>
            <a:gradFill>
              <a:gsLst>
                <a:gs pos="0">
                  <a:srgbClr val="B2A49D">
                    <a:alpha val="16861"/>
                  </a:srgbClr>
                </a:gs>
                <a:gs pos="14286">
                  <a:srgbClr val="B2A49D">
                    <a:alpha val="15610"/>
                  </a:srgbClr>
                </a:gs>
                <a:gs pos="28571">
                  <a:srgbClr val="B2A49D">
                    <a:alpha val="12347"/>
                  </a:srgbClr>
                </a:gs>
                <a:gs pos="42857">
                  <a:srgbClr val="B2A49D">
                    <a:alpha val="8281"/>
                  </a:srgbClr>
                </a:gs>
                <a:gs pos="57143">
                  <a:srgbClr val="B2A49D">
                    <a:alpha val="4677"/>
                  </a:srgbClr>
                </a:gs>
                <a:gs pos="71429">
                  <a:srgbClr val="B2A49D">
                    <a:alpha val="2217"/>
                  </a:srgbClr>
                </a:gs>
                <a:gs pos="85714">
                  <a:srgbClr val="B2A49D">
                    <a:alpha val="883"/>
                  </a:srgbClr>
                </a:gs>
                <a:gs pos="100000">
                  <a:srgbClr val="B2A49D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8195039">
              <a:off x="828037" y="2861234"/>
              <a:ext cx="456293" cy="112103"/>
            </a:xfrm>
            <a:prstGeom prst="ellipse">
              <a:avLst/>
            </a:prstGeom>
            <a:gradFill>
              <a:gsLst>
                <a:gs pos="0">
                  <a:srgbClr val="0000DC">
                    <a:alpha val="32968"/>
                  </a:srgbClr>
                </a:gs>
                <a:gs pos="14286">
                  <a:srgbClr val="0000DC">
                    <a:alpha val="30764"/>
                  </a:srgbClr>
                </a:gs>
                <a:gs pos="28571">
                  <a:srgbClr val="0000DC">
                    <a:alpha val="24833"/>
                  </a:srgbClr>
                </a:gs>
                <a:gs pos="42857">
                  <a:srgbClr val="0000DC">
                    <a:alpha val="17075"/>
                  </a:srgbClr>
                </a:gs>
                <a:gs pos="57143">
                  <a:srgbClr val="0000DC">
                    <a:alpha val="9855"/>
                  </a:srgbClr>
                </a:gs>
                <a:gs pos="71429">
                  <a:srgbClr val="0000DC">
                    <a:alpha val="4740"/>
                  </a:srgbClr>
                </a:gs>
                <a:gs pos="85714">
                  <a:srgbClr val="0000DC">
                    <a:alpha val="1902"/>
                  </a:srgbClr>
                </a:gs>
                <a:gs pos="100000">
                  <a:srgbClr val="0000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4907819">
              <a:off x="2163004" y="2493650"/>
              <a:ext cx="331805" cy="31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6648128">
              <a:off x="1359817" y="2761580"/>
              <a:ext cx="66618" cy="16655"/>
            </a:xfrm>
            <a:prstGeom prst="ellipse">
              <a:avLst/>
            </a:prstGeom>
            <a:gradFill>
              <a:gsLst>
                <a:gs pos="0">
                  <a:srgbClr val="B495C3">
                    <a:alpha val="17195"/>
                  </a:srgbClr>
                </a:gs>
                <a:gs pos="14286">
                  <a:srgbClr val="B495C3">
                    <a:alpha val="15922"/>
                  </a:srgbClr>
                </a:gs>
                <a:gs pos="28571">
                  <a:srgbClr val="B495C3">
                    <a:alpha val="12598"/>
                  </a:srgbClr>
                </a:gs>
                <a:gs pos="42857">
                  <a:srgbClr val="B495C3">
                    <a:alpha val="8453"/>
                  </a:srgbClr>
                </a:gs>
                <a:gs pos="57143">
                  <a:srgbClr val="B495C3">
                    <a:alpha val="4776"/>
                  </a:srgbClr>
                </a:gs>
                <a:gs pos="71429">
                  <a:srgbClr val="B495C3">
                    <a:alpha val="2265"/>
                  </a:srgbClr>
                </a:gs>
                <a:gs pos="85714">
                  <a:srgbClr val="B495C3">
                    <a:alpha val="902"/>
                  </a:srgbClr>
                </a:gs>
                <a:gs pos="100000">
                  <a:srgbClr val="B495C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6572236">
              <a:off x="2567618" y="1564293"/>
              <a:ext cx="302823" cy="54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-9549802">
              <a:off x="1565803" y="2956392"/>
              <a:ext cx="622342" cy="574306"/>
            </a:xfrm>
            <a:prstGeom prst="ellipse">
              <a:avLst/>
            </a:prstGeom>
            <a:gradFill>
              <a:gsLst>
                <a:gs pos="0">
                  <a:srgbClr val="1E0000">
                    <a:alpha val="20483"/>
                  </a:srgbClr>
                </a:gs>
                <a:gs pos="14286">
                  <a:srgbClr val="1E0000">
                    <a:alpha val="18995"/>
                  </a:srgbClr>
                </a:gs>
                <a:gs pos="28571">
                  <a:srgbClr val="1E0000">
                    <a:alpha val="15089"/>
                  </a:srgbClr>
                </a:gs>
                <a:gs pos="42857">
                  <a:srgbClr val="1E0000">
                    <a:alpha val="10173"/>
                  </a:srgbClr>
                </a:gs>
                <a:gs pos="57143">
                  <a:srgbClr val="1E0000">
                    <a:alpha val="5772"/>
                  </a:srgbClr>
                </a:gs>
                <a:gs pos="71429">
                  <a:srgbClr val="1E0000">
                    <a:alpha val="2744"/>
                  </a:srgbClr>
                </a:gs>
                <a:gs pos="85714">
                  <a:srgbClr val="1E0000">
                    <a:alpha val="1094"/>
                  </a:srgbClr>
                </a:gs>
                <a:gs pos="100000">
                  <a:srgbClr val="1E0000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-10794901">
              <a:off x="1375116" y="3288358"/>
              <a:ext cx="637392" cy="325115"/>
            </a:xfrm>
            <a:prstGeom prst="ellipse">
              <a:avLst/>
            </a:prstGeom>
            <a:gradFill>
              <a:gsLst>
                <a:gs pos="0">
                  <a:srgbClr val="7B0000">
                    <a:alpha val="32968"/>
                  </a:srgbClr>
                </a:gs>
                <a:gs pos="14286">
                  <a:srgbClr val="7B0000">
                    <a:alpha val="30764"/>
                  </a:srgbClr>
                </a:gs>
                <a:gs pos="28571">
                  <a:srgbClr val="7B0000">
                    <a:alpha val="24833"/>
                  </a:srgbClr>
                </a:gs>
                <a:gs pos="42857">
                  <a:srgbClr val="7B0000">
                    <a:alpha val="17075"/>
                  </a:srgbClr>
                </a:gs>
                <a:gs pos="57143">
                  <a:srgbClr val="7B0000">
                    <a:alpha val="9855"/>
                  </a:srgbClr>
                </a:gs>
                <a:gs pos="71429">
                  <a:srgbClr val="7B0000">
                    <a:alpha val="4740"/>
                  </a:srgbClr>
                </a:gs>
                <a:gs pos="85714">
                  <a:srgbClr val="7B0000">
                    <a:alpha val="1902"/>
                  </a:srgbClr>
                </a:gs>
                <a:gs pos="100000">
                  <a:srgbClr val="7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5683007">
              <a:off x="1558350" y="3417286"/>
              <a:ext cx="194203" cy="112482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413634">
              <a:off x="2575682" y="2258806"/>
              <a:ext cx="68461" cy="17274"/>
            </a:xfrm>
            <a:prstGeom prst="ellipse">
              <a:avLst/>
            </a:prstGeom>
            <a:gradFill>
              <a:gsLst>
                <a:gs pos="0">
                  <a:srgbClr val="A38C88">
                    <a:alpha val="16739"/>
                  </a:srgbClr>
                </a:gs>
                <a:gs pos="14286">
                  <a:srgbClr val="A38C88">
                    <a:alpha val="15496"/>
                  </a:srgbClr>
                </a:gs>
                <a:gs pos="28571">
                  <a:srgbClr val="A38C88">
                    <a:alpha val="12255"/>
                  </a:srgbClr>
                </a:gs>
                <a:gs pos="42857">
                  <a:srgbClr val="A38C88">
                    <a:alpha val="8218"/>
                  </a:srgbClr>
                </a:gs>
                <a:gs pos="57143">
                  <a:srgbClr val="A38C88">
                    <a:alpha val="4640"/>
                  </a:srgbClr>
                </a:gs>
                <a:gs pos="71429">
                  <a:srgbClr val="A38C88">
                    <a:alpha val="2200"/>
                  </a:srgbClr>
                </a:gs>
                <a:gs pos="85714">
                  <a:srgbClr val="A38C88">
                    <a:alpha val="876"/>
                  </a:srgbClr>
                </a:gs>
                <a:gs pos="100000">
                  <a:srgbClr val="A38C88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988773">
              <a:off x="835069" y="1256884"/>
              <a:ext cx="68263" cy="17066"/>
            </a:xfrm>
            <a:prstGeom prst="ellipse">
              <a:avLst/>
            </a:prstGeom>
            <a:gradFill>
              <a:gsLst>
                <a:gs pos="0">
                  <a:srgbClr val="D1CED7">
                    <a:alpha val="16893"/>
                  </a:srgbClr>
                </a:gs>
                <a:gs pos="14286">
                  <a:srgbClr val="D1CED7">
                    <a:alpha val="15640"/>
                  </a:srgbClr>
                </a:gs>
                <a:gs pos="28571">
                  <a:srgbClr val="D1CED7">
                    <a:alpha val="12370"/>
                  </a:srgbClr>
                </a:gs>
                <a:gs pos="42857">
                  <a:srgbClr val="D1CED7">
                    <a:alpha val="8297"/>
                  </a:srgbClr>
                </a:gs>
                <a:gs pos="57143">
                  <a:srgbClr val="D1CED7">
                    <a:alpha val="4686"/>
                  </a:srgbClr>
                </a:gs>
                <a:gs pos="71429">
                  <a:srgbClr val="D1CED7">
                    <a:alpha val="2222"/>
                  </a:srgbClr>
                </a:gs>
                <a:gs pos="85714">
                  <a:srgbClr val="D1CED7">
                    <a:alpha val="884"/>
                  </a:srgbClr>
                </a:gs>
                <a:gs pos="100000">
                  <a:srgbClr val="D1CED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4163105">
              <a:off x="2823380" y="630535"/>
              <a:ext cx="68461" cy="17337"/>
            </a:xfrm>
            <a:prstGeom prst="ellipse">
              <a:avLst/>
            </a:prstGeom>
            <a:gradFill>
              <a:gsLst>
                <a:gs pos="0">
                  <a:srgbClr val="9B9895">
                    <a:alpha val="16693"/>
                  </a:srgbClr>
                </a:gs>
                <a:gs pos="14286">
                  <a:srgbClr val="9B9895">
                    <a:alpha val="15453"/>
                  </a:srgbClr>
                </a:gs>
                <a:gs pos="28571">
                  <a:srgbClr val="9B9895">
                    <a:alpha val="12220"/>
                  </a:srgbClr>
                </a:gs>
                <a:gs pos="42857">
                  <a:srgbClr val="9B9895">
                    <a:alpha val="8194"/>
                  </a:srgbClr>
                </a:gs>
                <a:gs pos="57143">
                  <a:srgbClr val="9B9895">
                    <a:alpha val="4627"/>
                  </a:srgbClr>
                </a:gs>
                <a:gs pos="71429">
                  <a:srgbClr val="9B9895">
                    <a:alpha val="2193"/>
                  </a:srgbClr>
                </a:gs>
                <a:gs pos="85714">
                  <a:srgbClr val="9B9895">
                    <a:alpha val="873"/>
                  </a:srgbClr>
                </a:gs>
                <a:gs pos="100000">
                  <a:srgbClr val="9B9895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9889481">
              <a:off x="1126613" y="2622430"/>
              <a:ext cx="68461" cy="17120"/>
            </a:xfrm>
            <a:prstGeom prst="ellipse">
              <a:avLst/>
            </a:prstGeom>
            <a:gradFill>
              <a:gsLst>
                <a:gs pos="0">
                  <a:srgbClr val="D4C4C8">
                    <a:alpha val="16853"/>
                  </a:srgbClr>
                </a:gs>
                <a:gs pos="14286">
                  <a:srgbClr val="D4C4C8">
                    <a:alpha val="15602"/>
                  </a:srgbClr>
                </a:gs>
                <a:gs pos="28571">
                  <a:srgbClr val="D4C4C8">
                    <a:alpha val="12340"/>
                  </a:srgbClr>
                </a:gs>
                <a:gs pos="42857">
                  <a:srgbClr val="D4C4C8">
                    <a:alpha val="8276"/>
                  </a:srgbClr>
                </a:gs>
                <a:gs pos="57143">
                  <a:srgbClr val="D4C4C8">
                    <a:alpha val="4674"/>
                  </a:srgbClr>
                </a:gs>
                <a:gs pos="71429">
                  <a:srgbClr val="D4C4C8">
                    <a:alpha val="2216"/>
                  </a:srgbClr>
                </a:gs>
                <a:gs pos="85714">
                  <a:srgbClr val="D4C4C8">
                    <a:alpha val="882"/>
                  </a:srgbClr>
                </a:gs>
                <a:gs pos="100000">
                  <a:srgbClr val="D4C4C8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7602730">
              <a:off x="1089894" y="389171"/>
              <a:ext cx="68461" cy="17372"/>
            </a:xfrm>
            <a:prstGeom prst="ellipse">
              <a:avLst/>
            </a:prstGeom>
            <a:gradFill>
              <a:gsLst>
                <a:gs pos="0">
                  <a:srgbClr val="A29389">
                    <a:alpha val="16667"/>
                  </a:srgbClr>
                </a:gs>
                <a:gs pos="14286">
                  <a:srgbClr val="A29389">
                    <a:alpha val="15429"/>
                  </a:srgbClr>
                </a:gs>
                <a:gs pos="28571">
                  <a:srgbClr val="A29389">
                    <a:alpha val="12201"/>
                  </a:srgbClr>
                </a:gs>
                <a:gs pos="42857">
                  <a:srgbClr val="A29389">
                    <a:alpha val="8181"/>
                  </a:srgbClr>
                </a:gs>
                <a:gs pos="57143">
                  <a:srgbClr val="A29389">
                    <a:alpha val="4619"/>
                  </a:srgbClr>
                </a:gs>
                <a:gs pos="71429">
                  <a:srgbClr val="A29389">
                    <a:alpha val="2189"/>
                  </a:srgbClr>
                </a:gs>
                <a:gs pos="85714">
                  <a:srgbClr val="A29389">
                    <a:alpha val="872"/>
                  </a:srgbClr>
                </a:gs>
                <a:gs pos="100000">
                  <a:srgbClr val="A2938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099047">
              <a:off x="2829539" y="754305"/>
              <a:ext cx="68461" cy="17279"/>
            </a:xfrm>
            <a:prstGeom prst="ellipse">
              <a:avLst/>
            </a:prstGeom>
            <a:gradFill>
              <a:gsLst>
                <a:gs pos="0">
                  <a:srgbClr val="84827A">
                    <a:alpha val="16736"/>
                  </a:srgbClr>
                </a:gs>
                <a:gs pos="14286">
                  <a:srgbClr val="84827A">
                    <a:alpha val="15493"/>
                  </a:srgbClr>
                </a:gs>
                <a:gs pos="28571">
                  <a:srgbClr val="84827A">
                    <a:alpha val="12252"/>
                  </a:srgbClr>
                </a:gs>
                <a:gs pos="42857">
                  <a:srgbClr val="84827A">
                    <a:alpha val="8216"/>
                  </a:srgbClr>
                </a:gs>
                <a:gs pos="57143">
                  <a:srgbClr val="84827A">
                    <a:alpha val="4639"/>
                  </a:srgbClr>
                </a:gs>
                <a:gs pos="71429">
                  <a:srgbClr val="84827A">
                    <a:alpha val="2199"/>
                  </a:srgbClr>
                </a:gs>
                <a:gs pos="85714">
                  <a:srgbClr val="84827A">
                    <a:alpha val="875"/>
                  </a:srgbClr>
                </a:gs>
                <a:gs pos="100000">
                  <a:srgbClr val="84827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-8502054">
              <a:off x="1662838" y="2213332"/>
              <a:ext cx="781647" cy="5953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9280559">
              <a:off x="591055" y="1084440"/>
              <a:ext cx="609138" cy="5397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7211597">
              <a:off x="-30671" y="734008"/>
              <a:ext cx="61343" cy="15336"/>
            </a:xfrm>
            <a:prstGeom prst="ellipse">
              <a:avLst/>
            </a:prstGeom>
            <a:gradFill>
              <a:gsLst>
                <a:gs pos="0">
                  <a:srgbClr val="F2EFF5">
                    <a:alpha val="18157"/>
                  </a:srgbClr>
                </a:gs>
                <a:gs pos="14286">
                  <a:srgbClr val="F2EFF5">
                    <a:alpha val="16820"/>
                  </a:srgbClr>
                </a:gs>
                <a:gs pos="28571">
                  <a:srgbClr val="F2EFF5">
                    <a:alpha val="13324"/>
                  </a:srgbClr>
                </a:gs>
                <a:gs pos="42857">
                  <a:srgbClr val="F2EFF5">
                    <a:alpha val="8953"/>
                  </a:srgbClr>
                </a:gs>
                <a:gs pos="57143">
                  <a:srgbClr val="F2EFF5">
                    <a:alpha val="5064"/>
                  </a:srgbClr>
                </a:gs>
                <a:gs pos="71429">
                  <a:srgbClr val="F2EFF5">
                    <a:alpha val="2403"/>
                  </a:srgbClr>
                </a:gs>
                <a:gs pos="85714">
                  <a:srgbClr val="F2EFF5">
                    <a:alpha val="957"/>
                  </a:srgbClr>
                </a:gs>
                <a:gs pos="100000">
                  <a:srgbClr val="F2EFF5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4720363">
              <a:off x="1646340" y="2233169"/>
              <a:ext cx="747260" cy="396759"/>
            </a:xfrm>
            <a:prstGeom prst="ellipse">
              <a:avLst/>
            </a:prstGeom>
            <a:gradFill>
              <a:gsLst>
                <a:gs pos="0">
                  <a:srgbClr val="1C5C00">
                    <a:alpha val="22170"/>
                  </a:srgbClr>
                </a:gs>
                <a:gs pos="14286">
                  <a:srgbClr val="1C5C00">
                    <a:alpha val="20576"/>
                  </a:srgbClr>
                </a:gs>
                <a:gs pos="28571">
                  <a:srgbClr val="1C5C00">
                    <a:alpha val="16378"/>
                  </a:srgbClr>
                </a:gs>
                <a:gs pos="42857">
                  <a:srgbClr val="1C5C00">
                    <a:alpha val="11070"/>
                  </a:srgbClr>
                </a:gs>
                <a:gs pos="57143">
                  <a:srgbClr val="1C5C00">
                    <a:alpha val="6294"/>
                  </a:srgbClr>
                </a:gs>
                <a:gs pos="71429">
                  <a:srgbClr val="1C5C00">
                    <a:alpha val="2997"/>
                  </a:srgbClr>
                </a:gs>
                <a:gs pos="85714">
                  <a:srgbClr val="1C5C00">
                    <a:alpha val="1196"/>
                  </a:srgbClr>
                </a:gs>
                <a:gs pos="100000">
                  <a:srgbClr val="1C5C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-10458689">
              <a:off x="1207466" y="2522395"/>
              <a:ext cx="67407" cy="16852"/>
            </a:xfrm>
            <a:prstGeom prst="ellipse">
              <a:avLst/>
            </a:prstGeom>
            <a:gradFill>
              <a:gsLst>
                <a:gs pos="0">
                  <a:srgbClr val="C7B4D7">
                    <a:alpha val="17050"/>
                  </a:srgbClr>
                </a:gs>
                <a:gs pos="14286">
                  <a:srgbClr val="C7B4D7">
                    <a:alpha val="15786"/>
                  </a:srgbClr>
                </a:gs>
                <a:gs pos="28571">
                  <a:srgbClr val="C7B4D7">
                    <a:alpha val="12489"/>
                  </a:srgbClr>
                </a:gs>
                <a:gs pos="42857">
                  <a:srgbClr val="C7B4D7">
                    <a:alpha val="8378"/>
                  </a:srgbClr>
                </a:gs>
                <a:gs pos="57143">
                  <a:srgbClr val="C7B4D7">
                    <a:alpha val="4733"/>
                  </a:srgbClr>
                </a:gs>
                <a:gs pos="71429">
                  <a:srgbClr val="C7B4D7">
                    <a:alpha val="2244"/>
                  </a:srgbClr>
                </a:gs>
                <a:gs pos="85714">
                  <a:srgbClr val="C7B4D7">
                    <a:alpha val="893"/>
                  </a:srgbClr>
                </a:gs>
                <a:gs pos="100000">
                  <a:srgbClr val="C7B4D7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3662878">
              <a:off x="3120851" y="2779838"/>
              <a:ext cx="549980" cy="1153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400000">
              <a:off x="2904740" y="2472125"/>
              <a:ext cx="60711" cy="60711"/>
            </a:xfrm>
            <a:prstGeom prst="ellipse">
              <a:avLst/>
            </a:prstGeom>
            <a:gradFill>
              <a:gsLst>
                <a:gs pos="0">
                  <a:srgbClr val="FFFFFF">
                    <a:alpha val="13653"/>
                  </a:srgbClr>
                </a:gs>
                <a:gs pos="14286">
                  <a:srgbClr val="FFFFFF">
                    <a:alpha val="12622"/>
                  </a:srgbClr>
                </a:gs>
                <a:gs pos="28571">
                  <a:srgbClr val="FFFFFF">
                    <a:alpha val="9946"/>
                  </a:srgbClr>
                </a:gs>
                <a:gs pos="42857">
                  <a:srgbClr val="FFFFFF">
                    <a:alpha val="6641"/>
                  </a:srgbClr>
                </a:gs>
                <a:gs pos="57143">
                  <a:srgbClr val="FFFFFF">
                    <a:alpha val="3736"/>
                  </a:srgbClr>
                </a:gs>
                <a:gs pos="71429">
                  <a:srgbClr val="FFFFFF">
                    <a:alpha val="1766"/>
                  </a:srgbClr>
                </a:gs>
                <a:gs pos="85714">
                  <a:srgbClr val="FFFFFF">
                    <a:alpha val="702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8761945">
              <a:off x="2797454" y="2631753"/>
              <a:ext cx="653471" cy="412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4358606">
              <a:off x="1568207" y="3429311"/>
              <a:ext cx="216746" cy="76750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3348600">
              <a:off x="20646" y="2845703"/>
              <a:ext cx="68461" cy="17578"/>
            </a:xfrm>
            <a:prstGeom prst="ellipse">
              <a:avLst/>
            </a:prstGeom>
            <a:gradFill>
              <a:gsLst>
                <a:gs pos="0">
                  <a:srgbClr val="BB8B8D">
                    <a:alpha val="16515"/>
                  </a:srgbClr>
                </a:gs>
                <a:gs pos="14286">
                  <a:srgbClr val="BB8B8D">
                    <a:alpha val="15287"/>
                  </a:srgbClr>
                </a:gs>
                <a:gs pos="28571">
                  <a:srgbClr val="BB8B8D">
                    <a:alpha val="12086"/>
                  </a:srgbClr>
                </a:gs>
                <a:gs pos="42857">
                  <a:srgbClr val="BB8B8D">
                    <a:alpha val="8102"/>
                  </a:srgbClr>
                </a:gs>
                <a:gs pos="57143">
                  <a:srgbClr val="BB8B8D">
                    <a:alpha val="4574"/>
                  </a:srgbClr>
                </a:gs>
                <a:gs pos="71429">
                  <a:srgbClr val="BB8B8D">
                    <a:alpha val="2168"/>
                  </a:srgbClr>
                </a:gs>
                <a:gs pos="85714">
                  <a:srgbClr val="BB8B8D">
                    <a:alpha val="863"/>
                  </a:srgbClr>
                </a:gs>
                <a:gs pos="100000">
                  <a:srgbClr val="BB8B8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5216492">
              <a:off x="2690840" y="889165"/>
              <a:ext cx="633769" cy="627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482329">
              <a:off x="2653178" y="2450978"/>
              <a:ext cx="511757" cy="1181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9975524">
              <a:off x="1029476" y="2779316"/>
              <a:ext cx="420134" cy="530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957235">
              <a:off x="2535249" y="2381042"/>
              <a:ext cx="68461" cy="17577"/>
            </a:xfrm>
            <a:prstGeom prst="ellipse">
              <a:avLst/>
            </a:prstGeom>
            <a:gradFill>
              <a:gsLst>
                <a:gs pos="0">
                  <a:srgbClr val="AE5D5B">
                    <a:alpha val="16515"/>
                  </a:srgbClr>
                </a:gs>
                <a:gs pos="14286">
                  <a:srgbClr val="AE5D5B">
                    <a:alpha val="15288"/>
                  </a:srgbClr>
                </a:gs>
                <a:gs pos="28571">
                  <a:srgbClr val="AE5D5B">
                    <a:alpha val="12087"/>
                  </a:srgbClr>
                </a:gs>
                <a:gs pos="42857">
                  <a:srgbClr val="AE5D5B">
                    <a:alpha val="8102"/>
                  </a:srgbClr>
                </a:gs>
                <a:gs pos="57143">
                  <a:srgbClr val="AE5D5B">
                    <a:alpha val="4574"/>
                  </a:srgbClr>
                </a:gs>
                <a:gs pos="71429">
                  <a:srgbClr val="AE5D5B">
                    <a:alpha val="2168"/>
                  </a:srgbClr>
                </a:gs>
                <a:gs pos="85714">
                  <a:srgbClr val="AE5D5B">
                    <a:alpha val="863"/>
                  </a:srgbClr>
                </a:gs>
                <a:gs pos="100000">
                  <a:srgbClr val="AE5D5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10187986">
              <a:off x="921778" y="2596533"/>
              <a:ext cx="642768" cy="221325"/>
            </a:xfrm>
            <a:prstGeom prst="ellipse">
              <a:avLst/>
            </a:prstGeom>
            <a:gradFill>
              <a:gsLst>
                <a:gs pos="0">
                  <a:srgbClr val="4500FF">
                    <a:alpha val="5614"/>
                  </a:srgbClr>
                </a:gs>
                <a:gs pos="14286">
                  <a:srgbClr val="4500FF">
                    <a:alpha val="5172"/>
                  </a:srgbClr>
                </a:gs>
                <a:gs pos="28571">
                  <a:srgbClr val="4500FF">
                    <a:alpha val="4040"/>
                  </a:srgbClr>
                </a:gs>
                <a:gs pos="42857">
                  <a:srgbClr val="4500FF">
                    <a:alpha val="2668"/>
                  </a:srgbClr>
                </a:gs>
                <a:gs pos="57143">
                  <a:srgbClr val="4500FF">
                    <a:alpha val="1488"/>
                  </a:srgbClr>
                </a:gs>
                <a:gs pos="71429">
                  <a:srgbClr val="4500FF">
                    <a:alpha val="699"/>
                  </a:srgbClr>
                </a:gs>
                <a:gs pos="85714">
                  <a:srgbClr val="4500FF">
                    <a:alpha val="277"/>
                  </a:srgbClr>
                </a:gs>
                <a:gs pos="100000">
                  <a:srgbClr val="4500F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5400000">
              <a:off x="2549414" y="3127111"/>
              <a:ext cx="51252" cy="51252"/>
            </a:xfrm>
            <a:prstGeom prst="ellipse">
              <a:avLst/>
            </a:prstGeom>
            <a:gradFill>
              <a:gsLst>
                <a:gs pos="0">
                  <a:srgbClr val="FFFFFF">
                    <a:alpha val="16158"/>
                  </a:srgbClr>
                </a:gs>
                <a:gs pos="14286">
                  <a:srgbClr val="FFFFFF">
                    <a:alpha val="14954"/>
                  </a:srgbClr>
                </a:gs>
                <a:gs pos="28571">
                  <a:srgbClr val="FFFFFF">
                    <a:alpha val="11818"/>
                  </a:srgbClr>
                </a:gs>
                <a:gs pos="42857">
                  <a:srgbClr val="FFFFFF">
                    <a:alpha val="7918"/>
                  </a:srgbClr>
                </a:gs>
                <a:gs pos="57143">
                  <a:srgbClr val="FFFFFF">
                    <a:alpha val="4468"/>
                  </a:srgbClr>
                </a:gs>
                <a:gs pos="71429">
                  <a:srgbClr val="FFFFFF">
                    <a:alpha val="2117"/>
                  </a:srgbClr>
                </a:gs>
                <a:gs pos="85714">
                  <a:srgbClr val="FFFFFF">
                    <a:alpha val="843"/>
                  </a:srgbClr>
                </a:gs>
                <a:gs pos="100000">
                  <a:srgbClr val="FFFFF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4824446">
              <a:off x="1432026" y="2563649"/>
              <a:ext cx="1047193" cy="148257"/>
            </a:xfrm>
            <a:prstGeom prst="ellipse">
              <a:avLst/>
            </a:prstGeom>
            <a:gradFill>
              <a:gsLst>
                <a:gs pos="0">
                  <a:srgbClr val="960000">
                    <a:alpha val="32968"/>
                  </a:srgbClr>
                </a:gs>
                <a:gs pos="14286">
                  <a:srgbClr val="960000">
                    <a:alpha val="30764"/>
                  </a:srgbClr>
                </a:gs>
                <a:gs pos="28571">
                  <a:srgbClr val="960000">
                    <a:alpha val="24833"/>
                  </a:srgbClr>
                </a:gs>
                <a:gs pos="42857">
                  <a:srgbClr val="960000">
                    <a:alpha val="17075"/>
                  </a:srgbClr>
                </a:gs>
                <a:gs pos="57143">
                  <a:srgbClr val="960000">
                    <a:alpha val="9855"/>
                  </a:srgbClr>
                </a:gs>
                <a:gs pos="71429">
                  <a:srgbClr val="960000">
                    <a:alpha val="4740"/>
                  </a:srgbClr>
                </a:gs>
                <a:gs pos="85714">
                  <a:srgbClr val="960000">
                    <a:alpha val="1902"/>
                  </a:srgbClr>
                </a:gs>
                <a:gs pos="100000">
                  <a:srgbClr val="9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10572501">
              <a:off x="2737897" y="649285"/>
              <a:ext cx="68461" cy="17662"/>
            </a:xfrm>
            <a:prstGeom prst="ellipse">
              <a:avLst/>
            </a:prstGeom>
            <a:gradFill>
              <a:gsLst>
                <a:gs pos="0">
                  <a:srgbClr val="C7C7CC">
                    <a:alpha val="16452"/>
                  </a:srgbClr>
                </a:gs>
                <a:gs pos="14286">
                  <a:srgbClr val="C7C7CC">
                    <a:alpha val="15229"/>
                  </a:srgbClr>
                </a:gs>
                <a:gs pos="28571">
                  <a:srgbClr val="C7C7CC">
                    <a:alpha val="12039"/>
                  </a:srgbClr>
                </a:gs>
                <a:gs pos="42857">
                  <a:srgbClr val="C7C7CC">
                    <a:alpha val="8070"/>
                  </a:srgbClr>
                </a:gs>
                <a:gs pos="57143">
                  <a:srgbClr val="C7C7CC">
                    <a:alpha val="4555"/>
                  </a:srgbClr>
                </a:gs>
                <a:gs pos="71429">
                  <a:srgbClr val="C7C7CC">
                    <a:alpha val="2159"/>
                  </a:srgbClr>
                </a:gs>
                <a:gs pos="85714">
                  <a:srgbClr val="C7C7CC">
                    <a:alpha val="859"/>
                  </a:srgbClr>
                </a:gs>
                <a:gs pos="100000">
                  <a:srgbClr val="C7C7CC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8780768">
              <a:off x="3200423" y="2571066"/>
              <a:ext cx="61226" cy="15307"/>
            </a:xfrm>
            <a:prstGeom prst="ellipse">
              <a:avLst/>
            </a:prstGeom>
            <a:gradFill>
              <a:gsLst>
                <a:gs pos="0">
                  <a:srgbClr val="FFFFFF">
                    <a:alpha val="18178"/>
                  </a:srgbClr>
                </a:gs>
                <a:gs pos="14286">
                  <a:srgbClr val="FFFFFF">
                    <a:alpha val="16840"/>
                  </a:srgbClr>
                </a:gs>
                <a:gs pos="28571">
                  <a:srgbClr val="FFFFFF">
                    <a:alpha val="13340"/>
                  </a:srgbClr>
                </a:gs>
                <a:gs pos="42857">
                  <a:srgbClr val="FFFFFF">
                    <a:alpha val="8964"/>
                  </a:srgbClr>
                </a:gs>
                <a:gs pos="57143">
                  <a:srgbClr val="FFFFFF">
                    <a:alpha val="5071"/>
                  </a:srgbClr>
                </a:gs>
                <a:gs pos="71429">
                  <a:srgbClr val="FFFFFF">
                    <a:alpha val="2406"/>
                  </a:srgbClr>
                </a:gs>
                <a:gs pos="85714">
                  <a:srgbClr val="FFFFFF">
                    <a:alpha val="959"/>
                  </a:srgbClr>
                </a:gs>
                <a:gs pos="100000">
                  <a:srgbClr val="FFFFF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5762664">
              <a:off x="1595832" y="3202428"/>
              <a:ext cx="359281" cy="147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10465499">
              <a:off x="1186745" y="3570150"/>
              <a:ext cx="138856" cy="61417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-10577025">
              <a:off x="1087464" y="2608917"/>
              <a:ext cx="68461" cy="17644"/>
            </a:xfrm>
            <a:prstGeom prst="ellipse">
              <a:avLst/>
            </a:prstGeom>
            <a:gradFill>
              <a:gsLst>
                <a:gs pos="0">
                  <a:srgbClr val="888572">
                    <a:alpha val="16466"/>
                  </a:srgbClr>
                </a:gs>
                <a:gs pos="14286">
                  <a:srgbClr val="888572">
                    <a:alpha val="15241"/>
                  </a:srgbClr>
                </a:gs>
                <a:gs pos="28571">
                  <a:srgbClr val="888572">
                    <a:alpha val="12049"/>
                  </a:srgbClr>
                </a:gs>
                <a:gs pos="42857">
                  <a:srgbClr val="888572">
                    <a:alpha val="8077"/>
                  </a:srgbClr>
                </a:gs>
                <a:gs pos="57143">
                  <a:srgbClr val="888572">
                    <a:alpha val="4559"/>
                  </a:srgbClr>
                </a:gs>
                <a:gs pos="71429">
                  <a:srgbClr val="888572">
                    <a:alpha val="2161"/>
                  </a:srgbClr>
                </a:gs>
                <a:gs pos="85714">
                  <a:srgbClr val="888572">
                    <a:alpha val="860"/>
                  </a:srgbClr>
                </a:gs>
                <a:gs pos="100000">
                  <a:srgbClr val="888572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-8692986">
              <a:off x="2316709" y="1782474"/>
              <a:ext cx="68461" cy="17552"/>
            </a:xfrm>
            <a:prstGeom prst="ellipse">
              <a:avLst/>
            </a:prstGeom>
            <a:gradFill>
              <a:gsLst>
                <a:gs pos="0">
                  <a:srgbClr val="DBCFD2">
                    <a:alpha val="16534"/>
                  </a:srgbClr>
                </a:gs>
                <a:gs pos="14286">
                  <a:srgbClr val="DBCFD2">
                    <a:alpha val="15305"/>
                  </a:srgbClr>
                </a:gs>
                <a:gs pos="28571">
                  <a:srgbClr val="DBCFD2">
                    <a:alpha val="12101"/>
                  </a:srgbClr>
                </a:gs>
                <a:gs pos="42857">
                  <a:srgbClr val="DBCFD2">
                    <a:alpha val="8112"/>
                  </a:srgbClr>
                </a:gs>
                <a:gs pos="57143">
                  <a:srgbClr val="DBCFD2">
                    <a:alpha val="4580"/>
                  </a:srgbClr>
                </a:gs>
                <a:gs pos="71429">
                  <a:srgbClr val="DBCFD2">
                    <a:alpha val="2170"/>
                  </a:srgbClr>
                </a:gs>
                <a:gs pos="85714">
                  <a:srgbClr val="DBCFD2">
                    <a:alpha val="864"/>
                  </a:srgbClr>
                </a:gs>
                <a:gs pos="100000">
                  <a:srgbClr val="DBCFD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9345000">
              <a:off x="1115513" y="2507449"/>
              <a:ext cx="68461" cy="17728"/>
            </a:xfrm>
            <a:prstGeom prst="ellipse">
              <a:avLst/>
            </a:prstGeom>
            <a:gradFill>
              <a:gsLst>
                <a:gs pos="0">
                  <a:srgbClr val="94689D">
                    <a:alpha val="16403"/>
                  </a:srgbClr>
                </a:gs>
                <a:gs pos="14286">
                  <a:srgbClr val="94689D">
                    <a:alpha val="15183"/>
                  </a:srgbClr>
                </a:gs>
                <a:gs pos="28571">
                  <a:srgbClr val="94689D">
                    <a:alpha val="12002"/>
                  </a:srgbClr>
                </a:gs>
                <a:gs pos="42857">
                  <a:srgbClr val="94689D">
                    <a:alpha val="8045"/>
                  </a:srgbClr>
                </a:gs>
                <a:gs pos="57143">
                  <a:srgbClr val="94689D">
                    <a:alpha val="4541"/>
                  </a:srgbClr>
                </a:gs>
                <a:gs pos="71429">
                  <a:srgbClr val="94689D">
                    <a:alpha val="2152"/>
                  </a:srgbClr>
                </a:gs>
                <a:gs pos="85714">
                  <a:srgbClr val="94689D">
                    <a:alpha val="856"/>
                  </a:srgbClr>
                </a:gs>
                <a:gs pos="100000">
                  <a:srgbClr val="94689D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5234740">
              <a:off x="1811403" y="2752390"/>
              <a:ext cx="68461" cy="17668"/>
            </a:xfrm>
            <a:prstGeom prst="ellipse">
              <a:avLst/>
            </a:prstGeom>
            <a:gradFill>
              <a:gsLst>
                <a:gs pos="0">
                  <a:srgbClr val="F0D5C9">
                    <a:alpha val="16448"/>
                  </a:srgbClr>
                </a:gs>
                <a:gs pos="14286">
                  <a:srgbClr val="F0D5C9">
                    <a:alpha val="15225"/>
                  </a:srgbClr>
                </a:gs>
                <a:gs pos="28571">
                  <a:srgbClr val="F0D5C9">
                    <a:alpha val="12036"/>
                  </a:srgbClr>
                </a:gs>
                <a:gs pos="42857">
                  <a:srgbClr val="F0D5C9">
                    <a:alpha val="8068"/>
                  </a:srgbClr>
                </a:gs>
                <a:gs pos="57143">
                  <a:srgbClr val="F0D5C9">
                    <a:alpha val="4554"/>
                  </a:srgbClr>
                </a:gs>
                <a:gs pos="71429">
                  <a:srgbClr val="F0D5C9">
                    <a:alpha val="2158"/>
                  </a:srgbClr>
                </a:gs>
                <a:gs pos="85714">
                  <a:srgbClr val="F0D5C9">
                    <a:alpha val="859"/>
                  </a:srgbClr>
                </a:gs>
                <a:gs pos="100000">
                  <a:srgbClr val="F0D5C9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3739352">
              <a:off x="1679740" y="2155309"/>
              <a:ext cx="68461" cy="17236"/>
            </a:xfrm>
            <a:prstGeom prst="ellipse">
              <a:avLst/>
            </a:prstGeom>
            <a:gradFill>
              <a:gsLst>
                <a:gs pos="0">
                  <a:srgbClr val="5E3C2A">
                    <a:alpha val="16767"/>
                  </a:srgbClr>
                </a:gs>
                <a:gs pos="14286">
                  <a:srgbClr val="5E3C2A">
                    <a:alpha val="15522"/>
                  </a:srgbClr>
                </a:gs>
                <a:gs pos="28571">
                  <a:srgbClr val="5E3C2A">
                    <a:alpha val="12276"/>
                  </a:srgbClr>
                </a:gs>
                <a:gs pos="42857">
                  <a:srgbClr val="5E3C2A">
                    <a:alpha val="8232"/>
                  </a:srgbClr>
                </a:gs>
                <a:gs pos="57143">
                  <a:srgbClr val="5E3C2A">
                    <a:alpha val="4649"/>
                  </a:srgbClr>
                </a:gs>
                <a:gs pos="71429">
                  <a:srgbClr val="5E3C2A">
                    <a:alpha val="2204"/>
                  </a:srgbClr>
                </a:gs>
                <a:gs pos="85714">
                  <a:srgbClr val="5E3C2A">
                    <a:alpha val="877"/>
                  </a:srgbClr>
                </a:gs>
                <a:gs pos="100000">
                  <a:srgbClr val="5E3C2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8072044">
              <a:off x="827674" y="1270671"/>
              <a:ext cx="515562" cy="89350"/>
            </a:xfrm>
            <a:prstGeom prst="ellipse">
              <a:avLst/>
            </a:prstGeom>
            <a:gradFill>
              <a:gsLst>
                <a:gs pos="0">
                  <a:srgbClr val="FFFFC4">
                    <a:alpha val="32968"/>
                  </a:srgbClr>
                </a:gs>
                <a:gs pos="14286">
                  <a:srgbClr val="FFFFC4">
                    <a:alpha val="30764"/>
                  </a:srgbClr>
                </a:gs>
                <a:gs pos="28571">
                  <a:srgbClr val="FFFFC4">
                    <a:alpha val="24833"/>
                  </a:srgbClr>
                </a:gs>
                <a:gs pos="42857">
                  <a:srgbClr val="FFFFC4">
                    <a:alpha val="17075"/>
                  </a:srgbClr>
                </a:gs>
                <a:gs pos="57143">
                  <a:srgbClr val="FFFFC4">
                    <a:alpha val="9855"/>
                  </a:srgbClr>
                </a:gs>
                <a:gs pos="71429">
                  <a:srgbClr val="FFFFC4">
                    <a:alpha val="4740"/>
                  </a:srgbClr>
                </a:gs>
                <a:gs pos="85714">
                  <a:srgbClr val="FFFFC4">
                    <a:alpha val="1902"/>
                  </a:srgbClr>
                </a:gs>
                <a:gs pos="100000">
                  <a:srgbClr val="FFF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4141803">
              <a:off x="902351" y="1467210"/>
              <a:ext cx="65840" cy="16460"/>
            </a:xfrm>
            <a:prstGeom prst="ellipse">
              <a:avLst/>
            </a:prstGeom>
            <a:gradFill>
              <a:gsLst>
                <a:gs pos="0">
                  <a:srgbClr val="C6B9C4">
                    <a:alpha val="17338"/>
                  </a:srgbClr>
                </a:gs>
                <a:gs pos="14286">
                  <a:srgbClr val="C6B9C4">
                    <a:alpha val="16055"/>
                  </a:srgbClr>
                </a:gs>
                <a:gs pos="28571">
                  <a:srgbClr val="C6B9C4">
                    <a:alpha val="12705"/>
                  </a:srgbClr>
                </a:gs>
                <a:gs pos="42857">
                  <a:srgbClr val="C6B9C4">
                    <a:alpha val="8527"/>
                  </a:srgbClr>
                </a:gs>
                <a:gs pos="57143">
                  <a:srgbClr val="C6B9C4">
                    <a:alpha val="4819"/>
                  </a:srgbClr>
                </a:gs>
                <a:gs pos="71429">
                  <a:srgbClr val="C6B9C4">
                    <a:alpha val="2285"/>
                  </a:srgbClr>
                </a:gs>
                <a:gs pos="85714">
                  <a:srgbClr val="C6B9C4">
                    <a:alpha val="910"/>
                  </a:srgbClr>
                </a:gs>
                <a:gs pos="100000">
                  <a:srgbClr val="C6B9C4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6236514">
              <a:off x="2716200" y="1773131"/>
              <a:ext cx="68461" cy="17803"/>
            </a:xfrm>
            <a:prstGeom prst="ellipse">
              <a:avLst/>
            </a:prstGeom>
            <a:gradFill>
              <a:gsLst>
                <a:gs pos="0">
                  <a:srgbClr val="787470">
                    <a:alpha val="16348"/>
                  </a:srgbClr>
                </a:gs>
                <a:gs pos="14286">
                  <a:srgbClr val="787470">
                    <a:alpha val="15131"/>
                  </a:srgbClr>
                </a:gs>
                <a:gs pos="28571">
                  <a:srgbClr val="787470">
                    <a:alpha val="11961"/>
                  </a:srgbClr>
                </a:gs>
                <a:gs pos="42857">
                  <a:srgbClr val="787470">
                    <a:alpha val="8016"/>
                  </a:srgbClr>
                </a:gs>
                <a:gs pos="57143">
                  <a:srgbClr val="787470">
                    <a:alpha val="4524"/>
                  </a:srgbClr>
                </a:gs>
                <a:gs pos="71429">
                  <a:srgbClr val="787470">
                    <a:alpha val="2144"/>
                  </a:srgbClr>
                </a:gs>
                <a:gs pos="85714">
                  <a:srgbClr val="787470">
                    <a:alpha val="853"/>
                  </a:srgbClr>
                </a:gs>
                <a:gs pos="100000">
                  <a:srgbClr val="78747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4380383">
              <a:off x="2534321" y="2346638"/>
              <a:ext cx="68461" cy="17611"/>
            </a:xfrm>
            <a:prstGeom prst="ellipse">
              <a:avLst/>
            </a:prstGeom>
            <a:gradFill>
              <a:gsLst>
                <a:gs pos="0">
                  <a:srgbClr val="9A6700">
                    <a:alpha val="16491"/>
                  </a:srgbClr>
                </a:gs>
                <a:gs pos="14286">
                  <a:srgbClr val="9A6700">
                    <a:alpha val="15264"/>
                  </a:srgbClr>
                </a:gs>
                <a:gs pos="28571">
                  <a:srgbClr val="9A6700">
                    <a:alpha val="12068"/>
                  </a:srgbClr>
                </a:gs>
                <a:gs pos="42857">
                  <a:srgbClr val="9A6700">
                    <a:alpha val="8090"/>
                  </a:srgbClr>
                </a:gs>
                <a:gs pos="57143">
                  <a:srgbClr val="9A6700">
                    <a:alpha val="4567"/>
                  </a:srgbClr>
                </a:gs>
                <a:gs pos="71429">
                  <a:srgbClr val="9A6700">
                    <a:alpha val="2164"/>
                  </a:srgbClr>
                </a:gs>
                <a:gs pos="85714">
                  <a:srgbClr val="9A6700">
                    <a:alpha val="861"/>
                  </a:srgbClr>
                </a:gs>
                <a:gs pos="100000">
                  <a:srgbClr val="9A67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3493669">
              <a:off x="973035" y="1523506"/>
              <a:ext cx="362448" cy="4103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-9824444">
              <a:off x="1522872" y="599398"/>
              <a:ext cx="509958" cy="45224"/>
            </a:xfrm>
            <a:prstGeom prst="ellipse">
              <a:avLst/>
            </a:prstGeom>
            <a:gradFill>
              <a:gsLst>
                <a:gs pos="0">
                  <a:srgbClr val="FFE8C3">
                    <a:alpha val="32968"/>
                  </a:srgbClr>
                </a:gs>
                <a:gs pos="14286">
                  <a:srgbClr val="FFE8C3">
                    <a:alpha val="30764"/>
                  </a:srgbClr>
                </a:gs>
                <a:gs pos="28571">
                  <a:srgbClr val="FFE8C3">
                    <a:alpha val="24833"/>
                  </a:srgbClr>
                </a:gs>
                <a:gs pos="42857">
                  <a:srgbClr val="FFE8C3">
                    <a:alpha val="17075"/>
                  </a:srgbClr>
                </a:gs>
                <a:gs pos="57143">
                  <a:srgbClr val="FFE8C3">
                    <a:alpha val="9855"/>
                  </a:srgbClr>
                </a:gs>
                <a:gs pos="71429">
                  <a:srgbClr val="FFE8C3">
                    <a:alpha val="4740"/>
                  </a:srgbClr>
                </a:gs>
                <a:gs pos="85714">
                  <a:srgbClr val="FFE8C3">
                    <a:alpha val="1902"/>
                  </a:srgbClr>
                </a:gs>
                <a:gs pos="100000">
                  <a:srgbClr val="FFE8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8258657">
              <a:off x="1805365" y="1640629"/>
              <a:ext cx="186917" cy="74886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6437974">
              <a:off x="2333577" y="3116481"/>
              <a:ext cx="344572" cy="56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779144">
              <a:off x="1606001" y="1880593"/>
              <a:ext cx="338867" cy="473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10224619">
              <a:off x="1588971" y="649593"/>
              <a:ext cx="353923" cy="59751"/>
            </a:xfrm>
            <a:prstGeom prst="ellipse">
              <a:avLst/>
            </a:prstGeom>
            <a:gradFill>
              <a:gsLst>
                <a:gs pos="0">
                  <a:srgbClr val="FFEED4">
                    <a:alpha val="32968"/>
                  </a:srgbClr>
                </a:gs>
                <a:gs pos="14286">
                  <a:srgbClr val="FFEED4">
                    <a:alpha val="30764"/>
                  </a:srgbClr>
                </a:gs>
                <a:gs pos="28571">
                  <a:srgbClr val="FFEED4">
                    <a:alpha val="24833"/>
                  </a:srgbClr>
                </a:gs>
                <a:gs pos="42857">
                  <a:srgbClr val="FFEED4">
                    <a:alpha val="17075"/>
                  </a:srgbClr>
                </a:gs>
                <a:gs pos="57143">
                  <a:srgbClr val="FFEED4">
                    <a:alpha val="9855"/>
                  </a:srgbClr>
                </a:gs>
                <a:gs pos="71429">
                  <a:srgbClr val="FFEED4">
                    <a:alpha val="4740"/>
                  </a:srgbClr>
                </a:gs>
                <a:gs pos="85714">
                  <a:srgbClr val="FFEED4">
                    <a:alpha val="1902"/>
                  </a:srgbClr>
                </a:gs>
                <a:gs pos="100000">
                  <a:srgbClr val="FFEE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8948178">
              <a:off x="385420" y="1591066"/>
              <a:ext cx="549832" cy="80114"/>
            </a:xfrm>
            <a:prstGeom prst="ellipse">
              <a:avLst/>
            </a:prstGeom>
            <a:gradFill>
              <a:gsLst>
                <a:gs pos="0">
                  <a:srgbClr val="FFFF95">
                    <a:alpha val="32968"/>
                  </a:srgbClr>
                </a:gs>
                <a:gs pos="14286">
                  <a:srgbClr val="FFFF95">
                    <a:alpha val="30764"/>
                  </a:srgbClr>
                </a:gs>
                <a:gs pos="28571">
                  <a:srgbClr val="FFFF95">
                    <a:alpha val="24833"/>
                  </a:srgbClr>
                </a:gs>
                <a:gs pos="42857">
                  <a:srgbClr val="FFFF95">
                    <a:alpha val="17075"/>
                  </a:srgbClr>
                </a:gs>
                <a:gs pos="57143">
                  <a:srgbClr val="FFFF95">
                    <a:alpha val="9855"/>
                  </a:srgbClr>
                </a:gs>
                <a:gs pos="71429">
                  <a:srgbClr val="FFFF95">
                    <a:alpha val="4740"/>
                  </a:srgbClr>
                </a:gs>
                <a:gs pos="85714">
                  <a:srgbClr val="FFFF95">
                    <a:alpha val="1902"/>
                  </a:srgbClr>
                </a:gs>
                <a:gs pos="100000">
                  <a:srgbClr val="FFFF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9752113">
              <a:off x="790143" y="3414484"/>
              <a:ext cx="553649" cy="95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5372379">
              <a:off x="2811299" y="1135195"/>
              <a:ext cx="68461" cy="17942"/>
            </a:xfrm>
            <a:prstGeom prst="ellipse">
              <a:avLst/>
            </a:prstGeom>
            <a:gradFill>
              <a:gsLst>
                <a:gs pos="0">
                  <a:srgbClr val="C2BDBF">
                    <a:alpha val="16245"/>
                  </a:srgbClr>
                </a:gs>
                <a:gs pos="14286">
                  <a:srgbClr val="C2BDBF">
                    <a:alpha val="15036"/>
                  </a:srgbClr>
                </a:gs>
                <a:gs pos="28571">
                  <a:srgbClr val="C2BDBF">
                    <a:alpha val="11884"/>
                  </a:srgbClr>
                </a:gs>
                <a:gs pos="42857">
                  <a:srgbClr val="C2BDBF">
                    <a:alpha val="7963"/>
                  </a:srgbClr>
                </a:gs>
                <a:gs pos="57143">
                  <a:srgbClr val="C2BDBF">
                    <a:alpha val="4494"/>
                  </a:srgbClr>
                </a:gs>
                <a:gs pos="71429">
                  <a:srgbClr val="C2BDBF">
                    <a:alpha val="2129"/>
                  </a:srgbClr>
                </a:gs>
                <a:gs pos="85714">
                  <a:srgbClr val="C2BDBF">
                    <a:alpha val="847"/>
                  </a:srgbClr>
                </a:gs>
                <a:gs pos="100000">
                  <a:srgbClr val="C2BDBF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400000">
              <a:off x="3484383" y="3191755"/>
              <a:ext cx="54245" cy="54245"/>
            </a:xfrm>
            <a:prstGeom prst="ellipse">
              <a:avLst/>
            </a:prstGeom>
            <a:gradFill>
              <a:gsLst>
                <a:gs pos="0">
                  <a:srgbClr val="FFFFFF">
                    <a:alpha val="15373"/>
                  </a:srgbClr>
                </a:gs>
                <a:gs pos="14286">
                  <a:srgbClr val="FFFFFF">
                    <a:alpha val="14223"/>
                  </a:srgbClr>
                </a:gs>
                <a:gs pos="28571">
                  <a:srgbClr val="FFFFFF">
                    <a:alpha val="11230"/>
                  </a:srgbClr>
                </a:gs>
                <a:gs pos="42857">
                  <a:srgbClr val="FFFFFF">
                    <a:alpha val="7516"/>
                  </a:srgbClr>
                </a:gs>
                <a:gs pos="57143">
                  <a:srgbClr val="FFFFFF">
                    <a:alpha val="4237"/>
                  </a:srgbClr>
                </a:gs>
                <a:gs pos="71429">
                  <a:srgbClr val="FFFFFF">
                    <a:alpha val="2006"/>
                  </a:srgbClr>
                </a:gs>
                <a:gs pos="85714">
                  <a:srgbClr val="FFFFFF">
                    <a:alpha val="798"/>
                  </a:srgbClr>
                </a:gs>
                <a:gs pos="100000">
                  <a:srgbClr val="FFFFF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5400000">
              <a:off x="3084732" y="2504422"/>
              <a:ext cx="56728" cy="56728"/>
            </a:xfrm>
            <a:prstGeom prst="ellipse">
              <a:avLst/>
            </a:prstGeom>
            <a:gradFill>
              <a:gsLst>
                <a:gs pos="0">
                  <a:srgbClr val="FFFFFF">
                    <a:alpha val="14717"/>
                  </a:srgbClr>
                </a:gs>
                <a:gs pos="14286">
                  <a:srgbClr val="FFFFFF">
                    <a:alpha val="13611"/>
                  </a:srgbClr>
                </a:gs>
                <a:gs pos="28571">
                  <a:srgbClr val="FFFFFF">
                    <a:alpha val="10739"/>
                  </a:srgbClr>
                </a:gs>
                <a:gs pos="42857">
                  <a:srgbClr val="FFFFFF">
                    <a:alpha val="7181"/>
                  </a:srgbClr>
                </a:gs>
                <a:gs pos="57143">
                  <a:srgbClr val="FFFFFF">
                    <a:alpha val="4045"/>
                  </a:srgbClr>
                </a:gs>
                <a:gs pos="71429">
                  <a:srgbClr val="FFFFFF">
                    <a:alpha val="1914"/>
                  </a:srgbClr>
                </a:gs>
                <a:gs pos="85714">
                  <a:srgbClr val="FFFFFF">
                    <a:alpha val="761"/>
                  </a:srgbClr>
                </a:gs>
                <a:gs pos="100000">
                  <a:srgbClr val="FFFFFF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9677052">
              <a:off x="2759630" y="2483914"/>
              <a:ext cx="581717" cy="1469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334091">
              <a:off x="2826322" y="1438967"/>
              <a:ext cx="68461" cy="17988"/>
            </a:xfrm>
            <a:prstGeom prst="ellipse">
              <a:avLst/>
            </a:prstGeom>
            <a:gradFill>
              <a:gsLst>
                <a:gs pos="0">
                  <a:srgbClr val="BFB9BD">
                    <a:alpha val="16211"/>
                  </a:srgbClr>
                </a:gs>
                <a:gs pos="14286">
                  <a:srgbClr val="BFB9BD">
                    <a:alpha val="15004"/>
                  </a:srgbClr>
                </a:gs>
                <a:gs pos="28571">
                  <a:srgbClr val="BFB9BD">
                    <a:alpha val="11858"/>
                  </a:srgbClr>
                </a:gs>
                <a:gs pos="42857">
                  <a:srgbClr val="BFB9BD">
                    <a:alpha val="7946"/>
                  </a:srgbClr>
                </a:gs>
                <a:gs pos="57143">
                  <a:srgbClr val="BFB9BD">
                    <a:alpha val="4484"/>
                  </a:srgbClr>
                </a:gs>
                <a:gs pos="71429">
                  <a:srgbClr val="BFB9BD">
                    <a:alpha val="2124"/>
                  </a:srgbClr>
                </a:gs>
                <a:gs pos="85714">
                  <a:srgbClr val="BFB9BD">
                    <a:alpha val="846"/>
                  </a:srgbClr>
                </a:gs>
                <a:gs pos="100000">
                  <a:srgbClr val="BFB9B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8350401">
              <a:off x="-7291" y="834069"/>
              <a:ext cx="58315" cy="14579"/>
            </a:xfrm>
            <a:prstGeom prst="ellipse">
              <a:avLst/>
            </a:prstGeom>
            <a:gradFill>
              <a:gsLst>
                <a:gs pos="0">
                  <a:srgbClr val="FFFFFF">
                    <a:alpha val="18704"/>
                  </a:srgbClr>
                </a:gs>
                <a:gs pos="14286">
                  <a:srgbClr val="FFFFFF">
                    <a:alpha val="17331"/>
                  </a:srgbClr>
                </a:gs>
                <a:gs pos="28571">
                  <a:srgbClr val="FFFFFF">
                    <a:alpha val="13738"/>
                  </a:srgbClr>
                </a:gs>
                <a:gs pos="42857">
                  <a:srgbClr val="FFFFFF">
                    <a:alpha val="9238"/>
                  </a:srgbClr>
                </a:gs>
                <a:gs pos="57143">
                  <a:srgbClr val="FFFFFF">
                    <a:alpha val="5229"/>
                  </a:srgbClr>
                </a:gs>
                <a:gs pos="71429">
                  <a:srgbClr val="FFFFFF">
                    <a:alpha val="2483"/>
                  </a:srgbClr>
                </a:gs>
                <a:gs pos="85714">
                  <a:srgbClr val="FFFFFF">
                    <a:alpha val="989"/>
                  </a:srgbClr>
                </a:gs>
                <a:gs pos="100000">
                  <a:srgbClr val="FFFF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607503">
              <a:off x="2778914" y="2485692"/>
              <a:ext cx="562972" cy="1493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9736364">
              <a:off x="1217489" y="630044"/>
              <a:ext cx="421317" cy="417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3733715">
              <a:off x="2523530" y="400395"/>
              <a:ext cx="676988" cy="467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9326633">
              <a:off x="2287008" y="2445568"/>
              <a:ext cx="68461" cy="18052"/>
            </a:xfrm>
            <a:prstGeom prst="ellipse">
              <a:avLst/>
            </a:prstGeom>
            <a:gradFill>
              <a:gsLst>
                <a:gs pos="0">
                  <a:srgbClr val="EB8B77">
                    <a:alpha val="16163"/>
                  </a:srgbClr>
                </a:gs>
                <a:gs pos="14286">
                  <a:srgbClr val="EB8B77">
                    <a:alpha val="14959"/>
                  </a:srgbClr>
                </a:gs>
                <a:gs pos="28571">
                  <a:srgbClr val="EB8B77">
                    <a:alpha val="11822"/>
                  </a:srgbClr>
                </a:gs>
                <a:gs pos="42857">
                  <a:srgbClr val="EB8B77">
                    <a:alpha val="7921"/>
                  </a:srgbClr>
                </a:gs>
                <a:gs pos="57143">
                  <a:srgbClr val="EB8B77">
                    <a:alpha val="4470"/>
                  </a:srgbClr>
                </a:gs>
                <a:gs pos="71429">
                  <a:srgbClr val="EB8B77">
                    <a:alpha val="2118"/>
                  </a:srgbClr>
                </a:gs>
                <a:gs pos="85714">
                  <a:srgbClr val="EB8B77">
                    <a:alpha val="843"/>
                  </a:srgbClr>
                </a:gs>
                <a:gs pos="100000">
                  <a:srgbClr val="EB8B7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879773">
              <a:off x="2732705" y="2520325"/>
              <a:ext cx="202358" cy="94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9383186">
              <a:off x="1068442" y="2481693"/>
              <a:ext cx="522650" cy="103290"/>
            </a:xfrm>
            <a:prstGeom prst="ellipse">
              <a:avLst/>
            </a:prstGeom>
            <a:gradFill>
              <a:gsLst>
                <a:gs pos="0">
                  <a:srgbClr val="6B008B">
                    <a:alpha val="32968"/>
                  </a:srgbClr>
                </a:gs>
                <a:gs pos="14286">
                  <a:srgbClr val="6B008B">
                    <a:alpha val="30764"/>
                  </a:srgbClr>
                </a:gs>
                <a:gs pos="28571">
                  <a:srgbClr val="6B008B">
                    <a:alpha val="24833"/>
                  </a:srgbClr>
                </a:gs>
                <a:gs pos="42857">
                  <a:srgbClr val="6B008B">
                    <a:alpha val="17075"/>
                  </a:srgbClr>
                </a:gs>
                <a:gs pos="57143">
                  <a:srgbClr val="6B008B">
                    <a:alpha val="9855"/>
                  </a:srgbClr>
                </a:gs>
                <a:gs pos="71429">
                  <a:srgbClr val="6B008B">
                    <a:alpha val="4740"/>
                  </a:srgbClr>
                </a:gs>
                <a:gs pos="85714">
                  <a:srgbClr val="6B008B">
                    <a:alpha val="1902"/>
                  </a:srgbClr>
                </a:gs>
                <a:gs pos="100000">
                  <a:srgbClr val="6B0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2813971">
              <a:off x="1121550" y="1694319"/>
              <a:ext cx="269359" cy="451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5403808">
              <a:off x="3225442" y="1064532"/>
              <a:ext cx="68461" cy="18115"/>
            </a:xfrm>
            <a:prstGeom prst="ellipse">
              <a:avLst/>
            </a:prstGeom>
            <a:gradFill>
              <a:gsLst>
                <a:gs pos="0">
                  <a:srgbClr val="C3BDB4">
                    <a:alpha val="16116"/>
                  </a:srgbClr>
                </a:gs>
                <a:gs pos="14286">
                  <a:srgbClr val="C3BDB4">
                    <a:alpha val="14915"/>
                  </a:srgbClr>
                </a:gs>
                <a:gs pos="28571">
                  <a:srgbClr val="C3BDB4">
                    <a:alpha val="11787"/>
                  </a:srgbClr>
                </a:gs>
                <a:gs pos="42857">
                  <a:srgbClr val="C3BDB4">
                    <a:alpha val="7897"/>
                  </a:srgbClr>
                </a:gs>
                <a:gs pos="57143">
                  <a:srgbClr val="C3BDB4">
                    <a:alpha val="4456"/>
                  </a:srgbClr>
                </a:gs>
                <a:gs pos="71429">
                  <a:srgbClr val="C3BDB4">
                    <a:alpha val="2111"/>
                  </a:srgbClr>
                </a:gs>
                <a:gs pos="85714">
                  <a:srgbClr val="C3BDB4">
                    <a:alpha val="840"/>
                  </a:srgbClr>
                </a:gs>
                <a:gs pos="100000">
                  <a:srgbClr val="C3BDB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6386111">
              <a:off x="1331081" y="2704972"/>
              <a:ext cx="68461" cy="17824"/>
            </a:xfrm>
            <a:prstGeom prst="ellipse">
              <a:avLst/>
            </a:prstGeom>
            <a:gradFill>
              <a:gsLst>
                <a:gs pos="0">
                  <a:srgbClr val="BCABCF">
                    <a:alpha val="16332"/>
                  </a:srgbClr>
                </a:gs>
                <a:gs pos="14286">
                  <a:srgbClr val="BCABCF">
                    <a:alpha val="15117"/>
                  </a:srgbClr>
                </a:gs>
                <a:gs pos="28571">
                  <a:srgbClr val="BCABCF">
                    <a:alpha val="11949"/>
                  </a:srgbClr>
                </a:gs>
                <a:gs pos="42857">
                  <a:srgbClr val="BCABCF">
                    <a:alpha val="8008"/>
                  </a:srgbClr>
                </a:gs>
                <a:gs pos="57143">
                  <a:srgbClr val="BCABCF">
                    <a:alpha val="4520"/>
                  </a:srgbClr>
                </a:gs>
                <a:gs pos="71429">
                  <a:srgbClr val="BCABCF">
                    <a:alpha val="2142"/>
                  </a:srgbClr>
                </a:gs>
                <a:gs pos="85714">
                  <a:srgbClr val="BCABCF">
                    <a:alpha val="852"/>
                  </a:srgbClr>
                </a:gs>
                <a:gs pos="100000">
                  <a:srgbClr val="BCABC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10593704">
              <a:off x="1664416" y="361945"/>
              <a:ext cx="68461" cy="18088"/>
            </a:xfrm>
            <a:prstGeom prst="ellipse">
              <a:avLst/>
            </a:prstGeom>
            <a:gradFill>
              <a:gsLst>
                <a:gs pos="0">
                  <a:srgbClr val="A9966B">
                    <a:alpha val="16137"/>
                  </a:srgbClr>
                </a:gs>
                <a:gs pos="14286">
                  <a:srgbClr val="A9966B">
                    <a:alpha val="14935"/>
                  </a:srgbClr>
                </a:gs>
                <a:gs pos="28571">
                  <a:srgbClr val="A9966B">
                    <a:alpha val="11802"/>
                  </a:srgbClr>
                </a:gs>
                <a:gs pos="42857">
                  <a:srgbClr val="A9966B">
                    <a:alpha val="7907"/>
                  </a:srgbClr>
                </a:gs>
                <a:gs pos="57143">
                  <a:srgbClr val="A9966B">
                    <a:alpha val="4462"/>
                  </a:srgbClr>
                </a:gs>
                <a:gs pos="71429">
                  <a:srgbClr val="A9966B">
                    <a:alpha val="2114"/>
                  </a:srgbClr>
                </a:gs>
                <a:gs pos="85714">
                  <a:srgbClr val="A9966B">
                    <a:alpha val="841"/>
                  </a:srgbClr>
                </a:gs>
                <a:gs pos="100000">
                  <a:srgbClr val="A9966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5340032">
              <a:off x="3356712" y="3152734"/>
              <a:ext cx="319052" cy="65399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5418682">
              <a:off x="1676413" y="3421638"/>
              <a:ext cx="476457" cy="96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695759">
              <a:off x="2660221" y="930869"/>
              <a:ext cx="68461" cy="18130"/>
            </a:xfrm>
            <a:prstGeom prst="ellipse">
              <a:avLst/>
            </a:prstGeom>
            <a:gradFill>
              <a:gsLst>
                <a:gs pos="0">
                  <a:srgbClr val="DCD5D9">
                    <a:alpha val="16106"/>
                  </a:srgbClr>
                </a:gs>
                <a:gs pos="14286">
                  <a:srgbClr val="DCD5D9">
                    <a:alpha val="14905"/>
                  </a:srgbClr>
                </a:gs>
                <a:gs pos="28571">
                  <a:srgbClr val="DCD5D9">
                    <a:alpha val="11779"/>
                  </a:srgbClr>
                </a:gs>
                <a:gs pos="42857">
                  <a:srgbClr val="DCD5D9">
                    <a:alpha val="7891"/>
                  </a:srgbClr>
                </a:gs>
                <a:gs pos="57143">
                  <a:srgbClr val="DCD5D9">
                    <a:alpha val="4453"/>
                  </a:srgbClr>
                </a:gs>
                <a:gs pos="71429">
                  <a:srgbClr val="DCD5D9">
                    <a:alpha val="2110"/>
                  </a:srgbClr>
                </a:gs>
                <a:gs pos="85714">
                  <a:srgbClr val="DCD5D9">
                    <a:alpha val="840"/>
                  </a:srgbClr>
                </a:gs>
                <a:gs pos="100000">
                  <a:srgbClr val="DCD5D9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9840773">
              <a:off x="2888445" y="2466347"/>
              <a:ext cx="281544" cy="52023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9172828">
              <a:off x="948538" y="2530584"/>
              <a:ext cx="350929" cy="41976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243177">
              <a:off x="3056037" y="1433461"/>
              <a:ext cx="256617" cy="218308"/>
            </a:xfrm>
            <a:prstGeom prst="ellipse">
              <a:avLst/>
            </a:prstGeom>
            <a:gradFill>
              <a:gsLst>
                <a:gs pos="0">
                  <a:srgbClr val="ECF3FF">
                    <a:alpha val="32968"/>
                  </a:srgbClr>
                </a:gs>
                <a:gs pos="14286">
                  <a:srgbClr val="ECF3FF">
                    <a:alpha val="30764"/>
                  </a:srgbClr>
                </a:gs>
                <a:gs pos="28571">
                  <a:srgbClr val="ECF3FF">
                    <a:alpha val="24833"/>
                  </a:srgbClr>
                </a:gs>
                <a:gs pos="42857">
                  <a:srgbClr val="ECF3FF">
                    <a:alpha val="17075"/>
                  </a:srgbClr>
                </a:gs>
                <a:gs pos="57143">
                  <a:srgbClr val="ECF3FF">
                    <a:alpha val="9855"/>
                  </a:srgbClr>
                </a:gs>
                <a:gs pos="71429">
                  <a:srgbClr val="ECF3FF">
                    <a:alpha val="4740"/>
                  </a:srgbClr>
                </a:gs>
                <a:gs pos="85714">
                  <a:srgbClr val="ECF3FF">
                    <a:alpha val="1902"/>
                  </a:srgbClr>
                </a:gs>
                <a:gs pos="100000">
                  <a:srgbClr val="EC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292121">
              <a:off x="3079656" y="1174972"/>
              <a:ext cx="68461" cy="18155"/>
            </a:xfrm>
            <a:prstGeom prst="ellipse">
              <a:avLst/>
            </a:prstGeom>
            <a:gradFill>
              <a:gsLst>
                <a:gs pos="0">
                  <a:srgbClr val="787168">
                    <a:alpha val="16087"/>
                  </a:srgbClr>
                </a:gs>
                <a:gs pos="14286">
                  <a:srgbClr val="787168">
                    <a:alpha val="14888"/>
                  </a:srgbClr>
                </a:gs>
                <a:gs pos="28571">
                  <a:srgbClr val="787168">
                    <a:alpha val="11765"/>
                  </a:srgbClr>
                </a:gs>
                <a:gs pos="42857">
                  <a:srgbClr val="787168">
                    <a:alpha val="7882"/>
                  </a:srgbClr>
                </a:gs>
                <a:gs pos="57143">
                  <a:srgbClr val="787168">
                    <a:alpha val="4447"/>
                  </a:srgbClr>
                </a:gs>
                <a:gs pos="71429">
                  <a:srgbClr val="787168">
                    <a:alpha val="2107"/>
                  </a:srgbClr>
                </a:gs>
                <a:gs pos="85714">
                  <a:srgbClr val="787168">
                    <a:alpha val="838"/>
                  </a:srgbClr>
                </a:gs>
                <a:gs pos="100000">
                  <a:srgbClr val="787168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-8712515">
              <a:off x="2835473" y="1333360"/>
              <a:ext cx="486459" cy="183558"/>
            </a:xfrm>
            <a:prstGeom prst="ellipse">
              <a:avLst/>
            </a:prstGeom>
            <a:gradFill>
              <a:gsLst>
                <a:gs pos="0">
                  <a:srgbClr val="FBFCFF">
                    <a:alpha val="32968"/>
                  </a:srgbClr>
                </a:gs>
                <a:gs pos="14286">
                  <a:srgbClr val="FBFCFF">
                    <a:alpha val="30764"/>
                  </a:srgbClr>
                </a:gs>
                <a:gs pos="28571">
                  <a:srgbClr val="FBFCFF">
                    <a:alpha val="24833"/>
                  </a:srgbClr>
                </a:gs>
                <a:gs pos="42857">
                  <a:srgbClr val="FBFCFF">
                    <a:alpha val="17075"/>
                  </a:srgbClr>
                </a:gs>
                <a:gs pos="57143">
                  <a:srgbClr val="FBFCFF">
                    <a:alpha val="9855"/>
                  </a:srgbClr>
                </a:gs>
                <a:gs pos="71429">
                  <a:srgbClr val="FBFCFF">
                    <a:alpha val="4740"/>
                  </a:srgbClr>
                </a:gs>
                <a:gs pos="85714">
                  <a:srgbClr val="FBFCFF">
                    <a:alpha val="1902"/>
                  </a:srgbClr>
                </a:gs>
                <a:gs pos="100000">
                  <a:srgbClr val="FB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10345184">
              <a:off x="1578278" y="1322781"/>
              <a:ext cx="68461" cy="17547"/>
            </a:xfrm>
            <a:prstGeom prst="ellipse">
              <a:avLst/>
            </a:prstGeom>
            <a:gradFill>
              <a:gsLst>
                <a:gs pos="0">
                  <a:srgbClr val="D4BA9E">
                    <a:alpha val="16538"/>
                  </a:srgbClr>
                </a:gs>
                <a:gs pos="14286">
                  <a:srgbClr val="D4BA9E">
                    <a:alpha val="15308"/>
                  </a:srgbClr>
                </a:gs>
                <a:gs pos="28571">
                  <a:srgbClr val="D4BA9E">
                    <a:alpha val="12103"/>
                  </a:srgbClr>
                </a:gs>
                <a:gs pos="42857">
                  <a:srgbClr val="D4BA9E">
                    <a:alpha val="8114"/>
                  </a:srgbClr>
                </a:gs>
                <a:gs pos="57143">
                  <a:srgbClr val="D4BA9E">
                    <a:alpha val="4581"/>
                  </a:srgbClr>
                </a:gs>
                <a:gs pos="71429">
                  <a:srgbClr val="D4BA9E">
                    <a:alpha val="2171"/>
                  </a:srgbClr>
                </a:gs>
                <a:gs pos="85714">
                  <a:srgbClr val="D4BA9E">
                    <a:alpha val="864"/>
                  </a:srgbClr>
                </a:gs>
                <a:gs pos="100000">
                  <a:srgbClr val="D4BA9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8512625">
              <a:off x="1689818" y="980957"/>
              <a:ext cx="68461" cy="18145"/>
            </a:xfrm>
            <a:prstGeom prst="ellipse">
              <a:avLst/>
            </a:prstGeom>
            <a:gradFill>
              <a:gsLst>
                <a:gs pos="0">
                  <a:srgbClr val="AB8A72">
                    <a:alpha val="16094"/>
                  </a:srgbClr>
                </a:gs>
                <a:gs pos="14286">
                  <a:srgbClr val="AB8A72">
                    <a:alpha val="14895"/>
                  </a:srgbClr>
                </a:gs>
                <a:gs pos="28571">
                  <a:srgbClr val="AB8A72">
                    <a:alpha val="11770"/>
                  </a:srgbClr>
                </a:gs>
                <a:gs pos="42857">
                  <a:srgbClr val="AB8A72">
                    <a:alpha val="7886"/>
                  </a:srgbClr>
                </a:gs>
                <a:gs pos="57143">
                  <a:srgbClr val="AB8A72">
                    <a:alpha val="4449"/>
                  </a:srgbClr>
                </a:gs>
                <a:gs pos="71429">
                  <a:srgbClr val="AB8A72">
                    <a:alpha val="2108"/>
                  </a:srgbClr>
                </a:gs>
                <a:gs pos="85714">
                  <a:srgbClr val="AB8A72">
                    <a:alpha val="839"/>
                  </a:srgbClr>
                </a:gs>
                <a:gs pos="100000">
                  <a:srgbClr val="AB8A72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5677965">
              <a:off x="506276" y="1468537"/>
              <a:ext cx="525002" cy="163794"/>
            </a:xfrm>
            <a:prstGeom prst="ellipse">
              <a:avLst/>
            </a:prstGeom>
            <a:gradFill>
              <a:gsLst>
                <a:gs pos="0">
                  <a:srgbClr val="FF9F63">
                    <a:alpha val="32968"/>
                  </a:srgbClr>
                </a:gs>
                <a:gs pos="14286">
                  <a:srgbClr val="FF9F63">
                    <a:alpha val="30764"/>
                  </a:srgbClr>
                </a:gs>
                <a:gs pos="28571">
                  <a:srgbClr val="FF9F63">
                    <a:alpha val="24833"/>
                  </a:srgbClr>
                </a:gs>
                <a:gs pos="42857">
                  <a:srgbClr val="FF9F63">
                    <a:alpha val="17075"/>
                  </a:srgbClr>
                </a:gs>
                <a:gs pos="57143">
                  <a:srgbClr val="FF9F63">
                    <a:alpha val="9855"/>
                  </a:srgbClr>
                </a:gs>
                <a:gs pos="71429">
                  <a:srgbClr val="FF9F63">
                    <a:alpha val="4740"/>
                  </a:srgbClr>
                </a:gs>
                <a:gs pos="85714">
                  <a:srgbClr val="FF9F63">
                    <a:alpha val="1902"/>
                  </a:srgbClr>
                </a:gs>
                <a:gs pos="100000">
                  <a:srgbClr val="FF9F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8290044">
              <a:off x="1848047" y="600925"/>
              <a:ext cx="522970" cy="469326"/>
            </a:xfrm>
            <a:prstGeom prst="ellipse">
              <a:avLst/>
            </a:prstGeom>
            <a:gradFill>
              <a:gsLst>
                <a:gs pos="0">
                  <a:srgbClr val="FFD600">
                    <a:alpha val="6435"/>
                  </a:srgbClr>
                </a:gs>
                <a:gs pos="14286">
                  <a:srgbClr val="FFD600">
                    <a:alpha val="5931"/>
                  </a:srgbClr>
                </a:gs>
                <a:gs pos="28571">
                  <a:srgbClr val="FFD600">
                    <a:alpha val="4636"/>
                  </a:srgbClr>
                </a:gs>
                <a:gs pos="42857">
                  <a:srgbClr val="FFD600">
                    <a:alpha val="3066"/>
                  </a:srgbClr>
                </a:gs>
                <a:gs pos="57143">
                  <a:srgbClr val="FFD600">
                    <a:alpha val="1711"/>
                  </a:srgbClr>
                </a:gs>
                <a:gs pos="71429">
                  <a:srgbClr val="FFD600">
                    <a:alpha val="804"/>
                  </a:srgbClr>
                </a:gs>
                <a:gs pos="85714">
                  <a:srgbClr val="FFD600">
                    <a:alpha val="319"/>
                  </a:srgbClr>
                </a:gs>
                <a:gs pos="100000">
                  <a:srgbClr val="FFD6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472160">
              <a:off x="3156919" y="837377"/>
              <a:ext cx="68461" cy="18212"/>
            </a:xfrm>
            <a:prstGeom prst="ellipse">
              <a:avLst/>
            </a:prstGeom>
            <a:gradFill>
              <a:gsLst>
                <a:gs pos="0">
                  <a:srgbClr val="B9B4B5">
                    <a:alpha val="16045"/>
                  </a:srgbClr>
                </a:gs>
                <a:gs pos="14286">
                  <a:srgbClr val="B9B4B5">
                    <a:alpha val="14849"/>
                  </a:srgbClr>
                </a:gs>
                <a:gs pos="28571">
                  <a:srgbClr val="B9B4B5">
                    <a:alpha val="11733"/>
                  </a:srgbClr>
                </a:gs>
                <a:gs pos="42857">
                  <a:srgbClr val="B9B4B5">
                    <a:alpha val="7860"/>
                  </a:srgbClr>
                </a:gs>
                <a:gs pos="57143">
                  <a:srgbClr val="B9B4B5">
                    <a:alpha val="4435"/>
                  </a:srgbClr>
                </a:gs>
                <a:gs pos="71429">
                  <a:srgbClr val="B9B4B5">
                    <a:alpha val="2101"/>
                  </a:srgbClr>
                </a:gs>
                <a:gs pos="85714">
                  <a:srgbClr val="B9B4B5">
                    <a:alpha val="836"/>
                  </a:srgbClr>
                </a:gs>
                <a:gs pos="100000">
                  <a:srgbClr val="B9B4B5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9441501">
              <a:off x="1404873" y="163223"/>
              <a:ext cx="68461" cy="18196"/>
            </a:xfrm>
            <a:prstGeom prst="ellipse">
              <a:avLst/>
            </a:prstGeom>
            <a:gradFill>
              <a:gsLst>
                <a:gs pos="0">
                  <a:srgbClr val="8B7964">
                    <a:alpha val="16056"/>
                  </a:srgbClr>
                </a:gs>
                <a:gs pos="14286">
                  <a:srgbClr val="8B7964">
                    <a:alpha val="14860"/>
                  </a:srgbClr>
                </a:gs>
                <a:gs pos="28571">
                  <a:srgbClr val="8B7964">
                    <a:alpha val="11742"/>
                  </a:srgbClr>
                </a:gs>
                <a:gs pos="42857">
                  <a:srgbClr val="8B7964">
                    <a:alpha val="7866"/>
                  </a:srgbClr>
                </a:gs>
                <a:gs pos="57143">
                  <a:srgbClr val="8B7964">
                    <a:alpha val="4438"/>
                  </a:srgbClr>
                </a:gs>
                <a:gs pos="71429">
                  <a:srgbClr val="8B7964">
                    <a:alpha val="2103"/>
                  </a:srgbClr>
                </a:gs>
                <a:gs pos="85714">
                  <a:srgbClr val="8B7964">
                    <a:alpha val="837"/>
                  </a:srgbClr>
                </a:gs>
                <a:gs pos="100000">
                  <a:srgbClr val="8B7964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992999">
              <a:off x="1075850" y="2767797"/>
              <a:ext cx="217376" cy="101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4902894">
              <a:off x="2786522" y="1285042"/>
              <a:ext cx="471977" cy="612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3352747">
              <a:off x="3065034" y="2718714"/>
              <a:ext cx="579824" cy="130392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403459">
              <a:off x="1658875" y="3114187"/>
              <a:ext cx="563799" cy="26783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3420147">
              <a:off x="-16037" y="3456417"/>
              <a:ext cx="68461" cy="18264"/>
            </a:xfrm>
            <a:prstGeom prst="ellipse">
              <a:avLst/>
            </a:prstGeom>
            <a:gradFill>
              <a:gsLst>
                <a:gs pos="0">
                  <a:srgbClr val="9F7D83">
                    <a:alpha val="16006"/>
                  </a:srgbClr>
                </a:gs>
                <a:gs pos="14286">
                  <a:srgbClr val="9F7D83">
                    <a:alpha val="14812"/>
                  </a:srgbClr>
                </a:gs>
                <a:gs pos="28571">
                  <a:srgbClr val="9F7D83">
                    <a:alpha val="11704"/>
                  </a:srgbClr>
                </a:gs>
                <a:gs pos="42857">
                  <a:srgbClr val="9F7D83">
                    <a:alpha val="7840"/>
                  </a:srgbClr>
                </a:gs>
                <a:gs pos="57143">
                  <a:srgbClr val="9F7D83">
                    <a:alpha val="4423"/>
                  </a:srgbClr>
                </a:gs>
                <a:gs pos="71429">
                  <a:srgbClr val="9F7D83">
                    <a:alpha val="2095"/>
                  </a:srgbClr>
                </a:gs>
                <a:gs pos="85714">
                  <a:srgbClr val="9F7D83">
                    <a:alpha val="834"/>
                  </a:srgbClr>
                </a:gs>
                <a:gs pos="100000">
                  <a:srgbClr val="9F7D83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867970">
              <a:off x="1270789" y="3322279"/>
              <a:ext cx="68461" cy="18273"/>
            </a:xfrm>
            <a:prstGeom prst="ellipse">
              <a:avLst/>
            </a:prstGeom>
            <a:gradFill>
              <a:gsLst>
                <a:gs pos="0">
                  <a:srgbClr val="CA785A">
                    <a:alpha val="15999"/>
                  </a:srgbClr>
                </a:gs>
                <a:gs pos="14286">
                  <a:srgbClr val="CA785A">
                    <a:alpha val="14806"/>
                  </a:srgbClr>
                </a:gs>
                <a:gs pos="28571">
                  <a:srgbClr val="CA785A">
                    <a:alpha val="11699"/>
                  </a:srgbClr>
                </a:gs>
                <a:gs pos="42857">
                  <a:srgbClr val="CA785A">
                    <a:alpha val="7837"/>
                  </a:srgbClr>
                </a:gs>
                <a:gs pos="57143">
                  <a:srgbClr val="CA785A">
                    <a:alpha val="4421"/>
                  </a:srgbClr>
                </a:gs>
                <a:gs pos="71429">
                  <a:srgbClr val="CA785A">
                    <a:alpha val="2094"/>
                  </a:srgbClr>
                </a:gs>
                <a:gs pos="85714">
                  <a:srgbClr val="CA785A">
                    <a:alpha val="834"/>
                  </a:srgbClr>
                </a:gs>
                <a:gs pos="100000">
                  <a:srgbClr val="CA785A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6968825">
              <a:off x="2639260" y="377135"/>
              <a:ext cx="263250" cy="157953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4930889">
              <a:off x="941117" y="2761350"/>
              <a:ext cx="371685" cy="8968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9981882">
              <a:off x="1344196" y="1749464"/>
              <a:ext cx="203428" cy="95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400000">
              <a:off x="2872708" y="2499374"/>
              <a:ext cx="62807" cy="62807"/>
            </a:xfrm>
            <a:prstGeom prst="ellipse">
              <a:avLst/>
            </a:prstGeom>
            <a:gradFill>
              <a:gsLst>
                <a:gs pos="0">
                  <a:srgbClr val="FFFFFF">
                    <a:alpha val="13088"/>
                  </a:srgbClr>
                </a:gs>
                <a:gs pos="14286">
                  <a:srgbClr val="FFFFFF">
                    <a:alpha val="12096"/>
                  </a:srgbClr>
                </a:gs>
                <a:gs pos="28571">
                  <a:srgbClr val="FFFFFF">
                    <a:alpha val="9526"/>
                  </a:srgbClr>
                </a:gs>
                <a:gs pos="42857">
                  <a:srgbClr val="FFFFFF">
                    <a:alpha val="6355"/>
                  </a:srgbClr>
                </a:gs>
                <a:gs pos="57143">
                  <a:srgbClr val="FFFFFF">
                    <a:alpha val="3573"/>
                  </a:srgbClr>
                </a:gs>
                <a:gs pos="71429">
                  <a:srgbClr val="FFFFFF">
                    <a:alpha val="1689"/>
                  </a:srgbClr>
                </a:gs>
                <a:gs pos="85714">
                  <a:srgbClr val="FFFFFF">
                    <a:alpha val="671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124352">
              <a:off x="3303557" y="3533661"/>
              <a:ext cx="554867" cy="205256"/>
            </a:xfrm>
            <a:prstGeom prst="ellipse">
              <a:avLst/>
            </a:prstGeom>
            <a:gradFill>
              <a:gsLst>
                <a:gs pos="0">
                  <a:srgbClr val="014E25">
                    <a:alpha val="32968"/>
                  </a:srgbClr>
                </a:gs>
                <a:gs pos="14286">
                  <a:srgbClr val="014E25">
                    <a:alpha val="30764"/>
                  </a:srgbClr>
                </a:gs>
                <a:gs pos="28571">
                  <a:srgbClr val="014E25">
                    <a:alpha val="24833"/>
                  </a:srgbClr>
                </a:gs>
                <a:gs pos="42857">
                  <a:srgbClr val="014E25">
                    <a:alpha val="17075"/>
                  </a:srgbClr>
                </a:gs>
                <a:gs pos="57143">
                  <a:srgbClr val="014E25">
                    <a:alpha val="9855"/>
                  </a:srgbClr>
                </a:gs>
                <a:gs pos="71429">
                  <a:srgbClr val="014E25">
                    <a:alpha val="4740"/>
                  </a:srgbClr>
                </a:gs>
                <a:gs pos="85714">
                  <a:srgbClr val="014E25">
                    <a:alpha val="1902"/>
                  </a:srgbClr>
                </a:gs>
                <a:gs pos="100000">
                  <a:srgbClr val="014E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4260797">
              <a:off x="3308680" y="3396066"/>
              <a:ext cx="600644" cy="638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10392359">
              <a:off x="1584120" y="1967925"/>
              <a:ext cx="374539" cy="39450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-10512055">
              <a:off x="1175510" y="2612788"/>
              <a:ext cx="68461" cy="18368"/>
            </a:xfrm>
            <a:prstGeom prst="ellipse">
              <a:avLst/>
            </a:prstGeom>
            <a:gradFill>
              <a:gsLst>
                <a:gs pos="0">
                  <a:srgbClr val="C4A9BB">
                    <a:alpha val="15928"/>
                  </a:srgbClr>
                </a:gs>
                <a:gs pos="14286">
                  <a:srgbClr val="C4A9BB">
                    <a:alpha val="14740"/>
                  </a:srgbClr>
                </a:gs>
                <a:gs pos="28571">
                  <a:srgbClr val="C4A9BB">
                    <a:alpha val="11646"/>
                  </a:srgbClr>
                </a:gs>
                <a:gs pos="42857">
                  <a:srgbClr val="C4A9BB">
                    <a:alpha val="7800"/>
                  </a:srgbClr>
                </a:gs>
                <a:gs pos="57143">
                  <a:srgbClr val="C4A9BB">
                    <a:alpha val="4400"/>
                  </a:srgbClr>
                </a:gs>
                <a:gs pos="71429">
                  <a:srgbClr val="C4A9BB">
                    <a:alpha val="2084"/>
                  </a:srgbClr>
                </a:gs>
                <a:gs pos="85714">
                  <a:srgbClr val="C4A9BB">
                    <a:alpha val="829"/>
                  </a:srgbClr>
                </a:gs>
                <a:gs pos="100000">
                  <a:srgbClr val="C4A9B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9458606">
              <a:off x="2698971" y="490569"/>
              <a:ext cx="189281" cy="64206"/>
            </a:xfrm>
            <a:prstGeom prst="ellipse">
              <a:avLst/>
            </a:prstGeom>
            <a:gradFill>
              <a:gsLst>
                <a:gs pos="0">
                  <a:srgbClr val="FFFBEA">
                    <a:alpha val="32968"/>
                  </a:srgbClr>
                </a:gs>
                <a:gs pos="14286">
                  <a:srgbClr val="FFFBEA">
                    <a:alpha val="30764"/>
                  </a:srgbClr>
                </a:gs>
                <a:gs pos="28571">
                  <a:srgbClr val="FFFBEA">
                    <a:alpha val="24833"/>
                  </a:srgbClr>
                </a:gs>
                <a:gs pos="42857">
                  <a:srgbClr val="FFFBEA">
                    <a:alpha val="17075"/>
                  </a:srgbClr>
                </a:gs>
                <a:gs pos="57143">
                  <a:srgbClr val="FFFBEA">
                    <a:alpha val="9855"/>
                  </a:srgbClr>
                </a:gs>
                <a:gs pos="71429">
                  <a:srgbClr val="FFFBEA">
                    <a:alpha val="4740"/>
                  </a:srgbClr>
                </a:gs>
                <a:gs pos="85714">
                  <a:srgbClr val="FFFBEA">
                    <a:alpha val="1902"/>
                  </a:srgbClr>
                </a:gs>
                <a:gs pos="100000">
                  <a:srgbClr val="FFFB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104421">
              <a:off x="2546541" y="1124306"/>
              <a:ext cx="503919" cy="226747"/>
            </a:xfrm>
            <a:prstGeom prst="ellipse">
              <a:avLst/>
            </a:prstGeom>
            <a:gradFill>
              <a:gsLst>
                <a:gs pos="0">
                  <a:srgbClr val="FBECFF">
                    <a:alpha val="32968"/>
                  </a:srgbClr>
                </a:gs>
                <a:gs pos="14286">
                  <a:srgbClr val="FBECFF">
                    <a:alpha val="30764"/>
                  </a:srgbClr>
                </a:gs>
                <a:gs pos="28571">
                  <a:srgbClr val="FBECFF">
                    <a:alpha val="24833"/>
                  </a:srgbClr>
                </a:gs>
                <a:gs pos="42857">
                  <a:srgbClr val="FBECFF">
                    <a:alpha val="17075"/>
                  </a:srgbClr>
                </a:gs>
                <a:gs pos="57143">
                  <a:srgbClr val="FBECFF">
                    <a:alpha val="9855"/>
                  </a:srgbClr>
                </a:gs>
                <a:gs pos="71429">
                  <a:srgbClr val="FBECFF">
                    <a:alpha val="4740"/>
                  </a:srgbClr>
                </a:gs>
                <a:gs pos="85714">
                  <a:srgbClr val="FBECFF">
                    <a:alpha val="1902"/>
                  </a:srgbClr>
                </a:gs>
                <a:gs pos="100000">
                  <a:srgbClr val="FBE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9363253">
              <a:off x="1604460" y="2247063"/>
              <a:ext cx="806030" cy="767339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5869058">
              <a:off x="1507337" y="2859090"/>
              <a:ext cx="597723" cy="75926"/>
            </a:xfrm>
            <a:prstGeom prst="ellipse">
              <a:avLst/>
            </a:prstGeom>
            <a:gradFill>
              <a:gsLst>
                <a:gs pos="0">
                  <a:srgbClr val="FF9B5B">
                    <a:alpha val="32968"/>
                  </a:srgbClr>
                </a:gs>
                <a:gs pos="14286">
                  <a:srgbClr val="FF9B5B">
                    <a:alpha val="30764"/>
                  </a:srgbClr>
                </a:gs>
                <a:gs pos="28571">
                  <a:srgbClr val="FF9B5B">
                    <a:alpha val="24833"/>
                  </a:srgbClr>
                </a:gs>
                <a:gs pos="42857">
                  <a:srgbClr val="FF9B5B">
                    <a:alpha val="17075"/>
                  </a:srgbClr>
                </a:gs>
                <a:gs pos="57143">
                  <a:srgbClr val="FF9B5B">
                    <a:alpha val="9855"/>
                  </a:srgbClr>
                </a:gs>
                <a:gs pos="71429">
                  <a:srgbClr val="FF9B5B">
                    <a:alpha val="4740"/>
                  </a:srgbClr>
                </a:gs>
                <a:gs pos="85714">
                  <a:srgbClr val="FF9B5B">
                    <a:alpha val="1902"/>
                  </a:srgbClr>
                </a:gs>
                <a:gs pos="100000">
                  <a:srgbClr val="FF9B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870426">
              <a:off x="2907397" y="1860745"/>
              <a:ext cx="68461" cy="17841"/>
            </a:xfrm>
            <a:prstGeom prst="ellipse">
              <a:avLst/>
            </a:prstGeom>
            <a:gradFill>
              <a:gsLst>
                <a:gs pos="0">
                  <a:srgbClr val="C3B7B6">
                    <a:alpha val="16320"/>
                  </a:srgbClr>
                </a:gs>
                <a:gs pos="14286">
                  <a:srgbClr val="C3B7B6">
                    <a:alpha val="15105"/>
                  </a:srgbClr>
                </a:gs>
                <a:gs pos="28571">
                  <a:srgbClr val="C3B7B6">
                    <a:alpha val="11940"/>
                  </a:srgbClr>
                </a:gs>
                <a:gs pos="42857">
                  <a:srgbClr val="C3B7B6">
                    <a:alpha val="8002"/>
                  </a:srgbClr>
                </a:gs>
                <a:gs pos="57143">
                  <a:srgbClr val="C3B7B6">
                    <a:alpha val="4516"/>
                  </a:srgbClr>
                </a:gs>
                <a:gs pos="71429">
                  <a:srgbClr val="C3B7B6">
                    <a:alpha val="2140"/>
                  </a:srgbClr>
                </a:gs>
                <a:gs pos="85714">
                  <a:srgbClr val="C3B7B6">
                    <a:alpha val="852"/>
                  </a:srgbClr>
                </a:gs>
                <a:gs pos="100000">
                  <a:srgbClr val="C3B7B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7271164">
              <a:off x="-268283" y="822459"/>
              <a:ext cx="637460" cy="325076"/>
            </a:xfrm>
            <a:prstGeom prst="ellipse">
              <a:avLst/>
            </a:prstGeom>
            <a:gradFill>
              <a:gsLst>
                <a:gs pos="0">
                  <a:srgbClr val="0000BB">
                    <a:alpha val="32968"/>
                  </a:srgbClr>
                </a:gs>
                <a:gs pos="14286">
                  <a:srgbClr val="0000BB">
                    <a:alpha val="30764"/>
                  </a:srgbClr>
                </a:gs>
                <a:gs pos="28571">
                  <a:srgbClr val="0000BB">
                    <a:alpha val="24833"/>
                  </a:srgbClr>
                </a:gs>
                <a:gs pos="42857">
                  <a:srgbClr val="0000BB">
                    <a:alpha val="17075"/>
                  </a:srgbClr>
                </a:gs>
                <a:gs pos="57143">
                  <a:srgbClr val="0000BB">
                    <a:alpha val="9855"/>
                  </a:srgbClr>
                </a:gs>
                <a:gs pos="71429">
                  <a:srgbClr val="0000BB">
                    <a:alpha val="4740"/>
                  </a:srgbClr>
                </a:gs>
                <a:gs pos="85714">
                  <a:srgbClr val="0000BB">
                    <a:alpha val="1902"/>
                  </a:srgbClr>
                </a:gs>
                <a:gs pos="100000">
                  <a:srgbClr val="0000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2765539">
              <a:off x="2981127" y="2637388"/>
              <a:ext cx="600042" cy="1612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742199">
              <a:off x="948041" y="3469641"/>
              <a:ext cx="68461" cy="18444"/>
            </a:xfrm>
            <a:prstGeom prst="ellipse">
              <a:avLst/>
            </a:prstGeom>
            <a:gradFill>
              <a:gsLst>
                <a:gs pos="0">
                  <a:srgbClr val="6E2D23">
                    <a:alpha val="15871"/>
                  </a:srgbClr>
                </a:gs>
                <a:gs pos="14286">
                  <a:srgbClr val="6E2D23">
                    <a:alpha val="14687"/>
                  </a:srgbClr>
                </a:gs>
                <a:gs pos="28571">
                  <a:srgbClr val="6E2D23">
                    <a:alpha val="11603"/>
                  </a:srgbClr>
                </a:gs>
                <a:gs pos="42857">
                  <a:srgbClr val="6E2D23">
                    <a:alpha val="7771"/>
                  </a:srgbClr>
                </a:gs>
                <a:gs pos="57143">
                  <a:srgbClr val="6E2D23">
                    <a:alpha val="4384"/>
                  </a:srgbClr>
                </a:gs>
                <a:gs pos="71429">
                  <a:srgbClr val="6E2D23">
                    <a:alpha val="2076"/>
                  </a:srgbClr>
                </a:gs>
                <a:gs pos="85714">
                  <a:srgbClr val="6E2D23">
                    <a:alpha val="826"/>
                  </a:srgbClr>
                </a:gs>
                <a:gs pos="100000">
                  <a:srgbClr val="6E2D2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-9985326">
              <a:off x="2372676" y="1405360"/>
              <a:ext cx="631063" cy="398286"/>
            </a:xfrm>
            <a:prstGeom prst="ellipse">
              <a:avLst/>
            </a:prstGeom>
            <a:gradFill>
              <a:gsLst>
                <a:gs pos="0">
                  <a:srgbClr val="000058">
                    <a:alpha val="12421"/>
                  </a:srgbClr>
                </a:gs>
                <a:gs pos="14286">
                  <a:srgbClr val="000058">
                    <a:alpha val="11477"/>
                  </a:srgbClr>
                </a:gs>
                <a:gs pos="28571">
                  <a:srgbClr val="000058">
                    <a:alpha val="9031"/>
                  </a:srgbClr>
                </a:gs>
                <a:gs pos="42857">
                  <a:srgbClr val="000058">
                    <a:alpha val="6020"/>
                  </a:srgbClr>
                </a:gs>
                <a:gs pos="57143">
                  <a:srgbClr val="000058">
                    <a:alpha val="3382"/>
                  </a:srgbClr>
                </a:gs>
                <a:gs pos="71429">
                  <a:srgbClr val="000058">
                    <a:alpha val="1597"/>
                  </a:srgbClr>
                </a:gs>
                <a:gs pos="85714">
                  <a:srgbClr val="000058">
                    <a:alpha val="635"/>
                  </a:srgbClr>
                </a:gs>
                <a:gs pos="100000">
                  <a:srgbClr val="00005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5486103">
              <a:off x="2061515" y="1741166"/>
              <a:ext cx="68461" cy="18485"/>
            </a:xfrm>
            <a:prstGeom prst="ellipse">
              <a:avLst/>
            </a:prstGeom>
            <a:gradFill>
              <a:gsLst>
                <a:gs pos="0">
                  <a:srgbClr val="847871">
                    <a:alpha val="15841"/>
                  </a:srgbClr>
                </a:gs>
                <a:gs pos="14286">
                  <a:srgbClr val="847871">
                    <a:alpha val="14659"/>
                  </a:srgbClr>
                </a:gs>
                <a:gs pos="28571">
                  <a:srgbClr val="847871">
                    <a:alpha val="11581"/>
                  </a:srgbClr>
                </a:gs>
                <a:gs pos="42857">
                  <a:srgbClr val="847871">
                    <a:alpha val="7756"/>
                  </a:srgbClr>
                </a:gs>
                <a:gs pos="57143">
                  <a:srgbClr val="847871">
                    <a:alpha val="4375"/>
                  </a:srgbClr>
                </a:gs>
                <a:gs pos="71429">
                  <a:srgbClr val="847871">
                    <a:alpha val="2072"/>
                  </a:srgbClr>
                </a:gs>
                <a:gs pos="85714">
                  <a:srgbClr val="847871">
                    <a:alpha val="825"/>
                  </a:srgbClr>
                </a:gs>
                <a:gs pos="100000">
                  <a:srgbClr val="847871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4994957">
              <a:off x="3383704" y="3186706"/>
              <a:ext cx="234542" cy="314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3524031">
              <a:off x="2753308" y="1294604"/>
              <a:ext cx="709274" cy="794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-8779062">
              <a:off x="1628967" y="2277487"/>
              <a:ext cx="796119" cy="713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414172">
              <a:off x="235026" y="432035"/>
              <a:ext cx="68461" cy="18220"/>
            </a:xfrm>
            <a:prstGeom prst="ellipse">
              <a:avLst/>
            </a:prstGeom>
            <a:gradFill>
              <a:gsLst>
                <a:gs pos="0">
                  <a:srgbClr val="C5C4AE">
                    <a:alpha val="16038"/>
                  </a:srgbClr>
                </a:gs>
                <a:gs pos="14286">
                  <a:srgbClr val="C5C4AE">
                    <a:alpha val="14843"/>
                  </a:srgbClr>
                </a:gs>
                <a:gs pos="28571">
                  <a:srgbClr val="C5C4AE">
                    <a:alpha val="11728"/>
                  </a:srgbClr>
                </a:gs>
                <a:gs pos="42857">
                  <a:srgbClr val="C5C4AE">
                    <a:alpha val="7857"/>
                  </a:srgbClr>
                </a:gs>
                <a:gs pos="57143">
                  <a:srgbClr val="C5C4AE">
                    <a:alpha val="4433"/>
                  </a:srgbClr>
                </a:gs>
                <a:gs pos="71429">
                  <a:srgbClr val="C5C4AE">
                    <a:alpha val="2100"/>
                  </a:srgbClr>
                </a:gs>
                <a:gs pos="85714">
                  <a:srgbClr val="C5C4AE">
                    <a:alpha val="836"/>
                  </a:srgbClr>
                </a:gs>
                <a:gs pos="100000">
                  <a:srgbClr val="C5C4AE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400000">
              <a:off x="3478369" y="3145731"/>
              <a:ext cx="57947" cy="57947"/>
            </a:xfrm>
            <a:prstGeom prst="ellipse">
              <a:avLst/>
            </a:prstGeom>
            <a:gradFill>
              <a:gsLst>
                <a:gs pos="0">
                  <a:srgbClr val="FFF5F4">
                    <a:alpha val="14392"/>
                  </a:srgbClr>
                </a:gs>
                <a:gs pos="14286">
                  <a:srgbClr val="FFF5F4">
                    <a:alpha val="13310"/>
                  </a:srgbClr>
                </a:gs>
                <a:gs pos="28571">
                  <a:srgbClr val="FFF5F4">
                    <a:alpha val="10497"/>
                  </a:srgbClr>
                </a:gs>
                <a:gs pos="42857">
                  <a:srgbClr val="FFF5F4">
                    <a:alpha val="7016"/>
                  </a:srgbClr>
                </a:gs>
                <a:gs pos="57143">
                  <a:srgbClr val="FFF5F4">
                    <a:alpha val="3950"/>
                  </a:srgbClr>
                </a:gs>
                <a:gs pos="71429">
                  <a:srgbClr val="FFF5F4">
                    <a:alpha val="1869"/>
                  </a:srgbClr>
                </a:gs>
                <a:gs pos="85714">
                  <a:srgbClr val="FFF5F4">
                    <a:alpha val="743"/>
                  </a:srgbClr>
                </a:gs>
                <a:gs pos="100000">
                  <a:srgbClr val="FFF5F4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400000">
              <a:off x="1112766" y="1512662"/>
              <a:ext cx="62963" cy="62963"/>
            </a:xfrm>
            <a:prstGeom prst="ellipse">
              <a:avLst/>
            </a:prstGeom>
            <a:gradFill>
              <a:gsLst>
                <a:gs pos="0">
                  <a:srgbClr val="E7E4F1">
                    <a:alpha val="13046"/>
                  </a:srgbClr>
                </a:gs>
                <a:gs pos="14286">
                  <a:srgbClr val="E7E4F1">
                    <a:alpha val="12057"/>
                  </a:srgbClr>
                </a:gs>
                <a:gs pos="28571">
                  <a:srgbClr val="E7E4F1">
                    <a:alpha val="9494"/>
                  </a:srgbClr>
                </a:gs>
                <a:gs pos="42857">
                  <a:srgbClr val="E7E4F1">
                    <a:alpha val="6334"/>
                  </a:srgbClr>
                </a:gs>
                <a:gs pos="57143">
                  <a:srgbClr val="E7E4F1">
                    <a:alpha val="3561"/>
                  </a:srgbClr>
                </a:gs>
                <a:gs pos="71429">
                  <a:srgbClr val="E7E4F1">
                    <a:alpha val="1683"/>
                  </a:srgbClr>
                </a:gs>
                <a:gs pos="85714">
                  <a:srgbClr val="E7E4F1">
                    <a:alpha val="669"/>
                  </a:srgbClr>
                </a:gs>
                <a:gs pos="100000">
                  <a:srgbClr val="E7E4F1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7504871">
              <a:off x="2634570" y="483332"/>
              <a:ext cx="286060" cy="831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8395744">
              <a:off x="683515" y="1562725"/>
              <a:ext cx="586330" cy="678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-8220252">
              <a:off x="1795566" y="2350675"/>
              <a:ext cx="623937" cy="360604"/>
            </a:xfrm>
            <a:prstGeom prst="ellipse">
              <a:avLst/>
            </a:prstGeom>
            <a:gradFill>
              <a:gsLst>
                <a:gs pos="0">
                  <a:srgbClr val="0000C8">
                    <a:alpha val="11608"/>
                  </a:srgbClr>
                </a:gs>
                <a:gs pos="14286">
                  <a:srgbClr val="0000C8">
                    <a:alpha val="10721"/>
                  </a:srgbClr>
                </a:gs>
                <a:gs pos="28571">
                  <a:srgbClr val="0000C8">
                    <a:alpha val="8429"/>
                  </a:srgbClr>
                </a:gs>
                <a:gs pos="42857">
                  <a:srgbClr val="0000C8">
                    <a:alpha val="5612"/>
                  </a:srgbClr>
                </a:gs>
                <a:gs pos="57143">
                  <a:srgbClr val="0000C8">
                    <a:alpha val="3150"/>
                  </a:srgbClr>
                </a:gs>
                <a:gs pos="71429">
                  <a:srgbClr val="0000C8">
                    <a:alpha val="1487"/>
                  </a:srgbClr>
                </a:gs>
                <a:gs pos="85714">
                  <a:srgbClr val="0000C8">
                    <a:alpha val="591"/>
                  </a:srgbClr>
                </a:gs>
                <a:gs pos="100000">
                  <a:srgbClr val="0000C8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5802750">
              <a:off x="1739897" y="2908395"/>
              <a:ext cx="68461" cy="18476"/>
            </a:xfrm>
            <a:prstGeom prst="ellipse">
              <a:avLst/>
            </a:prstGeom>
            <a:gradFill>
              <a:gsLst>
                <a:gs pos="0">
                  <a:srgbClr val="D67F52">
                    <a:alpha val="15847"/>
                  </a:srgbClr>
                </a:gs>
                <a:gs pos="14286">
                  <a:srgbClr val="D67F52">
                    <a:alpha val="14665"/>
                  </a:srgbClr>
                </a:gs>
                <a:gs pos="28571">
                  <a:srgbClr val="D67F52">
                    <a:alpha val="11585"/>
                  </a:srgbClr>
                </a:gs>
                <a:gs pos="42857">
                  <a:srgbClr val="D67F52">
                    <a:alpha val="7759"/>
                  </a:srgbClr>
                </a:gs>
                <a:gs pos="57143">
                  <a:srgbClr val="D67F52">
                    <a:alpha val="4377"/>
                  </a:srgbClr>
                </a:gs>
                <a:gs pos="71429">
                  <a:srgbClr val="D67F52">
                    <a:alpha val="2073"/>
                  </a:srgbClr>
                </a:gs>
                <a:gs pos="85714">
                  <a:srgbClr val="D67F52">
                    <a:alpha val="825"/>
                  </a:srgbClr>
                </a:gs>
                <a:gs pos="100000">
                  <a:srgbClr val="D67F5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054202">
              <a:off x="2361413" y="1836470"/>
              <a:ext cx="699796" cy="642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4804940">
              <a:off x="-22296" y="717990"/>
              <a:ext cx="706007" cy="59526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10399246">
              <a:off x="2422881" y="1647984"/>
              <a:ext cx="749886" cy="2464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6707834">
              <a:off x="1107355" y="3460036"/>
              <a:ext cx="498149" cy="114656"/>
            </a:xfrm>
            <a:prstGeom prst="ellipse">
              <a:avLst/>
            </a:prstGeom>
            <a:gradFill>
              <a:gsLst>
                <a:gs pos="0">
                  <a:srgbClr val="EEE9DF">
                    <a:alpha val="32968"/>
                  </a:srgbClr>
                </a:gs>
                <a:gs pos="14286">
                  <a:srgbClr val="EEE9DF">
                    <a:alpha val="30764"/>
                  </a:srgbClr>
                </a:gs>
                <a:gs pos="28571">
                  <a:srgbClr val="EEE9DF">
                    <a:alpha val="24833"/>
                  </a:srgbClr>
                </a:gs>
                <a:gs pos="42857">
                  <a:srgbClr val="EEE9DF">
                    <a:alpha val="17075"/>
                  </a:srgbClr>
                </a:gs>
                <a:gs pos="57143">
                  <a:srgbClr val="EEE9DF">
                    <a:alpha val="9855"/>
                  </a:srgbClr>
                </a:gs>
                <a:gs pos="71429">
                  <a:srgbClr val="EEE9DF">
                    <a:alpha val="4740"/>
                  </a:srgbClr>
                </a:gs>
                <a:gs pos="85714">
                  <a:srgbClr val="EEE9DF">
                    <a:alpha val="1902"/>
                  </a:srgbClr>
                </a:gs>
                <a:gs pos="100000">
                  <a:srgbClr val="EEE9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107800">
              <a:off x="1967171" y="1584037"/>
              <a:ext cx="666932" cy="489046"/>
            </a:xfrm>
            <a:prstGeom prst="ellipse">
              <a:avLst/>
            </a:prstGeom>
            <a:gradFill>
              <a:gsLst>
                <a:gs pos="0">
                  <a:srgbClr val="FF7700">
                    <a:alpha val="32968"/>
                  </a:srgbClr>
                </a:gs>
                <a:gs pos="14286">
                  <a:srgbClr val="FF7700">
                    <a:alpha val="30764"/>
                  </a:srgbClr>
                </a:gs>
                <a:gs pos="28571">
                  <a:srgbClr val="FF7700">
                    <a:alpha val="24833"/>
                  </a:srgbClr>
                </a:gs>
                <a:gs pos="42857">
                  <a:srgbClr val="FF7700">
                    <a:alpha val="17075"/>
                  </a:srgbClr>
                </a:gs>
                <a:gs pos="57143">
                  <a:srgbClr val="FF7700">
                    <a:alpha val="9855"/>
                  </a:srgbClr>
                </a:gs>
                <a:gs pos="71429">
                  <a:srgbClr val="FF7700">
                    <a:alpha val="4740"/>
                  </a:srgbClr>
                </a:gs>
                <a:gs pos="85714">
                  <a:srgbClr val="FF7700">
                    <a:alpha val="1902"/>
                  </a:srgbClr>
                </a:gs>
                <a:gs pos="100000">
                  <a:srgbClr val="F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119004">
              <a:off x="1394973" y="3018139"/>
              <a:ext cx="642196" cy="91940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9822553">
              <a:off x="1540294" y="238526"/>
              <a:ext cx="374346" cy="34471"/>
            </a:xfrm>
            <a:prstGeom prst="ellipse">
              <a:avLst/>
            </a:prstGeom>
            <a:gradFill>
              <a:gsLst>
                <a:gs pos="0">
                  <a:srgbClr val="FFF1D6">
                    <a:alpha val="32968"/>
                  </a:srgbClr>
                </a:gs>
                <a:gs pos="14286">
                  <a:srgbClr val="FFF1D6">
                    <a:alpha val="30764"/>
                  </a:srgbClr>
                </a:gs>
                <a:gs pos="28571">
                  <a:srgbClr val="FFF1D6">
                    <a:alpha val="24833"/>
                  </a:srgbClr>
                </a:gs>
                <a:gs pos="42857">
                  <a:srgbClr val="FFF1D6">
                    <a:alpha val="17075"/>
                  </a:srgbClr>
                </a:gs>
                <a:gs pos="57143">
                  <a:srgbClr val="FFF1D6">
                    <a:alpha val="9855"/>
                  </a:srgbClr>
                </a:gs>
                <a:gs pos="71429">
                  <a:srgbClr val="FFF1D6">
                    <a:alpha val="4740"/>
                  </a:srgbClr>
                </a:gs>
                <a:gs pos="85714">
                  <a:srgbClr val="FFF1D6">
                    <a:alpha val="1902"/>
                  </a:srgbClr>
                </a:gs>
                <a:gs pos="100000">
                  <a:srgbClr val="FFF1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8384569">
              <a:off x="1153568" y="2824509"/>
              <a:ext cx="422441" cy="150524"/>
            </a:xfrm>
            <a:prstGeom prst="ellipse">
              <a:avLst/>
            </a:prstGeom>
            <a:gradFill>
              <a:gsLst>
                <a:gs pos="0">
                  <a:srgbClr val="5400FF">
                    <a:alpha val="32968"/>
                  </a:srgbClr>
                </a:gs>
                <a:gs pos="14286">
                  <a:srgbClr val="5400FF">
                    <a:alpha val="30764"/>
                  </a:srgbClr>
                </a:gs>
                <a:gs pos="28571">
                  <a:srgbClr val="5400FF">
                    <a:alpha val="24833"/>
                  </a:srgbClr>
                </a:gs>
                <a:gs pos="42857">
                  <a:srgbClr val="5400FF">
                    <a:alpha val="17075"/>
                  </a:srgbClr>
                </a:gs>
                <a:gs pos="57143">
                  <a:srgbClr val="5400FF">
                    <a:alpha val="9855"/>
                  </a:srgbClr>
                </a:gs>
                <a:gs pos="71429">
                  <a:srgbClr val="5400FF">
                    <a:alpha val="4740"/>
                  </a:srgbClr>
                </a:gs>
                <a:gs pos="85714">
                  <a:srgbClr val="5400FF">
                    <a:alpha val="1902"/>
                  </a:srgbClr>
                </a:gs>
                <a:gs pos="100000">
                  <a:srgbClr val="540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5961229">
              <a:off x="1976205" y="2979588"/>
              <a:ext cx="68461" cy="18604"/>
            </a:xfrm>
            <a:prstGeom prst="ellipse">
              <a:avLst/>
            </a:prstGeom>
            <a:gradFill>
              <a:gsLst>
                <a:gs pos="0">
                  <a:srgbClr val="9C3700">
                    <a:alpha val="15752"/>
                  </a:srgbClr>
                </a:gs>
                <a:gs pos="14286">
                  <a:srgbClr val="9C3700">
                    <a:alpha val="14576"/>
                  </a:srgbClr>
                </a:gs>
                <a:gs pos="28571">
                  <a:srgbClr val="9C3700">
                    <a:alpha val="11514"/>
                  </a:srgbClr>
                </a:gs>
                <a:gs pos="42857">
                  <a:srgbClr val="9C3700">
                    <a:alpha val="7710"/>
                  </a:srgbClr>
                </a:gs>
                <a:gs pos="57143">
                  <a:srgbClr val="9C3700">
                    <a:alpha val="4348"/>
                  </a:srgbClr>
                </a:gs>
                <a:gs pos="71429">
                  <a:srgbClr val="9C3700">
                    <a:alpha val="2060"/>
                  </a:srgbClr>
                </a:gs>
                <a:gs pos="85714">
                  <a:srgbClr val="9C3700">
                    <a:alpha val="820"/>
                  </a:srgbClr>
                </a:gs>
                <a:gs pos="100000">
                  <a:srgbClr val="9C37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4500738">
              <a:off x="3170856" y="2995469"/>
              <a:ext cx="627432" cy="758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-10012234">
              <a:off x="1757246" y="278347"/>
              <a:ext cx="68461" cy="18630"/>
            </a:xfrm>
            <a:prstGeom prst="ellipse">
              <a:avLst/>
            </a:prstGeom>
            <a:gradFill>
              <a:gsLst>
                <a:gs pos="0">
                  <a:srgbClr val="8A7143">
                    <a:alpha val="15733"/>
                  </a:srgbClr>
                </a:gs>
                <a:gs pos="14286">
                  <a:srgbClr val="8A7143">
                    <a:alpha val="14558"/>
                  </a:srgbClr>
                </a:gs>
                <a:gs pos="28571">
                  <a:srgbClr val="8A7143">
                    <a:alpha val="11499"/>
                  </a:srgbClr>
                </a:gs>
                <a:gs pos="42857">
                  <a:srgbClr val="8A7143">
                    <a:alpha val="7700"/>
                  </a:srgbClr>
                </a:gs>
                <a:gs pos="57143">
                  <a:srgbClr val="8A7143">
                    <a:alpha val="4343"/>
                  </a:srgbClr>
                </a:gs>
                <a:gs pos="71429">
                  <a:srgbClr val="8A7143">
                    <a:alpha val="2057"/>
                  </a:srgbClr>
                </a:gs>
                <a:gs pos="85714">
                  <a:srgbClr val="8A7143">
                    <a:alpha val="818"/>
                  </a:srgbClr>
                </a:gs>
                <a:gs pos="100000">
                  <a:srgbClr val="8A7143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005319">
              <a:off x="1087262" y="997677"/>
              <a:ext cx="602700" cy="180679"/>
            </a:xfrm>
            <a:prstGeom prst="ellipse">
              <a:avLst/>
            </a:prstGeom>
            <a:gradFill>
              <a:gsLst>
                <a:gs pos="0">
                  <a:srgbClr val="FFF2C6">
                    <a:alpha val="32968"/>
                  </a:srgbClr>
                </a:gs>
                <a:gs pos="14286">
                  <a:srgbClr val="FFF2C6">
                    <a:alpha val="30764"/>
                  </a:srgbClr>
                </a:gs>
                <a:gs pos="28571">
                  <a:srgbClr val="FFF2C6">
                    <a:alpha val="24833"/>
                  </a:srgbClr>
                </a:gs>
                <a:gs pos="42857">
                  <a:srgbClr val="FFF2C6">
                    <a:alpha val="17075"/>
                  </a:srgbClr>
                </a:gs>
                <a:gs pos="57143">
                  <a:srgbClr val="FFF2C6">
                    <a:alpha val="9855"/>
                  </a:srgbClr>
                </a:gs>
                <a:gs pos="71429">
                  <a:srgbClr val="FFF2C6">
                    <a:alpha val="4740"/>
                  </a:srgbClr>
                </a:gs>
                <a:gs pos="85714">
                  <a:srgbClr val="FFF2C6">
                    <a:alpha val="1902"/>
                  </a:srgbClr>
                </a:gs>
                <a:gs pos="100000">
                  <a:srgbClr val="FFF2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4553773">
              <a:off x="2850957" y="1904846"/>
              <a:ext cx="68461" cy="18619"/>
            </a:xfrm>
            <a:prstGeom prst="ellipse">
              <a:avLst/>
            </a:prstGeom>
            <a:gradFill>
              <a:gsLst>
                <a:gs pos="0">
                  <a:srgbClr val="2C2D1A">
                    <a:alpha val="15741"/>
                  </a:srgbClr>
                </a:gs>
                <a:gs pos="14286">
                  <a:srgbClr val="2C2D1A">
                    <a:alpha val="14566"/>
                  </a:srgbClr>
                </a:gs>
                <a:gs pos="28571">
                  <a:srgbClr val="2C2D1A">
                    <a:alpha val="11505"/>
                  </a:srgbClr>
                </a:gs>
                <a:gs pos="42857">
                  <a:srgbClr val="2C2D1A">
                    <a:alpha val="7704"/>
                  </a:srgbClr>
                </a:gs>
                <a:gs pos="57143">
                  <a:srgbClr val="2C2D1A">
                    <a:alpha val="4345"/>
                  </a:srgbClr>
                </a:gs>
                <a:gs pos="71429">
                  <a:srgbClr val="2C2D1A">
                    <a:alpha val="2058"/>
                  </a:srgbClr>
                </a:gs>
                <a:gs pos="85714">
                  <a:srgbClr val="2C2D1A">
                    <a:alpha val="819"/>
                  </a:srgbClr>
                </a:gs>
                <a:gs pos="100000">
                  <a:srgbClr val="2C2D1A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5422784">
              <a:off x="1926447" y="3173239"/>
              <a:ext cx="68461" cy="18668"/>
            </a:xfrm>
            <a:prstGeom prst="ellipse">
              <a:avLst/>
            </a:prstGeom>
            <a:gradFill>
              <a:gsLst>
                <a:gs pos="0">
                  <a:srgbClr val="69544E">
                    <a:alpha val="15704"/>
                  </a:srgbClr>
                </a:gs>
                <a:gs pos="14286">
                  <a:srgbClr val="69544E">
                    <a:alpha val="14531"/>
                  </a:srgbClr>
                </a:gs>
                <a:gs pos="28571">
                  <a:srgbClr val="69544E">
                    <a:alpha val="11478"/>
                  </a:srgbClr>
                </a:gs>
                <a:gs pos="42857">
                  <a:srgbClr val="69544E">
                    <a:alpha val="7686"/>
                  </a:srgbClr>
                </a:gs>
                <a:gs pos="57143">
                  <a:srgbClr val="69544E">
                    <a:alpha val="4334"/>
                  </a:srgbClr>
                </a:gs>
                <a:gs pos="71429">
                  <a:srgbClr val="69544E">
                    <a:alpha val="2053"/>
                  </a:srgbClr>
                </a:gs>
                <a:gs pos="85714">
                  <a:srgbClr val="69544E">
                    <a:alpha val="817"/>
                  </a:srgbClr>
                </a:gs>
                <a:gs pos="100000">
                  <a:srgbClr val="69544E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4500986">
              <a:off x="2858549" y="281907"/>
              <a:ext cx="595170" cy="742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087388">
              <a:off x="340426" y="3280092"/>
              <a:ext cx="68461" cy="18703"/>
            </a:xfrm>
            <a:prstGeom prst="ellipse">
              <a:avLst/>
            </a:prstGeom>
            <a:gradFill>
              <a:gsLst>
                <a:gs pos="0">
                  <a:srgbClr val="7B0005">
                    <a:alpha val="15678"/>
                  </a:srgbClr>
                </a:gs>
                <a:gs pos="14286">
                  <a:srgbClr val="7B0005">
                    <a:alpha val="14507"/>
                  </a:srgbClr>
                </a:gs>
                <a:gs pos="28571">
                  <a:srgbClr val="7B0005">
                    <a:alpha val="11458"/>
                  </a:srgbClr>
                </a:gs>
                <a:gs pos="42857">
                  <a:srgbClr val="7B0005">
                    <a:alpha val="7672"/>
                  </a:srgbClr>
                </a:gs>
                <a:gs pos="57143">
                  <a:srgbClr val="7B0005">
                    <a:alpha val="4327"/>
                  </a:srgbClr>
                </a:gs>
                <a:gs pos="71429">
                  <a:srgbClr val="7B0005">
                    <a:alpha val="2049"/>
                  </a:srgbClr>
                </a:gs>
                <a:gs pos="85714">
                  <a:srgbClr val="7B0005">
                    <a:alpha val="815"/>
                  </a:srgbClr>
                </a:gs>
                <a:gs pos="100000">
                  <a:srgbClr val="7B0005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9327210">
              <a:off x="2923204" y="2505013"/>
              <a:ext cx="417375" cy="62426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8891720">
              <a:off x="1671366" y="2076012"/>
              <a:ext cx="616960" cy="28517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272304">
              <a:off x="2793228" y="1392212"/>
              <a:ext cx="68461" cy="18723"/>
            </a:xfrm>
            <a:prstGeom prst="ellipse">
              <a:avLst/>
            </a:prstGeom>
            <a:gradFill>
              <a:gsLst>
                <a:gs pos="0">
                  <a:srgbClr val="DDDAE0">
                    <a:alpha val="15664"/>
                  </a:srgbClr>
                </a:gs>
                <a:gs pos="14286">
                  <a:srgbClr val="DDDAE0">
                    <a:alpha val="14493"/>
                  </a:srgbClr>
                </a:gs>
                <a:gs pos="28571">
                  <a:srgbClr val="DDDAE0">
                    <a:alpha val="11447"/>
                  </a:srgbClr>
                </a:gs>
                <a:gs pos="42857">
                  <a:srgbClr val="DDDAE0">
                    <a:alpha val="7665"/>
                  </a:srgbClr>
                </a:gs>
                <a:gs pos="57143">
                  <a:srgbClr val="DDDAE0">
                    <a:alpha val="4322"/>
                  </a:srgbClr>
                </a:gs>
                <a:gs pos="71429">
                  <a:srgbClr val="DDDAE0">
                    <a:alpha val="2047"/>
                  </a:srgbClr>
                </a:gs>
                <a:gs pos="85714">
                  <a:srgbClr val="DDDAE0">
                    <a:alpha val="815"/>
                  </a:srgbClr>
                </a:gs>
                <a:gs pos="100000">
                  <a:srgbClr val="DDDAE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10681274">
              <a:off x="-117526" y="2000179"/>
              <a:ext cx="654616" cy="52796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6473771">
              <a:off x="2115509" y="2162120"/>
              <a:ext cx="68461" cy="18686"/>
            </a:xfrm>
            <a:prstGeom prst="ellipse">
              <a:avLst/>
            </a:prstGeom>
            <a:gradFill>
              <a:gsLst>
                <a:gs pos="0">
                  <a:srgbClr val="E37750">
                    <a:alpha val="15691"/>
                  </a:srgbClr>
                </a:gs>
                <a:gs pos="14286">
                  <a:srgbClr val="E37750">
                    <a:alpha val="14519"/>
                  </a:srgbClr>
                </a:gs>
                <a:gs pos="28571">
                  <a:srgbClr val="E37750">
                    <a:alpha val="11468"/>
                  </a:srgbClr>
                </a:gs>
                <a:gs pos="42857">
                  <a:srgbClr val="E37750">
                    <a:alpha val="7679"/>
                  </a:srgbClr>
                </a:gs>
                <a:gs pos="57143">
                  <a:srgbClr val="E37750">
                    <a:alpha val="4330"/>
                  </a:srgbClr>
                </a:gs>
                <a:gs pos="71429">
                  <a:srgbClr val="E37750">
                    <a:alpha val="2051"/>
                  </a:srgbClr>
                </a:gs>
                <a:gs pos="85714">
                  <a:srgbClr val="E37750">
                    <a:alpha val="816"/>
                  </a:srgbClr>
                </a:gs>
                <a:gs pos="100000">
                  <a:srgbClr val="E3775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9802996">
              <a:off x="1509266" y="1114997"/>
              <a:ext cx="720556" cy="5757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7630691">
              <a:off x="1377193" y="2765653"/>
              <a:ext cx="68461" cy="18671"/>
            </a:xfrm>
            <a:prstGeom prst="ellipse">
              <a:avLst/>
            </a:prstGeom>
            <a:gradFill>
              <a:gsLst>
                <a:gs pos="0">
                  <a:srgbClr val="4B3187">
                    <a:alpha val="15702"/>
                  </a:srgbClr>
                </a:gs>
                <a:gs pos="14286">
                  <a:srgbClr val="4B3187">
                    <a:alpha val="14530"/>
                  </a:srgbClr>
                </a:gs>
                <a:gs pos="28571">
                  <a:srgbClr val="4B3187">
                    <a:alpha val="11476"/>
                  </a:srgbClr>
                </a:gs>
                <a:gs pos="42857">
                  <a:srgbClr val="4B3187">
                    <a:alpha val="7684"/>
                  </a:srgbClr>
                </a:gs>
                <a:gs pos="57143">
                  <a:srgbClr val="4B3187">
                    <a:alpha val="4334"/>
                  </a:srgbClr>
                </a:gs>
                <a:gs pos="71429">
                  <a:srgbClr val="4B3187">
                    <a:alpha val="2053"/>
                  </a:srgbClr>
                </a:gs>
                <a:gs pos="85714">
                  <a:srgbClr val="4B3187">
                    <a:alpha val="817"/>
                  </a:srgbClr>
                </a:gs>
                <a:gs pos="100000">
                  <a:srgbClr val="4B3187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6360255">
              <a:off x="15583" y="2050097"/>
              <a:ext cx="594920" cy="86012"/>
            </a:xfrm>
            <a:prstGeom prst="ellipse">
              <a:avLst/>
            </a:prstGeom>
            <a:gradFill>
              <a:gsLst>
                <a:gs pos="0">
                  <a:srgbClr val="FFD98D">
                    <a:alpha val="32968"/>
                  </a:srgbClr>
                </a:gs>
                <a:gs pos="14286">
                  <a:srgbClr val="FFD98D">
                    <a:alpha val="30764"/>
                  </a:srgbClr>
                </a:gs>
                <a:gs pos="28571">
                  <a:srgbClr val="FFD98D">
                    <a:alpha val="24833"/>
                  </a:srgbClr>
                </a:gs>
                <a:gs pos="42857">
                  <a:srgbClr val="FFD98D">
                    <a:alpha val="17075"/>
                  </a:srgbClr>
                </a:gs>
                <a:gs pos="57143">
                  <a:srgbClr val="FFD98D">
                    <a:alpha val="9855"/>
                  </a:srgbClr>
                </a:gs>
                <a:gs pos="71429">
                  <a:srgbClr val="FFD98D">
                    <a:alpha val="4740"/>
                  </a:srgbClr>
                </a:gs>
                <a:gs pos="85714">
                  <a:srgbClr val="FFD98D">
                    <a:alpha val="1902"/>
                  </a:srgbClr>
                </a:gs>
                <a:gs pos="100000">
                  <a:srgbClr val="FFD9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400000">
              <a:off x="3121888" y="2606252"/>
              <a:ext cx="62751" cy="62751"/>
            </a:xfrm>
            <a:prstGeom prst="ellipse">
              <a:avLst/>
            </a:prstGeom>
            <a:gradFill>
              <a:gsLst>
                <a:gs pos="0">
                  <a:srgbClr val="FFFFFF">
                    <a:alpha val="13103"/>
                  </a:srgbClr>
                </a:gs>
                <a:gs pos="14286">
                  <a:srgbClr val="FFFFFF">
                    <a:alpha val="12110"/>
                  </a:srgbClr>
                </a:gs>
                <a:gs pos="28571">
                  <a:srgbClr val="FFFFFF">
                    <a:alpha val="9537"/>
                  </a:srgbClr>
                </a:gs>
                <a:gs pos="42857">
                  <a:srgbClr val="FFFFFF">
                    <a:alpha val="6363"/>
                  </a:srgbClr>
                </a:gs>
                <a:gs pos="57143">
                  <a:srgbClr val="FFFFFF">
                    <a:alpha val="3577"/>
                  </a:srgbClr>
                </a:gs>
                <a:gs pos="71429">
                  <a:srgbClr val="FFFFFF">
                    <a:alpha val="1691"/>
                  </a:srgbClr>
                </a:gs>
                <a:gs pos="85714">
                  <a:srgbClr val="FFFFFF">
                    <a:alpha val="672"/>
                  </a:srgbClr>
                </a:gs>
                <a:gs pos="100000">
                  <a:srgbClr val="FFFFFF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00000">
              <a:off x="3417564" y="2909187"/>
              <a:ext cx="65091" cy="65091"/>
            </a:xfrm>
            <a:prstGeom prst="ellipse">
              <a:avLst/>
            </a:prstGeom>
            <a:gradFill>
              <a:gsLst>
                <a:gs pos="0">
                  <a:srgbClr val="FFF6F6">
                    <a:alpha val="12468"/>
                  </a:srgbClr>
                </a:gs>
                <a:gs pos="14286">
                  <a:srgbClr val="FFF6F6">
                    <a:alpha val="11520"/>
                  </a:srgbClr>
                </a:gs>
                <a:gs pos="28571">
                  <a:srgbClr val="FFF6F6">
                    <a:alpha val="9066"/>
                  </a:srgbClr>
                </a:gs>
                <a:gs pos="42857">
                  <a:srgbClr val="FFF6F6">
                    <a:alpha val="6043"/>
                  </a:srgbClr>
                </a:gs>
                <a:gs pos="57143">
                  <a:srgbClr val="FFF6F6">
                    <a:alpha val="3395"/>
                  </a:srgbClr>
                </a:gs>
                <a:gs pos="71429">
                  <a:srgbClr val="FFF6F6">
                    <a:alpha val="1604"/>
                  </a:srgbClr>
                </a:gs>
                <a:gs pos="85714">
                  <a:srgbClr val="FFF6F6">
                    <a:alpha val="637"/>
                  </a:srgbClr>
                </a:gs>
                <a:gs pos="100000">
                  <a:srgbClr val="FFF6F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650478">
              <a:off x="2044362" y="2517928"/>
              <a:ext cx="345113" cy="107917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77970">
              <a:off x="2617930" y="1087229"/>
              <a:ext cx="502806" cy="82206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9263951">
              <a:off x="1016037" y="1705141"/>
              <a:ext cx="68461" cy="18780"/>
            </a:xfrm>
            <a:prstGeom prst="ellipse">
              <a:avLst/>
            </a:prstGeom>
            <a:gradFill>
              <a:gsLst>
                <a:gs pos="0">
                  <a:srgbClr val="422F26">
                    <a:alpha val="15621"/>
                  </a:srgbClr>
                </a:gs>
                <a:gs pos="14286">
                  <a:srgbClr val="422F26">
                    <a:alpha val="14454"/>
                  </a:srgbClr>
                </a:gs>
                <a:gs pos="28571">
                  <a:srgbClr val="422F26">
                    <a:alpha val="11415"/>
                  </a:srgbClr>
                </a:gs>
                <a:gs pos="42857">
                  <a:srgbClr val="422F26">
                    <a:alpha val="7643"/>
                  </a:srgbClr>
                </a:gs>
                <a:gs pos="57143">
                  <a:srgbClr val="422F26">
                    <a:alpha val="4310"/>
                  </a:srgbClr>
                </a:gs>
                <a:gs pos="71429">
                  <a:srgbClr val="422F26">
                    <a:alpha val="2041"/>
                  </a:srgbClr>
                </a:gs>
                <a:gs pos="85714">
                  <a:srgbClr val="422F26">
                    <a:alpha val="812"/>
                  </a:srgbClr>
                </a:gs>
                <a:gs pos="100000">
                  <a:srgbClr val="422F26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6954317">
              <a:off x="1088595" y="3539153"/>
              <a:ext cx="407780" cy="6356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360399">
              <a:off x="2569436" y="925339"/>
              <a:ext cx="626553" cy="421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518741">
              <a:off x="2680309" y="970142"/>
              <a:ext cx="68461" cy="18806"/>
            </a:xfrm>
            <a:prstGeom prst="ellipse">
              <a:avLst/>
            </a:prstGeom>
            <a:gradFill>
              <a:gsLst>
                <a:gs pos="0">
                  <a:srgbClr val="E9E5EF">
                    <a:alpha val="15601"/>
                  </a:srgbClr>
                </a:gs>
                <a:gs pos="14286">
                  <a:srgbClr val="E9E5EF">
                    <a:alpha val="14435"/>
                  </a:srgbClr>
                </a:gs>
                <a:gs pos="28571">
                  <a:srgbClr val="E9E5EF">
                    <a:alpha val="11401"/>
                  </a:srgbClr>
                </a:gs>
                <a:gs pos="42857">
                  <a:srgbClr val="E9E5EF">
                    <a:alpha val="7633"/>
                  </a:srgbClr>
                </a:gs>
                <a:gs pos="57143">
                  <a:srgbClr val="E9E5EF">
                    <a:alpha val="4304"/>
                  </a:srgbClr>
                </a:gs>
                <a:gs pos="71429">
                  <a:srgbClr val="E9E5EF">
                    <a:alpha val="2038"/>
                  </a:srgbClr>
                </a:gs>
                <a:gs pos="85714">
                  <a:srgbClr val="E9E5EF">
                    <a:alpha val="811"/>
                  </a:srgbClr>
                </a:gs>
                <a:gs pos="100000">
                  <a:srgbClr val="E9E5E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4610549">
              <a:off x="2963716" y="707613"/>
              <a:ext cx="324226" cy="408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7651449">
              <a:off x="1494752" y="712473"/>
              <a:ext cx="302607" cy="106302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4297157">
              <a:off x="572763" y="1478225"/>
              <a:ext cx="567451" cy="1355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8786884">
              <a:off x="1127143" y="9500"/>
              <a:ext cx="660763" cy="444246"/>
            </a:xfrm>
            <a:prstGeom prst="ellipse">
              <a:avLst/>
            </a:prstGeom>
            <a:gradFill>
              <a:gsLst>
                <a:gs pos="0">
                  <a:srgbClr val="FFE387">
                    <a:alpha val="32968"/>
                  </a:srgbClr>
                </a:gs>
                <a:gs pos="14286">
                  <a:srgbClr val="FFE387">
                    <a:alpha val="30764"/>
                  </a:srgbClr>
                </a:gs>
                <a:gs pos="28571">
                  <a:srgbClr val="FFE387">
                    <a:alpha val="24833"/>
                  </a:srgbClr>
                </a:gs>
                <a:gs pos="42857">
                  <a:srgbClr val="FFE387">
                    <a:alpha val="17075"/>
                  </a:srgbClr>
                </a:gs>
                <a:gs pos="57143">
                  <a:srgbClr val="FFE387">
                    <a:alpha val="9855"/>
                  </a:srgbClr>
                </a:gs>
                <a:gs pos="71429">
                  <a:srgbClr val="FFE387">
                    <a:alpha val="4740"/>
                  </a:srgbClr>
                </a:gs>
                <a:gs pos="85714">
                  <a:srgbClr val="FFE387">
                    <a:alpha val="1902"/>
                  </a:srgbClr>
                </a:gs>
                <a:gs pos="100000">
                  <a:srgbClr val="FFE3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8374919">
              <a:off x="861073" y="2866238"/>
              <a:ext cx="519173" cy="76284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2771790">
              <a:off x="2698586" y="1666004"/>
              <a:ext cx="312042" cy="751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6123620">
              <a:off x="2091192" y="1940459"/>
              <a:ext cx="618362" cy="99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8055981">
              <a:off x="1487991" y="1129685"/>
              <a:ext cx="330980" cy="112670"/>
            </a:xfrm>
            <a:prstGeom prst="ellipse">
              <a:avLst/>
            </a:prstGeom>
            <a:gradFill>
              <a:gsLst>
                <a:gs pos="0">
                  <a:srgbClr val="FFE5CE">
                    <a:alpha val="32968"/>
                  </a:srgbClr>
                </a:gs>
                <a:gs pos="14286">
                  <a:srgbClr val="FFE5CE">
                    <a:alpha val="30764"/>
                  </a:srgbClr>
                </a:gs>
                <a:gs pos="28571">
                  <a:srgbClr val="FFE5CE">
                    <a:alpha val="24833"/>
                  </a:srgbClr>
                </a:gs>
                <a:gs pos="42857">
                  <a:srgbClr val="FFE5CE">
                    <a:alpha val="17075"/>
                  </a:srgbClr>
                </a:gs>
                <a:gs pos="57143">
                  <a:srgbClr val="FFE5CE">
                    <a:alpha val="9855"/>
                  </a:srgbClr>
                </a:gs>
                <a:gs pos="71429">
                  <a:srgbClr val="FFE5CE">
                    <a:alpha val="4740"/>
                  </a:srgbClr>
                </a:gs>
                <a:gs pos="85714">
                  <a:srgbClr val="FFE5CE">
                    <a:alpha val="1902"/>
                  </a:srgbClr>
                </a:gs>
                <a:gs pos="100000">
                  <a:srgbClr val="FFE5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7484856">
              <a:off x="1341619" y="701382"/>
              <a:ext cx="358537" cy="60176"/>
            </a:xfrm>
            <a:prstGeom prst="ellipse">
              <a:avLst/>
            </a:prstGeom>
            <a:gradFill>
              <a:gsLst>
                <a:gs pos="0">
                  <a:srgbClr val="760017">
                    <a:alpha val="32968"/>
                  </a:srgbClr>
                </a:gs>
                <a:gs pos="14286">
                  <a:srgbClr val="760017">
                    <a:alpha val="30764"/>
                  </a:srgbClr>
                </a:gs>
                <a:gs pos="28571">
                  <a:srgbClr val="760017">
                    <a:alpha val="24833"/>
                  </a:srgbClr>
                </a:gs>
                <a:gs pos="42857">
                  <a:srgbClr val="760017">
                    <a:alpha val="17075"/>
                  </a:srgbClr>
                </a:gs>
                <a:gs pos="57143">
                  <a:srgbClr val="760017">
                    <a:alpha val="9855"/>
                  </a:srgbClr>
                </a:gs>
                <a:gs pos="71429">
                  <a:srgbClr val="760017">
                    <a:alpha val="4740"/>
                  </a:srgbClr>
                </a:gs>
                <a:gs pos="85714">
                  <a:srgbClr val="760017">
                    <a:alpha val="1902"/>
                  </a:srgbClr>
                </a:gs>
                <a:gs pos="100000">
                  <a:srgbClr val="7600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8525187">
              <a:off x="1450617" y="3357452"/>
              <a:ext cx="580089" cy="105779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6743349">
              <a:off x="66676" y="2239520"/>
              <a:ext cx="602931" cy="79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4746764">
              <a:off x="1578107" y="345268"/>
              <a:ext cx="630256" cy="400662"/>
            </a:xfrm>
            <a:prstGeom prst="ellipse">
              <a:avLst/>
            </a:prstGeom>
            <a:gradFill>
              <a:gsLst>
                <a:gs pos="0">
                  <a:srgbClr val="A87A00">
                    <a:alpha val="32968"/>
                  </a:srgbClr>
                </a:gs>
                <a:gs pos="14286">
                  <a:srgbClr val="A87A00">
                    <a:alpha val="30764"/>
                  </a:srgbClr>
                </a:gs>
                <a:gs pos="28571">
                  <a:srgbClr val="A87A00">
                    <a:alpha val="24833"/>
                  </a:srgbClr>
                </a:gs>
                <a:gs pos="42857">
                  <a:srgbClr val="A87A00">
                    <a:alpha val="17075"/>
                  </a:srgbClr>
                </a:gs>
                <a:gs pos="57143">
                  <a:srgbClr val="A87A00">
                    <a:alpha val="9855"/>
                  </a:srgbClr>
                </a:gs>
                <a:gs pos="71429">
                  <a:srgbClr val="A87A00">
                    <a:alpha val="4740"/>
                  </a:srgbClr>
                </a:gs>
                <a:gs pos="85714">
                  <a:srgbClr val="A87A00">
                    <a:alpha val="1902"/>
                  </a:srgbClr>
                </a:gs>
                <a:gs pos="100000">
                  <a:srgbClr val="A87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7879096">
              <a:off x="1236711" y="931122"/>
              <a:ext cx="413674" cy="98355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952396">
              <a:off x="1765107" y="2913340"/>
              <a:ext cx="569543" cy="91512"/>
            </a:xfrm>
            <a:prstGeom prst="ellipse">
              <a:avLst/>
            </a:prstGeom>
            <a:gradFill>
              <a:gsLst>
                <a:gs pos="0">
                  <a:srgbClr val="FFEB82">
                    <a:alpha val="32968"/>
                  </a:srgbClr>
                </a:gs>
                <a:gs pos="14286">
                  <a:srgbClr val="FFEB82">
                    <a:alpha val="30764"/>
                  </a:srgbClr>
                </a:gs>
                <a:gs pos="28571">
                  <a:srgbClr val="FFEB82">
                    <a:alpha val="24833"/>
                  </a:srgbClr>
                </a:gs>
                <a:gs pos="42857">
                  <a:srgbClr val="FFEB82">
                    <a:alpha val="17075"/>
                  </a:srgbClr>
                </a:gs>
                <a:gs pos="57143">
                  <a:srgbClr val="FFEB82">
                    <a:alpha val="9855"/>
                  </a:srgbClr>
                </a:gs>
                <a:gs pos="71429">
                  <a:srgbClr val="FFEB82">
                    <a:alpha val="4740"/>
                  </a:srgbClr>
                </a:gs>
                <a:gs pos="85714">
                  <a:srgbClr val="FFEB82">
                    <a:alpha val="1902"/>
                  </a:srgbClr>
                </a:gs>
                <a:gs pos="100000">
                  <a:srgbClr val="FFEB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9804273">
              <a:off x="342938" y="3141273"/>
              <a:ext cx="625670" cy="32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258721">
              <a:off x="2717576" y="1548621"/>
              <a:ext cx="250318" cy="1596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556382">
              <a:off x="1058045" y="2785749"/>
              <a:ext cx="428518" cy="57399"/>
            </a:xfrm>
            <a:prstGeom prst="ellipse">
              <a:avLst/>
            </a:prstGeom>
            <a:gradFill>
              <a:gsLst>
                <a:gs pos="0">
                  <a:srgbClr val="FFF3FF">
                    <a:alpha val="32968"/>
                  </a:srgbClr>
                </a:gs>
                <a:gs pos="14286">
                  <a:srgbClr val="FFF3FF">
                    <a:alpha val="30764"/>
                  </a:srgbClr>
                </a:gs>
                <a:gs pos="28571">
                  <a:srgbClr val="FFF3FF">
                    <a:alpha val="24833"/>
                  </a:srgbClr>
                </a:gs>
                <a:gs pos="42857">
                  <a:srgbClr val="FFF3FF">
                    <a:alpha val="17075"/>
                  </a:srgbClr>
                </a:gs>
                <a:gs pos="57143">
                  <a:srgbClr val="FFF3FF">
                    <a:alpha val="9855"/>
                  </a:srgbClr>
                </a:gs>
                <a:gs pos="71429">
                  <a:srgbClr val="FFF3FF">
                    <a:alpha val="4740"/>
                  </a:srgbClr>
                </a:gs>
                <a:gs pos="85714">
                  <a:srgbClr val="FFF3FF">
                    <a:alpha val="1902"/>
                  </a:srgbClr>
                </a:gs>
                <a:gs pos="100000">
                  <a:srgbClr val="FF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8340806">
              <a:off x="1214197" y="2885807"/>
              <a:ext cx="289118" cy="49509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8949777">
              <a:off x="1664691" y="417292"/>
              <a:ext cx="271577" cy="69060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7322387">
              <a:off x="2399647" y="1834380"/>
              <a:ext cx="550249" cy="61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10762448">
              <a:off x="2686775" y="634838"/>
              <a:ext cx="222706" cy="1093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3149246" y="2570211"/>
              <a:ext cx="62567" cy="62567"/>
            </a:xfrm>
            <a:prstGeom prst="ellipse">
              <a:avLst/>
            </a:prstGeom>
            <a:gradFill>
              <a:gsLst>
                <a:gs pos="0">
                  <a:srgbClr val="FFFFFF">
                    <a:alpha val="13153"/>
                  </a:srgbClr>
                </a:gs>
                <a:gs pos="14286">
                  <a:srgbClr val="FFFFFF">
                    <a:alpha val="12156"/>
                  </a:srgbClr>
                </a:gs>
                <a:gs pos="28571">
                  <a:srgbClr val="FFFFFF">
                    <a:alpha val="9574"/>
                  </a:srgbClr>
                </a:gs>
                <a:gs pos="42857">
                  <a:srgbClr val="FFFFFF">
                    <a:alpha val="6388"/>
                  </a:srgbClr>
                </a:gs>
                <a:gs pos="57143">
                  <a:srgbClr val="FFFFFF">
                    <a:alpha val="3592"/>
                  </a:srgbClr>
                </a:gs>
                <a:gs pos="71429">
                  <a:srgbClr val="FFFFFF">
                    <a:alpha val="1698"/>
                  </a:srgbClr>
                </a:gs>
                <a:gs pos="85714">
                  <a:srgbClr val="FFFFFF">
                    <a:alpha val="675"/>
                  </a:srgbClr>
                </a:gs>
                <a:gs pos="100000">
                  <a:srgbClr val="FFFFFF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7928224">
              <a:off x="1451403" y="555953"/>
              <a:ext cx="327774" cy="215372"/>
            </a:xfrm>
            <a:prstGeom prst="ellipse">
              <a:avLst/>
            </a:prstGeom>
            <a:gradFill>
              <a:gsLst>
                <a:gs pos="0">
                  <a:srgbClr val="FFF9ED">
                    <a:alpha val="32968"/>
                  </a:srgbClr>
                </a:gs>
                <a:gs pos="14286">
                  <a:srgbClr val="FFF9ED">
                    <a:alpha val="30764"/>
                  </a:srgbClr>
                </a:gs>
                <a:gs pos="28571">
                  <a:srgbClr val="FFF9ED">
                    <a:alpha val="24833"/>
                  </a:srgbClr>
                </a:gs>
                <a:gs pos="42857">
                  <a:srgbClr val="FFF9ED">
                    <a:alpha val="17075"/>
                  </a:srgbClr>
                </a:gs>
                <a:gs pos="57143">
                  <a:srgbClr val="FFF9ED">
                    <a:alpha val="9855"/>
                  </a:srgbClr>
                </a:gs>
                <a:gs pos="71429">
                  <a:srgbClr val="FFF9ED">
                    <a:alpha val="4740"/>
                  </a:srgbClr>
                </a:gs>
                <a:gs pos="85714">
                  <a:srgbClr val="FFF9ED">
                    <a:alpha val="1902"/>
                  </a:srgbClr>
                </a:gs>
                <a:gs pos="100000">
                  <a:srgbClr val="FFF9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3277877">
              <a:off x="686472" y="1755356"/>
              <a:ext cx="652689" cy="154312"/>
            </a:xfrm>
            <a:prstGeom prst="ellipse">
              <a:avLst/>
            </a:prstGeom>
            <a:gradFill>
              <a:gsLst>
                <a:gs pos="0">
                  <a:srgbClr val="B10000">
                    <a:alpha val="32968"/>
                  </a:srgbClr>
                </a:gs>
                <a:gs pos="14286">
                  <a:srgbClr val="B10000">
                    <a:alpha val="30764"/>
                  </a:srgbClr>
                </a:gs>
                <a:gs pos="28571">
                  <a:srgbClr val="B10000">
                    <a:alpha val="24833"/>
                  </a:srgbClr>
                </a:gs>
                <a:gs pos="42857">
                  <a:srgbClr val="B10000">
                    <a:alpha val="17075"/>
                  </a:srgbClr>
                </a:gs>
                <a:gs pos="57143">
                  <a:srgbClr val="B10000">
                    <a:alpha val="9855"/>
                  </a:srgbClr>
                </a:gs>
                <a:gs pos="71429">
                  <a:srgbClr val="B10000">
                    <a:alpha val="4740"/>
                  </a:srgbClr>
                </a:gs>
                <a:gs pos="85714">
                  <a:srgbClr val="B10000">
                    <a:alpha val="1902"/>
                  </a:srgbClr>
                </a:gs>
                <a:gs pos="100000">
                  <a:srgbClr val="B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2820814">
              <a:off x="711016" y="1609073"/>
              <a:ext cx="572346" cy="306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7435836">
              <a:off x="311421" y="3559917"/>
              <a:ext cx="349794" cy="41876"/>
            </a:xfrm>
            <a:prstGeom prst="ellipse">
              <a:avLst/>
            </a:prstGeom>
            <a:gradFill>
              <a:gsLst>
                <a:gs pos="0">
                  <a:srgbClr val="FFFB6D">
                    <a:alpha val="32968"/>
                  </a:srgbClr>
                </a:gs>
                <a:gs pos="14286">
                  <a:srgbClr val="FFFB6D">
                    <a:alpha val="30764"/>
                  </a:srgbClr>
                </a:gs>
                <a:gs pos="28571">
                  <a:srgbClr val="FFFB6D">
                    <a:alpha val="24833"/>
                  </a:srgbClr>
                </a:gs>
                <a:gs pos="42857">
                  <a:srgbClr val="FFFB6D">
                    <a:alpha val="17075"/>
                  </a:srgbClr>
                </a:gs>
                <a:gs pos="57143">
                  <a:srgbClr val="FFFB6D">
                    <a:alpha val="9855"/>
                  </a:srgbClr>
                </a:gs>
                <a:gs pos="71429">
                  <a:srgbClr val="FFFB6D">
                    <a:alpha val="4740"/>
                  </a:srgbClr>
                </a:gs>
                <a:gs pos="85714">
                  <a:srgbClr val="FFFB6D">
                    <a:alpha val="1902"/>
                  </a:srgbClr>
                </a:gs>
                <a:gs pos="100000">
                  <a:srgbClr val="FFFB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7447050">
              <a:off x="777755" y="1326434"/>
              <a:ext cx="566628" cy="469034"/>
            </a:xfrm>
            <a:prstGeom prst="ellipse">
              <a:avLst/>
            </a:prstGeom>
            <a:gradFill>
              <a:gsLst>
                <a:gs pos="0">
                  <a:srgbClr val="000000">
                    <a:alpha val="17575"/>
                  </a:srgbClr>
                </a:gs>
                <a:gs pos="14286">
                  <a:srgbClr val="000000">
                    <a:alpha val="16276"/>
                  </a:srgbClr>
                </a:gs>
                <a:gs pos="28571">
                  <a:srgbClr val="000000">
                    <a:alpha val="12884"/>
                  </a:srgbClr>
                </a:gs>
                <a:gs pos="42857">
                  <a:srgbClr val="000000">
                    <a:alpha val="8650"/>
                  </a:srgbClr>
                </a:gs>
                <a:gs pos="57143">
                  <a:srgbClr val="000000">
                    <a:alpha val="4889"/>
                  </a:srgbClr>
                </a:gs>
                <a:gs pos="71429">
                  <a:srgbClr val="000000">
                    <a:alpha val="2319"/>
                  </a:srgbClr>
                </a:gs>
                <a:gs pos="85714">
                  <a:srgbClr val="000000">
                    <a:alpha val="924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3690626">
              <a:off x="853889" y="1343688"/>
              <a:ext cx="455766" cy="437884"/>
            </a:xfrm>
            <a:prstGeom prst="ellipse">
              <a:avLst/>
            </a:prstGeom>
            <a:gradFill>
              <a:gsLst>
                <a:gs pos="0">
                  <a:srgbClr val="0067CD">
                    <a:alpha val="1664"/>
                  </a:srgbClr>
                </a:gs>
                <a:gs pos="14286">
                  <a:srgbClr val="0067CD">
                    <a:alpha val="1530"/>
                  </a:srgbClr>
                </a:gs>
                <a:gs pos="28571">
                  <a:srgbClr val="0067CD">
                    <a:alpha val="1190"/>
                  </a:srgbClr>
                </a:gs>
                <a:gs pos="42857">
                  <a:srgbClr val="0067CD">
                    <a:alpha val="782"/>
                  </a:srgbClr>
                </a:gs>
                <a:gs pos="57143">
                  <a:srgbClr val="0067CD">
                    <a:alpha val="434"/>
                  </a:srgbClr>
                </a:gs>
                <a:gs pos="71429">
                  <a:srgbClr val="0067CD">
                    <a:alpha val="203"/>
                  </a:srgbClr>
                </a:gs>
                <a:gs pos="85714">
                  <a:srgbClr val="0067CD">
                    <a:alpha val="81"/>
                  </a:srgbClr>
                </a:gs>
                <a:gs pos="100000">
                  <a:srgbClr val="0067CD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23389">
              <a:off x="2608448" y="1058162"/>
              <a:ext cx="707729" cy="139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10425170">
              <a:off x="2438878" y="1587907"/>
              <a:ext cx="334327" cy="51161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4695697">
              <a:off x="1514026" y="3208552"/>
              <a:ext cx="645472" cy="89161"/>
            </a:xfrm>
            <a:prstGeom prst="ellipse">
              <a:avLst/>
            </a:prstGeom>
            <a:gradFill>
              <a:gsLst>
                <a:gs pos="0">
                  <a:srgbClr val="204100">
                    <a:alpha val="32968"/>
                  </a:srgbClr>
                </a:gs>
                <a:gs pos="14286">
                  <a:srgbClr val="204100">
                    <a:alpha val="30764"/>
                  </a:srgbClr>
                </a:gs>
                <a:gs pos="28571">
                  <a:srgbClr val="204100">
                    <a:alpha val="24833"/>
                  </a:srgbClr>
                </a:gs>
                <a:gs pos="42857">
                  <a:srgbClr val="204100">
                    <a:alpha val="17075"/>
                  </a:srgbClr>
                </a:gs>
                <a:gs pos="57143">
                  <a:srgbClr val="204100">
                    <a:alpha val="9855"/>
                  </a:srgbClr>
                </a:gs>
                <a:gs pos="71429">
                  <a:srgbClr val="204100">
                    <a:alpha val="4740"/>
                  </a:srgbClr>
                </a:gs>
                <a:gs pos="85714">
                  <a:srgbClr val="204100">
                    <a:alpha val="1902"/>
                  </a:srgbClr>
                </a:gs>
                <a:gs pos="100000">
                  <a:srgbClr val="20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9323214">
              <a:off x="1076154" y="3312874"/>
              <a:ext cx="341459" cy="209045"/>
            </a:xfrm>
            <a:prstGeom prst="ellipse">
              <a:avLst/>
            </a:prstGeom>
            <a:gradFill>
              <a:gsLst>
                <a:gs pos="0">
                  <a:srgbClr val="FFF4DC">
                    <a:alpha val="32968"/>
                  </a:srgbClr>
                </a:gs>
                <a:gs pos="14286">
                  <a:srgbClr val="FFF4DC">
                    <a:alpha val="30764"/>
                  </a:srgbClr>
                </a:gs>
                <a:gs pos="28571">
                  <a:srgbClr val="FFF4DC">
                    <a:alpha val="24833"/>
                  </a:srgbClr>
                </a:gs>
                <a:gs pos="42857">
                  <a:srgbClr val="FFF4DC">
                    <a:alpha val="17075"/>
                  </a:srgbClr>
                </a:gs>
                <a:gs pos="57143">
                  <a:srgbClr val="FFF4DC">
                    <a:alpha val="9855"/>
                  </a:srgbClr>
                </a:gs>
                <a:gs pos="71429">
                  <a:srgbClr val="FFF4DC">
                    <a:alpha val="4740"/>
                  </a:srgbClr>
                </a:gs>
                <a:gs pos="85714">
                  <a:srgbClr val="FFF4DC">
                    <a:alpha val="1902"/>
                  </a:srgbClr>
                </a:gs>
                <a:gs pos="100000">
                  <a:srgbClr val="FFF4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319671">
              <a:off x="2871098" y="853618"/>
              <a:ext cx="479984" cy="5439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6062580">
              <a:off x="2992824" y="423260"/>
              <a:ext cx="253057" cy="506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8187356">
              <a:off x="1690237" y="2440384"/>
              <a:ext cx="223538" cy="182298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8457820">
              <a:off x="3045366" y="2887529"/>
              <a:ext cx="689781" cy="6640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-10784907">
              <a:off x="2798004" y="1580075"/>
              <a:ext cx="637772" cy="53979"/>
            </a:xfrm>
            <a:prstGeom prst="ellipse">
              <a:avLst/>
            </a:prstGeom>
            <a:gradFill>
              <a:gsLst>
                <a:gs pos="0">
                  <a:srgbClr val="000E00">
                    <a:alpha val="32968"/>
                  </a:srgbClr>
                </a:gs>
                <a:gs pos="14286">
                  <a:srgbClr val="000E00">
                    <a:alpha val="30764"/>
                  </a:srgbClr>
                </a:gs>
                <a:gs pos="28571">
                  <a:srgbClr val="000E00">
                    <a:alpha val="24833"/>
                  </a:srgbClr>
                </a:gs>
                <a:gs pos="42857">
                  <a:srgbClr val="000E00">
                    <a:alpha val="17075"/>
                  </a:srgbClr>
                </a:gs>
                <a:gs pos="57143">
                  <a:srgbClr val="000E00">
                    <a:alpha val="9855"/>
                  </a:srgbClr>
                </a:gs>
                <a:gs pos="71429">
                  <a:srgbClr val="000E00">
                    <a:alpha val="4740"/>
                  </a:srgbClr>
                </a:gs>
                <a:gs pos="85714">
                  <a:srgbClr val="000E00">
                    <a:alpha val="1902"/>
                  </a:srgbClr>
                </a:gs>
                <a:gs pos="100000">
                  <a:srgbClr val="00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4749988">
              <a:off x="473765" y="2001992"/>
              <a:ext cx="592225" cy="86803"/>
            </a:xfrm>
            <a:prstGeom prst="ellipse">
              <a:avLst/>
            </a:prstGeom>
            <a:gradFill>
              <a:gsLst>
                <a:gs pos="0">
                  <a:srgbClr val="7F5927">
                    <a:alpha val="32968"/>
                  </a:srgbClr>
                </a:gs>
                <a:gs pos="14286">
                  <a:srgbClr val="7F5927">
                    <a:alpha val="30764"/>
                  </a:srgbClr>
                </a:gs>
                <a:gs pos="28571">
                  <a:srgbClr val="7F5927">
                    <a:alpha val="24833"/>
                  </a:srgbClr>
                </a:gs>
                <a:gs pos="42857">
                  <a:srgbClr val="7F5927">
                    <a:alpha val="17075"/>
                  </a:srgbClr>
                </a:gs>
                <a:gs pos="57143">
                  <a:srgbClr val="7F5927">
                    <a:alpha val="9855"/>
                  </a:srgbClr>
                </a:gs>
                <a:gs pos="71429">
                  <a:srgbClr val="7F5927">
                    <a:alpha val="4740"/>
                  </a:srgbClr>
                </a:gs>
                <a:gs pos="85714">
                  <a:srgbClr val="7F5927">
                    <a:alpha val="1902"/>
                  </a:srgbClr>
                </a:gs>
                <a:gs pos="100000">
                  <a:srgbClr val="7F59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4258222">
              <a:off x="73813" y="1689902"/>
              <a:ext cx="604505" cy="104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9775229">
              <a:off x="1220117" y="124371"/>
              <a:ext cx="589949" cy="66290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4236049">
              <a:off x="2566747" y="634384"/>
              <a:ext cx="676898" cy="1315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315553">
              <a:off x="2124071" y="2154812"/>
              <a:ext cx="692233" cy="347108"/>
            </a:xfrm>
            <a:prstGeom prst="ellipse">
              <a:avLst/>
            </a:prstGeom>
            <a:gradFill>
              <a:gsLst>
                <a:gs pos="0">
                  <a:srgbClr val="FF3C00">
                    <a:alpha val="32968"/>
                  </a:srgbClr>
                </a:gs>
                <a:gs pos="14286">
                  <a:srgbClr val="FF3C00">
                    <a:alpha val="30764"/>
                  </a:srgbClr>
                </a:gs>
                <a:gs pos="28571">
                  <a:srgbClr val="FF3C00">
                    <a:alpha val="24833"/>
                  </a:srgbClr>
                </a:gs>
                <a:gs pos="42857">
                  <a:srgbClr val="FF3C00">
                    <a:alpha val="17075"/>
                  </a:srgbClr>
                </a:gs>
                <a:gs pos="57143">
                  <a:srgbClr val="FF3C00">
                    <a:alpha val="9855"/>
                  </a:srgbClr>
                </a:gs>
                <a:gs pos="71429">
                  <a:srgbClr val="FF3C00">
                    <a:alpha val="4740"/>
                  </a:srgbClr>
                </a:gs>
                <a:gs pos="85714">
                  <a:srgbClr val="FF3C00">
                    <a:alpha val="1902"/>
                  </a:srgbClr>
                </a:gs>
                <a:gs pos="100000">
                  <a:srgbClr val="FF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7065314">
              <a:off x="554844" y="1358514"/>
              <a:ext cx="387419" cy="151218"/>
            </a:xfrm>
            <a:prstGeom prst="ellipse">
              <a:avLst/>
            </a:prstGeom>
            <a:gradFill>
              <a:gsLst>
                <a:gs pos="0">
                  <a:srgbClr val="E4F6FF">
                    <a:alpha val="32968"/>
                  </a:srgbClr>
                </a:gs>
                <a:gs pos="14286">
                  <a:srgbClr val="E4F6FF">
                    <a:alpha val="30764"/>
                  </a:srgbClr>
                </a:gs>
                <a:gs pos="28571">
                  <a:srgbClr val="E4F6FF">
                    <a:alpha val="24833"/>
                  </a:srgbClr>
                </a:gs>
                <a:gs pos="42857">
                  <a:srgbClr val="E4F6FF">
                    <a:alpha val="17075"/>
                  </a:srgbClr>
                </a:gs>
                <a:gs pos="57143">
                  <a:srgbClr val="E4F6FF">
                    <a:alpha val="9855"/>
                  </a:srgbClr>
                </a:gs>
                <a:gs pos="71429">
                  <a:srgbClr val="E4F6FF">
                    <a:alpha val="4740"/>
                  </a:srgbClr>
                </a:gs>
                <a:gs pos="85714">
                  <a:srgbClr val="E4F6FF">
                    <a:alpha val="1902"/>
                  </a:srgbClr>
                </a:gs>
                <a:gs pos="100000">
                  <a:srgbClr val="E4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2957412">
              <a:off x="631253" y="1711409"/>
              <a:ext cx="609313" cy="29809"/>
            </a:xfrm>
            <a:prstGeom prst="ellipse">
              <a:avLst/>
            </a:prstGeom>
            <a:gradFill>
              <a:gsLst>
                <a:gs pos="0">
                  <a:srgbClr val="FFC57A">
                    <a:alpha val="32968"/>
                  </a:srgbClr>
                </a:gs>
                <a:gs pos="14286">
                  <a:srgbClr val="FFC57A">
                    <a:alpha val="30764"/>
                  </a:srgbClr>
                </a:gs>
                <a:gs pos="28571">
                  <a:srgbClr val="FFC57A">
                    <a:alpha val="24833"/>
                  </a:srgbClr>
                </a:gs>
                <a:gs pos="42857">
                  <a:srgbClr val="FFC57A">
                    <a:alpha val="17075"/>
                  </a:srgbClr>
                </a:gs>
                <a:gs pos="57143">
                  <a:srgbClr val="FFC57A">
                    <a:alpha val="9855"/>
                  </a:srgbClr>
                </a:gs>
                <a:gs pos="71429">
                  <a:srgbClr val="FFC57A">
                    <a:alpha val="4740"/>
                  </a:srgbClr>
                </a:gs>
                <a:gs pos="85714">
                  <a:srgbClr val="FFC57A">
                    <a:alpha val="1902"/>
                  </a:srgbClr>
                </a:gs>
                <a:gs pos="100000">
                  <a:srgbClr val="FFC5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060575">
              <a:off x="15191" y="72311"/>
              <a:ext cx="466757" cy="55943"/>
            </a:xfrm>
            <a:prstGeom prst="ellipse">
              <a:avLst/>
            </a:prstGeom>
            <a:gradFill>
              <a:gsLst>
                <a:gs pos="0">
                  <a:srgbClr val="FFFF9E">
                    <a:alpha val="32968"/>
                  </a:srgbClr>
                </a:gs>
                <a:gs pos="14286">
                  <a:srgbClr val="FFFF9E">
                    <a:alpha val="30764"/>
                  </a:srgbClr>
                </a:gs>
                <a:gs pos="28571">
                  <a:srgbClr val="FFFF9E">
                    <a:alpha val="24833"/>
                  </a:srgbClr>
                </a:gs>
                <a:gs pos="42857">
                  <a:srgbClr val="FFFF9E">
                    <a:alpha val="17075"/>
                  </a:srgbClr>
                </a:gs>
                <a:gs pos="57143">
                  <a:srgbClr val="FFFF9E">
                    <a:alpha val="9855"/>
                  </a:srgbClr>
                </a:gs>
                <a:gs pos="71429">
                  <a:srgbClr val="FFFF9E">
                    <a:alpha val="4740"/>
                  </a:srgbClr>
                </a:gs>
                <a:gs pos="85714">
                  <a:srgbClr val="FFFF9E">
                    <a:alpha val="1902"/>
                  </a:srgbClr>
                </a:gs>
                <a:gs pos="100000">
                  <a:srgbClr val="FFF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104093">
              <a:off x="3189967" y="1831378"/>
              <a:ext cx="256937" cy="19144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9254082">
              <a:off x="1423858" y="903171"/>
              <a:ext cx="423840" cy="70505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2819301">
              <a:off x="2987327" y="2645046"/>
              <a:ext cx="602738" cy="15852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9758768">
              <a:off x="1105913" y="2899331"/>
              <a:ext cx="644601" cy="478215"/>
            </a:xfrm>
            <a:prstGeom prst="ellipse">
              <a:avLst/>
            </a:prstGeom>
            <a:gradFill>
              <a:gsLst>
                <a:gs pos="0">
                  <a:srgbClr val="FD0000">
                    <a:alpha val="32968"/>
                  </a:srgbClr>
                </a:gs>
                <a:gs pos="14286">
                  <a:srgbClr val="FD0000">
                    <a:alpha val="30764"/>
                  </a:srgbClr>
                </a:gs>
                <a:gs pos="28571">
                  <a:srgbClr val="FD0000">
                    <a:alpha val="24833"/>
                  </a:srgbClr>
                </a:gs>
                <a:gs pos="42857">
                  <a:srgbClr val="FD0000">
                    <a:alpha val="17075"/>
                  </a:srgbClr>
                </a:gs>
                <a:gs pos="57143">
                  <a:srgbClr val="FD0000">
                    <a:alpha val="9855"/>
                  </a:srgbClr>
                </a:gs>
                <a:gs pos="71429">
                  <a:srgbClr val="FD0000">
                    <a:alpha val="4740"/>
                  </a:srgbClr>
                </a:gs>
                <a:gs pos="85714">
                  <a:srgbClr val="FD0000">
                    <a:alpha val="1902"/>
                  </a:srgbClr>
                </a:gs>
                <a:gs pos="100000">
                  <a:srgbClr val="F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6403381">
              <a:off x="667843" y="2616419"/>
              <a:ext cx="634713" cy="117987"/>
            </a:xfrm>
            <a:prstGeom prst="ellipse">
              <a:avLst/>
            </a:prstGeom>
            <a:gradFill>
              <a:gsLst>
                <a:gs pos="0">
                  <a:srgbClr val="0000A3">
                    <a:alpha val="32968"/>
                  </a:srgbClr>
                </a:gs>
                <a:gs pos="14286">
                  <a:srgbClr val="0000A3">
                    <a:alpha val="30764"/>
                  </a:srgbClr>
                </a:gs>
                <a:gs pos="28571">
                  <a:srgbClr val="0000A3">
                    <a:alpha val="24833"/>
                  </a:srgbClr>
                </a:gs>
                <a:gs pos="42857">
                  <a:srgbClr val="0000A3">
                    <a:alpha val="17075"/>
                  </a:srgbClr>
                </a:gs>
                <a:gs pos="57143">
                  <a:srgbClr val="0000A3">
                    <a:alpha val="9855"/>
                  </a:srgbClr>
                </a:gs>
                <a:gs pos="71429">
                  <a:srgbClr val="0000A3">
                    <a:alpha val="4740"/>
                  </a:srgbClr>
                </a:gs>
                <a:gs pos="85714">
                  <a:srgbClr val="0000A3">
                    <a:alpha val="1902"/>
                  </a:srgbClr>
                </a:gs>
                <a:gs pos="100000">
                  <a:srgbClr val="0000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4739742">
              <a:off x="1497000" y="813944"/>
              <a:ext cx="365878" cy="108384"/>
            </a:xfrm>
            <a:prstGeom prst="ellipse">
              <a:avLst/>
            </a:prstGeom>
            <a:gradFill>
              <a:gsLst>
                <a:gs pos="0">
                  <a:srgbClr val="003600">
                    <a:alpha val="32968"/>
                  </a:srgbClr>
                </a:gs>
                <a:gs pos="14286">
                  <a:srgbClr val="003600">
                    <a:alpha val="30764"/>
                  </a:srgbClr>
                </a:gs>
                <a:gs pos="28571">
                  <a:srgbClr val="003600">
                    <a:alpha val="24833"/>
                  </a:srgbClr>
                </a:gs>
                <a:gs pos="42857">
                  <a:srgbClr val="003600">
                    <a:alpha val="17075"/>
                  </a:srgbClr>
                </a:gs>
                <a:gs pos="57143">
                  <a:srgbClr val="003600">
                    <a:alpha val="9855"/>
                  </a:srgbClr>
                </a:gs>
                <a:gs pos="71429">
                  <a:srgbClr val="003600">
                    <a:alpha val="4740"/>
                  </a:srgbClr>
                </a:gs>
                <a:gs pos="85714">
                  <a:srgbClr val="003600">
                    <a:alpha val="1902"/>
                  </a:srgbClr>
                </a:gs>
                <a:gs pos="100000">
                  <a:srgbClr val="003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5416957">
              <a:off x="2770199" y="3044642"/>
              <a:ext cx="620610" cy="352327"/>
            </a:xfrm>
            <a:prstGeom prst="ellipse">
              <a:avLst/>
            </a:prstGeom>
            <a:gradFill>
              <a:gsLst>
                <a:gs pos="0">
                  <a:srgbClr val="F0F2FF">
                    <a:alpha val="32968"/>
                  </a:srgbClr>
                </a:gs>
                <a:gs pos="14286">
                  <a:srgbClr val="F0F2FF">
                    <a:alpha val="30764"/>
                  </a:srgbClr>
                </a:gs>
                <a:gs pos="28571">
                  <a:srgbClr val="F0F2FF">
                    <a:alpha val="24833"/>
                  </a:srgbClr>
                </a:gs>
                <a:gs pos="42857">
                  <a:srgbClr val="F0F2FF">
                    <a:alpha val="17075"/>
                  </a:srgbClr>
                </a:gs>
                <a:gs pos="57143">
                  <a:srgbClr val="F0F2FF">
                    <a:alpha val="9855"/>
                  </a:srgbClr>
                </a:gs>
                <a:gs pos="71429">
                  <a:srgbClr val="F0F2FF">
                    <a:alpha val="4740"/>
                  </a:srgbClr>
                </a:gs>
                <a:gs pos="85714">
                  <a:srgbClr val="F0F2FF">
                    <a:alpha val="1902"/>
                  </a:srgbClr>
                </a:gs>
                <a:gs pos="100000">
                  <a:srgbClr val="F0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456661">
              <a:off x="1627633" y="3117334"/>
              <a:ext cx="581864" cy="75851"/>
            </a:xfrm>
            <a:prstGeom prst="ellipse">
              <a:avLst/>
            </a:prstGeom>
            <a:gradFill>
              <a:gsLst>
                <a:gs pos="0">
                  <a:srgbClr val="FFFEF4">
                    <a:alpha val="32968"/>
                  </a:srgbClr>
                </a:gs>
                <a:gs pos="14286">
                  <a:srgbClr val="FFFEF4">
                    <a:alpha val="30764"/>
                  </a:srgbClr>
                </a:gs>
                <a:gs pos="28571">
                  <a:srgbClr val="FFFEF4">
                    <a:alpha val="24833"/>
                  </a:srgbClr>
                </a:gs>
                <a:gs pos="42857">
                  <a:srgbClr val="FFFEF4">
                    <a:alpha val="17075"/>
                  </a:srgbClr>
                </a:gs>
                <a:gs pos="57143">
                  <a:srgbClr val="FFFEF4">
                    <a:alpha val="9855"/>
                  </a:srgbClr>
                </a:gs>
                <a:gs pos="71429">
                  <a:srgbClr val="FFFEF4">
                    <a:alpha val="4740"/>
                  </a:srgbClr>
                </a:gs>
                <a:gs pos="85714">
                  <a:srgbClr val="FFFEF4">
                    <a:alpha val="1902"/>
                  </a:srgbClr>
                </a:gs>
                <a:gs pos="100000">
                  <a:srgbClr val="FFFE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458843">
              <a:off x="2055029" y="2321996"/>
              <a:ext cx="615435" cy="46637"/>
            </a:xfrm>
            <a:prstGeom prst="ellipse">
              <a:avLst/>
            </a:prstGeom>
            <a:gradFill>
              <a:gsLst>
                <a:gs pos="0">
                  <a:srgbClr val="FFC686">
                    <a:alpha val="32968"/>
                  </a:srgbClr>
                </a:gs>
                <a:gs pos="14286">
                  <a:srgbClr val="FFC686">
                    <a:alpha val="30764"/>
                  </a:srgbClr>
                </a:gs>
                <a:gs pos="28571">
                  <a:srgbClr val="FFC686">
                    <a:alpha val="24833"/>
                  </a:srgbClr>
                </a:gs>
                <a:gs pos="42857">
                  <a:srgbClr val="FFC686">
                    <a:alpha val="17075"/>
                  </a:srgbClr>
                </a:gs>
                <a:gs pos="57143">
                  <a:srgbClr val="FFC686">
                    <a:alpha val="9855"/>
                  </a:srgbClr>
                </a:gs>
                <a:gs pos="71429">
                  <a:srgbClr val="FFC686">
                    <a:alpha val="4740"/>
                  </a:srgbClr>
                </a:gs>
                <a:gs pos="85714">
                  <a:srgbClr val="FFC686">
                    <a:alpha val="1902"/>
                  </a:srgbClr>
                </a:gs>
                <a:gs pos="100000">
                  <a:srgbClr val="FFC6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10454162">
              <a:off x="2932698" y="1935638"/>
              <a:ext cx="545988" cy="94414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5984234">
              <a:off x="54332" y="2562584"/>
              <a:ext cx="501713" cy="142619"/>
            </a:xfrm>
            <a:prstGeom prst="ellipse">
              <a:avLst/>
            </a:prstGeom>
            <a:gradFill>
              <a:gsLst>
                <a:gs pos="0">
                  <a:srgbClr val="FCFFFD">
                    <a:alpha val="32968"/>
                  </a:srgbClr>
                </a:gs>
                <a:gs pos="14286">
                  <a:srgbClr val="FCFFFD">
                    <a:alpha val="30764"/>
                  </a:srgbClr>
                </a:gs>
                <a:gs pos="28571">
                  <a:srgbClr val="FCFFFD">
                    <a:alpha val="24833"/>
                  </a:srgbClr>
                </a:gs>
                <a:gs pos="42857">
                  <a:srgbClr val="FCFFFD">
                    <a:alpha val="17075"/>
                  </a:srgbClr>
                </a:gs>
                <a:gs pos="57143">
                  <a:srgbClr val="FCFFFD">
                    <a:alpha val="9855"/>
                  </a:srgbClr>
                </a:gs>
                <a:gs pos="71429">
                  <a:srgbClr val="FCFFFD">
                    <a:alpha val="4740"/>
                  </a:srgbClr>
                </a:gs>
                <a:gs pos="85714">
                  <a:srgbClr val="FCFFFD">
                    <a:alpha val="1902"/>
                  </a:srgbClr>
                </a:gs>
                <a:gs pos="100000">
                  <a:srgbClr val="FC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10029793">
              <a:off x="2429002" y="1571603"/>
              <a:ext cx="298366" cy="182921"/>
            </a:xfrm>
            <a:prstGeom prst="ellipse">
              <a:avLst/>
            </a:prstGeom>
            <a:gradFill>
              <a:gsLst>
                <a:gs pos="0">
                  <a:srgbClr val="F6ECF6">
                    <a:alpha val="32968"/>
                  </a:srgbClr>
                </a:gs>
                <a:gs pos="14286">
                  <a:srgbClr val="F6ECF6">
                    <a:alpha val="30764"/>
                  </a:srgbClr>
                </a:gs>
                <a:gs pos="28571">
                  <a:srgbClr val="F6ECF6">
                    <a:alpha val="24833"/>
                  </a:srgbClr>
                </a:gs>
                <a:gs pos="42857">
                  <a:srgbClr val="F6ECF6">
                    <a:alpha val="17075"/>
                  </a:srgbClr>
                </a:gs>
                <a:gs pos="57143">
                  <a:srgbClr val="F6ECF6">
                    <a:alpha val="9855"/>
                  </a:srgbClr>
                </a:gs>
                <a:gs pos="71429">
                  <a:srgbClr val="F6ECF6">
                    <a:alpha val="4740"/>
                  </a:srgbClr>
                </a:gs>
                <a:gs pos="85714">
                  <a:srgbClr val="F6ECF6">
                    <a:alpha val="1902"/>
                  </a:srgbClr>
                </a:gs>
                <a:gs pos="100000">
                  <a:srgbClr val="F6EC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22476">
              <a:off x="2909939" y="1110158"/>
              <a:ext cx="642402" cy="354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3729518">
              <a:off x="3264620" y="2941182"/>
              <a:ext cx="369746" cy="68642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3914636">
              <a:off x="3233989" y="2540203"/>
              <a:ext cx="674377" cy="4472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7256468">
              <a:off x="1262820" y="2631625"/>
              <a:ext cx="663835" cy="379575"/>
            </a:xfrm>
            <a:prstGeom prst="ellipse">
              <a:avLst/>
            </a:prstGeom>
            <a:gradFill>
              <a:gsLst>
                <a:gs pos="0">
                  <a:srgbClr val="760000">
                    <a:alpha val="32968"/>
                  </a:srgbClr>
                </a:gs>
                <a:gs pos="14286">
                  <a:srgbClr val="760000">
                    <a:alpha val="30764"/>
                  </a:srgbClr>
                </a:gs>
                <a:gs pos="28571">
                  <a:srgbClr val="760000">
                    <a:alpha val="24833"/>
                  </a:srgbClr>
                </a:gs>
                <a:gs pos="42857">
                  <a:srgbClr val="760000">
                    <a:alpha val="17075"/>
                  </a:srgbClr>
                </a:gs>
                <a:gs pos="57143">
                  <a:srgbClr val="760000">
                    <a:alpha val="9855"/>
                  </a:srgbClr>
                </a:gs>
                <a:gs pos="71429">
                  <a:srgbClr val="760000">
                    <a:alpha val="4740"/>
                  </a:srgbClr>
                </a:gs>
                <a:gs pos="85714">
                  <a:srgbClr val="760000">
                    <a:alpha val="1902"/>
                  </a:srgbClr>
                </a:gs>
                <a:gs pos="100000">
                  <a:srgbClr val="7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176304">
              <a:off x="1698165" y="3496508"/>
              <a:ext cx="444847" cy="209271"/>
            </a:xfrm>
            <a:prstGeom prst="ellipse">
              <a:avLst/>
            </a:prstGeom>
            <a:gradFill>
              <a:gsLst>
                <a:gs pos="0">
                  <a:srgbClr val="FFF2AA">
                    <a:alpha val="32968"/>
                  </a:srgbClr>
                </a:gs>
                <a:gs pos="14286">
                  <a:srgbClr val="FFF2AA">
                    <a:alpha val="30764"/>
                  </a:srgbClr>
                </a:gs>
                <a:gs pos="28571">
                  <a:srgbClr val="FFF2AA">
                    <a:alpha val="24833"/>
                  </a:srgbClr>
                </a:gs>
                <a:gs pos="42857">
                  <a:srgbClr val="FFF2AA">
                    <a:alpha val="17075"/>
                  </a:srgbClr>
                </a:gs>
                <a:gs pos="57143">
                  <a:srgbClr val="FFF2AA">
                    <a:alpha val="9855"/>
                  </a:srgbClr>
                </a:gs>
                <a:gs pos="71429">
                  <a:srgbClr val="FFF2AA">
                    <a:alpha val="4740"/>
                  </a:srgbClr>
                </a:gs>
                <a:gs pos="85714">
                  <a:srgbClr val="FFF2AA">
                    <a:alpha val="1902"/>
                  </a:srgbClr>
                </a:gs>
                <a:gs pos="100000">
                  <a:srgbClr val="FFF2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3119782">
              <a:off x="1205431" y="1922115"/>
              <a:ext cx="643872" cy="433767"/>
            </a:xfrm>
            <a:prstGeom prst="ellipse">
              <a:avLst/>
            </a:prstGeom>
            <a:gradFill>
              <a:gsLst>
                <a:gs pos="0">
                  <a:srgbClr val="EC2200">
                    <a:alpha val="32968"/>
                  </a:srgbClr>
                </a:gs>
                <a:gs pos="14286">
                  <a:srgbClr val="EC2200">
                    <a:alpha val="30764"/>
                  </a:srgbClr>
                </a:gs>
                <a:gs pos="28571">
                  <a:srgbClr val="EC2200">
                    <a:alpha val="24833"/>
                  </a:srgbClr>
                </a:gs>
                <a:gs pos="42857">
                  <a:srgbClr val="EC2200">
                    <a:alpha val="17075"/>
                  </a:srgbClr>
                </a:gs>
                <a:gs pos="57143">
                  <a:srgbClr val="EC2200">
                    <a:alpha val="9855"/>
                  </a:srgbClr>
                </a:gs>
                <a:gs pos="71429">
                  <a:srgbClr val="EC2200">
                    <a:alpha val="4740"/>
                  </a:srgbClr>
                </a:gs>
                <a:gs pos="85714">
                  <a:srgbClr val="EC2200">
                    <a:alpha val="1902"/>
                  </a:srgbClr>
                </a:gs>
                <a:gs pos="100000">
                  <a:srgbClr val="EC2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6921101">
              <a:off x="1760561" y="1627599"/>
              <a:ext cx="367939" cy="249137"/>
            </a:xfrm>
            <a:prstGeom prst="ellipse">
              <a:avLst/>
            </a:prstGeom>
            <a:gradFill>
              <a:gsLst>
                <a:gs pos="0">
                  <a:srgbClr val="F8FEF6">
                    <a:alpha val="32968"/>
                  </a:srgbClr>
                </a:gs>
                <a:gs pos="14286">
                  <a:srgbClr val="F8FEF6">
                    <a:alpha val="30764"/>
                  </a:srgbClr>
                </a:gs>
                <a:gs pos="28571">
                  <a:srgbClr val="F8FEF6">
                    <a:alpha val="24833"/>
                  </a:srgbClr>
                </a:gs>
                <a:gs pos="42857">
                  <a:srgbClr val="F8FEF6">
                    <a:alpha val="17075"/>
                  </a:srgbClr>
                </a:gs>
                <a:gs pos="57143">
                  <a:srgbClr val="F8FEF6">
                    <a:alpha val="9855"/>
                  </a:srgbClr>
                </a:gs>
                <a:gs pos="71429">
                  <a:srgbClr val="F8FEF6">
                    <a:alpha val="4740"/>
                  </a:srgbClr>
                </a:gs>
                <a:gs pos="85714">
                  <a:srgbClr val="F8FEF6">
                    <a:alpha val="1902"/>
                  </a:srgbClr>
                </a:gs>
                <a:gs pos="100000">
                  <a:srgbClr val="F8FE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7648608">
              <a:off x="1765076" y="1865557"/>
              <a:ext cx="639943" cy="72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612112">
              <a:off x="1518615" y="2662955"/>
              <a:ext cx="524569" cy="37733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8745853">
              <a:off x="2890961" y="2544364"/>
              <a:ext cx="561462" cy="153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2902876">
              <a:off x="888792" y="921532"/>
              <a:ext cx="690446" cy="604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9576418">
              <a:off x="2116112" y="2580289"/>
              <a:ext cx="281948" cy="58693"/>
            </a:xfrm>
            <a:prstGeom prst="ellipse">
              <a:avLst/>
            </a:prstGeom>
            <a:gradFill>
              <a:gsLst>
                <a:gs pos="0">
                  <a:srgbClr val="00009D">
                    <a:alpha val="32968"/>
                  </a:srgbClr>
                </a:gs>
                <a:gs pos="14286">
                  <a:srgbClr val="00009D">
                    <a:alpha val="30764"/>
                  </a:srgbClr>
                </a:gs>
                <a:gs pos="28571">
                  <a:srgbClr val="00009D">
                    <a:alpha val="24833"/>
                  </a:srgbClr>
                </a:gs>
                <a:gs pos="42857">
                  <a:srgbClr val="00009D">
                    <a:alpha val="17075"/>
                  </a:srgbClr>
                </a:gs>
                <a:gs pos="57143">
                  <a:srgbClr val="00009D">
                    <a:alpha val="9855"/>
                  </a:srgbClr>
                </a:gs>
                <a:gs pos="71429">
                  <a:srgbClr val="00009D">
                    <a:alpha val="4740"/>
                  </a:srgbClr>
                </a:gs>
                <a:gs pos="85714">
                  <a:srgbClr val="00009D">
                    <a:alpha val="1902"/>
                  </a:srgbClr>
                </a:gs>
                <a:gs pos="100000">
                  <a:srgbClr val="0000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2838918">
              <a:off x="919042" y="927641"/>
              <a:ext cx="633450" cy="510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408786">
              <a:off x="1834640" y="1720862"/>
              <a:ext cx="604952" cy="138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7769741">
              <a:off x="1375819" y="2377477"/>
              <a:ext cx="623412" cy="215196"/>
            </a:xfrm>
            <a:prstGeom prst="ellipse">
              <a:avLst/>
            </a:prstGeom>
            <a:gradFill>
              <a:gsLst>
                <a:gs pos="0">
                  <a:srgbClr val="0F0F00">
                    <a:alpha val="32968"/>
                  </a:srgbClr>
                </a:gs>
                <a:gs pos="14286">
                  <a:srgbClr val="0F0F00">
                    <a:alpha val="30764"/>
                  </a:srgbClr>
                </a:gs>
                <a:gs pos="28571">
                  <a:srgbClr val="0F0F00">
                    <a:alpha val="24833"/>
                  </a:srgbClr>
                </a:gs>
                <a:gs pos="42857">
                  <a:srgbClr val="0F0F00">
                    <a:alpha val="17075"/>
                  </a:srgbClr>
                </a:gs>
                <a:gs pos="57143">
                  <a:srgbClr val="0F0F00">
                    <a:alpha val="9855"/>
                  </a:srgbClr>
                </a:gs>
                <a:gs pos="71429">
                  <a:srgbClr val="0F0F00">
                    <a:alpha val="4740"/>
                  </a:srgbClr>
                </a:gs>
                <a:gs pos="85714">
                  <a:srgbClr val="0F0F00">
                    <a:alpha val="1902"/>
                  </a:srgbClr>
                </a:gs>
                <a:gs pos="100000">
                  <a:srgbClr val="0F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556515">
              <a:off x="562903" y="1346030"/>
              <a:ext cx="512348" cy="38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10288245">
              <a:off x="1046746" y="3309042"/>
              <a:ext cx="348175" cy="124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8655655">
              <a:off x="857804" y="2728757"/>
              <a:ext cx="408751" cy="53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989601">
              <a:off x="1750840" y="820312"/>
              <a:ext cx="526442" cy="79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9215345">
              <a:off x="558463" y="3501679"/>
              <a:ext cx="662933" cy="80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471775">
              <a:off x="2701435" y="-55425"/>
              <a:ext cx="634102" cy="435644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8600433">
              <a:off x="1845133" y="18659"/>
              <a:ext cx="445893" cy="411110"/>
            </a:xfrm>
            <a:prstGeom prst="ellipse">
              <a:avLst/>
            </a:prstGeom>
            <a:gradFill>
              <a:gsLst>
                <a:gs pos="0">
                  <a:srgbClr val="F5FFE9">
                    <a:alpha val="8852"/>
                  </a:srgbClr>
                </a:gs>
                <a:gs pos="14286">
                  <a:srgbClr val="F5FFE9">
                    <a:alpha val="8166"/>
                  </a:srgbClr>
                </a:gs>
                <a:gs pos="28571">
                  <a:srgbClr val="F5FFE9">
                    <a:alpha val="6401"/>
                  </a:srgbClr>
                </a:gs>
                <a:gs pos="42857">
                  <a:srgbClr val="F5FFE9">
                    <a:alpha val="4246"/>
                  </a:srgbClr>
                </a:gs>
                <a:gs pos="57143">
                  <a:srgbClr val="F5FFE9">
                    <a:alpha val="2375"/>
                  </a:srgbClr>
                </a:gs>
                <a:gs pos="71429">
                  <a:srgbClr val="F5FFE9">
                    <a:alpha val="1119"/>
                  </a:srgbClr>
                </a:gs>
                <a:gs pos="85714">
                  <a:srgbClr val="F5FFE9">
                    <a:alpha val="444"/>
                  </a:srgbClr>
                </a:gs>
                <a:gs pos="100000">
                  <a:srgbClr val="F5FFE9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9194791">
              <a:off x="2865341" y="2508807"/>
              <a:ext cx="514540" cy="1546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10399043">
              <a:off x="2529784" y="697472"/>
              <a:ext cx="535449" cy="1086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5400000">
              <a:off x="3256515" y="2606584"/>
              <a:ext cx="58870" cy="58870"/>
            </a:xfrm>
            <a:prstGeom prst="ellipse">
              <a:avLst/>
            </a:prstGeom>
            <a:gradFill>
              <a:gsLst>
                <a:gs pos="0">
                  <a:srgbClr val="FFFFFF">
                    <a:alpha val="14146"/>
                  </a:srgbClr>
                </a:gs>
                <a:gs pos="14286">
                  <a:srgbClr val="FFFFFF">
                    <a:alpha val="13081"/>
                  </a:srgbClr>
                </a:gs>
                <a:gs pos="28571">
                  <a:srgbClr val="FFFFFF">
                    <a:alpha val="10313"/>
                  </a:srgbClr>
                </a:gs>
                <a:gs pos="42857">
                  <a:srgbClr val="FFFFFF">
                    <a:alpha val="6891"/>
                  </a:srgbClr>
                </a:gs>
                <a:gs pos="57143">
                  <a:srgbClr val="FFFFFF">
                    <a:alpha val="3879"/>
                  </a:srgbClr>
                </a:gs>
                <a:gs pos="71429">
                  <a:srgbClr val="FFFFFF">
                    <a:alpha val="1835"/>
                  </a:srgbClr>
                </a:gs>
                <a:gs pos="85714">
                  <a:srgbClr val="FFFFFF">
                    <a:alpha val="730"/>
                  </a:srgbClr>
                </a:gs>
                <a:gs pos="100000">
                  <a:srgbClr val="FFFFF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8517476">
              <a:off x="3082856" y="2542516"/>
              <a:ext cx="252164" cy="154906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220693">
              <a:off x="1589346" y="3303521"/>
              <a:ext cx="704109" cy="36817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400000">
              <a:off x="1678929" y="3022322"/>
              <a:ext cx="51465" cy="51465"/>
            </a:xfrm>
            <a:prstGeom prst="ellipse">
              <a:avLst/>
            </a:prstGeom>
            <a:gradFill>
              <a:gsLst>
                <a:gs pos="0">
                  <a:srgbClr val="FEF0E9">
                    <a:alpha val="16102"/>
                  </a:srgbClr>
                </a:gs>
                <a:gs pos="14286">
                  <a:srgbClr val="FEF0E9">
                    <a:alpha val="14902"/>
                  </a:srgbClr>
                </a:gs>
                <a:gs pos="28571">
                  <a:srgbClr val="FEF0E9">
                    <a:alpha val="11776"/>
                  </a:srgbClr>
                </a:gs>
                <a:gs pos="42857">
                  <a:srgbClr val="FEF0E9">
                    <a:alpha val="7890"/>
                  </a:srgbClr>
                </a:gs>
                <a:gs pos="57143">
                  <a:srgbClr val="FEF0E9">
                    <a:alpha val="4452"/>
                  </a:srgbClr>
                </a:gs>
                <a:gs pos="71429">
                  <a:srgbClr val="FEF0E9">
                    <a:alpha val="2109"/>
                  </a:srgbClr>
                </a:gs>
                <a:gs pos="85714">
                  <a:srgbClr val="FEF0E9">
                    <a:alpha val="839"/>
                  </a:srgbClr>
                </a:gs>
                <a:gs pos="100000">
                  <a:srgbClr val="FEF0E9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6226081">
              <a:off x="1603697" y="3182336"/>
              <a:ext cx="359714" cy="130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-10490935">
              <a:off x="1047671" y="3305419"/>
              <a:ext cx="326703" cy="127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3223429">
              <a:off x="3229182" y="2713951"/>
              <a:ext cx="314971" cy="453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578813">
              <a:off x="2778919" y="486406"/>
              <a:ext cx="797998" cy="607399"/>
            </a:xfrm>
            <a:prstGeom prst="ellipse">
              <a:avLst/>
            </a:prstGeom>
            <a:gradFill>
              <a:gsLst>
                <a:gs pos="0">
                  <a:srgbClr val="ED8A00">
                    <a:alpha val="32968"/>
                  </a:srgbClr>
                </a:gs>
                <a:gs pos="14286">
                  <a:srgbClr val="ED8A00">
                    <a:alpha val="30764"/>
                  </a:srgbClr>
                </a:gs>
                <a:gs pos="28571">
                  <a:srgbClr val="ED8A00">
                    <a:alpha val="24833"/>
                  </a:srgbClr>
                </a:gs>
                <a:gs pos="42857">
                  <a:srgbClr val="ED8A00">
                    <a:alpha val="17075"/>
                  </a:srgbClr>
                </a:gs>
                <a:gs pos="57143">
                  <a:srgbClr val="ED8A00">
                    <a:alpha val="9855"/>
                  </a:srgbClr>
                </a:gs>
                <a:gs pos="71429">
                  <a:srgbClr val="ED8A00">
                    <a:alpha val="4740"/>
                  </a:srgbClr>
                </a:gs>
                <a:gs pos="85714">
                  <a:srgbClr val="ED8A00">
                    <a:alpha val="1902"/>
                  </a:srgbClr>
                </a:gs>
                <a:gs pos="100000">
                  <a:srgbClr val="ED8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9645589">
              <a:off x="1173441" y="2808911"/>
              <a:ext cx="246399" cy="289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2913826">
              <a:off x="3067448" y="2647194"/>
              <a:ext cx="501252" cy="87547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3915154">
              <a:off x="2773411" y="357233"/>
              <a:ext cx="800687" cy="774808"/>
            </a:xfrm>
            <a:prstGeom prst="ellipse">
              <a:avLst/>
            </a:prstGeom>
            <a:gradFill>
              <a:gsLst>
                <a:gs pos="0">
                  <a:srgbClr val="001B00">
                    <a:alpha val="32968"/>
                  </a:srgbClr>
                </a:gs>
                <a:gs pos="14286">
                  <a:srgbClr val="001B00">
                    <a:alpha val="30764"/>
                  </a:srgbClr>
                </a:gs>
                <a:gs pos="28571">
                  <a:srgbClr val="001B00">
                    <a:alpha val="24833"/>
                  </a:srgbClr>
                </a:gs>
                <a:gs pos="42857">
                  <a:srgbClr val="001B00">
                    <a:alpha val="17075"/>
                  </a:srgbClr>
                </a:gs>
                <a:gs pos="57143">
                  <a:srgbClr val="001B00">
                    <a:alpha val="9855"/>
                  </a:srgbClr>
                </a:gs>
                <a:gs pos="71429">
                  <a:srgbClr val="001B00">
                    <a:alpha val="4740"/>
                  </a:srgbClr>
                </a:gs>
                <a:gs pos="85714">
                  <a:srgbClr val="001B00">
                    <a:alpha val="1902"/>
                  </a:srgbClr>
                </a:gs>
                <a:gs pos="100000">
                  <a:srgbClr val="00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4661516">
              <a:off x="1676166" y="2508581"/>
              <a:ext cx="451961" cy="47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9502429">
              <a:off x="1310707" y="848707"/>
              <a:ext cx="575533" cy="141885"/>
            </a:xfrm>
            <a:prstGeom prst="ellipse">
              <a:avLst/>
            </a:prstGeom>
            <a:gradFill>
              <a:gsLst>
                <a:gs pos="0">
                  <a:srgbClr val="FFF465">
                    <a:alpha val="4518"/>
                  </a:srgbClr>
                </a:gs>
                <a:gs pos="14286">
                  <a:srgbClr val="FFF465">
                    <a:alpha val="4160"/>
                  </a:srgbClr>
                </a:gs>
                <a:gs pos="28571">
                  <a:srgbClr val="FFF465">
                    <a:alpha val="3246"/>
                  </a:srgbClr>
                </a:gs>
                <a:gs pos="42857">
                  <a:srgbClr val="FFF465">
                    <a:alpha val="2141"/>
                  </a:srgbClr>
                </a:gs>
                <a:gs pos="57143">
                  <a:srgbClr val="FFF465">
                    <a:alpha val="1192"/>
                  </a:srgbClr>
                </a:gs>
                <a:gs pos="71429">
                  <a:srgbClr val="FFF465">
                    <a:alpha val="560"/>
                  </a:srgbClr>
                </a:gs>
                <a:gs pos="85714">
                  <a:srgbClr val="FFF465">
                    <a:alpha val="222"/>
                  </a:srgbClr>
                </a:gs>
                <a:gs pos="100000">
                  <a:srgbClr val="FFF465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-9314748">
              <a:off x="2797971" y="290846"/>
              <a:ext cx="763592" cy="689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893568">
              <a:off x="1599720" y="2433834"/>
              <a:ext cx="755365" cy="69313"/>
            </a:xfrm>
            <a:prstGeom prst="ellipse">
              <a:avLst/>
            </a:prstGeom>
            <a:gradFill>
              <a:gsLst>
                <a:gs pos="0">
                  <a:srgbClr val="BF4E00">
                    <a:alpha val="32968"/>
                  </a:srgbClr>
                </a:gs>
                <a:gs pos="14286">
                  <a:srgbClr val="BF4E00">
                    <a:alpha val="30764"/>
                  </a:srgbClr>
                </a:gs>
                <a:gs pos="28571">
                  <a:srgbClr val="BF4E00">
                    <a:alpha val="24833"/>
                  </a:srgbClr>
                </a:gs>
                <a:gs pos="42857">
                  <a:srgbClr val="BF4E00">
                    <a:alpha val="17075"/>
                  </a:srgbClr>
                </a:gs>
                <a:gs pos="57143">
                  <a:srgbClr val="BF4E00">
                    <a:alpha val="9855"/>
                  </a:srgbClr>
                </a:gs>
                <a:gs pos="71429">
                  <a:srgbClr val="BF4E00">
                    <a:alpha val="4740"/>
                  </a:srgbClr>
                </a:gs>
                <a:gs pos="85714">
                  <a:srgbClr val="BF4E00">
                    <a:alpha val="1902"/>
                  </a:srgbClr>
                </a:gs>
                <a:gs pos="100000">
                  <a:srgbClr val="B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8107403">
              <a:off x="2775370" y="554368"/>
              <a:ext cx="761524" cy="7180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8218012">
              <a:off x="2862912" y="2689930"/>
              <a:ext cx="766938" cy="78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10501818">
              <a:off x="953157" y="2608487"/>
              <a:ext cx="557978" cy="39639"/>
            </a:xfrm>
            <a:prstGeom prst="ellipse">
              <a:avLst/>
            </a:prstGeom>
            <a:gradFill>
              <a:gsLst>
                <a:gs pos="0">
                  <a:srgbClr val="60007E">
                    <a:alpha val="31131"/>
                  </a:srgbClr>
                </a:gs>
                <a:gs pos="14286">
                  <a:srgbClr val="60007E">
                    <a:alpha val="29022"/>
                  </a:srgbClr>
                </a:gs>
                <a:gs pos="28571">
                  <a:srgbClr val="60007E">
                    <a:alpha val="23369"/>
                  </a:srgbClr>
                </a:gs>
                <a:gs pos="42857">
                  <a:srgbClr val="60007E">
                    <a:alpha val="16019"/>
                  </a:srgbClr>
                </a:gs>
                <a:gs pos="57143">
                  <a:srgbClr val="60007E">
                    <a:alpha val="9220"/>
                  </a:srgbClr>
                </a:gs>
                <a:gs pos="71429">
                  <a:srgbClr val="60007E">
                    <a:alpha val="4427"/>
                  </a:srgbClr>
                </a:gs>
                <a:gs pos="85714">
                  <a:srgbClr val="60007E">
                    <a:alpha val="1775"/>
                  </a:srgbClr>
                </a:gs>
                <a:gs pos="100000">
                  <a:srgbClr val="60007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8601384">
              <a:off x="2682143" y="652617"/>
              <a:ext cx="216155" cy="846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4198940">
              <a:off x="2631293" y="568884"/>
              <a:ext cx="268581" cy="228798"/>
            </a:xfrm>
            <a:prstGeom prst="ellipse">
              <a:avLst/>
            </a:prstGeom>
            <a:gradFill>
              <a:gsLst>
                <a:gs pos="0">
                  <a:srgbClr val="0095FF">
                    <a:alpha val="3713"/>
                  </a:srgbClr>
                </a:gs>
                <a:gs pos="14286">
                  <a:srgbClr val="0095FF">
                    <a:alpha val="3418"/>
                  </a:srgbClr>
                </a:gs>
                <a:gs pos="28571">
                  <a:srgbClr val="0095FF">
                    <a:alpha val="2664"/>
                  </a:srgbClr>
                </a:gs>
                <a:gs pos="42857">
                  <a:srgbClr val="0095FF">
                    <a:alpha val="1755"/>
                  </a:srgbClr>
                </a:gs>
                <a:gs pos="57143">
                  <a:srgbClr val="0095FF">
                    <a:alpha val="976"/>
                  </a:srgbClr>
                </a:gs>
                <a:gs pos="71429">
                  <a:srgbClr val="0095FF">
                    <a:alpha val="458"/>
                  </a:srgbClr>
                </a:gs>
                <a:gs pos="85714">
                  <a:srgbClr val="0095FF">
                    <a:alpha val="181"/>
                  </a:srgbClr>
                </a:gs>
                <a:gs pos="100000">
                  <a:srgbClr val="0095FF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402370">
              <a:off x="2773581" y="720759"/>
              <a:ext cx="911297" cy="183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690779" y="1546076"/>
              <a:ext cx="64511" cy="64511"/>
            </a:xfrm>
            <a:prstGeom prst="ellipse">
              <a:avLst/>
            </a:prstGeom>
            <a:gradFill>
              <a:gsLst>
                <a:gs pos="0">
                  <a:srgbClr val="F5ECF8">
                    <a:alpha val="12626"/>
                  </a:srgbClr>
                </a:gs>
                <a:gs pos="14286">
                  <a:srgbClr val="F5ECF8">
                    <a:alpha val="11667"/>
                  </a:srgbClr>
                </a:gs>
                <a:gs pos="28571">
                  <a:srgbClr val="F5ECF8">
                    <a:alpha val="9183"/>
                  </a:srgbClr>
                </a:gs>
                <a:gs pos="42857">
                  <a:srgbClr val="F5ECF8">
                    <a:alpha val="6122"/>
                  </a:srgbClr>
                </a:gs>
                <a:gs pos="57143">
                  <a:srgbClr val="F5ECF8">
                    <a:alpha val="3440"/>
                  </a:srgbClr>
                </a:gs>
                <a:gs pos="71429">
                  <a:srgbClr val="F5ECF8">
                    <a:alpha val="1625"/>
                  </a:srgbClr>
                </a:gs>
                <a:gs pos="85714">
                  <a:srgbClr val="F5ECF8">
                    <a:alpha val="646"/>
                  </a:srgbClr>
                </a:gs>
                <a:gs pos="100000">
                  <a:srgbClr val="F5ECF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4910500">
              <a:off x="1702899" y="2619935"/>
              <a:ext cx="450712" cy="32093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9900919">
              <a:off x="2705009" y="1229679"/>
              <a:ext cx="457744" cy="447441"/>
            </a:xfrm>
            <a:prstGeom prst="ellipse">
              <a:avLst/>
            </a:prstGeom>
            <a:gradFill>
              <a:gsLst>
                <a:gs pos="0">
                  <a:srgbClr val="00C200">
                    <a:alpha val="1676"/>
                  </a:srgbClr>
                </a:gs>
                <a:gs pos="14286">
                  <a:srgbClr val="00C200">
                    <a:alpha val="1541"/>
                  </a:srgbClr>
                </a:gs>
                <a:gs pos="28571">
                  <a:srgbClr val="00C200">
                    <a:alpha val="1199"/>
                  </a:srgbClr>
                </a:gs>
                <a:gs pos="42857">
                  <a:srgbClr val="00C200">
                    <a:alpha val="788"/>
                  </a:srgbClr>
                </a:gs>
                <a:gs pos="57143">
                  <a:srgbClr val="00C200">
                    <a:alpha val="437"/>
                  </a:srgbClr>
                </a:gs>
                <a:gs pos="71429">
                  <a:srgbClr val="00C200">
                    <a:alpha val="205"/>
                  </a:srgbClr>
                </a:gs>
                <a:gs pos="85714">
                  <a:srgbClr val="00C200">
                    <a:alpha val="81"/>
                  </a:srgbClr>
                </a:gs>
                <a:gs pos="100000">
                  <a:srgbClr val="00C2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8624623">
              <a:off x="2949291" y="2618630"/>
              <a:ext cx="375485" cy="60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3164615">
              <a:off x="1199926" y="726604"/>
              <a:ext cx="427639" cy="383287"/>
            </a:xfrm>
            <a:prstGeom prst="ellipse">
              <a:avLst/>
            </a:prstGeom>
            <a:gradFill>
              <a:gsLst>
                <a:gs pos="0">
                  <a:srgbClr val="FF8600">
                    <a:alpha val="6034"/>
                  </a:srgbClr>
                </a:gs>
                <a:gs pos="14286">
                  <a:srgbClr val="FF8600">
                    <a:alpha val="5560"/>
                  </a:srgbClr>
                </a:gs>
                <a:gs pos="28571">
                  <a:srgbClr val="FF8600">
                    <a:alpha val="4344"/>
                  </a:srgbClr>
                </a:gs>
                <a:gs pos="42857">
                  <a:srgbClr val="FF8600">
                    <a:alpha val="2871"/>
                  </a:srgbClr>
                </a:gs>
                <a:gs pos="57143">
                  <a:srgbClr val="FF8600">
                    <a:alpha val="1601"/>
                  </a:srgbClr>
                </a:gs>
                <a:gs pos="71429">
                  <a:srgbClr val="FF8600">
                    <a:alpha val="753"/>
                  </a:srgbClr>
                </a:gs>
                <a:gs pos="85714">
                  <a:srgbClr val="FF8600">
                    <a:alpha val="298"/>
                  </a:srgbClr>
                </a:gs>
                <a:gs pos="100000">
                  <a:srgbClr val="FF86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6645857">
              <a:off x="1236346" y="3284626"/>
              <a:ext cx="365764" cy="312641"/>
            </a:xfrm>
            <a:prstGeom prst="ellipse">
              <a:avLst/>
            </a:prstGeom>
            <a:gradFill>
              <a:gsLst>
                <a:gs pos="0">
                  <a:srgbClr val="EE9A00">
                    <a:alpha val="14962"/>
                  </a:srgbClr>
                </a:gs>
                <a:gs pos="14286">
                  <a:srgbClr val="EE9A00">
                    <a:alpha val="13840"/>
                  </a:srgbClr>
                </a:gs>
                <a:gs pos="28571">
                  <a:srgbClr val="EE9A00">
                    <a:alpha val="10922"/>
                  </a:srgbClr>
                </a:gs>
                <a:gs pos="42857">
                  <a:srgbClr val="EE9A00">
                    <a:alpha val="7306"/>
                  </a:srgbClr>
                </a:gs>
                <a:gs pos="57143">
                  <a:srgbClr val="EE9A00">
                    <a:alpha val="4116"/>
                  </a:srgbClr>
                </a:gs>
                <a:gs pos="71429">
                  <a:srgbClr val="EE9A00">
                    <a:alpha val="1948"/>
                  </a:srgbClr>
                </a:gs>
                <a:gs pos="85714">
                  <a:srgbClr val="EE9A00">
                    <a:alpha val="775"/>
                  </a:srgbClr>
                </a:gs>
                <a:gs pos="100000">
                  <a:srgbClr val="EE9A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078340">
              <a:off x="1583426" y="2845040"/>
              <a:ext cx="536079" cy="132626"/>
            </a:xfrm>
            <a:prstGeom prst="ellipse">
              <a:avLst/>
            </a:prstGeom>
            <a:gradFill>
              <a:gsLst>
                <a:gs pos="0">
                  <a:srgbClr val="FF8C00">
                    <a:alpha val="8697"/>
                  </a:srgbClr>
                </a:gs>
                <a:gs pos="14286">
                  <a:srgbClr val="FF8C00">
                    <a:alpha val="8023"/>
                  </a:srgbClr>
                </a:gs>
                <a:gs pos="28571">
                  <a:srgbClr val="FF8C00">
                    <a:alpha val="6287"/>
                  </a:srgbClr>
                </a:gs>
                <a:gs pos="42857">
                  <a:srgbClr val="FF8C00">
                    <a:alpha val="4170"/>
                  </a:srgbClr>
                </a:gs>
                <a:gs pos="57143">
                  <a:srgbClr val="FF8C00">
                    <a:alpha val="2332"/>
                  </a:srgbClr>
                </a:gs>
                <a:gs pos="71429">
                  <a:srgbClr val="FF8C00">
                    <a:alpha val="1099"/>
                  </a:srgbClr>
                </a:gs>
                <a:gs pos="85714">
                  <a:srgbClr val="FF8C00">
                    <a:alpha val="436"/>
                  </a:srgbClr>
                </a:gs>
                <a:gs pos="100000">
                  <a:srgbClr val="FF8C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5981311">
              <a:off x="3041972" y="801267"/>
              <a:ext cx="468055" cy="358090"/>
            </a:xfrm>
            <a:prstGeom prst="ellipse">
              <a:avLst/>
            </a:prstGeom>
            <a:gradFill>
              <a:gsLst>
                <a:gs pos="0">
                  <a:srgbClr val="BEFFDB">
                    <a:alpha val="8481"/>
                  </a:srgbClr>
                </a:gs>
                <a:gs pos="14286">
                  <a:srgbClr val="BEFFDB">
                    <a:alpha val="7823"/>
                  </a:srgbClr>
                </a:gs>
                <a:gs pos="28571">
                  <a:srgbClr val="BEFFDB">
                    <a:alpha val="6129"/>
                  </a:srgbClr>
                </a:gs>
                <a:gs pos="42857">
                  <a:srgbClr val="BEFFDB">
                    <a:alpha val="4064"/>
                  </a:srgbClr>
                </a:gs>
                <a:gs pos="57143">
                  <a:srgbClr val="BEFFDB">
                    <a:alpha val="2272"/>
                  </a:srgbClr>
                </a:gs>
                <a:gs pos="71429">
                  <a:srgbClr val="BEFFDB">
                    <a:alpha val="1070"/>
                  </a:srgbClr>
                </a:gs>
                <a:gs pos="85714">
                  <a:srgbClr val="BEFFDB">
                    <a:alpha val="425"/>
                  </a:srgbClr>
                </a:gs>
                <a:gs pos="100000">
                  <a:srgbClr val="BEFFDB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4800163">
              <a:off x="2718940" y="1346549"/>
              <a:ext cx="522834" cy="430852"/>
            </a:xfrm>
            <a:prstGeom prst="ellipse">
              <a:avLst/>
            </a:prstGeom>
            <a:gradFill>
              <a:gsLst>
                <a:gs pos="0">
                  <a:srgbClr val="007B00">
                    <a:alpha val="11207"/>
                  </a:srgbClr>
                </a:gs>
                <a:gs pos="14286">
                  <a:srgbClr val="007B00">
                    <a:alpha val="10350"/>
                  </a:srgbClr>
                </a:gs>
                <a:gs pos="28571">
                  <a:srgbClr val="007B00">
                    <a:alpha val="8133"/>
                  </a:srgbClr>
                </a:gs>
                <a:gs pos="42857">
                  <a:srgbClr val="007B00">
                    <a:alpha val="5412"/>
                  </a:srgbClr>
                </a:gs>
                <a:gs pos="57143">
                  <a:srgbClr val="007B00">
                    <a:alpha val="3036"/>
                  </a:srgbClr>
                </a:gs>
                <a:gs pos="71429">
                  <a:srgbClr val="007B00">
                    <a:alpha val="1433"/>
                  </a:srgbClr>
                </a:gs>
                <a:gs pos="85714">
                  <a:srgbClr val="007B00">
                    <a:alpha val="569"/>
                  </a:srgbClr>
                </a:gs>
                <a:gs pos="100000">
                  <a:srgbClr val="007B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9413731">
              <a:off x="2651782" y="738304"/>
              <a:ext cx="226231" cy="104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10340944">
              <a:off x="1060769" y="3301401"/>
              <a:ext cx="237872" cy="1360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8599107">
              <a:off x="1876757" y="1420042"/>
              <a:ext cx="515102" cy="426853"/>
            </a:xfrm>
            <a:prstGeom prst="ellipse">
              <a:avLst/>
            </a:prstGeom>
            <a:gradFill>
              <a:gsLst>
                <a:gs pos="0">
                  <a:srgbClr val="004700">
                    <a:alpha val="32968"/>
                  </a:srgbClr>
                </a:gs>
                <a:gs pos="14286">
                  <a:srgbClr val="004700">
                    <a:alpha val="30764"/>
                  </a:srgbClr>
                </a:gs>
                <a:gs pos="28571">
                  <a:srgbClr val="004700">
                    <a:alpha val="24833"/>
                  </a:srgbClr>
                </a:gs>
                <a:gs pos="42857">
                  <a:srgbClr val="004700">
                    <a:alpha val="17075"/>
                  </a:srgbClr>
                </a:gs>
                <a:gs pos="57143">
                  <a:srgbClr val="004700">
                    <a:alpha val="9855"/>
                  </a:srgbClr>
                </a:gs>
                <a:gs pos="71429">
                  <a:srgbClr val="004700">
                    <a:alpha val="4740"/>
                  </a:srgbClr>
                </a:gs>
                <a:gs pos="85714">
                  <a:srgbClr val="004700">
                    <a:alpha val="1902"/>
                  </a:srgbClr>
                </a:gs>
                <a:gs pos="100000">
                  <a:srgbClr val="00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674254">
              <a:off x="563191" y="1376740"/>
              <a:ext cx="740424" cy="337330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10782570">
              <a:off x="2926406" y="1605323"/>
              <a:ext cx="526250" cy="71902"/>
            </a:xfrm>
            <a:prstGeom prst="ellipse">
              <a:avLst/>
            </a:prstGeom>
            <a:gradFill>
              <a:gsLst>
                <a:gs pos="0">
                  <a:srgbClr val="CFD9FF">
                    <a:alpha val="32968"/>
                  </a:srgbClr>
                </a:gs>
                <a:gs pos="14286">
                  <a:srgbClr val="CFD9FF">
                    <a:alpha val="30764"/>
                  </a:srgbClr>
                </a:gs>
                <a:gs pos="28571">
                  <a:srgbClr val="CFD9FF">
                    <a:alpha val="24833"/>
                  </a:srgbClr>
                </a:gs>
                <a:gs pos="42857">
                  <a:srgbClr val="CFD9FF">
                    <a:alpha val="17075"/>
                  </a:srgbClr>
                </a:gs>
                <a:gs pos="57143">
                  <a:srgbClr val="CFD9FF">
                    <a:alpha val="9855"/>
                  </a:srgbClr>
                </a:gs>
                <a:gs pos="71429">
                  <a:srgbClr val="CFD9FF">
                    <a:alpha val="4740"/>
                  </a:srgbClr>
                </a:gs>
                <a:gs pos="85714">
                  <a:srgbClr val="CFD9FF">
                    <a:alpha val="1902"/>
                  </a:srgbClr>
                </a:gs>
                <a:gs pos="100000">
                  <a:srgbClr val="CFD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-8502624">
              <a:off x="1129045" y="3350040"/>
              <a:ext cx="363423" cy="1739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8238285">
              <a:off x="2782741" y="185698"/>
              <a:ext cx="735029" cy="681349"/>
            </a:xfrm>
            <a:prstGeom prst="ellipse">
              <a:avLst/>
            </a:prstGeom>
            <a:gradFill>
              <a:gsLst>
                <a:gs pos="0">
                  <a:srgbClr val="012300">
                    <a:alpha val="32968"/>
                  </a:srgbClr>
                </a:gs>
                <a:gs pos="14286">
                  <a:srgbClr val="012300">
                    <a:alpha val="30764"/>
                  </a:srgbClr>
                </a:gs>
                <a:gs pos="28571">
                  <a:srgbClr val="012300">
                    <a:alpha val="24833"/>
                  </a:srgbClr>
                </a:gs>
                <a:gs pos="42857">
                  <a:srgbClr val="012300">
                    <a:alpha val="17075"/>
                  </a:srgbClr>
                </a:gs>
                <a:gs pos="57143">
                  <a:srgbClr val="012300">
                    <a:alpha val="9855"/>
                  </a:srgbClr>
                </a:gs>
                <a:gs pos="71429">
                  <a:srgbClr val="012300">
                    <a:alpha val="4740"/>
                  </a:srgbClr>
                </a:gs>
                <a:gs pos="85714">
                  <a:srgbClr val="012300">
                    <a:alpha val="1902"/>
                  </a:srgbClr>
                </a:gs>
                <a:gs pos="100000">
                  <a:srgbClr val="01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10700890">
              <a:off x="1518215" y="670223"/>
              <a:ext cx="502923" cy="1260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10232086">
              <a:off x="1640071" y="1831811"/>
              <a:ext cx="280163" cy="431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4734212">
              <a:off x="636016" y="1379796"/>
              <a:ext cx="513389" cy="51694"/>
            </a:xfrm>
            <a:prstGeom prst="ellipse">
              <a:avLst/>
            </a:prstGeom>
            <a:gradFill>
              <a:gsLst>
                <a:gs pos="0">
                  <a:srgbClr val="1F0000">
                    <a:alpha val="32968"/>
                  </a:srgbClr>
                </a:gs>
                <a:gs pos="14286">
                  <a:srgbClr val="1F0000">
                    <a:alpha val="30764"/>
                  </a:srgbClr>
                </a:gs>
                <a:gs pos="28571">
                  <a:srgbClr val="1F0000">
                    <a:alpha val="24833"/>
                  </a:srgbClr>
                </a:gs>
                <a:gs pos="42857">
                  <a:srgbClr val="1F0000">
                    <a:alpha val="17075"/>
                  </a:srgbClr>
                </a:gs>
                <a:gs pos="57143">
                  <a:srgbClr val="1F0000">
                    <a:alpha val="9855"/>
                  </a:srgbClr>
                </a:gs>
                <a:gs pos="71429">
                  <a:srgbClr val="1F0000">
                    <a:alpha val="4740"/>
                  </a:srgbClr>
                </a:gs>
                <a:gs pos="85714">
                  <a:srgbClr val="1F0000">
                    <a:alpha val="1902"/>
                  </a:srgbClr>
                </a:gs>
                <a:gs pos="100000">
                  <a:srgbClr val="1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6886761">
              <a:off x="1590352" y="990781"/>
              <a:ext cx="553052" cy="120827"/>
            </a:xfrm>
            <a:prstGeom prst="ellipse">
              <a:avLst/>
            </a:prstGeom>
            <a:gradFill>
              <a:gsLst>
                <a:gs pos="0">
                  <a:srgbClr val="332700">
                    <a:alpha val="28365"/>
                  </a:srgbClr>
                </a:gs>
                <a:gs pos="14286">
                  <a:srgbClr val="332700">
                    <a:alpha val="26406"/>
                  </a:srgbClr>
                </a:gs>
                <a:gs pos="28571">
                  <a:srgbClr val="332700">
                    <a:alpha val="21185"/>
                  </a:srgbClr>
                </a:gs>
                <a:gs pos="42857">
                  <a:srgbClr val="332700">
                    <a:alpha val="14457"/>
                  </a:srgbClr>
                </a:gs>
                <a:gs pos="57143">
                  <a:srgbClr val="332700">
                    <a:alpha val="8289"/>
                  </a:srgbClr>
                </a:gs>
                <a:gs pos="71429">
                  <a:srgbClr val="332700">
                    <a:alpha val="3969"/>
                  </a:srgbClr>
                </a:gs>
                <a:gs pos="85714">
                  <a:srgbClr val="332700">
                    <a:alpha val="1589"/>
                  </a:srgbClr>
                </a:gs>
                <a:gs pos="100000">
                  <a:srgbClr val="332700">
                    <a:alpha val="5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687067">
              <a:off x="2900266" y="957957"/>
              <a:ext cx="730611" cy="184362"/>
            </a:xfrm>
            <a:prstGeom prst="ellipse">
              <a:avLst/>
            </a:prstGeom>
            <a:gradFill>
              <a:gsLst>
                <a:gs pos="0">
                  <a:srgbClr val="DDFFD7">
                    <a:alpha val="8614"/>
                  </a:srgbClr>
                </a:gs>
                <a:gs pos="14286">
                  <a:srgbClr val="DDFFD7">
                    <a:alpha val="7945"/>
                  </a:srgbClr>
                </a:gs>
                <a:gs pos="28571">
                  <a:srgbClr val="DDFFD7">
                    <a:alpha val="6226"/>
                  </a:srgbClr>
                </a:gs>
                <a:gs pos="42857">
                  <a:srgbClr val="DDFFD7">
                    <a:alpha val="4129"/>
                  </a:srgbClr>
                </a:gs>
                <a:gs pos="57143">
                  <a:srgbClr val="DDFFD7">
                    <a:alpha val="2309"/>
                  </a:srgbClr>
                </a:gs>
                <a:gs pos="71429">
                  <a:srgbClr val="DDFFD7">
                    <a:alpha val="1088"/>
                  </a:srgbClr>
                </a:gs>
                <a:gs pos="85714">
                  <a:srgbClr val="DDFFD7">
                    <a:alpha val="432"/>
                  </a:srgbClr>
                </a:gs>
                <a:gs pos="100000">
                  <a:srgbClr val="DDFFD7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9816635">
              <a:off x="1050864" y="2484106"/>
              <a:ext cx="555336" cy="219915"/>
            </a:xfrm>
            <a:prstGeom prst="ellipse">
              <a:avLst/>
            </a:prstGeom>
            <a:gradFill>
              <a:gsLst>
                <a:gs pos="0">
                  <a:srgbClr val="5C00FF">
                    <a:alpha val="8463"/>
                  </a:srgbClr>
                </a:gs>
                <a:gs pos="14286">
                  <a:srgbClr val="5C00FF">
                    <a:alpha val="7806"/>
                  </a:srgbClr>
                </a:gs>
                <a:gs pos="28571">
                  <a:srgbClr val="5C00FF">
                    <a:alpha val="6116"/>
                  </a:srgbClr>
                </a:gs>
                <a:gs pos="42857">
                  <a:srgbClr val="5C00FF">
                    <a:alpha val="4055"/>
                  </a:srgbClr>
                </a:gs>
                <a:gs pos="57143">
                  <a:srgbClr val="5C00FF">
                    <a:alpha val="2268"/>
                  </a:srgbClr>
                </a:gs>
                <a:gs pos="71429">
                  <a:srgbClr val="5C00FF">
                    <a:alpha val="1068"/>
                  </a:srgbClr>
                </a:gs>
                <a:gs pos="85714">
                  <a:srgbClr val="5C00FF">
                    <a:alpha val="424"/>
                  </a:srgbClr>
                </a:gs>
                <a:gs pos="100000">
                  <a:srgbClr val="5C00FF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6486463">
              <a:off x="1445437" y="3354990"/>
              <a:ext cx="754199" cy="131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4760660">
              <a:off x="1878573" y="1525194"/>
              <a:ext cx="509441" cy="265009"/>
            </a:xfrm>
            <a:prstGeom prst="ellipse">
              <a:avLst/>
            </a:prstGeom>
            <a:gradFill>
              <a:gsLst>
                <a:gs pos="0">
                  <a:srgbClr val="003C8A">
                    <a:alpha val="19661"/>
                  </a:srgbClr>
                </a:gs>
                <a:gs pos="14286">
                  <a:srgbClr val="003C8A">
                    <a:alpha val="18226"/>
                  </a:srgbClr>
                </a:gs>
                <a:gs pos="28571">
                  <a:srgbClr val="003C8A">
                    <a:alpha val="14464"/>
                  </a:srgbClr>
                </a:gs>
                <a:gs pos="42857">
                  <a:srgbClr val="003C8A">
                    <a:alpha val="9740"/>
                  </a:srgbClr>
                </a:gs>
                <a:gs pos="57143">
                  <a:srgbClr val="003C8A">
                    <a:alpha val="5520"/>
                  </a:srgbClr>
                </a:gs>
                <a:gs pos="71429">
                  <a:srgbClr val="003C8A">
                    <a:alpha val="2623"/>
                  </a:srgbClr>
                </a:gs>
                <a:gs pos="85714">
                  <a:srgbClr val="003C8A">
                    <a:alpha val="1046"/>
                  </a:srgbClr>
                </a:gs>
                <a:gs pos="100000">
                  <a:srgbClr val="003C8A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4711443">
              <a:off x="2917045" y="1393920"/>
              <a:ext cx="638275" cy="107508"/>
            </a:xfrm>
            <a:prstGeom prst="ellipse">
              <a:avLst/>
            </a:prstGeom>
            <a:gradFill>
              <a:gsLst>
                <a:gs pos="0">
                  <a:srgbClr val="002300">
                    <a:alpha val="32968"/>
                  </a:srgbClr>
                </a:gs>
                <a:gs pos="14286">
                  <a:srgbClr val="002300">
                    <a:alpha val="30764"/>
                  </a:srgbClr>
                </a:gs>
                <a:gs pos="28571">
                  <a:srgbClr val="002300">
                    <a:alpha val="24833"/>
                  </a:srgbClr>
                </a:gs>
                <a:gs pos="42857">
                  <a:srgbClr val="002300">
                    <a:alpha val="17075"/>
                  </a:srgbClr>
                </a:gs>
                <a:gs pos="57143">
                  <a:srgbClr val="002300">
                    <a:alpha val="9855"/>
                  </a:srgbClr>
                </a:gs>
                <a:gs pos="71429">
                  <a:srgbClr val="002300">
                    <a:alpha val="4740"/>
                  </a:srgbClr>
                </a:gs>
                <a:gs pos="85714">
                  <a:srgbClr val="002300">
                    <a:alpha val="1902"/>
                  </a:srgbClr>
                </a:gs>
                <a:gs pos="100000">
                  <a:srgbClr val="00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4652516">
              <a:off x="1120713" y="3465999"/>
              <a:ext cx="584178" cy="95260"/>
            </a:xfrm>
            <a:prstGeom prst="ellipse">
              <a:avLst/>
            </a:prstGeom>
            <a:gradFill>
              <a:gsLst>
                <a:gs pos="0">
                  <a:srgbClr val="F43200">
                    <a:alpha val="32968"/>
                  </a:srgbClr>
                </a:gs>
                <a:gs pos="14286">
                  <a:srgbClr val="F43200">
                    <a:alpha val="30764"/>
                  </a:srgbClr>
                </a:gs>
                <a:gs pos="28571">
                  <a:srgbClr val="F43200">
                    <a:alpha val="24833"/>
                  </a:srgbClr>
                </a:gs>
                <a:gs pos="42857">
                  <a:srgbClr val="F43200">
                    <a:alpha val="17075"/>
                  </a:srgbClr>
                </a:gs>
                <a:gs pos="57143">
                  <a:srgbClr val="F43200">
                    <a:alpha val="9855"/>
                  </a:srgbClr>
                </a:gs>
                <a:gs pos="71429">
                  <a:srgbClr val="F43200">
                    <a:alpha val="4740"/>
                  </a:srgbClr>
                </a:gs>
                <a:gs pos="85714">
                  <a:srgbClr val="F43200">
                    <a:alpha val="1902"/>
                  </a:srgbClr>
                </a:gs>
                <a:gs pos="100000">
                  <a:srgbClr val="F43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4981629">
              <a:off x="1521430" y="2540236"/>
              <a:ext cx="680370" cy="137713"/>
            </a:xfrm>
            <a:prstGeom prst="ellipse">
              <a:avLst/>
            </a:prstGeom>
            <a:gradFill>
              <a:gsLst>
                <a:gs pos="0">
                  <a:srgbClr val="FFFFBC">
                    <a:alpha val="32968"/>
                  </a:srgbClr>
                </a:gs>
                <a:gs pos="14286">
                  <a:srgbClr val="FFFFBC">
                    <a:alpha val="30764"/>
                  </a:srgbClr>
                </a:gs>
                <a:gs pos="28571">
                  <a:srgbClr val="FFFFBC">
                    <a:alpha val="24833"/>
                  </a:srgbClr>
                </a:gs>
                <a:gs pos="42857">
                  <a:srgbClr val="FFFFBC">
                    <a:alpha val="17075"/>
                  </a:srgbClr>
                </a:gs>
                <a:gs pos="57143">
                  <a:srgbClr val="FFFFBC">
                    <a:alpha val="9855"/>
                  </a:srgbClr>
                </a:gs>
                <a:gs pos="71429">
                  <a:srgbClr val="FFFFBC">
                    <a:alpha val="4740"/>
                  </a:srgbClr>
                </a:gs>
                <a:gs pos="85714">
                  <a:srgbClr val="FFFFBC">
                    <a:alpha val="1902"/>
                  </a:srgbClr>
                </a:gs>
                <a:gs pos="100000">
                  <a:srgbClr val="FFFF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002550">
              <a:off x="124731" y="347425"/>
              <a:ext cx="277083" cy="249762"/>
            </a:xfrm>
            <a:prstGeom prst="ellipse">
              <a:avLst/>
            </a:prstGeom>
            <a:gradFill>
              <a:gsLst>
                <a:gs pos="0">
                  <a:srgbClr val="FFFFC8">
                    <a:alpha val="32968"/>
                  </a:srgbClr>
                </a:gs>
                <a:gs pos="14286">
                  <a:srgbClr val="FFFFC8">
                    <a:alpha val="30764"/>
                  </a:srgbClr>
                </a:gs>
                <a:gs pos="28571">
                  <a:srgbClr val="FFFFC8">
                    <a:alpha val="24833"/>
                  </a:srgbClr>
                </a:gs>
                <a:gs pos="42857">
                  <a:srgbClr val="FFFFC8">
                    <a:alpha val="17075"/>
                  </a:srgbClr>
                </a:gs>
                <a:gs pos="57143">
                  <a:srgbClr val="FFFFC8">
                    <a:alpha val="9855"/>
                  </a:srgbClr>
                </a:gs>
                <a:gs pos="71429">
                  <a:srgbClr val="FFFFC8">
                    <a:alpha val="4740"/>
                  </a:srgbClr>
                </a:gs>
                <a:gs pos="85714">
                  <a:srgbClr val="FFFFC8">
                    <a:alpha val="1902"/>
                  </a:srgbClr>
                </a:gs>
                <a:gs pos="100000">
                  <a:srgbClr val="FFF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696208">
              <a:off x="2927672" y="732320"/>
              <a:ext cx="672839" cy="97150"/>
            </a:xfrm>
            <a:prstGeom prst="ellipse">
              <a:avLst/>
            </a:prstGeom>
            <a:gradFill>
              <a:gsLst>
                <a:gs pos="0">
                  <a:srgbClr val="004736">
                    <a:alpha val="31069"/>
                  </a:srgbClr>
                </a:gs>
                <a:gs pos="14286">
                  <a:srgbClr val="004736">
                    <a:alpha val="28963"/>
                  </a:srgbClr>
                </a:gs>
                <a:gs pos="28571">
                  <a:srgbClr val="004736">
                    <a:alpha val="23320"/>
                  </a:srgbClr>
                </a:gs>
                <a:gs pos="42857">
                  <a:srgbClr val="004736">
                    <a:alpha val="15984"/>
                  </a:srgbClr>
                </a:gs>
                <a:gs pos="57143">
                  <a:srgbClr val="004736">
                    <a:alpha val="9199"/>
                  </a:srgbClr>
                </a:gs>
                <a:gs pos="71429">
                  <a:srgbClr val="004736">
                    <a:alpha val="4417"/>
                  </a:srgbClr>
                </a:gs>
                <a:gs pos="85714">
                  <a:srgbClr val="004736">
                    <a:alpha val="1770"/>
                  </a:srgbClr>
                </a:gs>
                <a:gs pos="100000">
                  <a:srgbClr val="004736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-9624932">
              <a:off x="1160177" y="2648424"/>
              <a:ext cx="280473" cy="56007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4648825">
              <a:off x="1741404" y="1516332"/>
              <a:ext cx="627752" cy="3095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2895295">
              <a:off x="2547789" y="41367"/>
              <a:ext cx="529183" cy="376437"/>
            </a:xfrm>
            <a:prstGeom prst="ellipse">
              <a:avLst/>
            </a:prstGeom>
            <a:gradFill>
              <a:gsLst>
                <a:gs pos="0">
                  <a:srgbClr val="FFFF00">
                    <a:alpha val="8729"/>
                  </a:srgbClr>
                </a:gs>
                <a:gs pos="14286">
                  <a:srgbClr val="FFFF00">
                    <a:alpha val="8052"/>
                  </a:srgbClr>
                </a:gs>
                <a:gs pos="28571">
                  <a:srgbClr val="FFFF00">
                    <a:alpha val="6310"/>
                  </a:srgbClr>
                </a:gs>
                <a:gs pos="42857">
                  <a:srgbClr val="FFFF00">
                    <a:alpha val="4185"/>
                  </a:srgbClr>
                </a:gs>
                <a:gs pos="57143">
                  <a:srgbClr val="FFFF00">
                    <a:alpha val="2341"/>
                  </a:srgbClr>
                </a:gs>
                <a:gs pos="71429">
                  <a:srgbClr val="FFFF00">
                    <a:alpha val="1103"/>
                  </a:srgbClr>
                </a:gs>
                <a:gs pos="85714">
                  <a:srgbClr val="FFFF00">
                    <a:alpha val="438"/>
                  </a:srgbClr>
                </a:gs>
                <a:gs pos="100000">
                  <a:srgbClr val="FFFF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9186478">
              <a:off x="3007327" y="1499602"/>
              <a:ext cx="497256" cy="360995"/>
            </a:xfrm>
            <a:prstGeom prst="ellipse">
              <a:avLst/>
            </a:prstGeom>
            <a:gradFill>
              <a:gsLst>
                <a:gs pos="0">
                  <a:srgbClr val="004012">
                    <a:alpha val="29582"/>
                  </a:srgbClr>
                </a:gs>
                <a:gs pos="14286">
                  <a:srgbClr val="004012">
                    <a:alpha val="27556"/>
                  </a:srgbClr>
                </a:gs>
                <a:gs pos="28571">
                  <a:srgbClr val="004012">
                    <a:alpha val="22142"/>
                  </a:srgbClr>
                </a:gs>
                <a:gs pos="42857">
                  <a:srgbClr val="004012">
                    <a:alpha val="15140"/>
                  </a:srgbClr>
                </a:gs>
                <a:gs pos="57143">
                  <a:srgbClr val="004012">
                    <a:alpha val="8695"/>
                  </a:srgbClr>
                </a:gs>
                <a:gs pos="71429">
                  <a:srgbClr val="004012">
                    <a:alpha val="4169"/>
                  </a:srgbClr>
                </a:gs>
                <a:gs pos="85714">
                  <a:srgbClr val="004012">
                    <a:alpha val="1670"/>
                  </a:srgbClr>
                </a:gs>
                <a:gs pos="100000">
                  <a:srgbClr val="004012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399504">
              <a:off x="1598338" y="2828904"/>
              <a:ext cx="418062" cy="325337"/>
            </a:xfrm>
            <a:prstGeom prst="ellipse">
              <a:avLst/>
            </a:prstGeom>
            <a:gradFill>
              <a:gsLst>
                <a:gs pos="0">
                  <a:srgbClr val="F80000">
                    <a:alpha val="17106"/>
                  </a:srgbClr>
                </a:gs>
                <a:gs pos="14286">
                  <a:srgbClr val="F80000">
                    <a:alpha val="15839"/>
                  </a:srgbClr>
                </a:gs>
                <a:gs pos="28571">
                  <a:srgbClr val="F80000">
                    <a:alpha val="12531"/>
                  </a:srgbClr>
                </a:gs>
                <a:gs pos="42857">
                  <a:srgbClr val="F80000">
                    <a:alpha val="8407"/>
                  </a:srgbClr>
                </a:gs>
                <a:gs pos="57143">
                  <a:srgbClr val="F80000">
                    <a:alpha val="4750"/>
                  </a:srgbClr>
                </a:gs>
                <a:gs pos="71429">
                  <a:srgbClr val="F80000">
                    <a:alpha val="2252"/>
                  </a:srgbClr>
                </a:gs>
                <a:gs pos="85714">
                  <a:srgbClr val="F80000">
                    <a:alpha val="897"/>
                  </a:srgbClr>
                </a:gs>
                <a:gs pos="100000">
                  <a:srgbClr val="F800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00000">
              <a:off x="1273166" y="3470029"/>
              <a:ext cx="64835" cy="64835"/>
            </a:xfrm>
            <a:prstGeom prst="ellipse">
              <a:avLst/>
            </a:prstGeom>
            <a:gradFill>
              <a:gsLst>
                <a:gs pos="0">
                  <a:srgbClr val="EBE2DE">
                    <a:alpha val="12538"/>
                  </a:srgbClr>
                </a:gs>
                <a:gs pos="14286">
                  <a:srgbClr val="EBE2DE">
                    <a:alpha val="11585"/>
                  </a:srgbClr>
                </a:gs>
                <a:gs pos="28571">
                  <a:srgbClr val="EBE2DE">
                    <a:alpha val="9117"/>
                  </a:srgbClr>
                </a:gs>
                <a:gs pos="42857">
                  <a:srgbClr val="EBE2DE">
                    <a:alpha val="6078"/>
                  </a:srgbClr>
                </a:gs>
                <a:gs pos="57143">
                  <a:srgbClr val="EBE2DE">
                    <a:alpha val="3415"/>
                  </a:srgbClr>
                </a:gs>
                <a:gs pos="71429">
                  <a:srgbClr val="EBE2DE">
                    <a:alpha val="1613"/>
                  </a:srgbClr>
                </a:gs>
                <a:gs pos="85714">
                  <a:srgbClr val="EBE2DE">
                    <a:alpha val="641"/>
                  </a:srgbClr>
                </a:gs>
                <a:gs pos="100000">
                  <a:srgbClr val="EBE2DE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095975">
              <a:off x="1134772" y="1136717"/>
              <a:ext cx="426517" cy="72493"/>
            </a:xfrm>
            <a:prstGeom prst="ellipse">
              <a:avLst/>
            </a:prstGeom>
            <a:gradFill>
              <a:gsLst>
                <a:gs pos="0">
                  <a:srgbClr val="FFFFC4">
                    <a:alpha val="32968"/>
                  </a:srgbClr>
                </a:gs>
                <a:gs pos="14286">
                  <a:srgbClr val="FFFFC4">
                    <a:alpha val="30764"/>
                  </a:srgbClr>
                </a:gs>
                <a:gs pos="28571">
                  <a:srgbClr val="FFFFC4">
                    <a:alpha val="24833"/>
                  </a:srgbClr>
                </a:gs>
                <a:gs pos="42857">
                  <a:srgbClr val="FFFFC4">
                    <a:alpha val="17075"/>
                  </a:srgbClr>
                </a:gs>
                <a:gs pos="57143">
                  <a:srgbClr val="FFFFC4">
                    <a:alpha val="9855"/>
                  </a:srgbClr>
                </a:gs>
                <a:gs pos="71429">
                  <a:srgbClr val="FFFFC4">
                    <a:alpha val="4740"/>
                  </a:srgbClr>
                </a:gs>
                <a:gs pos="85714">
                  <a:srgbClr val="FFFFC4">
                    <a:alpha val="1902"/>
                  </a:srgbClr>
                </a:gs>
                <a:gs pos="100000">
                  <a:srgbClr val="FFFF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4190024">
              <a:off x="879779" y="2663411"/>
              <a:ext cx="514416" cy="173912"/>
            </a:xfrm>
            <a:prstGeom prst="ellipse">
              <a:avLst/>
            </a:prstGeom>
            <a:gradFill>
              <a:gsLst>
                <a:gs pos="0">
                  <a:srgbClr val="FF00FF">
                    <a:alpha val="3026"/>
                  </a:srgbClr>
                </a:gs>
                <a:gs pos="14286">
                  <a:srgbClr val="FF00FF">
                    <a:alpha val="2784"/>
                  </a:srgbClr>
                </a:gs>
                <a:gs pos="28571">
                  <a:srgbClr val="FF00FF">
                    <a:alpha val="2169"/>
                  </a:srgbClr>
                </a:gs>
                <a:gs pos="42857">
                  <a:srgbClr val="FF00FF">
                    <a:alpha val="1428"/>
                  </a:srgbClr>
                </a:gs>
                <a:gs pos="57143">
                  <a:srgbClr val="FF00FF">
                    <a:alpha val="794"/>
                  </a:srgbClr>
                </a:gs>
                <a:gs pos="71429">
                  <a:srgbClr val="FF00FF">
                    <a:alpha val="372"/>
                  </a:srgbClr>
                </a:gs>
                <a:gs pos="85714">
                  <a:srgbClr val="FF00FF">
                    <a:alpha val="147"/>
                  </a:srgbClr>
                </a:gs>
                <a:gs pos="100000">
                  <a:srgbClr val="FF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10461570">
              <a:off x="2814133" y="1611058"/>
              <a:ext cx="625003" cy="78513"/>
            </a:xfrm>
            <a:prstGeom prst="ellipse">
              <a:avLst/>
            </a:prstGeom>
            <a:gradFill>
              <a:gsLst>
                <a:gs pos="0">
                  <a:srgbClr val="FBF7FF">
                    <a:alpha val="32968"/>
                  </a:srgbClr>
                </a:gs>
                <a:gs pos="14286">
                  <a:srgbClr val="FBF7FF">
                    <a:alpha val="30764"/>
                  </a:srgbClr>
                </a:gs>
                <a:gs pos="28571">
                  <a:srgbClr val="FBF7FF">
                    <a:alpha val="24833"/>
                  </a:srgbClr>
                </a:gs>
                <a:gs pos="42857">
                  <a:srgbClr val="FBF7FF">
                    <a:alpha val="17075"/>
                  </a:srgbClr>
                </a:gs>
                <a:gs pos="57143">
                  <a:srgbClr val="FBF7FF">
                    <a:alpha val="9855"/>
                  </a:srgbClr>
                </a:gs>
                <a:gs pos="71429">
                  <a:srgbClr val="FBF7FF">
                    <a:alpha val="4740"/>
                  </a:srgbClr>
                </a:gs>
                <a:gs pos="85714">
                  <a:srgbClr val="FBF7FF">
                    <a:alpha val="1902"/>
                  </a:srgbClr>
                </a:gs>
                <a:gs pos="100000">
                  <a:srgbClr val="FB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312407">
              <a:off x="2779088" y="466087"/>
              <a:ext cx="787677" cy="136324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1150564" y="2936850"/>
              <a:ext cx="63996" cy="63996"/>
            </a:xfrm>
            <a:prstGeom prst="ellipse">
              <a:avLst/>
            </a:prstGeom>
            <a:gradFill>
              <a:gsLst>
                <a:gs pos="0">
                  <a:srgbClr val="C7ACCA">
                    <a:alpha val="12766"/>
                  </a:srgbClr>
                </a:gs>
                <a:gs pos="14286">
                  <a:srgbClr val="C7ACCA">
                    <a:alpha val="11797"/>
                  </a:srgbClr>
                </a:gs>
                <a:gs pos="28571">
                  <a:srgbClr val="C7ACCA">
                    <a:alpha val="9286"/>
                  </a:srgbClr>
                </a:gs>
                <a:gs pos="42857">
                  <a:srgbClr val="C7ACCA">
                    <a:alpha val="6193"/>
                  </a:srgbClr>
                </a:gs>
                <a:gs pos="57143">
                  <a:srgbClr val="C7ACCA">
                    <a:alpha val="3480"/>
                  </a:srgbClr>
                </a:gs>
                <a:gs pos="71429">
                  <a:srgbClr val="C7ACCA">
                    <a:alpha val="1644"/>
                  </a:srgbClr>
                </a:gs>
                <a:gs pos="85714">
                  <a:srgbClr val="C7ACCA">
                    <a:alpha val="654"/>
                  </a:srgbClr>
                </a:gs>
                <a:gs pos="100000">
                  <a:srgbClr val="C7ACCA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248740">
              <a:off x="1499587" y="3448401"/>
              <a:ext cx="255167" cy="55126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-8909633">
              <a:off x="-148256" y="2597683"/>
              <a:ext cx="490271" cy="466069"/>
            </a:xfrm>
            <a:prstGeom prst="ellipse">
              <a:avLst/>
            </a:prstGeom>
            <a:gradFill>
              <a:gsLst>
                <a:gs pos="0">
                  <a:srgbClr val="FB0000">
                    <a:alpha val="32968"/>
                  </a:srgbClr>
                </a:gs>
                <a:gs pos="14286">
                  <a:srgbClr val="FB0000">
                    <a:alpha val="30764"/>
                  </a:srgbClr>
                </a:gs>
                <a:gs pos="28571">
                  <a:srgbClr val="FB0000">
                    <a:alpha val="24833"/>
                  </a:srgbClr>
                </a:gs>
                <a:gs pos="42857">
                  <a:srgbClr val="FB0000">
                    <a:alpha val="17075"/>
                  </a:srgbClr>
                </a:gs>
                <a:gs pos="57143">
                  <a:srgbClr val="FB0000">
                    <a:alpha val="9855"/>
                  </a:srgbClr>
                </a:gs>
                <a:gs pos="71429">
                  <a:srgbClr val="FB0000">
                    <a:alpha val="4740"/>
                  </a:srgbClr>
                </a:gs>
                <a:gs pos="85714">
                  <a:srgbClr val="FB0000">
                    <a:alpha val="1902"/>
                  </a:srgbClr>
                </a:gs>
                <a:gs pos="100000">
                  <a:srgbClr val="F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8846862">
              <a:off x="1367131" y="105820"/>
              <a:ext cx="654328" cy="431996"/>
            </a:xfrm>
            <a:prstGeom prst="ellipse">
              <a:avLst/>
            </a:prstGeom>
            <a:gradFill>
              <a:gsLst>
                <a:gs pos="0">
                  <a:srgbClr val="FFED4D">
                    <a:alpha val="10281"/>
                  </a:srgbClr>
                </a:gs>
                <a:gs pos="14286">
                  <a:srgbClr val="FFED4D">
                    <a:alpha val="9491"/>
                  </a:srgbClr>
                </a:gs>
                <a:gs pos="28571">
                  <a:srgbClr val="FFED4D">
                    <a:alpha val="7450"/>
                  </a:srgbClr>
                </a:gs>
                <a:gs pos="42857">
                  <a:srgbClr val="FFED4D">
                    <a:alpha val="4952"/>
                  </a:srgbClr>
                </a:gs>
                <a:gs pos="57143">
                  <a:srgbClr val="FFED4D">
                    <a:alpha val="2775"/>
                  </a:srgbClr>
                </a:gs>
                <a:gs pos="71429">
                  <a:srgbClr val="FFED4D">
                    <a:alpha val="1309"/>
                  </a:srgbClr>
                </a:gs>
                <a:gs pos="85714">
                  <a:srgbClr val="FFED4D">
                    <a:alpha val="520"/>
                  </a:srgbClr>
                </a:gs>
                <a:gs pos="100000">
                  <a:srgbClr val="FFED4D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916857">
              <a:off x="1609417" y="2996486"/>
              <a:ext cx="541059" cy="82200"/>
            </a:xfrm>
            <a:prstGeom prst="ellipse">
              <a:avLst/>
            </a:prstGeom>
            <a:gradFill>
              <a:gsLst>
                <a:gs pos="0">
                  <a:srgbClr val="C9E3D5">
                    <a:alpha val="32968"/>
                  </a:srgbClr>
                </a:gs>
                <a:gs pos="14286">
                  <a:srgbClr val="C9E3D5">
                    <a:alpha val="30764"/>
                  </a:srgbClr>
                </a:gs>
                <a:gs pos="28571">
                  <a:srgbClr val="C9E3D5">
                    <a:alpha val="24833"/>
                  </a:srgbClr>
                </a:gs>
                <a:gs pos="42857">
                  <a:srgbClr val="C9E3D5">
                    <a:alpha val="17075"/>
                  </a:srgbClr>
                </a:gs>
                <a:gs pos="57143">
                  <a:srgbClr val="C9E3D5">
                    <a:alpha val="9855"/>
                  </a:srgbClr>
                </a:gs>
                <a:gs pos="71429">
                  <a:srgbClr val="C9E3D5">
                    <a:alpha val="4740"/>
                  </a:srgbClr>
                </a:gs>
                <a:gs pos="85714">
                  <a:srgbClr val="C9E3D5">
                    <a:alpha val="1902"/>
                  </a:srgbClr>
                </a:gs>
                <a:gs pos="100000">
                  <a:srgbClr val="C9E3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10529159">
              <a:off x="1310695" y="843776"/>
              <a:ext cx="522675" cy="134452"/>
            </a:xfrm>
            <a:prstGeom prst="ellipse">
              <a:avLst/>
            </a:prstGeom>
            <a:gradFill>
              <a:gsLst>
                <a:gs pos="0">
                  <a:srgbClr val="8E0090">
                    <a:alpha val="15603"/>
                  </a:srgbClr>
                </a:gs>
                <a:gs pos="14286">
                  <a:srgbClr val="8E0090">
                    <a:alpha val="14437"/>
                  </a:srgbClr>
                </a:gs>
                <a:gs pos="28571">
                  <a:srgbClr val="8E0090">
                    <a:alpha val="11402"/>
                  </a:srgbClr>
                </a:gs>
                <a:gs pos="42857">
                  <a:srgbClr val="8E0090">
                    <a:alpha val="7634"/>
                  </a:srgbClr>
                </a:gs>
                <a:gs pos="57143">
                  <a:srgbClr val="8E0090">
                    <a:alpha val="4305"/>
                  </a:srgbClr>
                </a:gs>
                <a:gs pos="71429">
                  <a:srgbClr val="8E0090">
                    <a:alpha val="2039"/>
                  </a:srgbClr>
                </a:gs>
                <a:gs pos="85714">
                  <a:srgbClr val="8E0090">
                    <a:alpha val="811"/>
                  </a:srgbClr>
                </a:gs>
                <a:gs pos="100000">
                  <a:srgbClr val="8E009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10149874">
              <a:off x="1112898" y="2768085"/>
              <a:ext cx="299892" cy="67836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-10032062">
              <a:off x="2554158" y="477415"/>
              <a:ext cx="595236" cy="221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991530">
              <a:off x="2396372" y="1549017"/>
              <a:ext cx="699129" cy="150548"/>
            </a:xfrm>
            <a:prstGeom prst="ellipse">
              <a:avLst/>
            </a:prstGeom>
            <a:gradFill>
              <a:gsLst>
                <a:gs pos="0">
                  <a:srgbClr val="D0FFE6">
                    <a:alpha val="5503"/>
                  </a:srgbClr>
                </a:gs>
                <a:gs pos="14286">
                  <a:srgbClr val="D0FFE6">
                    <a:alpha val="5069"/>
                  </a:srgbClr>
                </a:gs>
                <a:gs pos="28571">
                  <a:srgbClr val="D0FFE6">
                    <a:alpha val="3959"/>
                  </a:srgbClr>
                </a:gs>
                <a:gs pos="42857">
                  <a:srgbClr val="D0FFE6">
                    <a:alpha val="2615"/>
                  </a:srgbClr>
                </a:gs>
                <a:gs pos="57143">
                  <a:srgbClr val="D0FFE6">
                    <a:alpha val="1457"/>
                  </a:srgbClr>
                </a:gs>
                <a:gs pos="71429">
                  <a:srgbClr val="D0FFE6">
                    <a:alpha val="685"/>
                  </a:srgbClr>
                </a:gs>
                <a:gs pos="85714">
                  <a:srgbClr val="D0FFE6">
                    <a:alpha val="271"/>
                  </a:srgbClr>
                </a:gs>
                <a:gs pos="100000">
                  <a:srgbClr val="D0FFE6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059055">
              <a:off x="674204" y="1324554"/>
              <a:ext cx="512905" cy="74735"/>
            </a:xfrm>
            <a:prstGeom prst="ellipse">
              <a:avLst/>
            </a:prstGeom>
            <a:gradFill>
              <a:gsLst>
                <a:gs pos="0">
                  <a:srgbClr val="E7D2FC">
                    <a:alpha val="32667"/>
                  </a:srgbClr>
                </a:gs>
                <a:gs pos="14286">
                  <a:srgbClr val="E7D2FC">
                    <a:alpha val="30478"/>
                  </a:srgbClr>
                </a:gs>
                <a:gs pos="28571">
                  <a:srgbClr val="E7D2FC">
                    <a:alpha val="24592"/>
                  </a:srgbClr>
                </a:gs>
                <a:gs pos="42857">
                  <a:srgbClr val="E7D2FC">
                    <a:alpha val="16901"/>
                  </a:srgbClr>
                </a:gs>
                <a:gs pos="57143">
                  <a:srgbClr val="E7D2FC">
                    <a:alpha val="9750"/>
                  </a:srgbClr>
                </a:gs>
                <a:gs pos="71429">
                  <a:srgbClr val="E7D2FC">
                    <a:alpha val="4689"/>
                  </a:srgbClr>
                </a:gs>
                <a:gs pos="85714">
                  <a:srgbClr val="E7D2FC">
                    <a:alpha val="1881"/>
                  </a:srgbClr>
                </a:gs>
                <a:gs pos="100000">
                  <a:srgbClr val="E7D2F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3096608">
              <a:off x="746178" y="1524576"/>
              <a:ext cx="452136" cy="25578"/>
            </a:xfrm>
            <a:prstGeom prst="ellipse">
              <a:avLst/>
            </a:prstGeom>
            <a:gradFill>
              <a:gsLst>
                <a:gs pos="0">
                  <a:srgbClr val="FFE5FF">
                    <a:alpha val="20579"/>
                  </a:srgbClr>
                </a:gs>
                <a:gs pos="14286">
                  <a:srgbClr val="FFE5FF">
                    <a:alpha val="19085"/>
                  </a:srgbClr>
                </a:gs>
                <a:gs pos="28571">
                  <a:srgbClr val="FFE5FF">
                    <a:alpha val="15162"/>
                  </a:srgbClr>
                </a:gs>
                <a:gs pos="42857">
                  <a:srgbClr val="FFE5FF">
                    <a:alpha val="10224"/>
                  </a:srgbClr>
                </a:gs>
                <a:gs pos="57143">
                  <a:srgbClr val="FFE5FF">
                    <a:alpha val="5801"/>
                  </a:srgbClr>
                </a:gs>
                <a:gs pos="71429">
                  <a:srgbClr val="FFE5FF">
                    <a:alpha val="2759"/>
                  </a:srgbClr>
                </a:gs>
                <a:gs pos="85714">
                  <a:srgbClr val="FFE5FF">
                    <a:alpha val="1100"/>
                  </a:srgbClr>
                </a:gs>
                <a:gs pos="100000">
                  <a:srgbClr val="FFE5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8963584">
              <a:off x="1022538" y="3297493"/>
              <a:ext cx="588866" cy="82569"/>
            </a:xfrm>
            <a:prstGeom prst="ellipse">
              <a:avLst/>
            </a:prstGeom>
            <a:gradFill>
              <a:gsLst>
                <a:gs pos="0">
                  <a:srgbClr val="D74A00">
                    <a:alpha val="32968"/>
                  </a:srgbClr>
                </a:gs>
                <a:gs pos="14286">
                  <a:srgbClr val="D74A00">
                    <a:alpha val="30764"/>
                  </a:srgbClr>
                </a:gs>
                <a:gs pos="28571">
                  <a:srgbClr val="D74A00">
                    <a:alpha val="24833"/>
                  </a:srgbClr>
                </a:gs>
                <a:gs pos="42857">
                  <a:srgbClr val="D74A00">
                    <a:alpha val="17075"/>
                  </a:srgbClr>
                </a:gs>
                <a:gs pos="57143">
                  <a:srgbClr val="D74A00">
                    <a:alpha val="9855"/>
                  </a:srgbClr>
                </a:gs>
                <a:gs pos="71429">
                  <a:srgbClr val="D74A00">
                    <a:alpha val="4740"/>
                  </a:srgbClr>
                </a:gs>
                <a:gs pos="85714">
                  <a:srgbClr val="D74A00">
                    <a:alpha val="1902"/>
                  </a:srgbClr>
                </a:gs>
                <a:gs pos="100000">
                  <a:srgbClr val="D7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833202">
              <a:off x="1461092" y="2605965"/>
              <a:ext cx="575254" cy="95371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00000">
              <a:off x="237166" y="460708"/>
              <a:ext cx="63728" cy="63728"/>
            </a:xfrm>
            <a:prstGeom prst="ellipse">
              <a:avLst/>
            </a:prstGeom>
            <a:gradFill>
              <a:gsLst>
                <a:gs pos="0">
                  <a:srgbClr val="C7C2AF">
                    <a:alpha val="12838"/>
                  </a:srgbClr>
                </a:gs>
                <a:gs pos="14286">
                  <a:srgbClr val="C7C2AF">
                    <a:alpha val="11864"/>
                  </a:srgbClr>
                </a:gs>
                <a:gs pos="28571">
                  <a:srgbClr val="C7C2AF">
                    <a:alpha val="9340"/>
                  </a:srgbClr>
                </a:gs>
                <a:gs pos="42857">
                  <a:srgbClr val="C7C2AF">
                    <a:alpha val="6229"/>
                  </a:srgbClr>
                </a:gs>
                <a:gs pos="57143">
                  <a:srgbClr val="C7C2AF">
                    <a:alpha val="3501"/>
                  </a:srgbClr>
                </a:gs>
                <a:gs pos="71429">
                  <a:srgbClr val="C7C2AF">
                    <a:alpha val="1654"/>
                  </a:srgbClr>
                </a:gs>
                <a:gs pos="85714">
                  <a:srgbClr val="C7C2AF">
                    <a:alpha val="658"/>
                  </a:srgbClr>
                </a:gs>
                <a:gs pos="100000">
                  <a:srgbClr val="C7C2A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155877">
              <a:off x="2875383" y="634475"/>
              <a:ext cx="515585" cy="7766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10324966">
              <a:off x="881879" y="2609732"/>
              <a:ext cx="422273" cy="493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10180873">
              <a:off x="1270286" y="247675"/>
              <a:ext cx="864306" cy="54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10207438">
              <a:off x="1416953" y="647340"/>
              <a:ext cx="415479" cy="411517"/>
            </a:xfrm>
            <a:prstGeom prst="ellipse">
              <a:avLst/>
            </a:prstGeom>
            <a:gradFill>
              <a:gsLst>
                <a:gs pos="0">
                  <a:srgbClr val="E33B00">
                    <a:alpha val="4551"/>
                  </a:srgbClr>
                </a:gs>
                <a:gs pos="14286">
                  <a:srgbClr val="E33B00">
                    <a:alpha val="4190"/>
                  </a:srgbClr>
                </a:gs>
                <a:gs pos="28571">
                  <a:srgbClr val="E33B00">
                    <a:alpha val="3269"/>
                  </a:srgbClr>
                </a:gs>
                <a:gs pos="42857">
                  <a:srgbClr val="E33B00">
                    <a:alpha val="2157"/>
                  </a:srgbClr>
                </a:gs>
                <a:gs pos="57143">
                  <a:srgbClr val="E33B00">
                    <a:alpha val="1201"/>
                  </a:srgbClr>
                </a:gs>
                <a:gs pos="71429">
                  <a:srgbClr val="E33B00">
                    <a:alpha val="564"/>
                  </a:srgbClr>
                </a:gs>
                <a:gs pos="85714">
                  <a:srgbClr val="E33B00">
                    <a:alpha val="223"/>
                  </a:srgbClr>
                </a:gs>
                <a:gs pos="100000">
                  <a:srgbClr val="E33B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881895" y="1385097"/>
              <a:ext cx="63883" cy="63883"/>
            </a:xfrm>
            <a:prstGeom prst="ellipse">
              <a:avLst/>
            </a:prstGeom>
            <a:gradFill>
              <a:gsLst>
                <a:gs pos="0">
                  <a:srgbClr val="AA98B4">
                    <a:alpha val="12796"/>
                  </a:srgbClr>
                </a:gs>
                <a:gs pos="14286">
                  <a:srgbClr val="AA98B4">
                    <a:alpha val="11825"/>
                  </a:srgbClr>
                </a:gs>
                <a:gs pos="28571">
                  <a:srgbClr val="AA98B4">
                    <a:alpha val="9309"/>
                  </a:srgbClr>
                </a:gs>
                <a:gs pos="42857">
                  <a:srgbClr val="AA98B4">
                    <a:alpha val="6208"/>
                  </a:srgbClr>
                </a:gs>
                <a:gs pos="57143">
                  <a:srgbClr val="AA98B4">
                    <a:alpha val="3489"/>
                  </a:srgbClr>
                </a:gs>
                <a:gs pos="71429">
                  <a:srgbClr val="AA98B4">
                    <a:alpha val="1649"/>
                  </a:srgbClr>
                </a:gs>
                <a:gs pos="85714">
                  <a:srgbClr val="AA98B4">
                    <a:alpha val="655"/>
                  </a:srgbClr>
                </a:gs>
                <a:gs pos="100000">
                  <a:srgbClr val="AA98B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-9694174">
              <a:off x="2427642" y="1556581"/>
              <a:ext cx="397239" cy="389154"/>
            </a:xfrm>
            <a:prstGeom prst="ellipse">
              <a:avLst/>
            </a:prstGeom>
            <a:gradFill>
              <a:gsLst>
                <a:gs pos="0">
                  <a:srgbClr val="60EE00">
                    <a:alpha val="3979"/>
                  </a:srgbClr>
                </a:gs>
                <a:gs pos="14286">
                  <a:srgbClr val="60EE00">
                    <a:alpha val="3663"/>
                  </a:srgbClr>
                </a:gs>
                <a:gs pos="28571">
                  <a:srgbClr val="60EE00">
                    <a:alpha val="2856"/>
                  </a:srgbClr>
                </a:gs>
                <a:gs pos="42857">
                  <a:srgbClr val="60EE00">
                    <a:alpha val="1882"/>
                  </a:srgbClr>
                </a:gs>
                <a:gs pos="57143">
                  <a:srgbClr val="60EE00">
                    <a:alpha val="1047"/>
                  </a:srgbClr>
                </a:gs>
                <a:gs pos="71429">
                  <a:srgbClr val="60EE00">
                    <a:alpha val="492"/>
                  </a:srgbClr>
                </a:gs>
                <a:gs pos="85714">
                  <a:srgbClr val="60EE00">
                    <a:alpha val="195"/>
                  </a:srgbClr>
                </a:gs>
                <a:gs pos="100000">
                  <a:srgbClr val="60EE00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4974092">
              <a:off x="2247528" y="1810748"/>
              <a:ext cx="430773" cy="416952"/>
            </a:xfrm>
            <a:prstGeom prst="ellipse">
              <a:avLst/>
            </a:prstGeom>
            <a:gradFill>
              <a:gsLst>
                <a:gs pos="0">
                  <a:srgbClr val="FF0000">
                    <a:alpha val="15083"/>
                  </a:srgbClr>
                </a:gs>
                <a:gs pos="14286">
                  <a:srgbClr val="FF0000">
                    <a:alpha val="13953"/>
                  </a:srgbClr>
                </a:gs>
                <a:gs pos="28571">
                  <a:srgbClr val="FF0000">
                    <a:alpha val="11013"/>
                  </a:srgbClr>
                </a:gs>
                <a:gs pos="42857">
                  <a:srgbClr val="FF0000">
                    <a:alpha val="7368"/>
                  </a:srgbClr>
                </a:gs>
                <a:gs pos="57143">
                  <a:srgbClr val="FF0000">
                    <a:alpha val="4152"/>
                  </a:srgbClr>
                </a:gs>
                <a:gs pos="71429">
                  <a:srgbClr val="FF0000">
                    <a:alpha val="1965"/>
                  </a:srgbClr>
                </a:gs>
                <a:gs pos="85714">
                  <a:srgbClr val="FF0000">
                    <a:alpha val="782"/>
                  </a:srgbClr>
                </a:gs>
                <a:gs pos="100000">
                  <a:srgbClr val="FF0000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1832779" y="2959545"/>
              <a:ext cx="64210" cy="64210"/>
            </a:xfrm>
            <a:prstGeom prst="ellipse">
              <a:avLst/>
            </a:prstGeom>
            <a:gradFill>
              <a:gsLst>
                <a:gs pos="0">
                  <a:srgbClr val="BCAFA5">
                    <a:alpha val="12708"/>
                  </a:srgbClr>
                </a:gs>
                <a:gs pos="14286">
                  <a:srgbClr val="BCAFA5">
                    <a:alpha val="11743"/>
                  </a:srgbClr>
                </a:gs>
                <a:gs pos="28571">
                  <a:srgbClr val="BCAFA5">
                    <a:alpha val="9243"/>
                  </a:srgbClr>
                </a:gs>
                <a:gs pos="42857">
                  <a:srgbClr val="BCAFA5">
                    <a:alpha val="6164"/>
                  </a:srgbClr>
                </a:gs>
                <a:gs pos="57143">
                  <a:srgbClr val="BCAFA5">
                    <a:alpha val="3464"/>
                  </a:srgbClr>
                </a:gs>
                <a:gs pos="71429">
                  <a:srgbClr val="BCAFA5">
                    <a:alpha val="1637"/>
                  </a:srgbClr>
                </a:gs>
                <a:gs pos="85714">
                  <a:srgbClr val="BCAFA5">
                    <a:alpha val="650"/>
                  </a:srgbClr>
                </a:gs>
                <a:gs pos="100000">
                  <a:srgbClr val="BCAFA5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392923">
              <a:off x="1093641" y="3471715"/>
              <a:ext cx="592498" cy="46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9318332">
              <a:off x="843033" y="2506938"/>
              <a:ext cx="485627" cy="58222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3283652">
              <a:off x="1886817" y="1418610"/>
              <a:ext cx="360852" cy="33887"/>
            </a:xfrm>
            <a:prstGeom prst="ellipse">
              <a:avLst/>
            </a:prstGeom>
            <a:gradFill>
              <a:gsLst>
                <a:gs pos="0">
                  <a:srgbClr val="FFFFE3">
                    <a:alpha val="32968"/>
                  </a:srgbClr>
                </a:gs>
                <a:gs pos="14286">
                  <a:srgbClr val="FFFFE3">
                    <a:alpha val="30764"/>
                  </a:srgbClr>
                </a:gs>
                <a:gs pos="28571">
                  <a:srgbClr val="FFFFE3">
                    <a:alpha val="24833"/>
                  </a:srgbClr>
                </a:gs>
                <a:gs pos="42857">
                  <a:srgbClr val="FFFFE3">
                    <a:alpha val="17075"/>
                  </a:srgbClr>
                </a:gs>
                <a:gs pos="57143">
                  <a:srgbClr val="FFFFE3">
                    <a:alpha val="9855"/>
                  </a:srgbClr>
                </a:gs>
                <a:gs pos="71429">
                  <a:srgbClr val="FFFFE3">
                    <a:alpha val="4740"/>
                  </a:srgbClr>
                </a:gs>
                <a:gs pos="85714">
                  <a:srgbClr val="FFFFE3">
                    <a:alpha val="1902"/>
                  </a:srgbClr>
                </a:gs>
                <a:gs pos="100000">
                  <a:srgbClr val="FFFF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7638384">
              <a:off x="2698028" y="1360179"/>
              <a:ext cx="407377" cy="360311"/>
            </a:xfrm>
            <a:prstGeom prst="ellipse">
              <a:avLst/>
            </a:prstGeom>
            <a:gradFill>
              <a:gsLst>
                <a:gs pos="0">
                  <a:srgbClr val="8DEFFF">
                    <a:alpha val="4757"/>
                  </a:srgbClr>
                </a:gs>
                <a:gs pos="14286">
                  <a:srgbClr val="8DEFFF">
                    <a:alpha val="4380"/>
                  </a:srgbClr>
                </a:gs>
                <a:gs pos="28571">
                  <a:srgbClr val="8DEFFF">
                    <a:alpha val="3418"/>
                  </a:srgbClr>
                </a:gs>
                <a:gs pos="42857">
                  <a:srgbClr val="8DEFFF">
                    <a:alpha val="2255"/>
                  </a:srgbClr>
                </a:gs>
                <a:gs pos="57143">
                  <a:srgbClr val="8DEFFF">
                    <a:alpha val="1256"/>
                  </a:srgbClr>
                </a:gs>
                <a:gs pos="71429">
                  <a:srgbClr val="8DEFFF">
                    <a:alpha val="590"/>
                  </a:srgbClr>
                </a:gs>
                <a:gs pos="85714">
                  <a:srgbClr val="8DEFFF">
                    <a:alpha val="234"/>
                  </a:srgbClr>
                </a:gs>
                <a:gs pos="100000">
                  <a:srgbClr val="8DEFFF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3898567">
              <a:off x="699222" y="1613758"/>
              <a:ext cx="491097" cy="42864"/>
            </a:xfrm>
            <a:prstGeom prst="ellipse">
              <a:avLst/>
            </a:prstGeom>
            <a:gradFill>
              <a:gsLst>
                <a:gs pos="0">
                  <a:srgbClr val="FFECD6">
                    <a:alpha val="32968"/>
                  </a:srgbClr>
                </a:gs>
                <a:gs pos="14286">
                  <a:srgbClr val="FFECD6">
                    <a:alpha val="30764"/>
                  </a:srgbClr>
                </a:gs>
                <a:gs pos="28571">
                  <a:srgbClr val="FFECD6">
                    <a:alpha val="24833"/>
                  </a:srgbClr>
                </a:gs>
                <a:gs pos="42857">
                  <a:srgbClr val="FFECD6">
                    <a:alpha val="17075"/>
                  </a:srgbClr>
                </a:gs>
                <a:gs pos="57143">
                  <a:srgbClr val="FFECD6">
                    <a:alpha val="9855"/>
                  </a:srgbClr>
                </a:gs>
                <a:gs pos="71429">
                  <a:srgbClr val="FFECD6">
                    <a:alpha val="4740"/>
                  </a:srgbClr>
                </a:gs>
                <a:gs pos="85714">
                  <a:srgbClr val="FFECD6">
                    <a:alpha val="1902"/>
                  </a:srgbClr>
                </a:gs>
                <a:gs pos="100000">
                  <a:srgbClr val="FFEC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1884058" y="1652121"/>
              <a:ext cx="64695" cy="64695"/>
            </a:xfrm>
            <a:prstGeom prst="ellipse">
              <a:avLst/>
            </a:prstGeom>
            <a:gradFill>
              <a:gsLst>
                <a:gs pos="0">
                  <a:srgbClr val="8D8A85">
                    <a:alpha val="12576"/>
                  </a:srgbClr>
                </a:gs>
                <a:gs pos="14286">
                  <a:srgbClr val="8D8A85">
                    <a:alpha val="11620"/>
                  </a:srgbClr>
                </a:gs>
                <a:gs pos="28571">
                  <a:srgbClr val="8D8A85">
                    <a:alpha val="9146"/>
                  </a:srgbClr>
                </a:gs>
                <a:gs pos="42857">
                  <a:srgbClr val="8D8A85">
                    <a:alpha val="6097"/>
                  </a:srgbClr>
                </a:gs>
                <a:gs pos="57143">
                  <a:srgbClr val="8D8A85">
                    <a:alpha val="3426"/>
                  </a:srgbClr>
                </a:gs>
                <a:gs pos="71429">
                  <a:srgbClr val="8D8A85">
                    <a:alpha val="1618"/>
                  </a:srgbClr>
                </a:gs>
                <a:gs pos="85714">
                  <a:srgbClr val="8D8A85">
                    <a:alpha val="643"/>
                  </a:srgbClr>
                </a:gs>
                <a:gs pos="100000">
                  <a:srgbClr val="8D8A8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1435695" y="2758616"/>
              <a:ext cx="64632" cy="64632"/>
            </a:xfrm>
            <a:prstGeom prst="ellipse">
              <a:avLst/>
            </a:prstGeom>
            <a:gradFill>
              <a:gsLst>
                <a:gs pos="0">
                  <a:srgbClr val="AE3692">
                    <a:alpha val="12593"/>
                  </a:srgbClr>
                </a:gs>
                <a:gs pos="14286">
                  <a:srgbClr val="AE3692">
                    <a:alpha val="11636"/>
                  </a:srgbClr>
                </a:gs>
                <a:gs pos="28571">
                  <a:srgbClr val="AE3692">
                    <a:alpha val="9158"/>
                  </a:srgbClr>
                </a:gs>
                <a:gs pos="42857">
                  <a:srgbClr val="AE3692">
                    <a:alpha val="6106"/>
                  </a:srgbClr>
                </a:gs>
                <a:gs pos="57143">
                  <a:srgbClr val="AE3692">
                    <a:alpha val="3431"/>
                  </a:srgbClr>
                </a:gs>
                <a:gs pos="71429">
                  <a:srgbClr val="AE3692">
                    <a:alpha val="1621"/>
                  </a:srgbClr>
                </a:gs>
                <a:gs pos="85714">
                  <a:srgbClr val="AE3692">
                    <a:alpha val="644"/>
                  </a:srgbClr>
                </a:gs>
                <a:gs pos="100000">
                  <a:srgbClr val="AE369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400000">
              <a:off x="903850" y="1719901"/>
              <a:ext cx="64827" cy="64827"/>
            </a:xfrm>
            <a:prstGeom prst="ellipse">
              <a:avLst/>
            </a:prstGeom>
            <a:gradFill>
              <a:gsLst>
                <a:gs pos="0">
                  <a:srgbClr val="E8754C">
                    <a:alpha val="12540"/>
                  </a:srgbClr>
                </a:gs>
                <a:gs pos="14286">
                  <a:srgbClr val="E8754C">
                    <a:alpha val="11587"/>
                  </a:srgbClr>
                </a:gs>
                <a:gs pos="28571">
                  <a:srgbClr val="E8754C">
                    <a:alpha val="9119"/>
                  </a:srgbClr>
                </a:gs>
                <a:gs pos="42857">
                  <a:srgbClr val="E8754C">
                    <a:alpha val="6079"/>
                  </a:srgbClr>
                </a:gs>
                <a:gs pos="57143">
                  <a:srgbClr val="E8754C">
                    <a:alpha val="3416"/>
                  </a:srgbClr>
                </a:gs>
                <a:gs pos="71429">
                  <a:srgbClr val="E8754C">
                    <a:alpha val="1614"/>
                  </a:srgbClr>
                </a:gs>
                <a:gs pos="85714">
                  <a:srgbClr val="E8754C">
                    <a:alpha val="641"/>
                  </a:srgbClr>
                </a:gs>
                <a:gs pos="100000">
                  <a:srgbClr val="E8754C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3203337">
              <a:off x="906133" y="2858725"/>
              <a:ext cx="265118" cy="507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400000">
              <a:off x="1368285" y="336335"/>
              <a:ext cx="64762" cy="64762"/>
            </a:xfrm>
            <a:prstGeom prst="ellipse">
              <a:avLst/>
            </a:prstGeom>
            <a:gradFill>
              <a:gsLst>
                <a:gs pos="0">
                  <a:srgbClr val="AC9B7D">
                    <a:alpha val="12558"/>
                  </a:srgbClr>
                </a:gs>
                <a:gs pos="14286">
                  <a:srgbClr val="AC9B7D">
                    <a:alpha val="11603"/>
                  </a:srgbClr>
                </a:gs>
                <a:gs pos="28571">
                  <a:srgbClr val="AC9B7D">
                    <a:alpha val="9132"/>
                  </a:srgbClr>
                </a:gs>
                <a:gs pos="42857">
                  <a:srgbClr val="AC9B7D">
                    <a:alpha val="6088"/>
                  </a:srgbClr>
                </a:gs>
                <a:gs pos="57143">
                  <a:srgbClr val="AC9B7D">
                    <a:alpha val="3421"/>
                  </a:srgbClr>
                </a:gs>
                <a:gs pos="71429">
                  <a:srgbClr val="AC9B7D">
                    <a:alpha val="1616"/>
                  </a:srgbClr>
                </a:gs>
                <a:gs pos="85714">
                  <a:srgbClr val="AC9B7D">
                    <a:alpha val="642"/>
                  </a:srgbClr>
                </a:gs>
                <a:gs pos="100000">
                  <a:srgbClr val="AC9B7D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-9800455">
              <a:off x="2850173" y="1525986"/>
              <a:ext cx="354683" cy="73207"/>
            </a:xfrm>
            <a:prstGeom prst="ellipse">
              <a:avLst/>
            </a:prstGeom>
            <a:gradFill>
              <a:gsLst>
                <a:gs pos="0">
                  <a:srgbClr val="E4E3E5">
                    <a:alpha val="32968"/>
                  </a:srgbClr>
                </a:gs>
                <a:gs pos="14286">
                  <a:srgbClr val="E4E3E5">
                    <a:alpha val="30764"/>
                  </a:srgbClr>
                </a:gs>
                <a:gs pos="28571">
                  <a:srgbClr val="E4E3E5">
                    <a:alpha val="24833"/>
                  </a:srgbClr>
                </a:gs>
                <a:gs pos="42857">
                  <a:srgbClr val="E4E3E5">
                    <a:alpha val="17075"/>
                  </a:srgbClr>
                </a:gs>
                <a:gs pos="57143">
                  <a:srgbClr val="E4E3E5">
                    <a:alpha val="9855"/>
                  </a:srgbClr>
                </a:gs>
                <a:gs pos="71429">
                  <a:srgbClr val="E4E3E5">
                    <a:alpha val="4740"/>
                  </a:srgbClr>
                </a:gs>
                <a:gs pos="85714">
                  <a:srgbClr val="E4E3E5">
                    <a:alpha val="1902"/>
                  </a:srgbClr>
                </a:gs>
                <a:gs pos="100000">
                  <a:srgbClr val="E4E3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7581169">
              <a:off x="2969931" y="1194928"/>
              <a:ext cx="522114" cy="282410"/>
            </a:xfrm>
            <a:prstGeom prst="ellipse">
              <a:avLst/>
            </a:prstGeom>
            <a:gradFill>
              <a:gsLst>
                <a:gs pos="0">
                  <a:srgbClr val="E0FFF8">
                    <a:alpha val="11098"/>
                  </a:srgbClr>
                </a:gs>
                <a:gs pos="14286">
                  <a:srgbClr val="E0FFF8">
                    <a:alpha val="10248"/>
                  </a:srgbClr>
                </a:gs>
                <a:gs pos="28571">
                  <a:srgbClr val="E0FFF8">
                    <a:alpha val="8053"/>
                  </a:srgbClr>
                </a:gs>
                <a:gs pos="42857">
                  <a:srgbClr val="E0FFF8">
                    <a:alpha val="5358"/>
                  </a:srgbClr>
                </a:gs>
                <a:gs pos="57143">
                  <a:srgbClr val="E0FFF8">
                    <a:alpha val="3005"/>
                  </a:srgbClr>
                </a:gs>
                <a:gs pos="71429">
                  <a:srgbClr val="E0FFF8">
                    <a:alpha val="1418"/>
                  </a:srgbClr>
                </a:gs>
                <a:gs pos="85714">
                  <a:srgbClr val="E0FFF8">
                    <a:alpha val="563"/>
                  </a:srgbClr>
                </a:gs>
                <a:gs pos="100000">
                  <a:srgbClr val="E0FFF8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10291065">
              <a:off x="2375819" y="1433705"/>
              <a:ext cx="406158" cy="246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4231272">
              <a:off x="2922076" y="1263139"/>
              <a:ext cx="583683" cy="157092"/>
            </a:xfrm>
            <a:prstGeom prst="ellipse">
              <a:avLst/>
            </a:prstGeom>
            <a:gradFill>
              <a:gsLst>
                <a:gs pos="0">
                  <a:srgbClr val="DDDADD">
                    <a:alpha val="25691"/>
                  </a:srgbClr>
                </a:gs>
                <a:gs pos="14286">
                  <a:srgbClr val="DDDADD">
                    <a:alpha val="23885"/>
                  </a:srgbClr>
                </a:gs>
                <a:gs pos="28571">
                  <a:srgbClr val="DDDADD">
                    <a:alpha val="19096"/>
                  </a:srgbClr>
                </a:gs>
                <a:gs pos="42857">
                  <a:srgbClr val="DDDADD">
                    <a:alpha val="12977"/>
                  </a:srgbClr>
                </a:gs>
                <a:gs pos="57143">
                  <a:srgbClr val="DDDADD">
                    <a:alpha val="7413"/>
                  </a:srgbClr>
                </a:gs>
                <a:gs pos="71429">
                  <a:srgbClr val="DDDADD">
                    <a:alpha val="3541"/>
                  </a:srgbClr>
                </a:gs>
                <a:gs pos="85714">
                  <a:srgbClr val="DDDADD">
                    <a:alpha val="1415"/>
                  </a:srgbClr>
                </a:gs>
                <a:gs pos="100000">
                  <a:srgbClr val="DDDADD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400000">
              <a:off x="1909477" y="3452730"/>
              <a:ext cx="65117" cy="65117"/>
            </a:xfrm>
            <a:prstGeom prst="ellipse">
              <a:avLst/>
            </a:prstGeom>
            <a:gradFill>
              <a:gsLst>
                <a:gs pos="0">
                  <a:srgbClr val="E3D4CD">
                    <a:alpha val="12461"/>
                  </a:srgbClr>
                </a:gs>
                <a:gs pos="14286">
                  <a:srgbClr val="E3D4CD">
                    <a:alpha val="11514"/>
                  </a:srgbClr>
                </a:gs>
                <a:gs pos="28571">
                  <a:srgbClr val="E3D4CD">
                    <a:alpha val="9060"/>
                  </a:srgbClr>
                </a:gs>
                <a:gs pos="42857">
                  <a:srgbClr val="E3D4CD">
                    <a:alpha val="6040"/>
                  </a:srgbClr>
                </a:gs>
                <a:gs pos="57143">
                  <a:srgbClr val="E3D4CD">
                    <a:alpha val="3393"/>
                  </a:srgbClr>
                </a:gs>
                <a:gs pos="71429">
                  <a:srgbClr val="E3D4CD">
                    <a:alpha val="1603"/>
                  </a:srgbClr>
                </a:gs>
                <a:gs pos="85714">
                  <a:srgbClr val="E3D4CD">
                    <a:alpha val="637"/>
                  </a:srgbClr>
                </a:gs>
                <a:gs pos="100000">
                  <a:srgbClr val="E3D4C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603967">
              <a:off x="2814548" y="790382"/>
              <a:ext cx="754169" cy="119495"/>
            </a:xfrm>
            <a:prstGeom prst="ellipse">
              <a:avLst/>
            </a:prstGeom>
            <a:gradFill>
              <a:gsLst>
                <a:gs pos="0">
                  <a:srgbClr val="BDC2BF">
                    <a:alpha val="21571"/>
                  </a:srgbClr>
                </a:gs>
                <a:gs pos="14286">
                  <a:srgbClr val="BDC2BF">
                    <a:alpha val="20014"/>
                  </a:srgbClr>
                </a:gs>
                <a:gs pos="28571">
                  <a:srgbClr val="BDC2BF">
                    <a:alpha val="15919"/>
                  </a:srgbClr>
                </a:gs>
                <a:gs pos="42857">
                  <a:srgbClr val="BDC2BF">
                    <a:alpha val="10750"/>
                  </a:srgbClr>
                </a:gs>
                <a:gs pos="57143">
                  <a:srgbClr val="BDC2BF">
                    <a:alpha val="6108"/>
                  </a:srgbClr>
                </a:gs>
                <a:gs pos="71429">
                  <a:srgbClr val="BDC2BF">
                    <a:alpha val="2907"/>
                  </a:srgbClr>
                </a:gs>
                <a:gs pos="85714">
                  <a:srgbClr val="BDC2BF">
                    <a:alpha val="1160"/>
                  </a:srgbClr>
                </a:gs>
                <a:gs pos="100000">
                  <a:srgbClr val="BDC2BF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5400000">
              <a:off x="1956009" y="2293945"/>
              <a:ext cx="65222" cy="65222"/>
            </a:xfrm>
            <a:prstGeom prst="ellipse">
              <a:avLst/>
            </a:prstGeom>
            <a:gradFill>
              <a:gsLst>
                <a:gs pos="0">
                  <a:srgbClr val="9B2400">
                    <a:alpha val="12432"/>
                  </a:srgbClr>
                </a:gs>
                <a:gs pos="14286">
                  <a:srgbClr val="9B2400">
                    <a:alpha val="11487"/>
                  </a:srgbClr>
                </a:gs>
                <a:gs pos="28571">
                  <a:srgbClr val="9B2400">
                    <a:alpha val="9039"/>
                  </a:srgbClr>
                </a:gs>
                <a:gs pos="42857">
                  <a:srgbClr val="9B2400">
                    <a:alpha val="6025"/>
                  </a:srgbClr>
                </a:gs>
                <a:gs pos="57143">
                  <a:srgbClr val="9B2400">
                    <a:alpha val="3385"/>
                  </a:srgbClr>
                </a:gs>
                <a:gs pos="71429">
                  <a:srgbClr val="9B2400">
                    <a:alpha val="1599"/>
                  </a:srgbClr>
                </a:gs>
                <a:gs pos="85714">
                  <a:srgbClr val="9B2400">
                    <a:alpha val="635"/>
                  </a:srgbClr>
                </a:gs>
                <a:gs pos="100000">
                  <a:srgbClr val="9B240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6965353">
              <a:off x="1413962" y="3200363"/>
              <a:ext cx="600912" cy="72290"/>
            </a:xfrm>
            <a:prstGeom prst="ellipse">
              <a:avLst/>
            </a:prstGeom>
            <a:gradFill>
              <a:gsLst>
                <a:gs pos="0">
                  <a:srgbClr val="E67500">
                    <a:alpha val="32968"/>
                  </a:srgbClr>
                </a:gs>
                <a:gs pos="14286">
                  <a:srgbClr val="E67500">
                    <a:alpha val="30764"/>
                  </a:srgbClr>
                </a:gs>
                <a:gs pos="28571">
                  <a:srgbClr val="E67500">
                    <a:alpha val="24833"/>
                  </a:srgbClr>
                </a:gs>
                <a:gs pos="42857">
                  <a:srgbClr val="E67500">
                    <a:alpha val="17075"/>
                  </a:srgbClr>
                </a:gs>
                <a:gs pos="57143">
                  <a:srgbClr val="E67500">
                    <a:alpha val="9855"/>
                  </a:srgbClr>
                </a:gs>
                <a:gs pos="71429">
                  <a:srgbClr val="E67500">
                    <a:alpha val="4740"/>
                  </a:srgbClr>
                </a:gs>
                <a:gs pos="85714">
                  <a:srgbClr val="E67500">
                    <a:alpha val="1902"/>
                  </a:srgbClr>
                </a:gs>
                <a:gs pos="100000">
                  <a:srgbClr val="E6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61474">
              <a:off x="2773359" y="736545"/>
              <a:ext cx="760259" cy="121957"/>
            </a:xfrm>
            <a:prstGeom prst="ellipse">
              <a:avLst/>
            </a:prstGeom>
            <a:gradFill>
              <a:gsLst>
                <a:gs pos="0">
                  <a:srgbClr val="F9F7FF">
                    <a:alpha val="32968"/>
                  </a:srgbClr>
                </a:gs>
                <a:gs pos="14286">
                  <a:srgbClr val="F9F7FF">
                    <a:alpha val="30764"/>
                  </a:srgbClr>
                </a:gs>
                <a:gs pos="28571">
                  <a:srgbClr val="F9F7FF">
                    <a:alpha val="24833"/>
                  </a:srgbClr>
                </a:gs>
                <a:gs pos="42857">
                  <a:srgbClr val="F9F7FF">
                    <a:alpha val="17075"/>
                  </a:srgbClr>
                </a:gs>
                <a:gs pos="57143">
                  <a:srgbClr val="F9F7FF">
                    <a:alpha val="9855"/>
                  </a:srgbClr>
                </a:gs>
                <a:gs pos="71429">
                  <a:srgbClr val="F9F7FF">
                    <a:alpha val="4740"/>
                  </a:srgbClr>
                </a:gs>
                <a:gs pos="85714">
                  <a:srgbClr val="F9F7FF">
                    <a:alpha val="1902"/>
                  </a:srgbClr>
                </a:gs>
                <a:gs pos="100000">
                  <a:srgbClr val="F9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1968883" y="2283313"/>
              <a:ext cx="65360" cy="65360"/>
            </a:xfrm>
            <a:prstGeom prst="ellipse">
              <a:avLst/>
            </a:prstGeom>
            <a:gradFill>
              <a:gsLst>
                <a:gs pos="0">
                  <a:srgbClr val="951900">
                    <a:alpha val="12395"/>
                  </a:srgbClr>
                </a:gs>
                <a:gs pos="14286">
                  <a:srgbClr val="951900">
                    <a:alpha val="11452"/>
                  </a:srgbClr>
                </a:gs>
                <a:gs pos="28571">
                  <a:srgbClr val="951900">
                    <a:alpha val="9011"/>
                  </a:srgbClr>
                </a:gs>
                <a:gs pos="42857">
                  <a:srgbClr val="951900">
                    <a:alpha val="6006"/>
                  </a:srgbClr>
                </a:gs>
                <a:gs pos="57143">
                  <a:srgbClr val="951900">
                    <a:alpha val="3374"/>
                  </a:srgbClr>
                </a:gs>
                <a:gs pos="71429">
                  <a:srgbClr val="951900">
                    <a:alpha val="1594"/>
                  </a:srgbClr>
                </a:gs>
                <a:gs pos="85714">
                  <a:srgbClr val="951900">
                    <a:alpha val="633"/>
                  </a:srgbClr>
                </a:gs>
                <a:gs pos="100000">
                  <a:srgbClr val="95190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400000">
              <a:off x="234202" y="2576845"/>
              <a:ext cx="64231" cy="64231"/>
            </a:xfrm>
            <a:prstGeom prst="ellipse">
              <a:avLst/>
            </a:prstGeom>
            <a:gradFill>
              <a:gsLst>
                <a:gs pos="0">
                  <a:srgbClr val="C07373">
                    <a:alpha val="12702"/>
                  </a:srgbClr>
                </a:gs>
                <a:gs pos="14286">
                  <a:srgbClr val="C07373">
                    <a:alpha val="11737"/>
                  </a:srgbClr>
                </a:gs>
                <a:gs pos="28571">
                  <a:srgbClr val="C07373">
                    <a:alpha val="9239"/>
                  </a:srgbClr>
                </a:gs>
                <a:gs pos="42857">
                  <a:srgbClr val="C07373">
                    <a:alpha val="6161"/>
                  </a:srgbClr>
                </a:gs>
                <a:gs pos="57143">
                  <a:srgbClr val="C07373">
                    <a:alpha val="3462"/>
                  </a:srgbClr>
                </a:gs>
                <a:gs pos="71429">
                  <a:srgbClr val="C07373">
                    <a:alpha val="1636"/>
                  </a:srgbClr>
                </a:gs>
                <a:gs pos="85714">
                  <a:srgbClr val="C07373">
                    <a:alpha val="650"/>
                  </a:srgbClr>
                </a:gs>
                <a:gs pos="100000">
                  <a:srgbClr val="C07373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555576">
              <a:off x="2894371" y="1237298"/>
              <a:ext cx="742207" cy="94702"/>
            </a:xfrm>
            <a:prstGeom prst="ellipse">
              <a:avLst/>
            </a:prstGeom>
            <a:gradFill>
              <a:gsLst>
                <a:gs pos="0">
                  <a:srgbClr val="FFF2EA">
                    <a:alpha val="32968"/>
                  </a:srgbClr>
                </a:gs>
                <a:gs pos="14286">
                  <a:srgbClr val="FFF2EA">
                    <a:alpha val="30764"/>
                  </a:srgbClr>
                </a:gs>
                <a:gs pos="28571">
                  <a:srgbClr val="FFF2EA">
                    <a:alpha val="24833"/>
                  </a:srgbClr>
                </a:gs>
                <a:gs pos="42857">
                  <a:srgbClr val="FFF2EA">
                    <a:alpha val="17075"/>
                  </a:srgbClr>
                </a:gs>
                <a:gs pos="57143">
                  <a:srgbClr val="FFF2EA">
                    <a:alpha val="9855"/>
                  </a:srgbClr>
                </a:gs>
                <a:gs pos="71429">
                  <a:srgbClr val="FFF2EA">
                    <a:alpha val="4740"/>
                  </a:srgbClr>
                </a:gs>
                <a:gs pos="85714">
                  <a:srgbClr val="FFF2EA">
                    <a:alpha val="1902"/>
                  </a:srgbClr>
                </a:gs>
                <a:gs pos="100000">
                  <a:srgbClr val="FFF2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4948232">
              <a:off x="1559863" y="2647643"/>
              <a:ext cx="716579" cy="56992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7267277">
              <a:off x="832908" y="1311046"/>
              <a:ext cx="455539" cy="967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626322">
              <a:off x="1571761" y="926630"/>
              <a:ext cx="441505" cy="369816"/>
            </a:xfrm>
            <a:prstGeom prst="ellipse">
              <a:avLst/>
            </a:prstGeom>
            <a:gradFill>
              <a:gsLst>
                <a:gs pos="0">
                  <a:srgbClr val="B19000">
                    <a:alpha val="15008"/>
                  </a:srgbClr>
                </a:gs>
                <a:gs pos="14286">
                  <a:srgbClr val="B19000">
                    <a:alpha val="13883"/>
                  </a:srgbClr>
                </a:gs>
                <a:gs pos="28571">
                  <a:srgbClr val="B19000">
                    <a:alpha val="10957"/>
                  </a:srgbClr>
                </a:gs>
                <a:gs pos="42857">
                  <a:srgbClr val="B19000">
                    <a:alpha val="7329"/>
                  </a:srgbClr>
                </a:gs>
                <a:gs pos="57143">
                  <a:srgbClr val="B19000">
                    <a:alpha val="4130"/>
                  </a:srgbClr>
                </a:gs>
                <a:gs pos="71429">
                  <a:srgbClr val="B19000">
                    <a:alpha val="1955"/>
                  </a:srgbClr>
                </a:gs>
                <a:gs pos="85714">
                  <a:srgbClr val="B19000">
                    <a:alpha val="778"/>
                  </a:srgbClr>
                </a:gs>
                <a:gs pos="100000">
                  <a:srgbClr val="B19000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148074">
              <a:off x="1561885" y="2489762"/>
              <a:ext cx="350971" cy="44337"/>
            </a:xfrm>
            <a:prstGeom prst="ellipse">
              <a:avLst/>
            </a:prstGeom>
            <a:gradFill>
              <a:gsLst>
                <a:gs pos="0">
                  <a:srgbClr val="FCFFF6">
                    <a:alpha val="32968"/>
                  </a:srgbClr>
                </a:gs>
                <a:gs pos="14286">
                  <a:srgbClr val="FCFFF6">
                    <a:alpha val="30764"/>
                  </a:srgbClr>
                </a:gs>
                <a:gs pos="28571">
                  <a:srgbClr val="FCFFF6">
                    <a:alpha val="24833"/>
                  </a:srgbClr>
                </a:gs>
                <a:gs pos="42857">
                  <a:srgbClr val="FCFFF6">
                    <a:alpha val="17075"/>
                  </a:srgbClr>
                </a:gs>
                <a:gs pos="57143">
                  <a:srgbClr val="FCFFF6">
                    <a:alpha val="9855"/>
                  </a:srgbClr>
                </a:gs>
                <a:gs pos="71429">
                  <a:srgbClr val="FCFFF6">
                    <a:alpha val="4740"/>
                  </a:srgbClr>
                </a:gs>
                <a:gs pos="85714">
                  <a:srgbClr val="FCFFF6">
                    <a:alpha val="1902"/>
                  </a:srgbClr>
                </a:gs>
                <a:gs pos="100000">
                  <a:srgbClr val="FC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173473">
              <a:off x="1264907" y="553597"/>
              <a:ext cx="552036" cy="125003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3960375">
              <a:off x="-110674" y="-213378"/>
              <a:ext cx="752906" cy="609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10047533">
              <a:off x="1510418" y="1799486"/>
              <a:ext cx="229839" cy="423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2896660">
              <a:off x="-160749" y="391435"/>
              <a:ext cx="337662" cy="86592"/>
            </a:xfrm>
            <a:prstGeom prst="ellipse">
              <a:avLst/>
            </a:prstGeom>
            <a:gradFill>
              <a:gsLst>
                <a:gs pos="0">
                  <a:srgbClr val="FFFFC5">
                    <a:alpha val="32968"/>
                  </a:srgbClr>
                </a:gs>
                <a:gs pos="14286">
                  <a:srgbClr val="FFFFC5">
                    <a:alpha val="30764"/>
                  </a:srgbClr>
                </a:gs>
                <a:gs pos="28571">
                  <a:srgbClr val="FFFFC5">
                    <a:alpha val="24833"/>
                  </a:srgbClr>
                </a:gs>
                <a:gs pos="42857">
                  <a:srgbClr val="FFFFC5">
                    <a:alpha val="17075"/>
                  </a:srgbClr>
                </a:gs>
                <a:gs pos="57143">
                  <a:srgbClr val="FFFFC5">
                    <a:alpha val="9855"/>
                  </a:srgbClr>
                </a:gs>
                <a:gs pos="71429">
                  <a:srgbClr val="FFFFC5">
                    <a:alpha val="4740"/>
                  </a:srgbClr>
                </a:gs>
                <a:gs pos="85714">
                  <a:srgbClr val="FFFFC5">
                    <a:alpha val="1902"/>
                  </a:srgbClr>
                </a:gs>
                <a:gs pos="100000">
                  <a:srgbClr val="FF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8916803">
              <a:off x="947846" y="1459305"/>
              <a:ext cx="292984" cy="132446"/>
            </a:xfrm>
            <a:prstGeom prst="ellipse">
              <a:avLst/>
            </a:prstGeom>
            <a:gradFill>
              <a:gsLst>
                <a:gs pos="0">
                  <a:srgbClr val="FEFFFA">
                    <a:alpha val="32968"/>
                  </a:srgbClr>
                </a:gs>
                <a:gs pos="14286">
                  <a:srgbClr val="FEFFFA">
                    <a:alpha val="30764"/>
                  </a:srgbClr>
                </a:gs>
                <a:gs pos="28571">
                  <a:srgbClr val="FEFFFA">
                    <a:alpha val="24833"/>
                  </a:srgbClr>
                </a:gs>
                <a:gs pos="42857">
                  <a:srgbClr val="FEFFFA">
                    <a:alpha val="17075"/>
                  </a:srgbClr>
                </a:gs>
                <a:gs pos="57143">
                  <a:srgbClr val="FEFFFA">
                    <a:alpha val="9855"/>
                  </a:srgbClr>
                </a:gs>
                <a:gs pos="71429">
                  <a:srgbClr val="FEFFFA">
                    <a:alpha val="4740"/>
                  </a:srgbClr>
                </a:gs>
                <a:gs pos="85714">
                  <a:srgbClr val="FEFFFA">
                    <a:alpha val="1902"/>
                  </a:srgbClr>
                </a:gs>
                <a:gs pos="100000">
                  <a:srgbClr val="FE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-8149469">
              <a:off x="1687433" y="1257827"/>
              <a:ext cx="593562" cy="155981"/>
            </a:xfrm>
            <a:prstGeom prst="ellipse">
              <a:avLst/>
            </a:prstGeom>
            <a:gradFill>
              <a:gsLst>
                <a:gs pos="0">
                  <a:srgbClr val="FFDCFF">
                    <a:alpha val="32968"/>
                  </a:srgbClr>
                </a:gs>
                <a:gs pos="14286">
                  <a:srgbClr val="FFDCFF">
                    <a:alpha val="30764"/>
                  </a:srgbClr>
                </a:gs>
                <a:gs pos="28571">
                  <a:srgbClr val="FFDCFF">
                    <a:alpha val="24833"/>
                  </a:srgbClr>
                </a:gs>
                <a:gs pos="42857">
                  <a:srgbClr val="FFDCFF">
                    <a:alpha val="17075"/>
                  </a:srgbClr>
                </a:gs>
                <a:gs pos="57143">
                  <a:srgbClr val="FFDCFF">
                    <a:alpha val="9855"/>
                  </a:srgbClr>
                </a:gs>
                <a:gs pos="71429">
                  <a:srgbClr val="FFDCFF">
                    <a:alpha val="4740"/>
                  </a:srgbClr>
                </a:gs>
                <a:gs pos="85714">
                  <a:srgbClr val="FFDCFF">
                    <a:alpha val="1902"/>
                  </a:srgbClr>
                </a:gs>
                <a:gs pos="100000">
                  <a:srgbClr val="FF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9814753">
              <a:off x="1292007" y="-69306"/>
              <a:ext cx="543573" cy="270797"/>
            </a:xfrm>
            <a:prstGeom prst="ellipse">
              <a:avLst/>
            </a:prstGeom>
            <a:gradFill>
              <a:gsLst>
                <a:gs pos="0">
                  <a:srgbClr val="C5D7FF">
                    <a:alpha val="20661"/>
                  </a:srgbClr>
                </a:gs>
                <a:gs pos="14286">
                  <a:srgbClr val="C5D7FF">
                    <a:alpha val="19161"/>
                  </a:srgbClr>
                </a:gs>
                <a:gs pos="28571">
                  <a:srgbClr val="C5D7FF">
                    <a:alpha val="15224"/>
                  </a:srgbClr>
                </a:gs>
                <a:gs pos="42857">
                  <a:srgbClr val="C5D7FF">
                    <a:alpha val="10267"/>
                  </a:srgbClr>
                </a:gs>
                <a:gs pos="57143">
                  <a:srgbClr val="C5D7FF">
                    <a:alpha val="5826"/>
                  </a:srgbClr>
                </a:gs>
                <a:gs pos="71429">
                  <a:srgbClr val="C5D7FF">
                    <a:alpha val="2771"/>
                  </a:srgbClr>
                </a:gs>
                <a:gs pos="85714">
                  <a:srgbClr val="C5D7FF">
                    <a:alpha val="1105"/>
                  </a:srgbClr>
                </a:gs>
                <a:gs pos="100000">
                  <a:srgbClr val="C5D7FF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775359">
              <a:off x="2457205" y="478891"/>
              <a:ext cx="560690" cy="112300"/>
            </a:xfrm>
            <a:prstGeom prst="ellipse">
              <a:avLst/>
            </a:prstGeom>
            <a:gradFill>
              <a:gsLst>
                <a:gs pos="0">
                  <a:srgbClr val="FFF7FF">
                    <a:alpha val="32968"/>
                  </a:srgbClr>
                </a:gs>
                <a:gs pos="14286">
                  <a:srgbClr val="FFF7FF">
                    <a:alpha val="30764"/>
                  </a:srgbClr>
                </a:gs>
                <a:gs pos="28571">
                  <a:srgbClr val="FFF7FF">
                    <a:alpha val="24833"/>
                  </a:srgbClr>
                </a:gs>
                <a:gs pos="42857">
                  <a:srgbClr val="FFF7FF">
                    <a:alpha val="17075"/>
                  </a:srgbClr>
                </a:gs>
                <a:gs pos="57143">
                  <a:srgbClr val="FFF7FF">
                    <a:alpha val="9855"/>
                  </a:srgbClr>
                </a:gs>
                <a:gs pos="71429">
                  <a:srgbClr val="FFF7FF">
                    <a:alpha val="4740"/>
                  </a:srgbClr>
                </a:gs>
                <a:gs pos="85714">
                  <a:srgbClr val="FFF7FF">
                    <a:alpha val="1902"/>
                  </a:srgbClr>
                </a:gs>
                <a:gs pos="100000">
                  <a:srgbClr val="FF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114627">
              <a:off x="2464976" y="752859"/>
              <a:ext cx="385830" cy="363512"/>
            </a:xfrm>
            <a:prstGeom prst="ellipse">
              <a:avLst/>
            </a:prstGeom>
            <a:gradFill>
              <a:gsLst>
                <a:gs pos="0">
                  <a:srgbClr val="C2DFBA">
                    <a:alpha val="8054"/>
                  </a:srgbClr>
                </a:gs>
                <a:gs pos="14286">
                  <a:srgbClr val="C2DFBA">
                    <a:alpha val="7428"/>
                  </a:srgbClr>
                </a:gs>
                <a:gs pos="28571">
                  <a:srgbClr val="C2DFBA">
                    <a:alpha val="5817"/>
                  </a:srgbClr>
                </a:gs>
                <a:gs pos="42857">
                  <a:srgbClr val="C2DFBA">
                    <a:alpha val="3854"/>
                  </a:srgbClr>
                </a:gs>
                <a:gs pos="57143">
                  <a:srgbClr val="C2DFBA">
                    <a:alpha val="2154"/>
                  </a:srgbClr>
                </a:gs>
                <a:gs pos="71429">
                  <a:srgbClr val="C2DFBA">
                    <a:alpha val="1014"/>
                  </a:srgbClr>
                </a:gs>
                <a:gs pos="85714">
                  <a:srgbClr val="C2DFBA">
                    <a:alpha val="402"/>
                  </a:srgbClr>
                </a:gs>
                <a:gs pos="100000">
                  <a:srgbClr val="C2DFBA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4863460">
              <a:off x="1546239" y="2518338"/>
              <a:ext cx="633455" cy="132220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8127737">
              <a:off x="1070959" y="2850378"/>
              <a:ext cx="248529" cy="36913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9399050">
              <a:off x="3092090" y="397619"/>
              <a:ext cx="359865" cy="334729"/>
            </a:xfrm>
            <a:prstGeom prst="ellipse">
              <a:avLst/>
            </a:prstGeom>
            <a:gradFill>
              <a:gsLst>
                <a:gs pos="0">
                  <a:srgbClr val="9D9A8C">
                    <a:alpha val="22635"/>
                  </a:srgbClr>
                </a:gs>
                <a:gs pos="14286">
                  <a:srgbClr val="9D9A8C">
                    <a:alpha val="21013"/>
                  </a:srgbClr>
                </a:gs>
                <a:gs pos="28571">
                  <a:srgbClr val="9D9A8C">
                    <a:alpha val="16736"/>
                  </a:srgbClr>
                </a:gs>
                <a:gs pos="42857">
                  <a:srgbClr val="9D9A8C">
                    <a:alpha val="11320"/>
                  </a:srgbClr>
                </a:gs>
                <a:gs pos="57143">
                  <a:srgbClr val="9D9A8C">
                    <a:alpha val="6440"/>
                  </a:srgbClr>
                </a:gs>
                <a:gs pos="71429">
                  <a:srgbClr val="9D9A8C">
                    <a:alpha val="3068"/>
                  </a:srgbClr>
                </a:gs>
                <a:gs pos="85714">
                  <a:srgbClr val="9D9A8C">
                    <a:alpha val="1225"/>
                  </a:srgbClr>
                </a:gs>
                <a:gs pos="100000">
                  <a:srgbClr val="9D9A8C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9495913">
              <a:off x="2203763" y="1882771"/>
              <a:ext cx="457470" cy="367625"/>
            </a:xfrm>
            <a:prstGeom prst="ellipse">
              <a:avLst/>
            </a:prstGeom>
            <a:gradFill>
              <a:gsLst>
                <a:gs pos="0">
                  <a:srgbClr val="D56A00">
                    <a:alpha val="15456"/>
                  </a:srgbClr>
                </a:gs>
                <a:gs pos="14286">
                  <a:srgbClr val="D56A00">
                    <a:alpha val="14300"/>
                  </a:srgbClr>
                </a:gs>
                <a:gs pos="28571">
                  <a:srgbClr val="D56A00">
                    <a:alpha val="11292"/>
                  </a:srgbClr>
                </a:gs>
                <a:gs pos="42857">
                  <a:srgbClr val="D56A00">
                    <a:alpha val="7558"/>
                  </a:srgbClr>
                </a:gs>
                <a:gs pos="57143">
                  <a:srgbClr val="D56A00">
                    <a:alpha val="4261"/>
                  </a:srgbClr>
                </a:gs>
                <a:gs pos="71429">
                  <a:srgbClr val="D56A00">
                    <a:alpha val="2018"/>
                  </a:srgbClr>
                </a:gs>
                <a:gs pos="85714">
                  <a:srgbClr val="D56A00">
                    <a:alpha val="803"/>
                  </a:srgbClr>
                </a:gs>
                <a:gs pos="100000">
                  <a:srgbClr val="D56A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10765023">
              <a:off x="1055910" y="2920489"/>
              <a:ext cx="313892" cy="105578"/>
            </a:xfrm>
            <a:prstGeom prst="ellipse">
              <a:avLst/>
            </a:prstGeom>
            <a:gradFill>
              <a:gsLst>
                <a:gs pos="0">
                  <a:srgbClr val="1A00FF">
                    <a:alpha val="24017"/>
                  </a:srgbClr>
                </a:gs>
                <a:gs pos="14286">
                  <a:srgbClr val="1A00FF">
                    <a:alpha val="22310"/>
                  </a:srgbClr>
                </a:gs>
                <a:gs pos="28571">
                  <a:srgbClr val="1A00FF">
                    <a:alpha val="17800"/>
                  </a:srgbClr>
                </a:gs>
                <a:gs pos="42857">
                  <a:srgbClr val="1A00FF">
                    <a:alpha val="12064"/>
                  </a:srgbClr>
                </a:gs>
                <a:gs pos="57143">
                  <a:srgbClr val="1A00FF">
                    <a:alpha val="6876"/>
                  </a:srgbClr>
                </a:gs>
                <a:gs pos="71429">
                  <a:srgbClr val="1A00FF">
                    <a:alpha val="3280"/>
                  </a:srgbClr>
                </a:gs>
                <a:gs pos="85714">
                  <a:srgbClr val="1A00FF">
                    <a:alpha val="1310"/>
                  </a:srgbClr>
                </a:gs>
                <a:gs pos="100000">
                  <a:srgbClr val="1A00FF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857112">
              <a:off x="1499447" y="913887"/>
              <a:ext cx="420798" cy="380429"/>
            </a:xfrm>
            <a:prstGeom prst="ellipse">
              <a:avLst/>
            </a:prstGeom>
            <a:gradFill>
              <a:gsLst>
                <a:gs pos="0">
                  <a:srgbClr val="A1BD92">
                    <a:alpha val="6189"/>
                  </a:srgbClr>
                </a:gs>
                <a:gs pos="14286">
                  <a:srgbClr val="A1BD92">
                    <a:alpha val="5703"/>
                  </a:srgbClr>
                </a:gs>
                <a:gs pos="28571">
                  <a:srgbClr val="A1BD92">
                    <a:alpha val="4457"/>
                  </a:srgbClr>
                </a:gs>
                <a:gs pos="42857">
                  <a:srgbClr val="A1BD92">
                    <a:alpha val="2947"/>
                  </a:srgbClr>
                </a:gs>
                <a:gs pos="57143">
                  <a:srgbClr val="A1BD92">
                    <a:alpha val="1644"/>
                  </a:srgbClr>
                </a:gs>
                <a:gs pos="71429">
                  <a:srgbClr val="A1BD92">
                    <a:alpha val="773"/>
                  </a:srgbClr>
                </a:gs>
                <a:gs pos="85714">
                  <a:srgbClr val="A1BD92">
                    <a:alpha val="306"/>
                  </a:srgbClr>
                </a:gs>
                <a:gs pos="100000">
                  <a:srgbClr val="A1BD92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10271419">
              <a:off x="1252267" y="640213"/>
              <a:ext cx="420900" cy="66193"/>
            </a:xfrm>
            <a:prstGeom prst="ellipse">
              <a:avLst/>
            </a:prstGeom>
            <a:gradFill>
              <a:gsLst>
                <a:gs pos="0">
                  <a:srgbClr val="FFCC5C">
                    <a:alpha val="10083"/>
                  </a:srgbClr>
                </a:gs>
                <a:gs pos="14286">
                  <a:srgbClr val="FFCC5C">
                    <a:alpha val="9306"/>
                  </a:srgbClr>
                </a:gs>
                <a:gs pos="28571">
                  <a:srgbClr val="FFCC5C">
                    <a:alpha val="7304"/>
                  </a:srgbClr>
                </a:gs>
                <a:gs pos="42857">
                  <a:srgbClr val="FFCC5C">
                    <a:alpha val="4853"/>
                  </a:srgbClr>
                </a:gs>
                <a:gs pos="57143">
                  <a:srgbClr val="FFCC5C">
                    <a:alpha val="2719"/>
                  </a:srgbClr>
                </a:gs>
                <a:gs pos="71429">
                  <a:srgbClr val="FFCC5C">
                    <a:alpha val="1282"/>
                  </a:srgbClr>
                </a:gs>
                <a:gs pos="85714">
                  <a:srgbClr val="FFCC5C">
                    <a:alpha val="509"/>
                  </a:srgbClr>
                </a:gs>
                <a:gs pos="100000">
                  <a:srgbClr val="FFCC5C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3771742">
              <a:off x="2538256" y="1604022"/>
              <a:ext cx="619496" cy="773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8023436">
              <a:off x="1594364" y="614099"/>
              <a:ext cx="680806" cy="335675"/>
            </a:xfrm>
            <a:prstGeom prst="ellipse">
              <a:avLst/>
            </a:prstGeom>
            <a:gradFill>
              <a:gsLst>
                <a:gs pos="0">
                  <a:srgbClr val="B38400">
                    <a:alpha val="32968"/>
                  </a:srgbClr>
                </a:gs>
                <a:gs pos="14286">
                  <a:srgbClr val="B38400">
                    <a:alpha val="30764"/>
                  </a:srgbClr>
                </a:gs>
                <a:gs pos="28571">
                  <a:srgbClr val="B38400">
                    <a:alpha val="24833"/>
                  </a:srgbClr>
                </a:gs>
                <a:gs pos="42857">
                  <a:srgbClr val="B38400">
                    <a:alpha val="17075"/>
                  </a:srgbClr>
                </a:gs>
                <a:gs pos="57143">
                  <a:srgbClr val="B38400">
                    <a:alpha val="9855"/>
                  </a:srgbClr>
                </a:gs>
                <a:gs pos="71429">
                  <a:srgbClr val="B38400">
                    <a:alpha val="4740"/>
                  </a:srgbClr>
                </a:gs>
                <a:gs pos="85714">
                  <a:srgbClr val="B38400">
                    <a:alpha val="1902"/>
                  </a:srgbClr>
                </a:gs>
                <a:gs pos="100000">
                  <a:srgbClr val="B3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7484620">
              <a:off x="990635" y="314635"/>
              <a:ext cx="664636" cy="519550"/>
            </a:xfrm>
            <a:prstGeom prst="ellipse">
              <a:avLst/>
            </a:prstGeom>
            <a:gradFill>
              <a:gsLst>
                <a:gs pos="0">
                  <a:srgbClr val="FFBE00">
                    <a:alpha val="32968"/>
                  </a:srgbClr>
                </a:gs>
                <a:gs pos="14286">
                  <a:srgbClr val="FFBE00">
                    <a:alpha val="30764"/>
                  </a:srgbClr>
                </a:gs>
                <a:gs pos="28571">
                  <a:srgbClr val="FFBE00">
                    <a:alpha val="24833"/>
                  </a:srgbClr>
                </a:gs>
                <a:gs pos="42857">
                  <a:srgbClr val="FFBE00">
                    <a:alpha val="17075"/>
                  </a:srgbClr>
                </a:gs>
                <a:gs pos="57143">
                  <a:srgbClr val="FFBE00">
                    <a:alpha val="9855"/>
                  </a:srgbClr>
                </a:gs>
                <a:gs pos="71429">
                  <a:srgbClr val="FFBE00">
                    <a:alpha val="4740"/>
                  </a:srgbClr>
                </a:gs>
                <a:gs pos="85714">
                  <a:srgbClr val="FFBE00">
                    <a:alpha val="1902"/>
                  </a:srgbClr>
                </a:gs>
                <a:gs pos="100000">
                  <a:srgbClr val="FFB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5765953">
              <a:off x="1473449" y="3210277"/>
              <a:ext cx="487463" cy="89644"/>
            </a:xfrm>
            <a:prstGeom prst="ellipse">
              <a:avLst/>
            </a:prstGeom>
            <a:gradFill>
              <a:gsLst>
                <a:gs pos="0">
                  <a:srgbClr val="F60000">
                    <a:alpha val="10666"/>
                  </a:srgbClr>
                </a:gs>
                <a:gs pos="14286">
                  <a:srgbClr val="F60000">
                    <a:alpha val="9848"/>
                  </a:srgbClr>
                </a:gs>
                <a:gs pos="28571">
                  <a:srgbClr val="F60000">
                    <a:alpha val="7734"/>
                  </a:srgbClr>
                </a:gs>
                <a:gs pos="42857">
                  <a:srgbClr val="F60000">
                    <a:alpha val="5143"/>
                  </a:srgbClr>
                </a:gs>
                <a:gs pos="57143">
                  <a:srgbClr val="F60000">
                    <a:alpha val="2883"/>
                  </a:srgbClr>
                </a:gs>
                <a:gs pos="71429">
                  <a:srgbClr val="F60000">
                    <a:alpha val="1360"/>
                  </a:srgbClr>
                </a:gs>
                <a:gs pos="85714">
                  <a:srgbClr val="F60000">
                    <a:alpha val="540"/>
                  </a:srgbClr>
                </a:gs>
                <a:gs pos="100000">
                  <a:srgbClr val="F600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902113">
              <a:off x="2813057" y="1734328"/>
              <a:ext cx="848981" cy="108136"/>
            </a:xfrm>
            <a:prstGeom prst="ellipse">
              <a:avLst/>
            </a:prstGeom>
            <a:gradFill>
              <a:gsLst>
                <a:gs pos="0">
                  <a:srgbClr val="001000">
                    <a:alpha val="32968"/>
                  </a:srgbClr>
                </a:gs>
                <a:gs pos="14286">
                  <a:srgbClr val="001000">
                    <a:alpha val="30764"/>
                  </a:srgbClr>
                </a:gs>
                <a:gs pos="28571">
                  <a:srgbClr val="001000">
                    <a:alpha val="24833"/>
                  </a:srgbClr>
                </a:gs>
                <a:gs pos="42857">
                  <a:srgbClr val="001000">
                    <a:alpha val="17075"/>
                  </a:srgbClr>
                </a:gs>
                <a:gs pos="57143">
                  <a:srgbClr val="001000">
                    <a:alpha val="9855"/>
                  </a:srgbClr>
                </a:gs>
                <a:gs pos="71429">
                  <a:srgbClr val="001000">
                    <a:alpha val="4740"/>
                  </a:srgbClr>
                </a:gs>
                <a:gs pos="85714">
                  <a:srgbClr val="001000">
                    <a:alpha val="1902"/>
                  </a:srgbClr>
                </a:gs>
                <a:gs pos="100000">
                  <a:srgbClr val="0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3907013">
              <a:off x="1666801" y="3189263"/>
              <a:ext cx="437890" cy="73777"/>
            </a:xfrm>
            <a:prstGeom prst="ellipse">
              <a:avLst/>
            </a:prstGeom>
            <a:gradFill>
              <a:gsLst>
                <a:gs pos="0">
                  <a:srgbClr val="FFE8CF">
                    <a:alpha val="19167"/>
                  </a:srgbClr>
                </a:gs>
                <a:gs pos="14286">
                  <a:srgbClr val="FFE8CF">
                    <a:alpha val="17764"/>
                  </a:srgbClr>
                </a:gs>
                <a:gs pos="28571">
                  <a:srgbClr val="FFE8CF">
                    <a:alpha val="14088"/>
                  </a:srgbClr>
                </a:gs>
                <a:gs pos="42857">
                  <a:srgbClr val="FFE8CF">
                    <a:alpha val="9480"/>
                  </a:srgbClr>
                </a:gs>
                <a:gs pos="57143">
                  <a:srgbClr val="FFE8CF">
                    <a:alpha val="5369"/>
                  </a:srgbClr>
                </a:gs>
                <a:gs pos="71429">
                  <a:srgbClr val="FFE8CF">
                    <a:alpha val="2550"/>
                  </a:srgbClr>
                </a:gs>
                <a:gs pos="85714">
                  <a:srgbClr val="FFE8CF">
                    <a:alpha val="1016"/>
                  </a:srgbClr>
                </a:gs>
                <a:gs pos="100000">
                  <a:srgbClr val="FFE8CF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4420501">
              <a:off x="1300527" y="495650"/>
              <a:ext cx="410888" cy="389112"/>
            </a:xfrm>
            <a:prstGeom prst="ellipse">
              <a:avLst/>
            </a:prstGeom>
            <a:gradFill>
              <a:gsLst>
                <a:gs pos="0">
                  <a:srgbClr val="FF3700">
                    <a:alpha val="1958"/>
                  </a:srgbClr>
                </a:gs>
                <a:gs pos="14286">
                  <a:srgbClr val="FF3700">
                    <a:alpha val="1801"/>
                  </a:srgbClr>
                </a:gs>
                <a:gs pos="28571">
                  <a:srgbClr val="FF3700">
                    <a:alpha val="1401"/>
                  </a:srgbClr>
                </a:gs>
                <a:gs pos="42857">
                  <a:srgbClr val="FF3700">
                    <a:alpha val="921"/>
                  </a:srgbClr>
                </a:gs>
                <a:gs pos="57143">
                  <a:srgbClr val="FF3700">
                    <a:alpha val="511"/>
                  </a:srgbClr>
                </a:gs>
                <a:gs pos="71429">
                  <a:srgbClr val="FF3700">
                    <a:alpha val="240"/>
                  </a:srgbClr>
                </a:gs>
                <a:gs pos="85714">
                  <a:srgbClr val="FF3700">
                    <a:alpha val="95"/>
                  </a:srgbClr>
                </a:gs>
                <a:gs pos="100000">
                  <a:srgbClr val="FF37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8237184">
              <a:off x="928881" y="469748"/>
              <a:ext cx="763243" cy="334354"/>
            </a:xfrm>
            <a:prstGeom prst="ellipse">
              <a:avLst/>
            </a:prstGeom>
            <a:gradFill>
              <a:gsLst>
                <a:gs pos="0">
                  <a:srgbClr val="A68300">
                    <a:alpha val="32968"/>
                  </a:srgbClr>
                </a:gs>
                <a:gs pos="14286">
                  <a:srgbClr val="A68300">
                    <a:alpha val="30764"/>
                  </a:srgbClr>
                </a:gs>
                <a:gs pos="28571">
                  <a:srgbClr val="A68300">
                    <a:alpha val="24833"/>
                  </a:srgbClr>
                </a:gs>
                <a:gs pos="42857">
                  <a:srgbClr val="A68300">
                    <a:alpha val="17075"/>
                  </a:srgbClr>
                </a:gs>
                <a:gs pos="57143">
                  <a:srgbClr val="A68300">
                    <a:alpha val="9855"/>
                  </a:srgbClr>
                </a:gs>
                <a:gs pos="71429">
                  <a:srgbClr val="A68300">
                    <a:alpha val="4740"/>
                  </a:srgbClr>
                </a:gs>
                <a:gs pos="85714">
                  <a:srgbClr val="A68300">
                    <a:alpha val="1902"/>
                  </a:srgbClr>
                </a:gs>
                <a:gs pos="100000">
                  <a:srgbClr val="A6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8471588">
              <a:off x="-112959" y="-8616"/>
              <a:ext cx="270520" cy="1581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546365">
              <a:off x="1381173" y="876666"/>
              <a:ext cx="353727" cy="62508"/>
            </a:xfrm>
            <a:prstGeom prst="ellipse">
              <a:avLst/>
            </a:prstGeom>
            <a:gradFill>
              <a:gsLst>
                <a:gs pos="0">
                  <a:srgbClr val="FFEBE4">
                    <a:alpha val="28798"/>
                  </a:srgbClr>
                </a:gs>
                <a:gs pos="14286">
                  <a:srgbClr val="FFEBE4">
                    <a:alpha val="26815"/>
                  </a:srgbClr>
                </a:gs>
                <a:gs pos="28571">
                  <a:srgbClr val="FFEBE4">
                    <a:alpha val="21525"/>
                  </a:srgbClr>
                </a:gs>
                <a:gs pos="42857">
                  <a:srgbClr val="FFEBE4">
                    <a:alpha val="14699"/>
                  </a:srgbClr>
                </a:gs>
                <a:gs pos="57143">
                  <a:srgbClr val="FFEBE4">
                    <a:alpha val="8433"/>
                  </a:srgbClr>
                </a:gs>
                <a:gs pos="71429">
                  <a:srgbClr val="FFEBE4">
                    <a:alpha val="4040"/>
                  </a:srgbClr>
                </a:gs>
                <a:gs pos="85714">
                  <a:srgbClr val="FFEBE4">
                    <a:alpha val="1617"/>
                  </a:srgbClr>
                </a:gs>
                <a:gs pos="100000">
                  <a:srgbClr val="FFEBE4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8131013">
              <a:off x="1677406" y="1316383"/>
              <a:ext cx="655118" cy="73893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7426751">
              <a:off x="491348" y="1438754"/>
              <a:ext cx="539878" cy="61967"/>
            </a:xfrm>
            <a:prstGeom prst="ellipse">
              <a:avLst/>
            </a:prstGeom>
            <a:gradFill>
              <a:gsLst>
                <a:gs pos="0">
                  <a:srgbClr val="ECFBFF">
                    <a:alpha val="32968"/>
                  </a:srgbClr>
                </a:gs>
                <a:gs pos="14286">
                  <a:srgbClr val="ECFBFF">
                    <a:alpha val="30764"/>
                  </a:srgbClr>
                </a:gs>
                <a:gs pos="28571">
                  <a:srgbClr val="ECFBFF">
                    <a:alpha val="24833"/>
                  </a:srgbClr>
                </a:gs>
                <a:gs pos="42857">
                  <a:srgbClr val="ECFBFF">
                    <a:alpha val="17075"/>
                  </a:srgbClr>
                </a:gs>
                <a:gs pos="57143">
                  <a:srgbClr val="ECFBFF">
                    <a:alpha val="9855"/>
                  </a:srgbClr>
                </a:gs>
                <a:gs pos="71429">
                  <a:srgbClr val="ECFBFF">
                    <a:alpha val="4740"/>
                  </a:srgbClr>
                </a:gs>
                <a:gs pos="85714">
                  <a:srgbClr val="ECFBFF">
                    <a:alpha val="1902"/>
                  </a:srgbClr>
                </a:gs>
                <a:gs pos="100000">
                  <a:srgbClr val="EC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3177345">
              <a:off x="787765" y="2620413"/>
              <a:ext cx="461861" cy="300959"/>
            </a:xfrm>
            <a:prstGeom prst="ellipse">
              <a:avLst/>
            </a:prstGeom>
            <a:gradFill>
              <a:gsLst>
                <a:gs pos="0">
                  <a:srgbClr val="0000FF">
                    <a:alpha val="3037"/>
                  </a:srgbClr>
                </a:gs>
                <a:gs pos="14286">
                  <a:srgbClr val="0000FF">
                    <a:alpha val="2795"/>
                  </a:srgbClr>
                </a:gs>
                <a:gs pos="28571">
                  <a:srgbClr val="0000FF">
                    <a:alpha val="2177"/>
                  </a:srgbClr>
                </a:gs>
                <a:gs pos="42857">
                  <a:srgbClr val="0000FF">
                    <a:alpha val="1433"/>
                  </a:srgbClr>
                </a:gs>
                <a:gs pos="57143">
                  <a:srgbClr val="0000FF">
                    <a:alpha val="797"/>
                  </a:srgbClr>
                </a:gs>
                <a:gs pos="71429">
                  <a:srgbClr val="0000FF">
                    <a:alpha val="374"/>
                  </a:srgbClr>
                </a:gs>
                <a:gs pos="85714">
                  <a:srgbClr val="0000FF">
                    <a:alpha val="148"/>
                  </a:srgbClr>
                </a:gs>
                <a:gs pos="100000">
                  <a:srgbClr val="00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4568445">
              <a:off x="-262992" y="1865754"/>
              <a:ext cx="616982" cy="583858"/>
            </a:xfrm>
            <a:prstGeom prst="ellipse">
              <a:avLst/>
            </a:prstGeom>
            <a:gradFill>
              <a:gsLst>
                <a:gs pos="0">
                  <a:srgbClr val="CB0000">
                    <a:alpha val="32968"/>
                  </a:srgbClr>
                </a:gs>
                <a:gs pos="14286">
                  <a:srgbClr val="CB0000">
                    <a:alpha val="30764"/>
                  </a:srgbClr>
                </a:gs>
                <a:gs pos="28571">
                  <a:srgbClr val="CB0000">
                    <a:alpha val="24833"/>
                  </a:srgbClr>
                </a:gs>
                <a:gs pos="42857">
                  <a:srgbClr val="CB0000">
                    <a:alpha val="17075"/>
                  </a:srgbClr>
                </a:gs>
                <a:gs pos="57143">
                  <a:srgbClr val="CB0000">
                    <a:alpha val="9855"/>
                  </a:srgbClr>
                </a:gs>
                <a:gs pos="71429">
                  <a:srgbClr val="CB0000">
                    <a:alpha val="4740"/>
                  </a:srgbClr>
                </a:gs>
                <a:gs pos="85714">
                  <a:srgbClr val="CB0000">
                    <a:alpha val="1902"/>
                  </a:srgbClr>
                </a:gs>
                <a:gs pos="100000">
                  <a:srgbClr val="C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4668811">
              <a:off x="1641537" y="2549013"/>
              <a:ext cx="685813" cy="87370"/>
            </a:xfrm>
            <a:prstGeom prst="ellipse">
              <a:avLst/>
            </a:prstGeom>
            <a:gradFill>
              <a:gsLst>
                <a:gs pos="0">
                  <a:srgbClr val="DD5C07">
                    <a:alpha val="32968"/>
                  </a:srgbClr>
                </a:gs>
                <a:gs pos="14286">
                  <a:srgbClr val="DD5C07">
                    <a:alpha val="30764"/>
                  </a:srgbClr>
                </a:gs>
                <a:gs pos="28571">
                  <a:srgbClr val="DD5C07">
                    <a:alpha val="24833"/>
                  </a:srgbClr>
                </a:gs>
                <a:gs pos="42857">
                  <a:srgbClr val="DD5C07">
                    <a:alpha val="17075"/>
                  </a:srgbClr>
                </a:gs>
                <a:gs pos="57143">
                  <a:srgbClr val="DD5C07">
                    <a:alpha val="9855"/>
                  </a:srgbClr>
                </a:gs>
                <a:gs pos="71429">
                  <a:srgbClr val="DD5C07">
                    <a:alpha val="4740"/>
                  </a:srgbClr>
                </a:gs>
                <a:gs pos="85714">
                  <a:srgbClr val="DD5C07">
                    <a:alpha val="1902"/>
                  </a:srgbClr>
                </a:gs>
                <a:gs pos="100000">
                  <a:srgbClr val="DD5C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-10363762">
              <a:off x="1836752" y="2437577"/>
              <a:ext cx="656821" cy="26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4194283">
              <a:off x="-257236" y="1424640"/>
              <a:ext cx="627249" cy="38197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-9337952">
              <a:off x="967567" y="2793878"/>
              <a:ext cx="281253" cy="25048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10212701">
              <a:off x="1114138" y="2558557"/>
              <a:ext cx="351286" cy="44897"/>
            </a:xfrm>
            <a:prstGeom prst="ellipse">
              <a:avLst/>
            </a:prstGeom>
            <a:gradFill>
              <a:gsLst>
                <a:gs pos="0">
                  <a:srgbClr val="2E00A8">
                    <a:alpha val="32968"/>
                  </a:srgbClr>
                </a:gs>
                <a:gs pos="14286">
                  <a:srgbClr val="2E00A8">
                    <a:alpha val="30764"/>
                  </a:srgbClr>
                </a:gs>
                <a:gs pos="28571">
                  <a:srgbClr val="2E00A8">
                    <a:alpha val="24833"/>
                  </a:srgbClr>
                </a:gs>
                <a:gs pos="42857">
                  <a:srgbClr val="2E00A8">
                    <a:alpha val="17075"/>
                  </a:srgbClr>
                </a:gs>
                <a:gs pos="57143">
                  <a:srgbClr val="2E00A8">
                    <a:alpha val="9855"/>
                  </a:srgbClr>
                </a:gs>
                <a:gs pos="71429">
                  <a:srgbClr val="2E00A8">
                    <a:alpha val="4740"/>
                  </a:srgbClr>
                </a:gs>
                <a:gs pos="85714">
                  <a:srgbClr val="2E00A8">
                    <a:alpha val="1902"/>
                  </a:srgbClr>
                </a:gs>
                <a:gs pos="100000">
                  <a:srgbClr val="2E00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209484">
              <a:off x="1821454" y="419287"/>
              <a:ext cx="592552" cy="307257"/>
            </a:xfrm>
            <a:prstGeom prst="ellipse">
              <a:avLst/>
            </a:prstGeom>
            <a:gradFill>
              <a:gsLst>
                <a:gs pos="0">
                  <a:srgbClr val="001500">
                    <a:alpha val="32968"/>
                  </a:srgbClr>
                </a:gs>
                <a:gs pos="14286">
                  <a:srgbClr val="001500">
                    <a:alpha val="30764"/>
                  </a:srgbClr>
                </a:gs>
                <a:gs pos="28571">
                  <a:srgbClr val="001500">
                    <a:alpha val="24833"/>
                  </a:srgbClr>
                </a:gs>
                <a:gs pos="42857">
                  <a:srgbClr val="001500">
                    <a:alpha val="17075"/>
                  </a:srgbClr>
                </a:gs>
                <a:gs pos="57143">
                  <a:srgbClr val="001500">
                    <a:alpha val="9855"/>
                  </a:srgbClr>
                </a:gs>
                <a:gs pos="71429">
                  <a:srgbClr val="001500">
                    <a:alpha val="4740"/>
                  </a:srgbClr>
                </a:gs>
                <a:gs pos="85714">
                  <a:srgbClr val="001500">
                    <a:alpha val="1902"/>
                  </a:srgbClr>
                </a:gs>
                <a:gs pos="100000">
                  <a:srgbClr val="00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10604327">
              <a:off x="1458820" y="4535"/>
              <a:ext cx="427884" cy="299758"/>
            </a:xfrm>
            <a:prstGeom prst="ellipse">
              <a:avLst/>
            </a:prstGeom>
            <a:gradFill>
              <a:gsLst>
                <a:gs pos="0">
                  <a:srgbClr val="FFEB00">
                    <a:alpha val="7907"/>
                  </a:srgbClr>
                </a:gs>
                <a:gs pos="14286">
                  <a:srgbClr val="FFEB00">
                    <a:alpha val="7291"/>
                  </a:srgbClr>
                </a:gs>
                <a:gs pos="28571">
                  <a:srgbClr val="FFEB00">
                    <a:alpha val="5709"/>
                  </a:srgbClr>
                </a:gs>
                <a:gs pos="42857">
                  <a:srgbClr val="FFEB00">
                    <a:alpha val="3782"/>
                  </a:srgbClr>
                </a:gs>
                <a:gs pos="57143">
                  <a:srgbClr val="FFEB00">
                    <a:alpha val="2114"/>
                  </a:srgbClr>
                </a:gs>
                <a:gs pos="71429">
                  <a:srgbClr val="FFEB00">
                    <a:alpha val="995"/>
                  </a:srgbClr>
                </a:gs>
                <a:gs pos="85714">
                  <a:srgbClr val="FFEB00">
                    <a:alpha val="395"/>
                  </a:srgbClr>
                </a:gs>
                <a:gs pos="100000">
                  <a:srgbClr val="FFEB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3598945">
              <a:off x="902617" y="1602849"/>
              <a:ext cx="509847" cy="42019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9694465">
              <a:off x="2488138" y="2529099"/>
              <a:ext cx="421463" cy="83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8099527">
              <a:off x="1713914" y="942297"/>
              <a:ext cx="493764" cy="524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2901139">
              <a:off x="2830883" y="1675217"/>
              <a:ext cx="456082" cy="78939"/>
            </a:xfrm>
            <a:prstGeom prst="ellipse">
              <a:avLst/>
            </a:prstGeom>
            <a:gradFill>
              <a:gsLst>
                <a:gs pos="0">
                  <a:srgbClr val="FFFAE8">
                    <a:alpha val="32968"/>
                  </a:srgbClr>
                </a:gs>
                <a:gs pos="14286">
                  <a:srgbClr val="FFFAE8">
                    <a:alpha val="30764"/>
                  </a:srgbClr>
                </a:gs>
                <a:gs pos="28571">
                  <a:srgbClr val="FFFAE8">
                    <a:alpha val="24833"/>
                  </a:srgbClr>
                </a:gs>
                <a:gs pos="42857">
                  <a:srgbClr val="FFFAE8">
                    <a:alpha val="17075"/>
                  </a:srgbClr>
                </a:gs>
                <a:gs pos="57143">
                  <a:srgbClr val="FFFAE8">
                    <a:alpha val="9855"/>
                  </a:srgbClr>
                </a:gs>
                <a:gs pos="71429">
                  <a:srgbClr val="FFFAE8">
                    <a:alpha val="4740"/>
                  </a:srgbClr>
                </a:gs>
                <a:gs pos="85714">
                  <a:srgbClr val="FFFAE8">
                    <a:alpha val="1902"/>
                  </a:srgbClr>
                </a:gs>
                <a:gs pos="100000">
                  <a:srgbClr val="FFFA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831809">
              <a:off x="1557612" y="804844"/>
              <a:ext cx="391410" cy="363826"/>
            </a:xfrm>
            <a:prstGeom prst="ellipse">
              <a:avLst/>
            </a:prstGeom>
            <a:gradFill>
              <a:gsLst>
                <a:gs pos="0">
                  <a:srgbClr val="63720B">
                    <a:alpha val="21423"/>
                  </a:srgbClr>
                </a:gs>
                <a:gs pos="14286">
                  <a:srgbClr val="63720B">
                    <a:alpha val="19876"/>
                  </a:srgbClr>
                </a:gs>
                <a:gs pos="28571">
                  <a:srgbClr val="63720B">
                    <a:alpha val="15806"/>
                  </a:srgbClr>
                </a:gs>
                <a:gs pos="42857">
                  <a:srgbClr val="63720B">
                    <a:alpha val="10672"/>
                  </a:srgbClr>
                </a:gs>
                <a:gs pos="57143">
                  <a:srgbClr val="63720B">
                    <a:alpha val="6062"/>
                  </a:srgbClr>
                </a:gs>
                <a:gs pos="71429">
                  <a:srgbClr val="63720B">
                    <a:alpha val="2885"/>
                  </a:srgbClr>
                </a:gs>
                <a:gs pos="85714">
                  <a:srgbClr val="63720B">
                    <a:alpha val="1151"/>
                  </a:srgbClr>
                </a:gs>
                <a:gs pos="100000">
                  <a:srgbClr val="63720B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317630">
              <a:off x="-294223" y="1320938"/>
              <a:ext cx="668221" cy="598246"/>
            </a:xfrm>
            <a:prstGeom prst="ellipse">
              <a:avLst/>
            </a:prstGeom>
            <a:gradFill>
              <a:gsLst>
                <a:gs pos="0">
                  <a:srgbClr val="900000">
                    <a:alpha val="32968"/>
                  </a:srgbClr>
                </a:gs>
                <a:gs pos="14286">
                  <a:srgbClr val="900000">
                    <a:alpha val="30764"/>
                  </a:srgbClr>
                </a:gs>
                <a:gs pos="28571">
                  <a:srgbClr val="900000">
                    <a:alpha val="24833"/>
                  </a:srgbClr>
                </a:gs>
                <a:gs pos="42857">
                  <a:srgbClr val="900000">
                    <a:alpha val="17075"/>
                  </a:srgbClr>
                </a:gs>
                <a:gs pos="57143">
                  <a:srgbClr val="900000">
                    <a:alpha val="9855"/>
                  </a:srgbClr>
                </a:gs>
                <a:gs pos="71429">
                  <a:srgbClr val="900000">
                    <a:alpha val="4740"/>
                  </a:srgbClr>
                </a:gs>
                <a:gs pos="85714">
                  <a:srgbClr val="900000">
                    <a:alpha val="1902"/>
                  </a:srgbClr>
                </a:gs>
                <a:gs pos="100000">
                  <a:srgbClr val="9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8933915">
              <a:off x="1597308" y="629918"/>
              <a:ext cx="356479" cy="66855"/>
            </a:xfrm>
            <a:prstGeom prst="ellipse">
              <a:avLst/>
            </a:prstGeom>
            <a:gradFill>
              <a:gsLst>
                <a:gs pos="0">
                  <a:srgbClr val="FFE5C9">
                    <a:alpha val="32968"/>
                  </a:srgbClr>
                </a:gs>
                <a:gs pos="14286">
                  <a:srgbClr val="FFE5C9">
                    <a:alpha val="30764"/>
                  </a:srgbClr>
                </a:gs>
                <a:gs pos="28571">
                  <a:srgbClr val="FFE5C9">
                    <a:alpha val="24833"/>
                  </a:srgbClr>
                </a:gs>
                <a:gs pos="42857">
                  <a:srgbClr val="FFE5C9">
                    <a:alpha val="17075"/>
                  </a:srgbClr>
                </a:gs>
                <a:gs pos="57143">
                  <a:srgbClr val="FFE5C9">
                    <a:alpha val="9855"/>
                  </a:srgbClr>
                </a:gs>
                <a:gs pos="71429">
                  <a:srgbClr val="FFE5C9">
                    <a:alpha val="4740"/>
                  </a:srgbClr>
                </a:gs>
                <a:gs pos="85714">
                  <a:srgbClr val="FFE5C9">
                    <a:alpha val="1902"/>
                  </a:srgbClr>
                </a:gs>
                <a:gs pos="100000">
                  <a:srgbClr val="FFE5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9729921">
              <a:off x="224245" y="355939"/>
              <a:ext cx="475433" cy="454949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5193782">
              <a:off x="1463437" y="3072953"/>
              <a:ext cx="448229" cy="35415"/>
            </a:xfrm>
            <a:prstGeom prst="ellipse">
              <a:avLst/>
            </a:prstGeom>
            <a:gradFill>
              <a:gsLst>
                <a:gs pos="0">
                  <a:srgbClr val="DA0000">
                    <a:alpha val="32968"/>
                  </a:srgbClr>
                </a:gs>
                <a:gs pos="14286">
                  <a:srgbClr val="DA0000">
                    <a:alpha val="30764"/>
                  </a:srgbClr>
                </a:gs>
                <a:gs pos="28571">
                  <a:srgbClr val="DA0000">
                    <a:alpha val="24833"/>
                  </a:srgbClr>
                </a:gs>
                <a:gs pos="42857">
                  <a:srgbClr val="DA0000">
                    <a:alpha val="17075"/>
                  </a:srgbClr>
                </a:gs>
                <a:gs pos="57143">
                  <a:srgbClr val="DA0000">
                    <a:alpha val="9855"/>
                  </a:srgbClr>
                </a:gs>
                <a:gs pos="71429">
                  <a:srgbClr val="DA0000">
                    <a:alpha val="4740"/>
                  </a:srgbClr>
                </a:gs>
                <a:gs pos="85714">
                  <a:srgbClr val="DA0000">
                    <a:alpha val="1902"/>
                  </a:srgbClr>
                </a:gs>
                <a:gs pos="100000">
                  <a:srgbClr val="D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10556079">
              <a:off x="1256001" y="549185"/>
              <a:ext cx="277790" cy="198118"/>
            </a:xfrm>
            <a:prstGeom prst="ellipse">
              <a:avLst/>
            </a:prstGeom>
            <a:gradFill>
              <a:gsLst>
                <a:gs pos="0">
                  <a:srgbClr val="A300D8">
                    <a:alpha val="3716"/>
                  </a:srgbClr>
                </a:gs>
                <a:gs pos="14286">
                  <a:srgbClr val="A300D8">
                    <a:alpha val="3420"/>
                  </a:srgbClr>
                </a:gs>
                <a:gs pos="28571">
                  <a:srgbClr val="A300D8">
                    <a:alpha val="2666"/>
                  </a:srgbClr>
                </a:gs>
                <a:gs pos="42857">
                  <a:srgbClr val="A300D8">
                    <a:alpha val="1757"/>
                  </a:srgbClr>
                </a:gs>
                <a:gs pos="57143">
                  <a:srgbClr val="A300D8">
                    <a:alpha val="977"/>
                  </a:srgbClr>
                </a:gs>
                <a:gs pos="71429">
                  <a:srgbClr val="A300D8">
                    <a:alpha val="459"/>
                  </a:srgbClr>
                </a:gs>
                <a:gs pos="85714">
                  <a:srgbClr val="A300D8">
                    <a:alpha val="182"/>
                  </a:srgbClr>
                </a:gs>
                <a:gs pos="100000">
                  <a:srgbClr val="A300D8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5794680">
              <a:off x="1132123" y="3487108"/>
              <a:ext cx="352677" cy="73541"/>
            </a:xfrm>
            <a:prstGeom prst="ellipse">
              <a:avLst/>
            </a:prstGeom>
            <a:gradFill>
              <a:gsLst>
                <a:gs pos="0">
                  <a:srgbClr val="FFFBF9">
                    <a:alpha val="32968"/>
                  </a:srgbClr>
                </a:gs>
                <a:gs pos="14286">
                  <a:srgbClr val="FFFBF9">
                    <a:alpha val="30764"/>
                  </a:srgbClr>
                </a:gs>
                <a:gs pos="28571">
                  <a:srgbClr val="FFFBF9">
                    <a:alpha val="24833"/>
                  </a:srgbClr>
                </a:gs>
                <a:gs pos="42857">
                  <a:srgbClr val="FFFBF9">
                    <a:alpha val="17075"/>
                  </a:srgbClr>
                </a:gs>
                <a:gs pos="57143">
                  <a:srgbClr val="FFFBF9">
                    <a:alpha val="9855"/>
                  </a:srgbClr>
                </a:gs>
                <a:gs pos="71429">
                  <a:srgbClr val="FFFBF9">
                    <a:alpha val="4740"/>
                  </a:srgbClr>
                </a:gs>
                <a:gs pos="85714">
                  <a:srgbClr val="FFFBF9">
                    <a:alpha val="1902"/>
                  </a:srgbClr>
                </a:gs>
                <a:gs pos="100000">
                  <a:srgbClr val="FFFB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4667806">
              <a:off x="1895541" y="2421596"/>
              <a:ext cx="513855" cy="101385"/>
            </a:xfrm>
            <a:prstGeom prst="ellipse">
              <a:avLst/>
            </a:prstGeom>
            <a:gradFill>
              <a:gsLst>
                <a:gs pos="0">
                  <a:srgbClr val="DCD1D0">
                    <a:alpha val="32968"/>
                  </a:srgbClr>
                </a:gs>
                <a:gs pos="14286">
                  <a:srgbClr val="DCD1D0">
                    <a:alpha val="30764"/>
                  </a:srgbClr>
                </a:gs>
                <a:gs pos="28571">
                  <a:srgbClr val="DCD1D0">
                    <a:alpha val="24833"/>
                  </a:srgbClr>
                </a:gs>
                <a:gs pos="42857">
                  <a:srgbClr val="DCD1D0">
                    <a:alpha val="17075"/>
                  </a:srgbClr>
                </a:gs>
                <a:gs pos="57143">
                  <a:srgbClr val="DCD1D0">
                    <a:alpha val="9855"/>
                  </a:srgbClr>
                </a:gs>
                <a:gs pos="71429">
                  <a:srgbClr val="DCD1D0">
                    <a:alpha val="4740"/>
                  </a:srgbClr>
                </a:gs>
                <a:gs pos="85714">
                  <a:srgbClr val="DCD1D0">
                    <a:alpha val="1902"/>
                  </a:srgbClr>
                </a:gs>
                <a:gs pos="100000">
                  <a:srgbClr val="DCD1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442727">
              <a:off x="1407794" y="379153"/>
              <a:ext cx="550866" cy="366557"/>
            </a:xfrm>
            <a:prstGeom prst="ellipse">
              <a:avLst/>
            </a:prstGeom>
            <a:gradFill>
              <a:gsLst>
                <a:gs pos="0">
                  <a:srgbClr val="FFC100">
                    <a:alpha val="20180"/>
                  </a:srgbClr>
                </a:gs>
                <a:gs pos="14286">
                  <a:srgbClr val="FFC100">
                    <a:alpha val="18712"/>
                  </a:srgbClr>
                </a:gs>
                <a:gs pos="28571">
                  <a:srgbClr val="FFC100">
                    <a:alpha val="14858"/>
                  </a:srgbClr>
                </a:gs>
                <a:gs pos="42857">
                  <a:srgbClr val="FFC100">
                    <a:alpha val="10013"/>
                  </a:srgbClr>
                </a:gs>
                <a:gs pos="57143">
                  <a:srgbClr val="FFC100">
                    <a:alpha val="5679"/>
                  </a:srgbClr>
                </a:gs>
                <a:gs pos="71429">
                  <a:srgbClr val="FFC100">
                    <a:alpha val="2699"/>
                  </a:srgbClr>
                </a:gs>
                <a:gs pos="85714">
                  <a:srgbClr val="FFC100">
                    <a:alpha val="1076"/>
                  </a:srgbClr>
                </a:gs>
                <a:gs pos="100000">
                  <a:srgbClr val="FFC100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9714925">
              <a:off x="2528272" y="245424"/>
              <a:ext cx="363687" cy="323028"/>
            </a:xfrm>
            <a:prstGeom prst="ellipse">
              <a:avLst/>
            </a:prstGeom>
            <a:gradFill>
              <a:gsLst>
                <a:gs pos="0">
                  <a:srgbClr val="F1FF00">
                    <a:alpha val="1452"/>
                  </a:srgbClr>
                </a:gs>
                <a:gs pos="14286">
                  <a:srgbClr val="F1FF00">
                    <a:alpha val="1335"/>
                  </a:srgbClr>
                </a:gs>
                <a:gs pos="28571">
                  <a:srgbClr val="F1FF00">
                    <a:alpha val="1038"/>
                  </a:srgbClr>
                </a:gs>
                <a:gs pos="42857">
                  <a:srgbClr val="F1FF00">
                    <a:alpha val="682"/>
                  </a:srgbClr>
                </a:gs>
                <a:gs pos="57143">
                  <a:srgbClr val="F1FF00">
                    <a:alpha val="379"/>
                  </a:srgbClr>
                </a:gs>
                <a:gs pos="71429">
                  <a:srgbClr val="F1FF00">
                    <a:alpha val="177"/>
                  </a:srgbClr>
                </a:gs>
                <a:gs pos="85714">
                  <a:srgbClr val="F1FF00">
                    <a:alpha val="70"/>
                  </a:srgbClr>
                </a:gs>
                <a:gs pos="100000">
                  <a:srgbClr val="F1FF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5014653">
              <a:off x="2922027" y="1359444"/>
              <a:ext cx="259716" cy="165360"/>
            </a:xfrm>
            <a:prstGeom prst="ellipse">
              <a:avLst/>
            </a:prstGeom>
            <a:gradFill>
              <a:gsLst>
                <a:gs pos="0">
                  <a:srgbClr val="EEEBF9">
                    <a:alpha val="32968"/>
                  </a:srgbClr>
                </a:gs>
                <a:gs pos="14286">
                  <a:srgbClr val="EEEBF9">
                    <a:alpha val="30764"/>
                  </a:srgbClr>
                </a:gs>
                <a:gs pos="28571">
                  <a:srgbClr val="EEEBF9">
                    <a:alpha val="24833"/>
                  </a:srgbClr>
                </a:gs>
                <a:gs pos="42857">
                  <a:srgbClr val="EEEBF9">
                    <a:alpha val="17075"/>
                  </a:srgbClr>
                </a:gs>
                <a:gs pos="57143">
                  <a:srgbClr val="EEEBF9">
                    <a:alpha val="9855"/>
                  </a:srgbClr>
                </a:gs>
                <a:gs pos="71429">
                  <a:srgbClr val="EEEBF9">
                    <a:alpha val="4740"/>
                  </a:srgbClr>
                </a:gs>
                <a:gs pos="85714">
                  <a:srgbClr val="EEEBF9">
                    <a:alpha val="1902"/>
                  </a:srgbClr>
                </a:gs>
                <a:gs pos="100000">
                  <a:srgbClr val="EEEB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9250031">
              <a:off x="1117265" y="1786024"/>
              <a:ext cx="540477" cy="404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684425">
              <a:off x="2504708" y="788082"/>
              <a:ext cx="363430" cy="355085"/>
            </a:xfrm>
            <a:prstGeom prst="ellipse">
              <a:avLst/>
            </a:prstGeom>
            <a:gradFill>
              <a:gsLst>
                <a:gs pos="0">
                  <a:srgbClr val="C085DD">
                    <a:alpha val="6232"/>
                  </a:srgbClr>
                </a:gs>
                <a:gs pos="14286">
                  <a:srgbClr val="C085DD">
                    <a:alpha val="5742"/>
                  </a:srgbClr>
                </a:gs>
                <a:gs pos="28571">
                  <a:srgbClr val="C085DD">
                    <a:alpha val="4488"/>
                  </a:srgbClr>
                </a:gs>
                <a:gs pos="42857">
                  <a:srgbClr val="C085DD">
                    <a:alpha val="2967"/>
                  </a:srgbClr>
                </a:gs>
                <a:gs pos="57143">
                  <a:srgbClr val="C085DD">
                    <a:alpha val="1655"/>
                  </a:srgbClr>
                </a:gs>
                <a:gs pos="71429">
                  <a:srgbClr val="C085DD">
                    <a:alpha val="778"/>
                  </a:srgbClr>
                </a:gs>
                <a:gs pos="85714">
                  <a:srgbClr val="C085DD">
                    <a:alpha val="308"/>
                  </a:srgbClr>
                </a:gs>
                <a:gs pos="100000">
                  <a:srgbClr val="C085DD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8077199">
              <a:off x="2842631" y="856803"/>
              <a:ext cx="639544" cy="404667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3535434">
              <a:off x="1211857" y="2668491"/>
              <a:ext cx="364951" cy="106575"/>
            </a:xfrm>
            <a:prstGeom prst="ellipse">
              <a:avLst/>
            </a:prstGeom>
            <a:gradFill>
              <a:gsLst>
                <a:gs pos="0">
                  <a:srgbClr val="CB8AFF">
                    <a:alpha val="24254"/>
                  </a:srgbClr>
                </a:gs>
                <a:gs pos="14286">
                  <a:srgbClr val="CB8AFF">
                    <a:alpha val="22532"/>
                  </a:srgbClr>
                </a:gs>
                <a:gs pos="28571">
                  <a:srgbClr val="CB8AFF">
                    <a:alpha val="17982"/>
                  </a:srgbClr>
                </a:gs>
                <a:gs pos="42857">
                  <a:srgbClr val="CB8AFF">
                    <a:alpha val="12193"/>
                  </a:srgbClr>
                </a:gs>
                <a:gs pos="57143">
                  <a:srgbClr val="CB8AFF">
                    <a:alpha val="6951"/>
                  </a:srgbClr>
                </a:gs>
                <a:gs pos="71429">
                  <a:srgbClr val="CB8AFF">
                    <a:alpha val="3316"/>
                  </a:srgbClr>
                </a:gs>
                <a:gs pos="85714">
                  <a:srgbClr val="CB8AFF">
                    <a:alpha val="1325"/>
                  </a:srgbClr>
                </a:gs>
                <a:gs pos="100000">
                  <a:srgbClr val="CB8AFF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319543">
              <a:off x="1217786" y="2709848"/>
              <a:ext cx="324577" cy="42931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9721644">
              <a:off x="1236395" y="110067"/>
              <a:ext cx="700758" cy="49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10129685">
              <a:off x="-127808" y="1163503"/>
              <a:ext cx="439528" cy="438285"/>
            </a:xfrm>
            <a:prstGeom prst="ellipse">
              <a:avLst/>
            </a:prstGeom>
            <a:gradFill>
              <a:gsLst>
                <a:gs pos="0">
                  <a:srgbClr val="FAFFF8">
                    <a:alpha val="32968"/>
                  </a:srgbClr>
                </a:gs>
                <a:gs pos="14286">
                  <a:srgbClr val="FAFFF8">
                    <a:alpha val="30764"/>
                  </a:srgbClr>
                </a:gs>
                <a:gs pos="28571">
                  <a:srgbClr val="FAFFF8">
                    <a:alpha val="24833"/>
                  </a:srgbClr>
                </a:gs>
                <a:gs pos="42857">
                  <a:srgbClr val="FAFFF8">
                    <a:alpha val="17075"/>
                  </a:srgbClr>
                </a:gs>
                <a:gs pos="57143">
                  <a:srgbClr val="FAFFF8">
                    <a:alpha val="9855"/>
                  </a:srgbClr>
                </a:gs>
                <a:gs pos="71429">
                  <a:srgbClr val="FAFFF8">
                    <a:alpha val="4740"/>
                  </a:srgbClr>
                </a:gs>
                <a:gs pos="85714">
                  <a:srgbClr val="FAFFF8">
                    <a:alpha val="1902"/>
                  </a:srgbClr>
                </a:gs>
                <a:gs pos="100000">
                  <a:srgbClr val="FA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10784693">
              <a:off x="2630128" y="1650216"/>
              <a:ext cx="536181" cy="268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9239852">
              <a:off x="1102998" y="2529873"/>
              <a:ext cx="410168" cy="47210"/>
            </a:xfrm>
            <a:prstGeom prst="ellipse">
              <a:avLst/>
            </a:prstGeom>
            <a:gradFill>
              <a:gsLst>
                <a:gs pos="0">
                  <a:srgbClr val="FFE9FF">
                    <a:alpha val="32968"/>
                  </a:srgbClr>
                </a:gs>
                <a:gs pos="14286">
                  <a:srgbClr val="FFE9FF">
                    <a:alpha val="30764"/>
                  </a:srgbClr>
                </a:gs>
                <a:gs pos="28571">
                  <a:srgbClr val="FFE9FF">
                    <a:alpha val="24833"/>
                  </a:srgbClr>
                </a:gs>
                <a:gs pos="42857">
                  <a:srgbClr val="FFE9FF">
                    <a:alpha val="17075"/>
                  </a:srgbClr>
                </a:gs>
                <a:gs pos="57143">
                  <a:srgbClr val="FFE9FF">
                    <a:alpha val="9855"/>
                  </a:srgbClr>
                </a:gs>
                <a:gs pos="71429">
                  <a:srgbClr val="FFE9FF">
                    <a:alpha val="4740"/>
                  </a:srgbClr>
                </a:gs>
                <a:gs pos="85714">
                  <a:srgbClr val="FFE9FF">
                    <a:alpha val="1902"/>
                  </a:srgbClr>
                </a:gs>
                <a:gs pos="100000">
                  <a:srgbClr val="FF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8615663">
              <a:off x="1160631" y="2703996"/>
              <a:ext cx="285726" cy="55941"/>
            </a:xfrm>
            <a:prstGeom prst="ellipse">
              <a:avLst/>
            </a:prstGeom>
            <a:gradFill>
              <a:gsLst>
                <a:gs pos="0">
                  <a:srgbClr val="4D0094">
                    <a:alpha val="32968"/>
                  </a:srgbClr>
                </a:gs>
                <a:gs pos="14286">
                  <a:srgbClr val="4D0094">
                    <a:alpha val="30764"/>
                  </a:srgbClr>
                </a:gs>
                <a:gs pos="28571">
                  <a:srgbClr val="4D0094">
                    <a:alpha val="24833"/>
                  </a:srgbClr>
                </a:gs>
                <a:gs pos="42857">
                  <a:srgbClr val="4D0094">
                    <a:alpha val="17075"/>
                  </a:srgbClr>
                </a:gs>
                <a:gs pos="57143">
                  <a:srgbClr val="4D0094">
                    <a:alpha val="9855"/>
                  </a:srgbClr>
                </a:gs>
                <a:gs pos="71429">
                  <a:srgbClr val="4D0094">
                    <a:alpha val="4740"/>
                  </a:srgbClr>
                </a:gs>
                <a:gs pos="85714">
                  <a:srgbClr val="4D0094">
                    <a:alpha val="1902"/>
                  </a:srgbClr>
                </a:gs>
                <a:gs pos="100000">
                  <a:srgbClr val="4D00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4863894">
              <a:off x="3049914" y="1060990"/>
              <a:ext cx="376471" cy="374964"/>
            </a:xfrm>
            <a:prstGeom prst="ellipse">
              <a:avLst/>
            </a:prstGeom>
            <a:gradFill>
              <a:gsLst>
                <a:gs pos="0">
                  <a:srgbClr val="258900">
                    <a:alpha val="3586"/>
                  </a:srgbClr>
                </a:gs>
                <a:gs pos="14286">
                  <a:srgbClr val="258900">
                    <a:alpha val="3301"/>
                  </a:srgbClr>
                </a:gs>
                <a:gs pos="28571">
                  <a:srgbClr val="258900">
                    <a:alpha val="2573"/>
                  </a:srgbClr>
                </a:gs>
                <a:gs pos="42857">
                  <a:srgbClr val="258900">
                    <a:alpha val="1695"/>
                  </a:srgbClr>
                </a:gs>
                <a:gs pos="57143">
                  <a:srgbClr val="258900">
                    <a:alpha val="943"/>
                  </a:srgbClr>
                </a:gs>
                <a:gs pos="71429">
                  <a:srgbClr val="258900">
                    <a:alpha val="442"/>
                  </a:srgbClr>
                </a:gs>
                <a:gs pos="85714">
                  <a:srgbClr val="258900">
                    <a:alpha val="175"/>
                  </a:srgbClr>
                </a:gs>
                <a:gs pos="100000">
                  <a:srgbClr val="2589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664114">
              <a:off x="1490636" y="2792293"/>
              <a:ext cx="445571" cy="43596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4140595">
              <a:off x="1457900" y="2051123"/>
              <a:ext cx="485535" cy="3692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3754859">
              <a:off x="2657427" y="1563134"/>
              <a:ext cx="357788" cy="79608"/>
            </a:xfrm>
            <a:prstGeom prst="ellipse">
              <a:avLst/>
            </a:prstGeom>
            <a:gradFill>
              <a:gsLst>
                <a:gs pos="0">
                  <a:srgbClr val="CBBECB">
                    <a:alpha val="22469"/>
                  </a:srgbClr>
                </a:gs>
                <a:gs pos="14286">
                  <a:srgbClr val="CBBECB">
                    <a:alpha val="20856"/>
                  </a:srgbClr>
                </a:gs>
                <a:gs pos="28571">
                  <a:srgbClr val="CBBECB">
                    <a:alpha val="16608"/>
                  </a:srgbClr>
                </a:gs>
                <a:gs pos="42857">
                  <a:srgbClr val="CBBECB">
                    <a:alpha val="11230"/>
                  </a:srgbClr>
                </a:gs>
                <a:gs pos="57143">
                  <a:srgbClr val="CBBECB">
                    <a:alpha val="6388"/>
                  </a:srgbClr>
                </a:gs>
                <a:gs pos="71429">
                  <a:srgbClr val="CBBECB">
                    <a:alpha val="3043"/>
                  </a:srgbClr>
                </a:gs>
                <a:gs pos="85714">
                  <a:srgbClr val="CBBECB">
                    <a:alpha val="1214"/>
                  </a:srgbClr>
                </a:gs>
                <a:gs pos="100000">
                  <a:srgbClr val="CBBECB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8233285">
              <a:off x="2392305" y="1354048"/>
              <a:ext cx="566246" cy="132216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700630">
              <a:off x="2484454" y="848429"/>
              <a:ext cx="370769" cy="361596"/>
            </a:xfrm>
            <a:prstGeom prst="ellipse">
              <a:avLst/>
            </a:prstGeom>
            <a:gradFill>
              <a:gsLst>
                <a:gs pos="0">
                  <a:srgbClr val="C0C12B">
                    <a:alpha val="10055"/>
                  </a:srgbClr>
                </a:gs>
                <a:gs pos="14286">
                  <a:srgbClr val="C0C12B">
                    <a:alpha val="9280"/>
                  </a:srgbClr>
                </a:gs>
                <a:gs pos="28571">
                  <a:srgbClr val="C0C12B">
                    <a:alpha val="7283"/>
                  </a:srgbClr>
                </a:gs>
                <a:gs pos="42857">
                  <a:srgbClr val="C0C12B">
                    <a:alpha val="4839"/>
                  </a:srgbClr>
                </a:gs>
                <a:gs pos="57143">
                  <a:srgbClr val="C0C12B">
                    <a:alpha val="2711"/>
                  </a:srgbClr>
                </a:gs>
                <a:gs pos="71429">
                  <a:srgbClr val="C0C12B">
                    <a:alpha val="1278"/>
                  </a:srgbClr>
                </a:gs>
                <a:gs pos="85714">
                  <a:srgbClr val="C0C12B">
                    <a:alpha val="507"/>
                  </a:srgbClr>
                </a:gs>
                <a:gs pos="100000">
                  <a:srgbClr val="C0C12B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3826649">
              <a:off x="-99288" y="1145352"/>
              <a:ext cx="538195" cy="241653"/>
            </a:xfrm>
            <a:prstGeom prst="ellipse">
              <a:avLst/>
            </a:prstGeom>
            <a:gradFill>
              <a:gsLst>
                <a:gs pos="0">
                  <a:srgbClr val="FCFFF9">
                    <a:alpha val="32968"/>
                  </a:srgbClr>
                </a:gs>
                <a:gs pos="14286">
                  <a:srgbClr val="FCFFF9">
                    <a:alpha val="30764"/>
                  </a:srgbClr>
                </a:gs>
                <a:gs pos="28571">
                  <a:srgbClr val="FCFFF9">
                    <a:alpha val="24833"/>
                  </a:srgbClr>
                </a:gs>
                <a:gs pos="42857">
                  <a:srgbClr val="FCFFF9">
                    <a:alpha val="17075"/>
                  </a:srgbClr>
                </a:gs>
                <a:gs pos="57143">
                  <a:srgbClr val="FCFFF9">
                    <a:alpha val="9855"/>
                  </a:srgbClr>
                </a:gs>
                <a:gs pos="71429">
                  <a:srgbClr val="FCFFF9">
                    <a:alpha val="4740"/>
                  </a:srgbClr>
                </a:gs>
                <a:gs pos="85714">
                  <a:srgbClr val="FCFFF9">
                    <a:alpha val="1902"/>
                  </a:srgbClr>
                </a:gs>
                <a:gs pos="100000">
                  <a:srgbClr val="FC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248472">
              <a:off x="1486943" y="2766479"/>
              <a:ext cx="728422" cy="3970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6114590">
              <a:off x="1723939" y="1027668"/>
              <a:ext cx="356149" cy="44799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3236030">
              <a:off x="1564703" y="2399355"/>
              <a:ext cx="364905" cy="71146"/>
            </a:xfrm>
            <a:prstGeom prst="ellipse">
              <a:avLst/>
            </a:prstGeom>
            <a:gradFill>
              <a:gsLst>
                <a:gs pos="0">
                  <a:srgbClr val="470300">
                    <a:alpha val="29294"/>
                  </a:srgbClr>
                </a:gs>
                <a:gs pos="14286">
                  <a:srgbClr val="470300">
                    <a:alpha val="27284"/>
                  </a:srgbClr>
                </a:gs>
                <a:gs pos="28571">
                  <a:srgbClr val="470300">
                    <a:alpha val="21915"/>
                  </a:srgbClr>
                </a:gs>
                <a:gs pos="42857">
                  <a:srgbClr val="470300">
                    <a:alpha val="14978"/>
                  </a:srgbClr>
                </a:gs>
                <a:gs pos="57143">
                  <a:srgbClr val="470300">
                    <a:alpha val="8599"/>
                  </a:srgbClr>
                </a:gs>
                <a:gs pos="71429">
                  <a:srgbClr val="470300">
                    <a:alpha val="4121"/>
                  </a:srgbClr>
                </a:gs>
                <a:gs pos="85714">
                  <a:srgbClr val="470300">
                    <a:alpha val="1650"/>
                  </a:srgbClr>
                </a:gs>
                <a:gs pos="100000">
                  <a:srgbClr val="4703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797745">
              <a:off x="1394235" y="2388181"/>
              <a:ext cx="522347" cy="257119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915717">
              <a:off x="2895163" y="381676"/>
              <a:ext cx="497238" cy="87592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-8269269">
              <a:off x="1234078" y="1206274"/>
              <a:ext cx="434886" cy="35080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6272584">
              <a:off x="1962962" y="1322534"/>
              <a:ext cx="277030" cy="218739"/>
            </a:xfrm>
            <a:prstGeom prst="ellipse">
              <a:avLst/>
            </a:prstGeom>
            <a:gradFill>
              <a:gsLst>
                <a:gs pos="0">
                  <a:srgbClr val="FFC4FF">
                    <a:alpha val="4155"/>
                  </a:srgbClr>
                </a:gs>
                <a:gs pos="14286">
                  <a:srgbClr val="FFC4FF">
                    <a:alpha val="3825"/>
                  </a:srgbClr>
                </a:gs>
                <a:gs pos="28571">
                  <a:srgbClr val="FFC4FF">
                    <a:alpha val="2983"/>
                  </a:srgbClr>
                </a:gs>
                <a:gs pos="42857">
                  <a:srgbClr val="FFC4FF">
                    <a:alpha val="1967"/>
                  </a:srgbClr>
                </a:gs>
                <a:gs pos="57143">
                  <a:srgbClr val="FFC4FF">
                    <a:alpha val="1095"/>
                  </a:srgbClr>
                </a:gs>
                <a:gs pos="71429">
                  <a:srgbClr val="FFC4FF">
                    <a:alpha val="514"/>
                  </a:srgbClr>
                </a:gs>
                <a:gs pos="85714">
                  <a:srgbClr val="FFC4FF">
                    <a:alpha val="204"/>
                  </a:srgbClr>
                </a:gs>
                <a:gs pos="100000">
                  <a:srgbClr val="FFC4FF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428510">
              <a:off x="1379413" y="721923"/>
              <a:ext cx="363293" cy="346295"/>
            </a:xfrm>
            <a:prstGeom prst="ellipse">
              <a:avLst/>
            </a:prstGeom>
            <a:gradFill>
              <a:gsLst>
                <a:gs pos="0">
                  <a:srgbClr val="FFD000">
                    <a:alpha val="6657"/>
                  </a:srgbClr>
                </a:gs>
                <a:gs pos="14286">
                  <a:srgbClr val="FFD000">
                    <a:alpha val="6135"/>
                  </a:srgbClr>
                </a:gs>
                <a:gs pos="28571">
                  <a:srgbClr val="FFD000">
                    <a:alpha val="4797"/>
                  </a:srgbClr>
                </a:gs>
                <a:gs pos="42857">
                  <a:srgbClr val="FFD000">
                    <a:alpha val="3173"/>
                  </a:srgbClr>
                </a:gs>
                <a:gs pos="57143">
                  <a:srgbClr val="FFD000">
                    <a:alpha val="1771"/>
                  </a:srgbClr>
                </a:gs>
                <a:gs pos="71429">
                  <a:srgbClr val="FFD000">
                    <a:alpha val="833"/>
                  </a:srgbClr>
                </a:gs>
                <a:gs pos="85714">
                  <a:srgbClr val="FFD000">
                    <a:alpha val="330"/>
                  </a:srgbClr>
                </a:gs>
                <a:gs pos="100000">
                  <a:srgbClr val="FFD000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4111579">
              <a:off x="534203" y="1385774"/>
              <a:ext cx="639093" cy="30662"/>
            </a:xfrm>
            <a:prstGeom prst="ellipse">
              <a:avLst/>
            </a:prstGeom>
            <a:gradFill>
              <a:gsLst>
                <a:gs pos="0">
                  <a:srgbClr val="FFF2DC">
                    <a:alpha val="32968"/>
                  </a:srgbClr>
                </a:gs>
                <a:gs pos="14286">
                  <a:srgbClr val="FFF2DC">
                    <a:alpha val="30764"/>
                  </a:srgbClr>
                </a:gs>
                <a:gs pos="28571">
                  <a:srgbClr val="FFF2DC">
                    <a:alpha val="24833"/>
                  </a:srgbClr>
                </a:gs>
                <a:gs pos="42857">
                  <a:srgbClr val="FFF2DC">
                    <a:alpha val="17075"/>
                  </a:srgbClr>
                </a:gs>
                <a:gs pos="57143">
                  <a:srgbClr val="FFF2DC">
                    <a:alpha val="9855"/>
                  </a:srgbClr>
                </a:gs>
                <a:gs pos="71429">
                  <a:srgbClr val="FFF2DC">
                    <a:alpha val="4740"/>
                  </a:srgbClr>
                </a:gs>
                <a:gs pos="85714">
                  <a:srgbClr val="FFF2DC">
                    <a:alpha val="1902"/>
                  </a:srgbClr>
                </a:gs>
                <a:gs pos="100000">
                  <a:srgbClr val="FFF2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4334784">
              <a:off x="-56165" y="2647652"/>
              <a:ext cx="465665" cy="333721"/>
            </a:xfrm>
            <a:prstGeom prst="ellipse">
              <a:avLst/>
            </a:prstGeom>
            <a:gradFill>
              <a:gsLst>
                <a:gs pos="0">
                  <a:srgbClr val="FFA300">
                    <a:alpha val="32968"/>
                  </a:srgbClr>
                </a:gs>
                <a:gs pos="14286">
                  <a:srgbClr val="FFA300">
                    <a:alpha val="30764"/>
                  </a:srgbClr>
                </a:gs>
                <a:gs pos="28571">
                  <a:srgbClr val="FFA300">
                    <a:alpha val="24833"/>
                  </a:srgbClr>
                </a:gs>
                <a:gs pos="42857">
                  <a:srgbClr val="FFA300">
                    <a:alpha val="17075"/>
                  </a:srgbClr>
                </a:gs>
                <a:gs pos="57143">
                  <a:srgbClr val="FFA300">
                    <a:alpha val="9855"/>
                  </a:srgbClr>
                </a:gs>
                <a:gs pos="71429">
                  <a:srgbClr val="FFA300">
                    <a:alpha val="4740"/>
                  </a:srgbClr>
                </a:gs>
                <a:gs pos="85714">
                  <a:srgbClr val="FFA300">
                    <a:alpha val="1902"/>
                  </a:srgbClr>
                </a:gs>
                <a:gs pos="100000">
                  <a:srgbClr val="FFA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738295">
              <a:off x="1629428" y="907034"/>
              <a:ext cx="373674" cy="324813"/>
            </a:xfrm>
            <a:prstGeom prst="ellipse">
              <a:avLst/>
            </a:prstGeom>
            <a:gradFill>
              <a:gsLst>
                <a:gs pos="0">
                  <a:srgbClr val="9A8863">
                    <a:alpha val="32968"/>
                  </a:srgbClr>
                </a:gs>
                <a:gs pos="14286">
                  <a:srgbClr val="9A8863">
                    <a:alpha val="30764"/>
                  </a:srgbClr>
                </a:gs>
                <a:gs pos="28571">
                  <a:srgbClr val="9A8863">
                    <a:alpha val="24833"/>
                  </a:srgbClr>
                </a:gs>
                <a:gs pos="42857">
                  <a:srgbClr val="9A8863">
                    <a:alpha val="17075"/>
                  </a:srgbClr>
                </a:gs>
                <a:gs pos="57143">
                  <a:srgbClr val="9A8863">
                    <a:alpha val="9855"/>
                  </a:srgbClr>
                </a:gs>
                <a:gs pos="71429">
                  <a:srgbClr val="9A8863">
                    <a:alpha val="4740"/>
                  </a:srgbClr>
                </a:gs>
                <a:gs pos="85714">
                  <a:srgbClr val="9A8863">
                    <a:alpha val="1902"/>
                  </a:srgbClr>
                </a:gs>
                <a:gs pos="100000">
                  <a:srgbClr val="9A88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4895229">
              <a:off x="2470417" y="1038604"/>
              <a:ext cx="615003" cy="204349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6876620">
              <a:off x="728900" y="1151826"/>
              <a:ext cx="484823" cy="67688"/>
            </a:xfrm>
            <a:prstGeom prst="ellipse">
              <a:avLst/>
            </a:prstGeom>
            <a:gradFill>
              <a:gsLst>
                <a:gs pos="0">
                  <a:srgbClr val="E7CEFF">
                    <a:alpha val="32968"/>
                  </a:srgbClr>
                </a:gs>
                <a:gs pos="14286">
                  <a:srgbClr val="E7CEFF">
                    <a:alpha val="30764"/>
                  </a:srgbClr>
                </a:gs>
                <a:gs pos="28571">
                  <a:srgbClr val="E7CEFF">
                    <a:alpha val="24833"/>
                  </a:srgbClr>
                </a:gs>
                <a:gs pos="42857">
                  <a:srgbClr val="E7CEFF">
                    <a:alpha val="17075"/>
                  </a:srgbClr>
                </a:gs>
                <a:gs pos="57143">
                  <a:srgbClr val="E7CEFF">
                    <a:alpha val="9855"/>
                  </a:srgbClr>
                </a:gs>
                <a:gs pos="71429">
                  <a:srgbClr val="E7CEFF">
                    <a:alpha val="4740"/>
                  </a:srgbClr>
                </a:gs>
                <a:gs pos="85714">
                  <a:srgbClr val="E7CEFF">
                    <a:alpha val="1902"/>
                  </a:srgbClr>
                </a:gs>
                <a:gs pos="100000">
                  <a:srgbClr val="E7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4599043">
              <a:off x="2484134" y="1019063"/>
              <a:ext cx="374583" cy="311886"/>
            </a:xfrm>
            <a:prstGeom prst="ellipse">
              <a:avLst/>
            </a:prstGeom>
            <a:gradFill>
              <a:gsLst>
                <a:gs pos="0">
                  <a:srgbClr val="ECC71A">
                    <a:alpha val="9934"/>
                  </a:srgbClr>
                </a:gs>
                <a:gs pos="14286">
                  <a:srgbClr val="ECC71A">
                    <a:alpha val="9169"/>
                  </a:srgbClr>
                </a:gs>
                <a:gs pos="28571">
                  <a:srgbClr val="ECC71A">
                    <a:alpha val="7195"/>
                  </a:srgbClr>
                </a:gs>
                <a:gs pos="42857">
                  <a:srgbClr val="ECC71A">
                    <a:alpha val="4780"/>
                  </a:srgbClr>
                </a:gs>
                <a:gs pos="57143">
                  <a:srgbClr val="ECC71A">
                    <a:alpha val="2677"/>
                  </a:srgbClr>
                </a:gs>
                <a:gs pos="71429">
                  <a:srgbClr val="ECC71A">
                    <a:alpha val="1262"/>
                  </a:srgbClr>
                </a:gs>
                <a:gs pos="85714">
                  <a:srgbClr val="ECC71A">
                    <a:alpha val="501"/>
                  </a:srgbClr>
                </a:gs>
                <a:gs pos="100000">
                  <a:srgbClr val="ECC71A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6422879">
              <a:off x="2970319" y="352620"/>
              <a:ext cx="341335" cy="57760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211094">
              <a:off x="1297858" y="916602"/>
              <a:ext cx="416073" cy="271715"/>
            </a:xfrm>
            <a:prstGeom prst="ellipse">
              <a:avLst/>
            </a:prstGeom>
            <a:gradFill>
              <a:gsLst>
                <a:gs pos="0">
                  <a:srgbClr val="FFCEAD">
                    <a:alpha val="26845"/>
                  </a:srgbClr>
                </a:gs>
                <a:gs pos="14286">
                  <a:srgbClr val="FFCEAD">
                    <a:alpha val="24972"/>
                  </a:srgbClr>
                </a:gs>
                <a:gs pos="28571">
                  <a:srgbClr val="FFCEAD">
                    <a:alpha val="19995"/>
                  </a:srgbClr>
                </a:gs>
                <a:gs pos="42857">
                  <a:srgbClr val="FFCEAD">
                    <a:alpha val="13612"/>
                  </a:srgbClr>
                </a:gs>
                <a:gs pos="57143">
                  <a:srgbClr val="FFCEAD">
                    <a:alpha val="7788"/>
                  </a:srgbClr>
                </a:gs>
                <a:gs pos="71429">
                  <a:srgbClr val="FFCEAD">
                    <a:alpha val="3724"/>
                  </a:srgbClr>
                </a:gs>
                <a:gs pos="85714">
                  <a:srgbClr val="FFCEAD">
                    <a:alpha val="1490"/>
                  </a:srgbClr>
                </a:gs>
                <a:gs pos="100000">
                  <a:srgbClr val="FFCEAD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10513024">
              <a:off x="1036675" y="1024331"/>
              <a:ext cx="461239" cy="42717"/>
            </a:xfrm>
            <a:prstGeom prst="ellipse">
              <a:avLst/>
            </a:prstGeom>
            <a:gradFill>
              <a:gsLst>
                <a:gs pos="0">
                  <a:srgbClr val="FFFFED">
                    <a:alpha val="32968"/>
                  </a:srgbClr>
                </a:gs>
                <a:gs pos="14286">
                  <a:srgbClr val="FFFFED">
                    <a:alpha val="30764"/>
                  </a:srgbClr>
                </a:gs>
                <a:gs pos="28571">
                  <a:srgbClr val="FFFFED">
                    <a:alpha val="24833"/>
                  </a:srgbClr>
                </a:gs>
                <a:gs pos="42857">
                  <a:srgbClr val="FFFFED">
                    <a:alpha val="17075"/>
                  </a:srgbClr>
                </a:gs>
                <a:gs pos="57143">
                  <a:srgbClr val="FFFFED">
                    <a:alpha val="9855"/>
                  </a:srgbClr>
                </a:gs>
                <a:gs pos="71429">
                  <a:srgbClr val="FFFFED">
                    <a:alpha val="4740"/>
                  </a:srgbClr>
                </a:gs>
                <a:gs pos="85714">
                  <a:srgbClr val="FFFFED">
                    <a:alpha val="1902"/>
                  </a:srgbClr>
                </a:gs>
                <a:gs pos="100000">
                  <a:srgbClr val="FF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5470625">
              <a:off x="2861097" y="489508"/>
              <a:ext cx="558563" cy="95455"/>
            </a:xfrm>
            <a:prstGeom prst="ellipse">
              <a:avLst/>
            </a:prstGeom>
            <a:gradFill>
              <a:gsLst>
                <a:gs pos="0">
                  <a:srgbClr val="FCF9FF">
                    <a:alpha val="32968"/>
                  </a:srgbClr>
                </a:gs>
                <a:gs pos="14286">
                  <a:srgbClr val="FCF9FF">
                    <a:alpha val="30764"/>
                  </a:srgbClr>
                </a:gs>
                <a:gs pos="28571">
                  <a:srgbClr val="FCF9FF">
                    <a:alpha val="24833"/>
                  </a:srgbClr>
                </a:gs>
                <a:gs pos="42857">
                  <a:srgbClr val="FCF9FF">
                    <a:alpha val="17075"/>
                  </a:srgbClr>
                </a:gs>
                <a:gs pos="57143">
                  <a:srgbClr val="FCF9FF">
                    <a:alpha val="9855"/>
                  </a:srgbClr>
                </a:gs>
                <a:gs pos="71429">
                  <a:srgbClr val="FCF9FF">
                    <a:alpha val="4740"/>
                  </a:srgbClr>
                </a:gs>
                <a:gs pos="85714">
                  <a:srgbClr val="FCF9FF">
                    <a:alpha val="1902"/>
                  </a:srgbClr>
                </a:gs>
                <a:gs pos="100000">
                  <a:srgbClr val="FC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8807704">
              <a:off x="463827" y="3452487"/>
              <a:ext cx="638359" cy="173908"/>
            </a:xfrm>
            <a:prstGeom prst="ellipse">
              <a:avLst/>
            </a:prstGeom>
            <a:gradFill>
              <a:gsLst>
                <a:gs pos="0">
                  <a:srgbClr val="FF9F28">
                    <a:alpha val="32968"/>
                  </a:srgbClr>
                </a:gs>
                <a:gs pos="14286">
                  <a:srgbClr val="FF9F28">
                    <a:alpha val="30764"/>
                  </a:srgbClr>
                </a:gs>
                <a:gs pos="28571">
                  <a:srgbClr val="FF9F28">
                    <a:alpha val="24833"/>
                  </a:srgbClr>
                </a:gs>
                <a:gs pos="42857">
                  <a:srgbClr val="FF9F28">
                    <a:alpha val="17075"/>
                  </a:srgbClr>
                </a:gs>
                <a:gs pos="57143">
                  <a:srgbClr val="FF9F28">
                    <a:alpha val="9855"/>
                  </a:srgbClr>
                </a:gs>
                <a:gs pos="71429">
                  <a:srgbClr val="FF9F28">
                    <a:alpha val="4740"/>
                  </a:srgbClr>
                </a:gs>
                <a:gs pos="85714">
                  <a:srgbClr val="FF9F28">
                    <a:alpha val="1902"/>
                  </a:srgbClr>
                </a:gs>
                <a:gs pos="100000">
                  <a:srgbClr val="FF9F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595295">
              <a:off x="-181894" y="1269492"/>
              <a:ext cx="628213" cy="253942"/>
            </a:xfrm>
            <a:prstGeom prst="ellipse">
              <a:avLst/>
            </a:prstGeom>
            <a:gradFill>
              <a:gsLst>
                <a:gs pos="0">
                  <a:srgbClr val="6C0500">
                    <a:alpha val="32968"/>
                  </a:srgbClr>
                </a:gs>
                <a:gs pos="14286">
                  <a:srgbClr val="6C0500">
                    <a:alpha val="30764"/>
                  </a:srgbClr>
                </a:gs>
                <a:gs pos="28571">
                  <a:srgbClr val="6C0500">
                    <a:alpha val="24833"/>
                  </a:srgbClr>
                </a:gs>
                <a:gs pos="42857">
                  <a:srgbClr val="6C0500">
                    <a:alpha val="17075"/>
                  </a:srgbClr>
                </a:gs>
                <a:gs pos="57143">
                  <a:srgbClr val="6C0500">
                    <a:alpha val="9855"/>
                  </a:srgbClr>
                </a:gs>
                <a:gs pos="71429">
                  <a:srgbClr val="6C0500">
                    <a:alpha val="4740"/>
                  </a:srgbClr>
                </a:gs>
                <a:gs pos="85714">
                  <a:srgbClr val="6C0500">
                    <a:alpha val="1902"/>
                  </a:srgbClr>
                </a:gs>
                <a:gs pos="100000">
                  <a:srgbClr val="6C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4450696">
              <a:off x="1260191" y="1173890"/>
              <a:ext cx="246779" cy="132404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8837497">
              <a:off x="2610411" y="-184374"/>
              <a:ext cx="653961" cy="533218"/>
            </a:xfrm>
            <a:prstGeom prst="ellipse">
              <a:avLst/>
            </a:prstGeom>
            <a:gradFill>
              <a:gsLst>
                <a:gs pos="0">
                  <a:srgbClr val="906100">
                    <a:alpha val="32968"/>
                  </a:srgbClr>
                </a:gs>
                <a:gs pos="14286">
                  <a:srgbClr val="906100">
                    <a:alpha val="30764"/>
                  </a:srgbClr>
                </a:gs>
                <a:gs pos="28571">
                  <a:srgbClr val="906100">
                    <a:alpha val="24833"/>
                  </a:srgbClr>
                </a:gs>
                <a:gs pos="42857">
                  <a:srgbClr val="906100">
                    <a:alpha val="17075"/>
                  </a:srgbClr>
                </a:gs>
                <a:gs pos="57143">
                  <a:srgbClr val="906100">
                    <a:alpha val="9855"/>
                  </a:srgbClr>
                </a:gs>
                <a:gs pos="71429">
                  <a:srgbClr val="906100">
                    <a:alpha val="4740"/>
                  </a:srgbClr>
                </a:gs>
                <a:gs pos="85714">
                  <a:srgbClr val="906100">
                    <a:alpha val="1902"/>
                  </a:srgbClr>
                </a:gs>
                <a:gs pos="100000">
                  <a:srgbClr val="906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905877">
              <a:off x="877790" y="454318"/>
              <a:ext cx="435358" cy="278431"/>
            </a:xfrm>
            <a:prstGeom prst="ellipse">
              <a:avLst/>
            </a:prstGeom>
            <a:gradFill>
              <a:gsLst>
                <a:gs pos="0">
                  <a:srgbClr val="F7CF00">
                    <a:alpha val="32968"/>
                  </a:srgbClr>
                </a:gs>
                <a:gs pos="14286">
                  <a:srgbClr val="F7CF00">
                    <a:alpha val="30764"/>
                  </a:srgbClr>
                </a:gs>
                <a:gs pos="28571">
                  <a:srgbClr val="F7CF00">
                    <a:alpha val="24833"/>
                  </a:srgbClr>
                </a:gs>
                <a:gs pos="42857">
                  <a:srgbClr val="F7CF00">
                    <a:alpha val="17075"/>
                  </a:srgbClr>
                </a:gs>
                <a:gs pos="57143">
                  <a:srgbClr val="F7CF00">
                    <a:alpha val="9855"/>
                  </a:srgbClr>
                </a:gs>
                <a:gs pos="71429">
                  <a:srgbClr val="F7CF00">
                    <a:alpha val="4740"/>
                  </a:srgbClr>
                </a:gs>
                <a:gs pos="85714">
                  <a:srgbClr val="F7CF00">
                    <a:alpha val="1902"/>
                  </a:srgbClr>
                </a:gs>
                <a:gs pos="100000">
                  <a:srgbClr val="F7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4546388">
              <a:off x="2489948" y="848815"/>
              <a:ext cx="544476" cy="203625"/>
            </a:xfrm>
            <a:prstGeom prst="ellipse">
              <a:avLst/>
            </a:prstGeom>
            <a:gradFill>
              <a:gsLst>
                <a:gs pos="0">
                  <a:srgbClr val="ECF2FF">
                    <a:alpha val="32968"/>
                  </a:srgbClr>
                </a:gs>
                <a:gs pos="14286">
                  <a:srgbClr val="ECF2FF">
                    <a:alpha val="30764"/>
                  </a:srgbClr>
                </a:gs>
                <a:gs pos="28571">
                  <a:srgbClr val="ECF2FF">
                    <a:alpha val="24833"/>
                  </a:srgbClr>
                </a:gs>
                <a:gs pos="42857">
                  <a:srgbClr val="ECF2FF">
                    <a:alpha val="17075"/>
                  </a:srgbClr>
                </a:gs>
                <a:gs pos="57143">
                  <a:srgbClr val="ECF2FF">
                    <a:alpha val="9855"/>
                  </a:srgbClr>
                </a:gs>
                <a:gs pos="71429">
                  <a:srgbClr val="ECF2FF">
                    <a:alpha val="4740"/>
                  </a:srgbClr>
                </a:gs>
                <a:gs pos="85714">
                  <a:srgbClr val="ECF2FF">
                    <a:alpha val="1902"/>
                  </a:srgbClr>
                </a:gs>
                <a:gs pos="100000">
                  <a:srgbClr val="EC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3441884">
              <a:off x="1370973" y="926335"/>
              <a:ext cx="396484" cy="192216"/>
            </a:xfrm>
            <a:prstGeom prst="ellipse">
              <a:avLst/>
            </a:prstGeom>
            <a:gradFill>
              <a:gsLst>
                <a:gs pos="0">
                  <a:srgbClr val="FFC6BC">
                    <a:alpha val="32968"/>
                  </a:srgbClr>
                </a:gs>
                <a:gs pos="14286">
                  <a:srgbClr val="FFC6BC">
                    <a:alpha val="30764"/>
                  </a:srgbClr>
                </a:gs>
                <a:gs pos="28571">
                  <a:srgbClr val="FFC6BC">
                    <a:alpha val="24833"/>
                  </a:srgbClr>
                </a:gs>
                <a:gs pos="42857">
                  <a:srgbClr val="FFC6BC">
                    <a:alpha val="17075"/>
                  </a:srgbClr>
                </a:gs>
                <a:gs pos="57143">
                  <a:srgbClr val="FFC6BC">
                    <a:alpha val="9855"/>
                  </a:srgbClr>
                </a:gs>
                <a:gs pos="71429">
                  <a:srgbClr val="FFC6BC">
                    <a:alpha val="4740"/>
                  </a:srgbClr>
                </a:gs>
                <a:gs pos="85714">
                  <a:srgbClr val="FFC6BC">
                    <a:alpha val="1902"/>
                  </a:srgbClr>
                </a:gs>
                <a:gs pos="100000">
                  <a:srgbClr val="FFC6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604516">
              <a:off x="1290214" y="822674"/>
              <a:ext cx="248037" cy="105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4563236">
              <a:off x="2657216" y="799203"/>
              <a:ext cx="263001" cy="179705"/>
            </a:xfrm>
            <a:prstGeom prst="ellipse">
              <a:avLst/>
            </a:prstGeom>
            <a:gradFill>
              <a:gsLst>
                <a:gs pos="0">
                  <a:srgbClr val="FFE0FF">
                    <a:alpha val="17711"/>
                  </a:srgbClr>
                </a:gs>
                <a:gs pos="14286">
                  <a:srgbClr val="FFE0FF">
                    <a:alpha val="16403"/>
                  </a:srgbClr>
                </a:gs>
                <a:gs pos="28571">
                  <a:srgbClr val="FFE0FF">
                    <a:alpha val="12987"/>
                  </a:srgbClr>
                </a:gs>
                <a:gs pos="42857">
                  <a:srgbClr val="FFE0FF">
                    <a:alpha val="8721"/>
                  </a:srgbClr>
                </a:gs>
                <a:gs pos="57143">
                  <a:srgbClr val="FFE0FF">
                    <a:alpha val="4930"/>
                  </a:srgbClr>
                </a:gs>
                <a:gs pos="71429">
                  <a:srgbClr val="FFE0FF">
                    <a:alpha val="2339"/>
                  </a:srgbClr>
                </a:gs>
                <a:gs pos="85714">
                  <a:srgbClr val="FFE0FF">
                    <a:alpha val="931"/>
                  </a:srgbClr>
                </a:gs>
                <a:gs pos="100000">
                  <a:srgbClr val="FFE0F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10796115">
              <a:off x="2863188" y="1536366"/>
              <a:ext cx="461143" cy="67100"/>
            </a:xfrm>
            <a:prstGeom prst="ellipse">
              <a:avLst/>
            </a:prstGeom>
            <a:gradFill>
              <a:gsLst>
                <a:gs pos="0">
                  <a:srgbClr val="E8EBFF">
                    <a:alpha val="32968"/>
                  </a:srgbClr>
                </a:gs>
                <a:gs pos="14286">
                  <a:srgbClr val="E8EBFF">
                    <a:alpha val="30764"/>
                  </a:srgbClr>
                </a:gs>
                <a:gs pos="28571">
                  <a:srgbClr val="E8EBFF">
                    <a:alpha val="24833"/>
                  </a:srgbClr>
                </a:gs>
                <a:gs pos="42857">
                  <a:srgbClr val="E8EBFF">
                    <a:alpha val="17075"/>
                  </a:srgbClr>
                </a:gs>
                <a:gs pos="57143">
                  <a:srgbClr val="E8EBFF">
                    <a:alpha val="9855"/>
                  </a:srgbClr>
                </a:gs>
                <a:gs pos="71429">
                  <a:srgbClr val="E8EBFF">
                    <a:alpha val="4740"/>
                  </a:srgbClr>
                </a:gs>
                <a:gs pos="85714">
                  <a:srgbClr val="E8EBFF">
                    <a:alpha val="1902"/>
                  </a:srgbClr>
                </a:gs>
                <a:gs pos="100000">
                  <a:srgbClr val="E8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9081223">
              <a:off x="2797245" y="1287114"/>
              <a:ext cx="433537" cy="122489"/>
            </a:xfrm>
            <a:prstGeom prst="ellipse">
              <a:avLst/>
            </a:prstGeom>
            <a:gradFill>
              <a:gsLst>
                <a:gs pos="0">
                  <a:srgbClr val="F8F7FF">
                    <a:alpha val="32968"/>
                  </a:srgbClr>
                </a:gs>
                <a:gs pos="14286">
                  <a:srgbClr val="F8F7FF">
                    <a:alpha val="30764"/>
                  </a:srgbClr>
                </a:gs>
                <a:gs pos="28571">
                  <a:srgbClr val="F8F7FF">
                    <a:alpha val="24833"/>
                  </a:srgbClr>
                </a:gs>
                <a:gs pos="42857">
                  <a:srgbClr val="F8F7FF">
                    <a:alpha val="17075"/>
                  </a:srgbClr>
                </a:gs>
                <a:gs pos="57143">
                  <a:srgbClr val="F8F7FF">
                    <a:alpha val="9855"/>
                  </a:srgbClr>
                </a:gs>
                <a:gs pos="71429">
                  <a:srgbClr val="F8F7FF">
                    <a:alpha val="4740"/>
                  </a:srgbClr>
                </a:gs>
                <a:gs pos="85714">
                  <a:srgbClr val="F8F7FF">
                    <a:alpha val="1902"/>
                  </a:srgbClr>
                </a:gs>
                <a:gs pos="100000">
                  <a:srgbClr val="F8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8461413">
              <a:off x="1469388" y="222111"/>
              <a:ext cx="347462" cy="195413"/>
            </a:xfrm>
            <a:prstGeom prst="ellipse">
              <a:avLst/>
            </a:prstGeom>
            <a:gradFill>
              <a:gsLst>
                <a:gs pos="0">
                  <a:srgbClr val="3B2F00">
                    <a:alpha val="32968"/>
                  </a:srgbClr>
                </a:gs>
                <a:gs pos="14286">
                  <a:srgbClr val="3B2F00">
                    <a:alpha val="30764"/>
                  </a:srgbClr>
                </a:gs>
                <a:gs pos="28571">
                  <a:srgbClr val="3B2F00">
                    <a:alpha val="24833"/>
                  </a:srgbClr>
                </a:gs>
                <a:gs pos="42857">
                  <a:srgbClr val="3B2F00">
                    <a:alpha val="17075"/>
                  </a:srgbClr>
                </a:gs>
                <a:gs pos="57143">
                  <a:srgbClr val="3B2F00">
                    <a:alpha val="9855"/>
                  </a:srgbClr>
                </a:gs>
                <a:gs pos="71429">
                  <a:srgbClr val="3B2F00">
                    <a:alpha val="4740"/>
                  </a:srgbClr>
                </a:gs>
                <a:gs pos="85714">
                  <a:srgbClr val="3B2F00">
                    <a:alpha val="1902"/>
                  </a:srgbClr>
                </a:gs>
                <a:gs pos="100000">
                  <a:srgbClr val="3B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4403911">
              <a:off x="1141886" y="3452487"/>
              <a:ext cx="487000" cy="39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9477017">
              <a:off x="133186" y="1551587"/>
              <a:ext cx="376509" cy="372545"/>
            </a:xfrm>
            <a:prstGeom prst="ellipse">
              <a:avLst/>
            </a:prstGeom>
            <a:gradFill>
              <a:gsLst>
                <a:gs pos="0">
                  <a:srgbClr val="FFEDD1">
                    <a:alpha val="11208"/>
                  </a:srgbClr>
                </a:gs>
                <a:gs pos="14286">
                  <a:srgbClr val="FFEDD1">
                    <a:alpha val="10350"/>
                  </a:srgbClr>
                </a:gs>
                <a:gs pos="28571">
                  <a:srgbClr val="FFEDD1">
                    <a:alpha val="8133"/>
                  </a:srgbClr>
                </a:gs>
                <a:gs pos="42857">
                  <a:srgbClr val="FFEDD1">
                    <a:alpha val="5412"/>
                  </a:srgbClr>
                </a:gs>
                <a:gs pos="57143">
                  <a:srgbClr val="FFEDD1">
                    <a:alpha val="3036"/>
                  </a:srgbClr>
                </a:gs>
                <a:gs pos="71429">
                  <a:srgbClr val="FFEDD1">
                    <a:alpha val="1433"/>
                  </a:srgbClr>
                </a:gs>
                <a:gs pos="85714">
                  <a:srgbClr val="FFEDD1">
                    <a:alpha val="569"/>
                  </a:srgbClr>
                </a:gs>
                <a:gs pos="100000">
                  <a:srgbClr val="FFEDD1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8513437">
              <a:off x="1368933" y="1070704"/>
              <a:ext cx="358289" cy="284724"/>
            </a:xfrm>
            <a:prstGeom prst="ellipse">
              <a:avLst/>
            </a:prstGeom>
            <a:gradFill>
              <a:gsLst>
                <a:gs pos="0">
                  <a:srgbClr val="FFB100">
                    <a:alpha val="27339"/>
                  </a:srgbClr>
                </a:gs>
                <a:gs pos="14286">
                  <a:srgbClr val="FFB100">
                    <a:alpha val="25437"/>
                  </a:srgbClr>
                </a:gs>
                <a:gs pos="28571">
                  <a:srgbClr val="FFB100">
                    <a:alpha val="20380"/>
                  </a:srgbClr>
                </a:gs>
                <a:gs pos="42857">
                  <a:srgbClr val="FFB100">
                    <a:alpha val="13885"/>
                  </a:srgbClr>
                </a:gs>
                <a:gs pos="57143">
                  <a:srgbClr val="FFB100">
                    <a:alpha val="7950"/>
                  </a:srgbClr>
                </a:gs>
                <a:gs pos="71429">
                  <a:srgbClr val="FFB100">
                    <a:alpha val="3803"/>
                  </a:srgbClr>
                </a:gs>
                <a:gs pos="85714">
                  <a:srgbClr val="FFB100">
                    <a:alpha val="1522"/>
                  </a:srgbClr>
                </a:gs>
                <a:gs pos="100000">
                  <a:srgbClr val="FFB100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285746">
              <a:off x="2057835" y="1524001"/>
              <a:ext cx="296455" cy="277131"/>
            </a:xfrm>
            <a:prstGeom prst="ellipse">
              <a:avLst/>
            </a:prstGeom>
            <a:gradFill>
              <a:gsLst>
                <a:gs pos="0">
                  <a:srgbClr val="FFB181">
                    <a:alpha val="6239"/>
                  </a:srgbClr>
                </a:gs>
                <a:gs pos="14286">
                  <a:srgbClr val="FFB181">
                    <a:alpha val="5749"/>
                  </a:srgbClr>
                </a:gs>
                <a:gs pos="28571">
                  <a:srgbClr val="FFB181">
                    <a:alpha val="4493"/>
                  </a:srgbClr>
                </a:gs>
                <a:gs pos="42857">
                  <a:srgbClr val="FFB181">
                    <a:alpha val="2970"/>
                  </a:srgbClr>
                </a:gs>
                <a:gs pos="57143">
                  <a:srgbClr val="FFB181">
                    <a:alpha val="1657"/>
                  </a:srgbClr>
                </a:gs>
                <a:gs pos="71429">
                  <a:srgbClr val="FFB181">
                    <a:alpha val="779"/>
                  </a:srgbClr>
                </a:gs>
                <a:gs pos="85714">
                  <a:srgbClr val="FFB181">
                    <a:alpha val="309"/>
                  </a:srgbClr>
                </a:gs>
                <a:gs pos="100000">
                  <a:srgbClr val="FFB181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3009773">
              <a:off x="-210119" y="1506228"/>
              <a:ext cx="588939" cy="146401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7054872">
              <a:off x="1383602" y="539452"/>
              <a:ext cx="370088" cy="300302"/>
            </a:xfrm>
            <a:prstGeom prst="ellipse">
              <a:avLst/>
            </a:prstGeom>
            <a:gradFill>
              <a:gsLst>
                <a:gs pos="0">
                  <a:srgbClr val="FFCCA4">
                    <a:alpha val="10895"/>
                  </a:srgbClr>
                </a:gs>
                <a:gs pos="14286">
                  <a:srgbClr val="FFCCA4">
                    <a:alpha val="10060"/>
                  </a:srgbClr>
                </a:gs>
                <a:gs pos="28571">
                  <a:srgbClr val="FFCCA4">
                    <a:alpha val="7903"/>
                  </a:srgbClr>
                </a:gs>
                <a:gs pos="42857">
                  <a:srgbClr val="FFCCA4">
                    <a:alpha val="5257"/>
                  </a:srgbClr>
                </a:gs>
                <a:gs pos="57143">
                  <a:srgbClr val="FFCCA4">
                    <a:alpha val="2948"/>
                  </a:srgbClr>
                </a:gs>
                <a:gs pos="71429">
                  <a:srgbClr val="FFCCA4">
                    <a:alpha val="1391"/>
                  </a:srgbClr>
                </a:gs>
                <a:gs pos="85714">
                  <a:srgbClr val="FFCCA4">
                    <a:alpha val="552"/>
                  </a:srgbClr>
                </a:gs>
                <a:gs pos="100000">
                  <a:srgbClr val="FFCCA4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497300">
              <a:off x="2608778" y="1137257"/>
              <a:ext cx="267249" cy="200490"/>
            </a:xfrm>
            <a:prstGeom prst="ellipse">
              <a:avLst/>
            </a:prstGeom>
            <a:gradFill>
              <a:gsLst>
                <a:gs pos="0">
                  <a:srgbClr val="E9EAF8">
                    <a:alpha val="25804"/>
                  </a:srgbClr>
                </a:gs>
                <a:gs pos="14286">
                  <a:srgbClr val="E9EAF8">
                    <a:alpha val="23991"/>
                  </a:srgbClr>
                </a:gs>
                <a:gs pos="28571">
                  <a:srgbClr val="E9EAF8">
                    <a:alpha val="19184"/>
                  </a:srgbClr>
                </a:gs>
                <a:gs pos="42857">
                  <a:srgbClr val="E9EAF8">
                    <a:alpha val="13039"/>
                  </a:srgbClr>
                </a:gs>
                <a:gs pos="57143">
                  <a:srgbClr val="E9EAF8">
                    <a:alpha val="7449"/>
                  </a:srgbClr>
                </a:gs>
                <a:gs pos="71429">
                  <a:srgbClr val="E9EAF8">
                    <a:alpha val="3559"/>
                  </a:srgbClr>
                </a:gs>
                <a:gs pos="85714">
                  <a:srgbClr val="E9EAF8">
                    <a:alpha val="1423"/>
                  </a:srgbClr>
                </a:gs>
                <a:gs pos="100000">
                  <a:srgbClr val="E9EAF8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9399141">
              <a:off x="2479033" y="1157573"/>
              <a:ext cx="369300" cy="334231"/>
            </a:xfrm>
            <a:prstGeom prst="ellipse">
              <a:avLst/>
            </a:prstGeom>
            <a:gradFill>
              <a:gsLst>
                <a:gs pos="0">
                  <a:srgbClr val="00F904">
                    <a:alpha val="1748"/>
                  </a:srgbClr>
                </a:gs>
                <a:gs pos="14286">
                  <a:srgbClr val="00F904">
                    <a:alpha val="1608"/>
                  </a:srgbClr>
                </a:gs>
                <a:gs pos="28571">
                  <a:srgbClr val="00F904">
                    <a:alpha val="1250"/>
                  </a:srgbClr>
                </a:gs>
                <a:gs pos="42857">
                  <a:srgbClr val="00F904">
                    <a:alpha val="822"/>
                  </a:srgbClr>
                </a:gs>
                <a:gs pos="57143">
                  <a:srgbClr val="00F904">
                    <a:alpha val="456"/>
                  </a:srgbClr>
                </a:gs>
                <a:gs pos="71429">
                  <a:srgbClr val="00F904">
                    <a:alpha val="214"/>
                  </a:srgbClr>
                </a:gs>
                <a:gs pos="85714">
                  <a:srgbClr val="00F904">
                    <a:alpha val="85"/>
                  </a:srgbClr>
                </a:gs>
                <a:gs pos="100000">
                  <a:srgbClr val="00F904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8854904">
              <a:off x="-247931" y="308762"/>
              <a:ext cx="495863" cy="99675"/>
            </a:xfrm>
            <a:prstGeom prst="ellipse">
              <a:avLst/>
            </a:prstGeom>
            <a:gradFill>
              <a:gsLst>
                <a:gs pos="0">
                  <a:srgbClr val="00006F">
                    <a:alpha val="32968"/>
                  </a:srgbClr>
                </a:gs>
                <a:gs pos="14286">
                  <a:srgbClr val="00006F">
                    <a:alpha val="30764"/>
                  </a:srgbClr>
                </a:gs>
                <a:gs pos="28571">
                  <a:srgbClr val="00006F">
                    <a:alpha val="24833"/>
                  </a:srgbClr>
                </a:gs>
                <a:gs pos="42857">
                  <a:srgbClr val="00006F">
                    <a:alpha val="17075"/>
                  </a:srgbClr>
                </a:gs>
                <a:gs pos="57143">
                  <a:srgbClr val="00006F">
                    <a:alpha val="9855"/>
                  </a:srgbClr>
                </a:gs>
                <a:gs pos="71429">
                  <a:srgbClr val="00006F">
                    <a:alpha val="4740"/>
                  </a:srgbClr>
                </a:gs>
                <a:gs pos="85714">
                  <a:srgbClr val="00006F">
                    <a:alpha val="1902"/>
                  </a:srgbClr>
                </a:gs>
                <a:gs pos="100000">
                  <a:srgbClr val="0000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9358169">
              <a:off x="1011693" y="2453066"/>
              <a:ext cx="369477" cy="144993"/>
            </a:xfrm>
            <a:prstGeom prst="ellipse">
              <a:avLst/>
            </a:prstGeom>
            <a:gradFill>
              <a:gsLst>
                <a:gs pos="0">
                  <a:srgbClr val="0000FF">
                    <a:alpha val="11663"/>
                  </a:srgbClr>
                </a:gs>
                <a:gs pos="14286">
                  <a:srgbClr val="0000FF">
                    <a:alpha val="10772"/>
                  </a:srgbClr>
                </a:gs>
                <a:gs pos="28571">
                  <a:srgbClr val="0000FF">
                    <a:alpha val="8470"/>
                  </a:srgbClr>
                </a:gs>
                <a:gs pos="42857">
                  <a:srgbClr val="0000FF">
                    <a:alpha val="5640"/>
                  </a:srgbClr>
                </a:gs>
                <a:gs pos="57143">
                  <a:srgbClr val="0000FF">
                    <a:alpha val="3165"/>
                  </a:srgbClr>
                </a:gs>
                <a:gs pos="71429">
                  <a:srgbClr val="0000FF">
                    <a:alpha val="1494"/>
                  </a:srgbClr>
                </a:gs>
                <a:gs pos="85714">
                  <a:srgbClr val="0000FF">
                    <a:alpha val="594"/>
                  </a:srgbClr>
                </a:gs>
                <a:gs pos="100000">
                  <a:srgbClr val="0000FF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8649002">
              <a:off x="2382713" y="1329868"/>
              <a:ext cx="329803" cy="268464"/>
            </a:xfrm>
            <a:prstGeom prst="ellipse">
              <a:avLst/>
            </a:prstGeom>
            <a:gradFill>
              <a:gsLst>
                <a:gs pos="0">
                  <a:srgbClr val="FFF0E7">
                    <a:alpha val="16719"/>
                  </a:srgbClr>
                </a:gs>
                <a:gs pos="14286">
                  <a:srgbClr val="FFF0E7">
                    <a:alpha val="15477"/>
                  </a:srgbClr>
                </a:gs>
                <a:gs pos="28571">
                  <a:srgbClr val="FFF0E7">
                    <a:alpha val="12239"/>
                  </a:srgbClr>
                </a:gs>
                <a:gs pos="42857">
                  <a:srgbClr val="FFF0E7">
                    <a:alpha val="8207"/>
                  </a:srgbClr>
                </a:gs>
                <a:gs pos="57143">
                  <a:srgbClr val="FFF0E7">
                    <a:alpha val="4634"/>
                  </a:srgbClr>
                </a:gs>
                <a:gs pos="71429">
                  <a:srgbClr val="FFF0E7">
                    <a:alpha val="2197"/>
                  </a:srgbClr>
                </a:gs>
                <a:gs pos="85714">
                  <a:srgbClr val="FFF0E7">
                    <a:alpha val="874"/>
                  </a:srgbClr>
                </a:gs>
                <a:gs pos="100000">
                  <a:srgbClr val="FFF0E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10769084">
              <a:off x="1320410" y="632387"/>
              <a:ext cx="194190" cy="58812"/>
            </a:xfrm>
            <a:prstGeom prst="ellipse">
              <a:avLst/>
            </a:prstGeom>
            <a:gradFill>
              <a:gsLst>
                <a:gs pos="0">
                  <a:srgbClr val="FFFDFB">
                    <a:alpha val="32968"/>
                  </a:srgbClr>
                </a:gs>
                <a:gs pos="14286">
                  <a:srgbClr val="FFFDFB">
                    <a:alpha val="30764"/>
                  </a:srgbClr>
                </a:gs>
                <a:gs pos="28571">
                  <a:srgbClr val="FFFDFB">
                    <a:alpha val="24833"/>
                  </a:srgbClr>
                </a:gs>
                <a:gs pos="42857">
                  <a:srgbClr val="FFFDFB">
                    <a:alpha val="17075"/>
                  </a:srgbClr>
                </a:gs>
                <a:gs pos="57143">
                  <a:srgbClr val="FFFDFB">
                    <a:alpha val="9855"/>
                  </a:srgbClr>
                </a:gs>
                <a:gs pos="71429">
                  <a:srgbClr val="FFFDFB">
                    <a:alpha val="4740"/>
                  </a:srgbClr>
                </a:gs>
                <a:gs pos="85714">
                  <a:srgbClr val="FFFDFB">
                    <a:alpha val="1902"/>
                  </a:srgbClr>
                </a:gs>
                <a:gs pos="100000">
                  <a:srgbClr val="FFFD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6343900">
              <a:off x="1251506" y="1032766"/>
              <a:ext cx="413311" cy="276816"/>
            </a:xfrm>
            <a:prstGeom prst="ellipse">
              <a:avLst/>
            </a:prstGeom>
            <a:gradFill>
              <a:gsLst>
                <a:gs pos="0">
                  <a:srgbClr val="FFBB00">
                    <a:alpha val="8265"/>
                  </a:srgbClr>
                </a:gs>
                <a:gs pos="14286">
                  <a:srgbClr val="FFBB00">
                    <a:alpha val="7623"/>
                  </a:srgbClr>
                </a:gs>
                <a:gs pos="28571">
                  <a:srgbClr val="FFBB00">
                    <a:alpha val="5971"/>
                  </a:srgbClr>
                </a:gs>
                <a:gs pos="42857">
                  <a:srgbClr val="FFBB00">
                    <a:alpha val="3958"/>
                  </a:srgbClr>
                </a:gs>
                <a:gs pos="57143">
                  <a:srgbClr val="FFBB00">
                    <a:alpha val="2213"/>
                  </a:srgbClr>
                </a:gs>
                <a:gs pos="71429">
                  <a:srgbClr val="FFBB00">
                    <a:alpha val="1042"/>
                  </a:srgbClr>
                </a:gs>
                <a:gs pos="85714">
                  <a:srgbClr val="FFBB00">
                    <a:alpha val="413"/>
                  </a:srgbClr>
                </a:gs>
                <a:gs pos="100000">
                  <a:srgbClr val="FFBB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4023969">
              <a:off x="1932019" y="1491640"/>
              <a:ext cx="347789" cy="324055"/>
            </a:xfrm>
            <a:prstGeom prst="ellipse">
              <a:avLst/>
            </a:prstGeom>
            <a:gradFill>
              <a:gsLst>
                <a:gs pos="0">
                  <a:srgbClr val="2C0000">
                    <a:alpha val="17629"/>
                  </a:srgbClr>
                </a:gs>
                <a:gs pos="14286">
                  <a:srgbClr val="2C0000">
                    <a:alpha val="16327"/>
                  </a:srgbClr>
                </a:gs>
                <a:gs pos="28571">
                  <a:srgbClr val="2C0000">
                    <a:alpha val="12925"/>
                  </a:srgbClr>
                </a:gs>
                <a:gs pos="42857">
                  <a:srgbClr val="2C0000">
                    <a:alpha val="8678"/>
                  </a:srgbClr>
                </a:gs>
                <a:gs pos="57143">
                  <a:srgbClr val="2C0000">
                    <a:alpha val="4906"/>
                  </a:srgbClr>
                </a:gs>
                <a:gs pos="71429">
                  <a:srgbClr val="2C0000">
                    <a:alpha val="2327"/>
                  </a:srgbClr>
                </a:gs>
                <a:gs pos="85714">
                  <a:srgbClr val="2C0000">
                    <a:alpha val="927"/>
                  </a:srgbClr>
                </a:gs>
                <a:gs pos="100000">
                  <a:srgbClr val="2C000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479523">
              <a:off x="1687702" y="2851482"/>
              <a:ext cx="592165" cy="143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4884210">
              <a:off x="560554" y="1217390"/>
              <a:ext cx="315027" cy="267292"/>
            </a:xfrm>
            <a:prstGeom prst="ellipse">
              <a:avLst/>
            </a:prstGeom>
            <a:gradFill>
              <a:gsLst>
                <a:gs pos="0">
                  <a:srgbClr val="F1F6FF">
                    <a:alpha val="27559"/>
                  </a:srgbClr>
                </a:gs>
                <a:gs pos="14286">
                  <a:srgbClr val="F1F6FF">
                    <a:alpha val="25645"/>
                  </a:srgbClr>
                </a:gs>
                <a:gs pos="28571">
                  <a:srgbClr val="F1F6FF">
                    <a:alpha val="20553"/>
                  </a:srgbClr>
                </a:gs>
                <a:gs pos="42857">
                  <a:srgbClr val="F1F6FF">
                    <a:alpha val="14008"/>
                  </a:srgbClr>
                </a:gs>
                <a:gs pos="57143">
                  <a:srgbClr val="F1F6FF">
                    <a:alpha val="8022"/>
                  </a:srgbClr>
                </a:gs>
                <a:gs pos="71429">
                  <a:srgbClr val="F1F6FF">
                    <a:alpha val="3839"/>
                  </a:srgbClr>
                </a:gs>
                <a:gs pos="85714">
                  <a:srgbClr val="F1F6FF">
                    <a:alpha val="1536"/>
                  </a:srgbClr>
                </a:gs>
                <a:gs pos="100000">
                  <a:srgbClr val="F1F6F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-9120760">
              <a:off x="2763628" y="2578986"/>
              <a:ext cx="466258" cy="91003"/>
            </a:xfrm>
            <a:prstGeom prst="ellipse">
              <a:avLst/>
            </a:prstGeom>
            <a:gradFill>
              <a:gsLst>
                <a:gs pos="0">
                  <a:srgbClr val="177500">
                    <a:alpha val="32968"/>
                  </a:srgbClr>
                </a:gs>
                <a:gs pos="14286">
                  <a:srgbClr val="177500">
                    <a:alpha val="30764"/>
                  </a:srgbClr>
                </a:gs>
                <a:gs pos="28571">
                  <a:srgbClr val="177500">
                    <a:alpha val="24833"/>
                  </a:srgbClr>
                </a:gs>
                <a:gs pos="42857">
                  <a:srgbClr val="177500">
                    <a:alpha val="17075"/>
                  </a:srgbClr>
                </a:gs>
                <a:gs pos="57143">
                  <a:srgbClr val="177500">
                    <a:alpha val="9855"/>
                  </a:srgbClr>
                </a:gs>
                <a:gs pos="71429">
                  <a:srgbClr val="177500">
                    <a:alpha val="4740"/>
                  </a:srgbClr>
                </a:gs>
                <a:gs pos="85714">
                  <a:srgbClr val="177500">
                    <a:alpha val="1902"/>
                  </a:srgbClr>
                </a:gs>
                <a:gs pos="100000">
                  <a:srgbClr val="17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8150665">
              <a:off x="957247" y="251658"/>
              <a:ext cx="630401" cy="238253"/>
            </a:xfrm>
            <a:prstGeom prst="ellipse">
              <a:avLst/>
            </a:prstGeom>
            <a:gradFill>
              <a:gsLst>
                <a:gs pos="0">
                  <a:srgbClr val="001600">
                    <a:alpha val="32968"/>
                  </a:srgbClr>
                </a:gs>
                <a:gs pos="14286">
                  <a:srgbClr val="001600">
                    <a:alpha val="30764"/>
                  </a:srgbClr>
                </a:gs>
                <a:gs pos="28571">
                  <a:srgbClr val="001600">
                    <a:alpha val="24833"/>
                  </a:srgbClr>
                </a:gs>
                <a:gs pos="42857">
                  <a:srgbClr val="001600">
                    <a:alpha val="17075"/>
                  </a:srgbClr>
                </a:gs>
                <a:gs pos="57143">
                  <a:srgbClr val="001600">
                    <a:alpha val="9855"/>
                  </a:srgbClr>
                </a:gs>
                <a:gs pos="71429">
                  <a:srgbClr val="001600">
                    <a:alpha val="4740"/>
                  </a:srgbClr>
                </a:gs>
                <a:gs pos="85714">
                  <a:srgbClr val="001600">
                    <a:alpha val="1902"/>
                  </a:srgbClr>
                </a:gs>
                <a:gs pos="100000">
                  <a:srgbClr val="00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8169704">
              <a:off x="680568" y="1113769"/>
              <a:ext cx="740646" cy="2117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4800511">
              <a:off x="354174" y="1208973"/>
              <a:ext cx="548921" cy="79623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353338">
              <a:off x="-59154" y="2655004"/>
              <a:ext cx="352496" cy="291447"/>
            </a:xfrm>
            <a:prstGeom prst="ellipse">
              <a:avLst/>
            </a:prstGeom>
            <a:gradFill>
              <a:gsLst>
                <a:gs pos="0">
                  <a:srgbClr val="420000">
                    <a:alpha val="32968"/>
                  </a:srgbClr>
                </a:gs>
                <a:gs pos="14286">
                  <a:srgbClr val="420000">
                    <a:alpha val="30764"/>
                  </a:srgbClr>
                </a:gs>
                <a:gs pos="28571">
                  <a:srgbClr val="420000">
                    <a:alpha val="24833"/>
                  </a:srgbClr>
                </a:gs>
                <a:gs pos="42857">
                  <a:srgbClr val="420000">
                    <a:alpha val="17075"/>
                  </a:srgbClr>
                </a:gs>
                <a:gs pos="57143">
                  <a:srgbClr val="420000">
                    <a:alpha val="9855"/>
                  </a:srgbClr>
                </a:gs>
                <a:gs pos="71429">
                  <a:srgbClr val="420000">
                    <a:alpha val="4740"/>
                  </a:srgbClr>
                </a:gs>
                <a:gs pos="85714">
                  <a:srgbClr val="420000">
                    <a:alpha val="1902"/>
                  </a:srgbClr>
                </a:gs>
                <a:gs pos="100000">
                  <a:srgbClr val="4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4827225">
              <a:off x="914837" y="2595849"/>
              <a:ext cx="416010" cy="68409"/>
            </a:xfrm>
            <a:prstGeom prst="ellipse">
              <a:avLst/>
            </a:prstGeom>
            <a:gradFill>
              <a:gsLst>
                <a:gs pos="0">
                  <a:srgbClr val="000091">
                    <a:alpha val="32968"/>
                  </a:srgbClr>
                </a:gs>
                <a:gs pos="14286">
                  <a:srgbClr val="000091">
                    <a:alpha val="30764"/>
                  </a:srgbClr>
                </a:gs>
                <a:gs pos="28571">
                  <a:srgbClr val="000091">
                    <a:alpha val="24833"/>
                  </a:srgbClr>
                </a:gs>
                <a:gs pos="42857">
                  <a:srgbClr val="000091">
                    <a:alpha val="17075"/>
                  </a:srgbClr>
                </a:gs>
                <a:gs pos="57143">
                  <a:srgbClr val="000091">
                    <a:alpha val="9855"/>
                  </a:srgbClr>
                </a:gs>
                <a:gs pos="71429">
                  <a:srgbClr val="000091">
                    <a:alpha val="4740"/>
                  </a:srgbClr>
                </a:gs>
                <a:gs pos="85714">
                  <a:srgbClr val="000091">
                    <a:alpha val="1902"/>
                  </a:srgbClr>
                </a:gs>
                <a:gs pos="100000">
                  <a:srgbClr val="0000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3891847">
              <a:off x="-286442" y="-80238"/>
              <a:ext cx="778998" cy="2019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9909280">
              <a:off x="1369576" y="513247"/>
              <a:ext cx="524336" cy="96119"/>
            </a:xfrm>
            <a:prstGeom prst="ellipse">
              <a:avLst/>
            </a:prstGeom>
            <a:gradFill>
              <a:gsLst>
                <a:gs pos="0">
                  <a:srgbClr val="150004">
                    <a:alpha val="29375"/>
                  </a:srgbClr>
                </a:gs>
                <a:gs pos="14286">
                  <a:srgbClr val="150004">
                    <a:alpha val="27360"/>
                  </a:srgbClr>
                </a:gs>
                <a:gs pos="28571">
                  <a:srgbClr val="150004">
                    <a:alpha val="21979"/>
                  </a:srgbClr>
                </a:gs>
                <a:gs pos="42857">
                  <a:srgbClr val="150004">
                    <a:alpha val="15023"/>
                  </a:srgbClr>
                </a:gs>
                <a:gs pos="57143">
                  <a:srgbClr val="150004">
                    <a:alpha val="8626"/>
                  </a:srgbClr>
                </a:gs>
                <a:gs pos="71429">
                  <a:srgbClr val="150004">
                    <a:alpha val="4135"/>
                  </a:srgbClr>
                </a:gs>
                <a:gs pos="85714">
                  <a:srgbClr val="150004">
                    <a:alpha val="1656"/>
                  </a:srgbClr>
                </a:gs>
                <a:gs pos="100000">
                  <a:srgbClr val="150004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436364">
              <a:off x="1862886" y="2372122"/>
              <a:ext cx="855639" cy="106951"/>
            </a:xfrm>
            <a:prstGeom prst="ellipse">
              <a:avLst/>
            </a:prstGeom>
            <a:gradFill>
              <a:gsLst>
                <a:gs pos="0">
                  <a:srgbClr val="F76B00">
                    <a:alpha val="32968"/>
                  </a:srgbClr>
                </a:gs>
                <a:gs pos="14286">
                  <a:srgbClr val="F76B00">
                    <a:alpha val="30764"/>
                  </a:srgbClr>
                </a:gs>
                <a:gs pos="28571">
                  <a:srgbClr val="F76B00">
                    <a:alpha val="24833"/>
                  </a:srgbClr>
                </a:gs>
                <a:gs pos="42857">
                  <a:srgbClr val="F76B00">
                    <a:alpha val="17075"/>
                  </a:srgbClr>
                </a:gs>
                <a:gs pos="57143">
                  <a:srgbClr val="F76B00">
                    <a:alpha val="9855"/>
                  </a:srgbClr>
                </a:gs>
                <a:gs pos="71429">
                  <a:srgbClr val="F76B00">
                    <a:alpha val="4740"/>
                  </a:srgbClr>
                </a:gs>
                <a:gs pos="85714">
                  <a:srgbClr val="F76B00">
                    <a:alpha val="1902"/>
                  </a:srgbClr>
                </a:gs>
                <a:gs pos="100000">
                  <a:srgbClr val="F76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8825636">
              <a:off x="2627637" y="742401"/>
              <a:ext cx="343825" cy="233858"/>
            </a:xfrm>
            <a:prstGeom prst="ellipse">
              <a:avLst/>
            </a:prstGeom>
            <a:gradFill>
              <a:gsLst>
                <a:gs pos="0">
                  <a:srgbClr val="F4FEFF">
                    <a:alpha val="28066"/>
                  </a:srgbClr>
                </a:gs>
                <a:gs pos="14286">
                  <a:srgbClr val="F4FEFF">
                    <a:alpha val="26124"/>
                  </a:srgbClr>
                </a:gs>
                <a:gs pos="28571">
                  <a:srgbClr val="F4FEFF">
                    <a:alpha val="20950"/>
                  </a:srgbClr>
                </a:gs>
                <a:gs pos="42857">
                  <a:srgbClr val="F4FEFF">
                    <a:alpha val="14290"/>
                  </a:srgbClr>
                </a:gs>
                <a:gs pos="57143">
                  <a:srgbClr val="F4FEFF">
                    <a:alpha val="8189"/>
                  </a:srgbClr>
                </a:gs>
                <a:gs pos="71429">
                  <a:srgbClr val="F4FEFF">
                    <a:alpha val="3921"/>
                  </a:srgbClr>
                </a:gs>
                <a:gs pos="85714">
                  <a:srgbClr val="F4FEFF">
                    <a:alpha val="1569"/>
                  </a:srgbClr>
                </a:gs>
                <a:gs pos="100000">
                  <a:srgbClr val="F4FEFF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8229982">
              <a:off x="503887" y="3592253"/>
              <a:ext cx="616209" cy="53119"/>
            </a:xfrm>
            <a:prstGeom prst="ellipse">
              <a:avLst/>
            </a:prstGeom>
            <a:gradFill>
              <a:gsLst>
                <a:gs pos="0">
                  <a:srgbClr val="000098">
                    <a:alpha val="32968"/>
                  </a:srgbClr>
                </a:gs>
                <a:gs pos="14286">
                  <a:srgbClr val="000098">
                    <a:alpha val="30764"/>
                  </a:srgbClr>
                </a:gs>
                <a:gs pos="28571">
                  <a:srgbClr val="000098">
                    <a:alpha val="24833"/>
                  </a:srgbClr>
                </a:gs>
                <a:gs pos="42857">
                  <a:srgbClr val="000098">
                    <a:alpha val="17075"/>
                  </a:srgbClr>
                </a:gs>
                <a:gs pos="57143">
                  <a:srgbClr val="000098">
                    <a:alpha val="9855"/>
                  </a:srgbClr>
                </a:gs>
                <a:gs pos="71429">
                  <a:srgbClr val="000098">
                    <a:alpha val="4740"/>
                  </a:srgbClr>
                </a:gs>
                <a:gs pos="85714">
                  <a:srgbClr val="000098">
                    <a:alpha val="1902"/>
                  </a:srgbClr>
                </a:gs>
                <a:gs pos="100000">
                  <a:srgbClr val="0000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6212192">
              <a:off x="2364703" y="1785226"/>
              <a:ext cx="355568" cy="316168"/>
            </a:xfrm>
            <a:prstGeom prst="ellipse">
              <a:avLst/>
            </a:prstGeom>
            <a:gradFill>
              <a:gsLst>
                <a:gs pos="0">
                  <a:srgbClr val="E1D100">
                    <a:alpha val="7164"/>
                  </a:srgbClr>
                </a:gs>
                <a:gs pos="14286">
                  <a:srgbClr val="E1D100">
                    <a:alpha val="6604"/>
                  </a:srgbClr>
                </a:gs>
                <a:gs pos="28571">
                  <a:srgbClr val="E1D100">
                    <a:alpha val="5167"/>
                  </a:srgbClr>
                </a:gs>
                <a:gs pos="42857">
                  <a:srgbClr val="E1D100">
                    <a:alpha val="3420"/>
                  </a:srgbClr>
                </a:gs>
                <a:gs pos="57143">
                  <a:srgbClr val="E1D100">
                    <a:alpha val="1910"/>
                  </a:srgbClr>
                </a:gs>
                <a:gs pos="71429">
                  <a:srgbClr val="E1D100">
                    <a:alpha val="898"/>
                  </a:srgbClr>
                </a:gs>
                <a:gs pos="85714">
                  <a:srgbClr val="E1D100">
                    <a:alpha val="356"/>
                  </a:srgbClr>
                </a:gs>
                <a:gs pos="100000">
                  <a:srgbClr val="E1D10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6818418">
              <a:off x="1586247" y="1086851"/>
              <a:ext cx="519751" cy="5553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4753123">
              <a:off x="3142204" y="3083478"/>
              <a:ext cx="727822" cy="816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9560536">
              <a:off x="1265992" y="257448"/>
              <a:ext cx="457351" cy="326465"/>
            </a:xfrm>
            <a:prstGeom prst="ellipse">
              <a:avLst/>
            </a:prstGeom>
            <a:gradFill>
              <a:gsLst>
                <a:gs pos="0">
                  <a:srgbClr val="2D0000">
                    <a:alpha val="32968"/>
                  </a:srgbClr>
                </a:gs>
                <a:gs pos="14286">
                  <a:srgbClr val="2D0000">
                    <a:alpha val="30764"/>
                  </a:srgbClr>
                </a:gs>
                <a:gs pos="28571">
                  <a:srgbClr val="2D0000">
                    <a:alpha val="24833"/>
                  </a:srgbClr>
                </a:gs>
                <a:gs pos="42857">
                  <a:srgbClr val="2D0000">
                    <a:alpha val="17075"/>
                  </a:srgbClr>
                </a:gs>
                <a:gs pos="57143">
                  <a:srgbClr val="2D0000">
                    <a:alpha val="9855"/>
                  </a:srgbClr>
                </a:gs>
                <a:gs pos="71429">
                  <a:srgbClr val="2D0000">
                    <a:alpha val="4740"/>
                  </a:srgbClr>
                </a:gs>
                <a:gs pos="85714">
                  <a:srgbClr val="2D0000">
                    <a:alpha val="1902"/>
                  </a:srgbClr>
                </a:gs>
                <a:gs pos="100000">
                  <a:srgbClr val="2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242510">
              <a:off x="2559762" y="1020846"/>
              <a:ext cx="807085" cy="120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10335587">
              <a:off x="1391126" y="1130102"/>
              <a:ext cx="328658" cy="144166"/>
            </a:xfrm>
            <a:prstGeom prst="ellipse">
              <a:avLst/>
            </a:prstGeom>
            <a:gradFill>
              <a:gsLst>
                <a:gs pos="0">
                  <a:srgbClr val="FFE8FE">
                    <a:alpha val="32968"/>
                  </a:srgbClr>
                </a:gs>
                <a:gs pos="14286">
                  <a:srgbClr val="FFE8FE">
                    <a:alpha val="30764"/>
                  </a:srgbClr>
                </a:gs>
                <a:gs pos="28571">
                  <a:srgbClr val="FFE8FE">
                    <a:alpha val="24833"/>
                  </a:srgbClr>
                </a:gs>
                <a:gs pos="42857">
                  <a:srgbClr val="FFE8FE">
                    <a:alpha val="17075"/>
                  </a:srgbClr>
                </a:gs>
                <a:gs pos="57143">
                  <a:srgbClr val="FFE8FE">
                    <a:alpha val="9855"/>
                  </a:srgbClr>
                </a:gs>
                <a:gs pos="71429">
                  <a:srgbClr val="FFE8FE">
                    <a:alpha val="4740"/>
                  </a:srgbClr>
                </a:gs>
                <a:gs pos="85714">
                  <a:srgbClr val="FFE8FE">
                    <a:alpha val="1902"/>
                  </a:srgbClr>
                </a:gs>
                <a:gs pos="100000">
                  <a:srgbClr val="FFE8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10192235">
              <a:off x="890192" y="2645312"/>
              <a:ext cx="334488" cy="338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9572828">
              <a:off x="1029734" y="528291"/>
              <a:ext cx="715466" cy="111967"/>
            </a:xfrm>
            <a:prstGeom prst="ellipse">
              <a:avLst/>
            </a:prstGeom>
            <a:gradFill>
              <a:gsLst>
                <a:gs pos="0">
                  <a:srgbClr val="FFE5D2">
                    <a:alpha val="32968"/>
                  </a:srgbClr>
                </a:gs>
                <a:gs pos="14286">
                  <a:srgbClr val="FFE5D2">
                    <a:alpha val="30764"/>
                  </a:srgbClr>
                </a:gs>
                <a:gs pos="28571">
                  <a:srgbClr val="FFE5D2">
                    <a:alpha val="24833"/>
                  </a:srgbClr>
                </a:gs>
                <a:gs pos="42857">
                  <a:srgbClr val="FFE5D2">
                    <a:alpha val="17075"/>
                  </a:srgbClr>
                </a:gs>
                <a:gs pos="57143">
                  <a:srgbClr val="FFE5D2">
                    <a:alpha val="9855"/>
                  </a:srgbClr>
                </a:gs>
                <a:gs pos="71429">
                  <a:srgbClr val="FFE5D2">
                    <a:alpha val="4740"/>
                  </a:srgbClr>
                </a:gs>
                <a:gs pos="85714">
                  <a:srgbClr val="FFE5D2">
                    <a:alpha val="1902"/>
                  </a:srgbClr>
                </a:gs>
                <a:gs pos="100000">
                  <a:srgbClr val="FFE5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10126343">
              <a:off x="3120437" y="1216930"/>
              <a:ext cx="331872" cy="329314"/>
            </a:xfrm>
            <a:prstGeom prst="ellipse">
              <a:avLst/>
            </a:prstGeom>
            <a:gradFill>
              <a:gsLst>
                <a:gs pos="0">
                  <a:srgbClr val="7A1D9F">
                    <a:alpha val="1776"/>
                  </a:srgbClr>
                </a:gs>
                <a:gs pos="14286">
                  <a:srgbClr val="7A1D9F">
                    <a:alpha val="1634"/>
                  </a:srgbClr>
                </a:gs>
                <a:gs pos="28571">
                  <a:srgbClr val="7A1D9F">
                    <a:alpha val="1271"/>
                  </a:srgbClr>
                </a:gs>
                <a:gs pos="42857">
                  <a:srgbClr val="7A1D9F">
                    <a:alpha val="835"/>
                  </a:srgbClr>
                </a:gs>
                <a:gs pos="57143">
                  <a:srgbClr val="7A1D9F">
                    <a:alpha val="464"/>
                  </a:srgbClr>
                </a:gs>
                <a:gs pos="71429">
                  <a:srgbClr val="7A1D9F">
                    <a:alpha val="217"/>
                  </a:srgbClr>
                </a:gs>
                <a:gs pos="85714">
                  <a:srgbClr val="7A1D9F">
                    <a:alpha val="86"/>
                  </a:srgbClr>
                </a:gs>
                <a:gs pos="100000">
                  <a:srgbClr val="7A1D9F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2838024">
              <a:off x="-231716" y="3497100"/>
              <a:ext cx="556045" cy="228006"/>
            </a:xfrm>
            <a:prstGeom prst="ellipse">
              <a:avLst/>
            </a:prstGeom>
            <a:gradFill>
              <a:gsLst>
                <a:gs pos="0">
                  <a:srgbClr val="EFEAF3">
                    <a:alpha val="32968"/>
                  </a:srgbClr>
                </a:gs>
                <a:gs pos="14286">
                  <a:srgbClr val="EFEAF3">
                    <a:alpha val="30764"/>
                  </a:srgbClr>
                </a:gs>
                <a:gs pos="28571">
                  <a:srgbClr val="EFEAF3">
                    <a:alpha val="24833"/>
                  </a:srgbClr>
                </a:gs>
                <a:gs pos="42857">
                  <a:srgbClr val="EFEAF3">
                    <a:alpha val="17075"/>
                  </a:srgbClr>
                </a:gs>
                <a:gs pos="57143">
                  <a:srgbClr val="EFEAF3">
                    <a:alpha val="9855"/>
                  </a:srgbClr>
                </a:gs>
                <a:gs pos="71429">
                  <a:srgbClr val="EFEAF3">
                    <a:alpha val="4740"/>
                  </a:srgbClr>
                </a:gs>
                <a:gs pos="85714">
                  <a:srgbClr val="EFEAF3">
                    <a:alpha val="1902"/>
                  </a:srgbClr>
                </a:gs>
                <a:gs pos="100000">
                  <a:srgbClr val="EFEA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8844158">
              <a:off x="1214160" y="733495"/>
              <a:ext cx="484721" cy="140004"/>
            </a:xfrm>
            <a:prstGeom prst="ellipse">
              <a:avLst/>
            </a:prstGeom>
            <a:gradFill>
              <a:gsLst>
                <a:gs pos="0">
                  <a:srgbClr val="FFD192">
                    <a:alpha val="29120"/>
                  </a:srgbClr>
                </a:gs>
                <a:gs pos="14286">
                  <a:srgbClr val="FFD192">
                    <a:alpha val="27119"/>
                  </a:srgbClr>
                </a:gs>
                <a:gs pos="28571">
                  <a:srgbClr val="FFD192">
                    <a:alpha val="21779"/>
                  </a:srgbClr>
                </a:gs>
                <a:gs pos="42857">
                  <a:srgbClr val="FFD192">
                    <a:alpha val="14880"/>
                  </a:srgbClr>
                </a:gs>
                <a:gs pos="57143">
                  <a:srgbClr val="FFD192">
                    <a:alpha val="8540"/>
                  </a:srgbClr>
                </a:gs>
                <a:gs pos="71429">
                  <a:srgbClr val="FFD192">
                    <a:alpha val="4093"/>
                  </a:srgbClr>
                </a:gs>
                <a:gs pos="85714">
                  <a:srgbClr val="FFD192">
                    <a:alpha val="1639"/>
                  </a:srgbClr>
                </a:gs>
                <a:gs pos="100000">
                  <a:srgbClr val="FFD192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5903013">
              <a:off x="142768" y="2240352"/>
              <a:ext cx="314693" cy="284588"/>
            </a:xfrm>
            <a:prstGeom prst="ellipse">
              <a:avLst/>
            </a:prstGeom>
            <a:gradFill>
              <a:gsLst>
                <a:gs pos="0">
                  <a:srgbClr val="009600">
                    <a:alpha val="2944"/>
                  </a:srgbClr>
                </a:gs>
                <a:gs pos="14286">
                  <a:srgbClr val="009600">
                    <a:alpha val="2709"/>
                  </a:srgbClr>
                </a:gs>
                <a:gs pos="28571">
                  <a:srgbClr val="009600">
                    <a:alpha val="2110"/>
                  </a:srgbClr>
                </a:gs>
                <a:gs pos="42857">
                  <a:srgbClr val="009600">
                    <a:alpha val="1389"/>
                  </a:srgbClr>
                </a:gs>
                <a:gs pos="57143">
                  <a:srgbClr val="009600">
                    <a:alpha val="772"/>
                  </a:srgbClr>
                </a:gs>
                <a:gs pos="71429">
                  <a:srgbClr val="009600">
                    <a:alpha val="362"/>
                  </a:srgbClr>
                </a:gs>
                <a:gs pos="85714">
                  <a:srgbClr val="009600">
                    <a:alpha val="143"/>
                  </a:srgbClr>
                </a:gs>
                <a:gs pos="100000">
                  <a:srgbClr val="0096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8298295">
              <a:off x="2714577" y="1354337"/>
              <a:ext cx="362776" cy="298224"/>
            </a:xfrm>
            <a:prstGeom prst="ellipse">
              <a:avLst/>
            </a:prstGeom>
            <a:gradFill>
              <a:gsLst>
                <a:gs pos="0">
                  <a:srgbClr val="E1BFC1">
                    <a:alpha val="14674"/>
                  </a:srgbClr>
                </a:gs>
                <a:gs pos="14286">
                  <a:srgbClr val="E1BFC1">
                    <a:alpha val="13572"/>
                  </a:srgbClr>
                </a:gs>
                <a:gs pos="28571">
                  <a:srgbClr val="E1BFC1">
                    <a:alpha val="10707"/>
                  </a:srgbClr>
                </a:gs>
                <a:gs pos="42857">
                  <a:srgbClr val="E1BFC1">
                    <a:alpha val="7159"/>
                  </a:srgbClr>
                </a:gs>
                <a:gs pos="57143">
                  <a:srgbClr val="E1BFC1">
                    <a:alpha val="4032"/>
                  </a:srgbClr>
                </a:gs>
                <a:gs pos="71429">
                  <a:srgbClr val="E1BFC1">
                    <a:alpha val="1908"/>
                  </a:srgbClr>
                </a:gs>
                <a:gs pos="85714">
                  <a:srgbClr val="E1BFC1">
                    <a:alpha val="759"/>
                  </a:srgbClr>
                </a:gs>
                <a:gs pos="100000">
                  <a:srgbClr val="E1BFC1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6946790">
              <a:off x="2440764" y="1778567"/>
              <a:ext cx="368056" cy="45761"/>
            </a:xfrm>
            <a:prstGeom prst="ellipse">
              <a:avLst/>
            </a:prstGeom>
            <a:gradFill>
              <a:gsLst>
                <a:gs pos="0">
                  <a:srgbClr val="FFEBD5">
                    <a:alpha val="25989"/>
                  </a:srgbClr>
                </a:gs>
                <a:gs pos="14286">
                  <a:srgbClr val="FFEBD5">
                    <a:alpha val="24165"/>
                  </a:srgbClr>
                </a:gs>
                <a:gs pos="28571">
                  <a:srgbClr val="FFEBD5">
                    <a:alpha val="19328"/>
                  </a:srgbClr>
                </a:gs>
                <a:gs pos="42857">
                  <a:srgbClr val="FFEBD5">
                    <a:alpha val="13140"/>
                  </a:srgbClr>
                </a:gs>
                <a:gs pos="57143">
                  <a:srgbClr val="FFEBD5">
                    <a:alpha val="7509"/>
                  </a:srgbClr>
                </a:gs>
                <a:gs pos="71429">
                  <a:srgbClr val="FFEBD5">
                    <a:alpha val="3588"/>
                  </a:srgbClr>
                </a:gs>
                <a:gs pos="85714">
                  <a:srgbClr val="FFEBD5">
                    <a:alpha val="1434"/>
                  </a:srgbClr>
                </a:gs>
                <a:gs pos="100000">
                  <a:srgbClr val="FFEBD5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9033690">
              <a:off x="2562652" y="1411669"/>
              <a:ext cx="297363" cy="140612"/>
            </a:xfrm>
            <a:prstGeom prst="ellipse">
              <a:avLst/>
            </a:prstGeom>
            <a:gradFill>
              <a:gsLst>
                <a:gs pos="0">
                  <a:srgbClr val="FBF5FE">
                    <a:alpha val="32968"/>
                  </a:srgbClr>
                </a:gs>
                <a:gs pos="14286">
                  <a:srgbClr val="FBF5FE">
                    <a:alpha val="30764"/>
                  </a:srgbClr>
                </a:gs>
                <a:gs pos="28571">
                  <a:srgbClr val="FBF5FE">
                    <a:alpha val="24833"/>
                  </a:srgbClr>
                </a:gs>
                <a:gs pos="42857">
                  <a:srgbClr val="FBF5FE">
                    <a:alpha val="17075"/>
                  </a:srgbClr>
                </a:gs>
                <a:gs pos="57143">
                  <a:srgbClr val="FBF5FE">
                    <a:alpha val="9855"/>
                  </a:srgbClr>
                </a:gs>
                <a:gs pos="71429">
                  <a:srgbClr val="FBF5FE">
                    <a:alpha val="4740"/>
                  </a:srgbClr>
                </a:gs>
                <a:gs pos="85714">
                  <a:srgbClr val="FBF5FE">
                    <a:alpha val="1902"/>
                  </a:srgbClr>
                </a:gs>
                <a:gs pos="100000">
                  <a:srgbClr val="FBF5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8920222">
              <a:off x="2363630" y="1427035"/>
              <a:ext cx="500003" cy="126767"/>
            </a:xfrm>
            <a:prstGeom prst="ellipse">
              <a:avLst/>
            </a:prstGeom>
            <a:gradFill>
              <a:gsLst>
                <a:gs pos="0">
                  <a:srgbClr val="FAF7FF">
                    <a:alpha val="32968"/>
                  </a:srgbClr>
                </a:gs>
                <a:gs pos="14286">
                  <a:srgbClr val="FAF7FF">
                    <a:alpha val="30764"/>
                  </a:srgbClr>
                </a:gs>
                <a:gs pos="28571">
                  <a:srgbClr val="FAF7FF">
                    <a:alpha val="24833"/>
                  </a:srgbClr>
                </a:gs>
                <a:gs pos="42857">
                  <a:srgbClr val="FAF7FF">
                    <a:alpha val="17075"/>
                  </a:srgbClr>
                </a:gs>
                <a:gs pos="57143">
                  <a:srgbClr val="FAF7FF">
                    <a:alpha val="9855"/>
                  </a:srgbClr>
                </a:gs>
                <a:gs pos="71429">
                  <a:srgbClr val="FAF7FF">
                    <a:alpha val="4740"/>
                  </a:srgbClr>
                </a:gs>
                <a:gs pos="85714">
                  <a:srgbClr val="FAF7FF">
                    <a:alpha val="1902"/>
                  </a:srgbClr>
                </a:gs>
                <a:gs pos="100000">
                  <a:srgbClr val="FA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4613554">
              <a:off x="1598489" y="2472574"/>
              <a:ext cx="535632" cy="1076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4057459">
              <a:off x="3292653" y="2852871"/>
              <a:ext cx="340449" cy="5048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615418">
              <a:off x="1412160" y="2779926"/>
              <a:ext cx="677767" cy="80434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10516979">
              <a:off x="1446516" y="575749"/>
              <a:ext cx="447830" cy="95256"/>
            </a:xfrm>
            <a:prstGeom prst="ellipse">
              <a:avLst/>
            </a:prstGeom>
            <a:gradFill>
              <a:gsLst>
                <a:gs pos="0">
                  <a:srgbClr val="FFEAE2">
                    <a:alpha val="32968"/>
                  </a:srgbClr>
                </a:gs>
                <a:gs pos="14286">
                  <a:srgbClr val="FFEAE2">
                    <a:alpha val="30764"/>
                  </a:srgbClr>
                </a:gs>
                <a:gs pos="28571">
                  <a:srgbClr val="FFEAE2">
                    <a:alpha val="24833"/>
                  </a:srgbClr>
                </a:gs>
                <a:gs pos="42857">
                  <a:srgbClr val="FFEAE2">
                    <a:alpha val="17075"/>
                  </a:srgbClr>
                </a:gs>
                <a:gs pos="57143">
                  <a:srgbClr val="FFEAE2">
                    <a:alpha val="9855"/>
                  </a:srgbClr>
                </a:gs>
                <a:gs pos="71429">
                  <a:srgbClr val="FFEAE2">
                    <a:alpha val="4740"/>
                  </a:srgbClr>
                </a:gs>
                <a:gs pos="85714">
                  <a:srgbClr val="FFEAE2">
                    <a:alpha val="1902"/>
                  </a:srgbClr>
                </a:gs>
                <a:gs pos="100000">
                  <a:srgbClr val="FFEA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7803578">
              <a:off x="1740049" y="1789414"/>
              <a:ext cx="556804" cy="70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237957">
              <a:off x="1681892" y="2798046"/>
              <a:ext cx="525034" cy="30175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037519">
              <a:off x="1528009" y="3524901"/>
              <a:ext cx="628376" cy="29664"/>
            </a:xfrm>
            <a:prstGeom prst="ellipse">
              <a:avLst/>
            </a:prstGeom>
            <a:gradFill>
              <a:gsLst>
                <a:gs pos="0">
                  <a:srgbClr val="F0F1E3">
                    <a:alpha val="32968"/>
                  </a:srgbClr>
                </a:gs>
                <a:gs pos="14286">
                  <a:srgbClr val="F0F1E3">
                    <a:alpha val="30764"/>
                  </a:srgbClr>
                </a:gs>
                <a:gs pos="28571">
                  <a:srgbClr val="F0F1E3">
                    <a:alpha val="24833"/>
                  </a:srgbClr>
                </a:gs>
                <a:gs pos="42857">
                  <a:srgbClr val="F0F1E3">
                    <a:alpha val="17075"/>
                  </a:srgbClr>
                </a:gs>
                <a:gs pos="57143">
                  <a:srgbClr val="F0F1E3">
                    <a:alpha val="9855"/>
                  </a:srgbClr>
                </a:gs>
                <a:gs pos="71429">
                  <a:srgbClr val="F0F1E3">
                    <a:alpha val="4740"/>
                  </a:srgbClr>
                </a:gs>
                <a:gs pos="85714">
                  <a:srgbClr val="F0F1E3">
                    <a:alpha val="1902"/>
                  </a:srgbClr>
                </a:gs>
                <a:gs pos="100000">
                  <a:srgbClr val="F0F1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850030">
              <a:off x="-134159" y="2650572"/>
              <a:ext cx="479068" cy="135667"/>
            </a:xfrm>
            <a:prstGeom prst="ellipse">
              <a:avLst/>
            </a:prstGeom>
            <a:gradFill>
              <a:gsLst>
                <a:gs pos="0">
                  <a:srgbClr val="CCEAFF">
                    <a:alpha val="32968"/>
                  </a:srgbClr>
                </a:gs>
                <a:gs pos="14286">
                  <a:srgbClr val="CCEAFF">
                    <a:alpha val="30764"/>
                  </a:srgbClr>
                </a:gs>
                <a:gs pos="28571">
                  <a:srgbClr val="CCEAFF">
                    <a:alpha val="24833"/>
                  </a:srgbClr>
                </a:gs>
                <a:gs pos="42857">
                  <a:srgbClr val="CCEAFF">
                    <a:alpha val="17075"/>
                  </a:srgbClr>
                </a:gs>
                <a:gs pos="57143">
                  <a:srgbClr val="CCEAFF">
                    <a:alpha val="9855"/>
                  </a:srgbClr>
                </a:gs>
                <a:gs pos="71429">
                  <a:srgbClr val="CCEAFF">
                    <a:alpha val="4740"/>
                  </a:srgbClr>
                </a:gs>
                <a:gs pos="85714">
                  <a:srgbClr val="CCEAFF">
                    <a:alpha val="1902"/>
                  </a:srgbClr>
                </a:gs>
                <a:gs pos="100000">
                  <a:srgbClr val="CCE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10610147">
              <a:off x="1305181" y="1006161"/>
              <a:ext cx="523228" cy="64840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6744826">
              <a:off x="2444794" y="1197962"/>
              <a:ext cx="333396" cy="220917"/>
            </a:xfrm>
            <a:prstGeom prst="ellipse">
              <a:avLst/>
            </a:prstGeom>
            <a:gradFill>
              <a:gsLst>
                <a:gs pos="0">
                  <a:srgbClr val="FCE0CD">
                    <a:alpha val="22143"/>
                  </a:srgbClr>
                </a:gs>
                <a:gs pos="14286">
                  <a:srgbClr val="FCE0CD">
                    <a:alpha val="20551"/>
                  </a:srgbClr>
                </a:gs>
                <a:gs pos="28571">
                  <a:srgbClr val="FCE0CD">
                    <a:alpha val="16358"/>
                  </a:srgbClr>
                </a:gs>
                <a:gs pos="42857">
                  <a:srgbClr val="FCE0CD">
                    <a:alpha val="11056"/>
                  </a:srgbClr>
                </a:gs>
                <a:gs pos="57143">
                  <a:srgbClr val="FCE0CD">
                    <a:alpha val="6286"/>
                  </a:srgbClr>
                </a:gs>
                <a:gs pos="71429">
                  <a:srgbClr val="FCE0CD">
                    <a:alpha val="2993"/>
                  </a:srgbClr>
                </a:gs>
                <a:gs pos="85714">
                  <a:srgbClr val="FCE0CD">
                    <a:alpha val="1194"/>
                  </a:srgbClr>
                </a:gs>
                <a:gs pos="100000">
                  <a:srgbClr val="FCE0CD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9638359">
              <a:off x="2759536" y="592791"/>
              <a:ext cx="133623" cy="79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244849">
              <a:off x="1536703" y="2755595"/>
              <a:ext cx="697464" cy="116548"/>
            </a:xfrm>
            <a:prstGeom prst="ellipse">
              <a:avLst/>
            </a:prstGeom>
            <a:gradFill>
              <a:gsLst>
                <a:gs pos="0">
                  <a:srgbClr val="FFFFF5">
                    <a:alpha val="32968"/>
                  </a:srgbClr>
                </a:gs>
                <a:gs pos="14286">
                  <a:srgbClr val="FFFFF5">
                    <a:alpha val="30764"/>
                  </a:srgbClr>
                </a:gs>
                <a:gs pos="28571">
                  <a:srgbClr val="FFFFF5">
                    <a:alpha val="24833"/>
                  </a:srgbClr>
                </a:gs>
                <a:gs pos="42857">
                  <a:srgbClr val="FFFFF5">
                    <a:alpha val="17075"/>
                  </a:srgbClr>
                </a:gs>
                <a:gs pos="57143">
                  <a:srgbClr val="FFFFF5">
                    <a:alpha val="9855"/>
                  </a:srgbClr>
                </a:gs>
                <a:gs pos="71429">
                  <a:srgbClr val="FFFFF5">
                    <a:alpha val="4740"/>
                  </a:srgbClr>
                </a:gs>
                <a:gs pos="85714">
                  <a:srgbClr val="FFFFF5">
                    <a:alpha val="1902"/>
                  </a:srgbClr>
                </a:gs>
                <a:gs pos="100000">
                  <a:srgbClr val="FF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5286366">
              <a:off x="1716320" y="2986340"/>
              <a:ext cx="511778" cy="128559"/>
            </a:xfrm>
            <a:prstGeom prst="ellipse">
              <a:avLst/>
            </a:prstGeom>
            <a:gradFill>
              <a:gsLst>
                <a:gs pos="0">
                  <a:srgbClr val="D50900">
                    <a:alpha val="32968"/>
                  </a:srgbClr>
                </a:gs>
                <a:gs pos="14286">
                  <a:srgbClr val="D50900">
                    <a:alpha val="30764"/>
                  </a:srgbClr>
                </a:gs>
                <a:gs pos="28571">
                  <a:srgbClr val="D50900">
                    <a:alpha val="24833"/>
                  </a:srgbClr>
                </a:gs>
                <a:gs pos="42857">
                  <a:srgbClr val="D50900">
                    <a:alpha val="17075"/>
                  </a:srgbClr>
                </a:gs>
                <a:gs pos="57143">
                  <a:srgbClr val="D50900">
                    <a:alpha val="9855"/>
                  </a:srgbClr>
                </a:gs>
                <a:gs pos="71429">
                  <a:srgbClr val="D50900">
                    <a:alpha val="4740"/>
                  </a:srgbClr>
                </a:gs>
                <a:gs pos="85714">
                  <a:srgbClr val="D50900">
                    <a:alpha val="1902"/>
                  </a:srgbClr>
                </a:gs>
                <a:gs pos="100000">
                  <a:srgbClr val="D5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5932222">
              <a:off x="2491704" y="559928"/>
              <a:ext cx="513833" cy="83211"/>
            </a:xfrm>
            <a:prstGeom prst="ellipse">
              <a:avLst/>
            </a:prstGeom>
            <a:gradFill>
              <a:gsLst>
                <a:gs pos="0">
                  <a:srgbClr val="F8F7FF">
                    <a:alpha val="32968"/>
                  </a:srgbClr>
                </a:gs>
                <a:gs pos="14286">
                  <a:srgbClr val="F8F7FF">
                    <a:alpha val="30764"/>
                  </a:srgbClr>
                </a:gs>
                <a:gs pos="28571">
                  <a:srgbClr val="F8F7FF">
                    <a:alpha val="24833"/>
                  </a:srgbClr>
                </a:gs>
                <a:gs pos="42857">
                  <a:srgbClr val="F8F7FF">
                    <a:alpha val="17075"/>
                  </a:srgbClr>
                </a:gs>
                <a:gs pos="57143">
                  <a:srgbClr val="F8F7FF">
                    <a:alpha val="9855"/>
                  </a:srgbClr>
                </a:gs>
                <a:gs pos="71429">
                  <a:srgbClr val="F8F7FF">
                    <a:alpha val="4740"/>
                  </a:srgbClr>
                </a:gs>
                <a:gs pos="85714">
                  <a:srgbClr val="F8F7FF">
                    <a:alpha val="1902"/>
                  </a:srgbClr>
                </a:gs>
                <a:gs pos="100000">
                  <a:srgbClr val="F8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8954972">
              <a:off x="2754924" y="1555318"/>
              <a:ext cx="412099" cy="72574"/>
            </a:xfrm>
            <a:prstGeom prst="ellipse">
              <a:avLst/>
            </a:prstGeom>
            <a:gradFill>
              <a:gsLst>
                <a:gs pos="0">
                  <a:srgbClr val="BAB5B0">
                    <a:alpha val="32968"/>
                  </a:srgbClr>
                </a:gs>
                <a:gs pos="14286">
                  <a:srgbClr val="BAB5B0">
                    <a:alpha val="30764"/>
                  </a:srgbClr>
                </a:gs>
                <a:gs pos="28571">
                  <a:srgbClr val="BAB5B0">
                    <a:alpha val="24833"/>
                  </a:srgbClr>
                </a:gs>
                <a:gs pos="42857">
                  <a:srgbClr val="BAB5B0">
                    <a:alpha val="17075"/>
                  </a:srgbClr>
                </a:gs>
                <a:gs pos="57143">
                  <a:srgbClr val="BAB5B0">
                    <a:alpha val="9855"/>
                  </a:srgbClr>
                </a:gs>
                <a:gs pos="71429">
                  <a:srgbClr val="BAB5B0">
                    <a:alpha val="4740"/>
                  </a:srgbClr>
                </a:gs>
                <a:gs pos="85714">
                  <a:srgbClr val="BAB5B0">
                    <a:alpha val="1902"/>
                  </a:srgbClr>
                </a:gs>
                <a:gs pos="100000">
                  <a:srgbClr val="BAB5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5121411">
              <a:off x="41682" y="1474516"/>
              <a:ext cx="543455" cy="162598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10530870">
              <a:off x="1347670" y="264262"/>
              <a:ext cx="710432" cy="472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566874">
              <a:off x="942194" y="2347898"/>
              <a:ext cx="542071" cy="190270"/>
            </a:xfrm>
            <a:prstGeom prst="ellipse">
              <a:avLst/>
            </a:prstGeom>
            <a:gradFill>
              <a:gsLst>
                <a:gs pos="0">
                  <a:srgbClr val="FF7D3F">
                    <a:alpha val="32968"/>
                  </a:srgbClr>
                </a:gs>
                <a:gs pos="14286">
                  <a:srgbClr val="FF7D3F">
                    <a:alpha val="30764"/>
                  </a:srgbClr>
                </a:gs>
                <a:gs pos="28571">
                  <a:srgbClr val="FF7D3F">
                    <a:alpha val="24833"/>
                  </a:srgbClr>
                </a:gs>
                <a:gs pos="42857">
                  <a:srgbClr val="FF7D3F">
                    <a:alpha val="17075"/>
                  </a:srgbClr>
                </a:gs>
                <a:gs pos="57143">
                  <a:srgbClr val="FF7D3F">
                    <a:alpha val="9855"/>
                  </a:srgbClr>
                </a:gs>
                <a:gs pos="71429">
                  <a:srgbClr val="FF7D3F">
                    <a:alpha val="4740"/>
                  </a:srgbClr>
                </a:gs>
                <a:gs pos="85714">
                  <a:srgbClr val="FF7D3F">
                    <a:alpha val="1902"/>
                  </a:srgbClr>
                </a:gs>
                <a:gs pos="100000">
                  <a:srgbClr val="FF7D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316963">
              <a:off x="2039514" y="1438415"/>
              <a:ext cx="262869" cy="243438"/>
            </a:xfrm>
            <a:prstGeom prst="ellipse">
              <a:avLst/>
            </a:prstGeom>
            <a:gradFill>
              <a:gsLst>
                <a:gs pos="0">
                  <a:srgbClr val="F741F7">
                    <a:alpha val="3203"/>
                  </a:srgbClr>
                </a:gs>
                <a:gs pos="14286">
                  <a:srgbClr val="F741F7">
                    <a:alpha val="2948"/>
                  </a:srgbClr>
                </a:gs>
                <a:gs pos="28571">
                  <a:srgbClr val="F741F7">
                    <a:alpha val="2296"/>
                  </a:srgbClr>
                </a:gs>
                <a:gs pos="42857">
                  <a:srgbClr val="F741F7">
                    <a:alpha val="1512"/>
                  </a:srgbClr>
                </a:gs>
                <a:gs pos="57143">
                  <a:srgbClr val="F741F7">
                    <a:alpha val="841"/>
                  </a:srgbClr>
                </a:gs>
                <a:gs pos="71429">
                  <a:srgbClr val="F741F7">
                    <a:alpha val="394"/>
                  </a:srgbClr>
                </a:gs>
                <a:gs pos="85714">
                  <a:srgbClr val="F741F7">
                    <a:alpha val="156"/>
                  </a:srgbClr>
                </a:gs>
                <a:gs pos="100000">
                  <a:srgbClr val="F741F7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803923">
              <a:off x="801445" y="2818153"/>
              <a:ext cx="392452" cy="88217"/>
            </a:xfrm>
            <a:prstGeom prst="ellipse">
              <a:avLst/>
            </a:prstGeom>
            <a:gradFill>
              <a:gsLst>
                <a:gs pos="0">
                  <a:srgbClr val="0000DB">
                    <a:alpha val="5449"/>
                  </a:srgbClr>
                </a:gs>
                <a:gs pos="14286">
                  <a:srgbClr val="0000DB">
                    <a:alpha val="5019"/>
                  </a:srgbClr>
                </a:gs>
                <a:gs pos="28571">
                  <a:srgbClr val="0000DB">
                    <a:alpha val="3920"/>
                  </a:srgbClr>
                </a:gs>
                <a:gs pos="42857">
                  <a:srgbClr val="0000DB">
                    <a:alpha val="2589"/>
                  </a:srgbClr>
                </a:gs>
                <a:gs pos="57143">
                  <a:srgbClr val="0000DB">
                    <a:alpha val="1443"/>
                  </a:srgbClr>
                </a:gs>
                <a:gs pos="71429">
                  <a:srgbClr val="0000DB">
                    <a:alpha val="678"/>
                  </a:srgbClr>
                </a:gs>
                <a:gs pos="85714">
                  <a:srgbClr val="0000DB">
                    <a:alpha val="269"/>
                  </a:srgbClr>
                </a:gs>
                <a:gs pos="100000">
                  <a:srgbClr val="0000DB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6802511">
              <a:off x="719401" y="1400103"/>
              <a:ext cx="351506" cy="202093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-10020482">
              <a:off x="1491801" y="76532"/>
              <a:ext cx="611167" cy="82563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7437464">
              <a:off x="1378264" y="1090808"/>
              <a:ext cx="275583" cy="236110"/>
            </a:xfrm>
            <a:prstGeom prst="ellipse">
              <a:avLst/>
            </a:prstGeom>
            <a:gradFill>
              <a:gsLst>
                <a:gs pos="0">
                  <a:srgbClr val="FFFFF2">
                    <a:alpha val="8871"/>
                  </a:srgbClr>
                </a:gs>
                <a:gs pos="14286">
                  <a:srgbClr val="FFFFF2">
                    <a:alpha val="8183"/>
                  </a:srgbClr>
                </a:gs>
                <a:gs pos="28571">
                  <a:srgbClr val="FFFFF2">
                    <a:alpha val="6414"/>
                  </a:srgbClr>
                </a:gs>
                <a:gs pos="42857">
                  <a:srgbClr val="FFFFF2">
                    <a:alpha val="4255"/>
                  </a:srgbClr>
                </a:gs>
                <a:gs pos="57143">
                  <a:srgbClr val="FFFFF2">
                    <a:alpha val="2380"/>
                  </a:srgbClr>
                </a:gs>
                <a:gs pos="71429">
                  <a:srgbClr val="FFFFF2">
                    <a:alpha val="1121"/>
                  </a:srgbClr>
                </a:gs>
                <a:gs pos="85714">
                  <a:srgbClr val="FFFFF2">
                    <a:alpha val="445"/>
                  </a:srgbClr>
                </a:gs>
                <a:gs pos="100000">
                  <a:srgbClr val="FFFFF2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3300438">
              <a:off x="637623" y="1623311"/>
              <a:ext cx="473279" cy="79283"/>
            </a:xfrm>
            <a:prstGeom prst="ellipse">
              <a:avLst/>
            </a:prstGeom>
            <a:gradFill>
              <a:gsLst>
                <a:gs pos="0">
                  <a:srgbClr val="FF4E00">
                    <a:alpha val="32968"/>
                  </a:srgbClr>
                </a:gs>
                <a:gs pos="14286">
                  <a:srgbClr val="FF4E00">
                    <a:alpha val="30764"/>
                  </a:srgbClr>
                </a:gs>
                <a:gs pos="28571">
                  <a:srgbClr val="FF4E00">
                    <a:alpha val="24833"/>
                  </a:srgbClr>
                </a:gs>
                <a:gs pos="42857">
                  <a:srgbClr val="FF4E00">
                    <a:alpha val="17075"/>
                  </a:srgbClr>
                </a:gs>
                <a:gs pos="57143">
                  <a:srgbClr val="FF4E00">
                    <a:alpha val="9855"/>
                  </a:srgbClr>
                </a:gs>
                <a:gs pos="71429">
                  <a:srgbClr val="FF4E00">
                    <a:alpha val="4740"/>
                  </a:srgbClr>
                </a:gs>
                <a:gs pos="85714">
                  <a:srgbClr val="FF4E00">
                    <a:alpha val="1902"/>
                  </a:srgbClr>
                </a:gs>
                <a:gs pos="100000">
                  <a:srgbClr val="FF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6158174">
              <a:off x="-57694" y="2531352"/>
              <a:ext cx="418357" cy="157309"/>
            </a:xfrm>
            <a:prstGeom prst="ellipse">
              <a:avLst/>
            </a:prstGeom>
            <a:gradFill>
              <a:gsLst>
                <a:gs pos="0">
                  <a:srgbClr val="005000">
                    <a:alpha val="32968"/>
                  </a:srgbClr>
                </a:gs>
                <a:gs pos="14286">
                  <a:srgbClr val="005000">
                    <a:alpha val="30764"/>
                  </a:srgbClr>
                </a:gs>
                <a:gs pos="28571">
                  <a:srgbClr val="005000">
                    <a:alpha val="24833"/>
                  </a:srgbClr>
                </a:gs>
                <a:gs pos="42857">
                  <a:srgbClr val="005000">
                    <a:alpha val="17075"/>
                  </a:srgbClr>
                </a:gs>
                <a:gs pos="57143">
                  <a:srgbClr val="005000">
                    <a:alpha val="9855"/>
                  </a:srgbClr>
                </a:gs>
                <a:gs pos="71429">
                  <a:srgbClr val="005000">
                    <a:alpha val="4740"/>
                  </a:srgbClr>
                </a:gs>
                <a:gs pos="85714">
                  <a:srgbClr val="005000">
                    <a:alpha val="1902"/>
                  </a:srgbClr>
                </a:gs>
                <a:gs pos="100000">
                  <a:srgbClr val="005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-9715792">
              <a:off x="1354997" y="908876"/>
              <a:ext cx="367040" cy="35251"/>
            </a:xfrm>
            <a:prstGeom prst="ellipse">
              <a:avLst/>
            </a:prstGeom>
            <a:gradFill>
              <a:gsLst>
                <a:gs pos="0">
                  <a:srgbClr val="7B0000">
                    <a:alpha val="21905"/>
                  </a:srgbClr>
                </a:gs>
                <a:gs pos="14286">
                  <a:srgbClr val="7B0000">
                    <a:alpha val="20328"/>
                  </a:srgbClr>
                </a:gs>
                <a:gs pos="28571">
                  <a:srgbClr val="7B0000">
                    <a:alpha val="16176"/>
                  </a:srgbClr>
                </a:gs>
                <a:gs pos="42857">
                  <a:srgbClr val="7B0000">
                    <a:alpha val="10929"/>
                  </a:srgbClr>
                </a:gs>
                <a:gs pos="57143">
                  <a:srgbClr val="7B0000">
                    <a:alpha val="6212"/>
                  </a:srgbClr>
                </a:gs>
                <a:gs pos="71429">
                  <a:srgbClr val="7B0000">
                    <a:alpha val="2957"/>
                  </a:srgbClr>
                </a:gs>
                <a:gs pos="85714">
                  <a:srgbClr val="7B0000">
                    <a:alpha val="1180"/>
                  </a:srgbClr>
                </a:gs>
                <a:gs pos="100000">
                  <a:srgbClr val="7B00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531237">
              <a:off x="1002709" y="2313648"/>
              <a:ext cx="347462" cy="328053"/>
            </a:xfrm>
            <a:prstGeom prst="ellipse">
              <a:avLst/>
            </a:prstGeom>
            <a:gradFill>
              <a:gsLst>
                <a:gs pos="0">
                  <a:srgbClr val="CF009F">
                    <a:alpha val="2772"/>
                  </a:srgbClr>
                </a:gs>
                <a:gs pos="14286">
                  <a:srgbClr val="CF009F">
                    <a:alpha val="2550"/>
                  </a:srgbClr>
                </a:gs>
                <a:gs pos="28571">
                  <a:srgbClr val="CF009F">
                    <a:alpha val="1986"/>
                  </a:srgbClr>
                </a:gs>
                <a:gs pos="42857">
                  <a:srgbClr val="CF009F">
                    <a:alpha val="1307"/>
                  </a:srgbClr>
                </a:gs>
                <a:gs pos="57143">
                  <a:srgbClr val="CF009F">
                    <a:alpha val="726"/>
                  </a:srgbClr>
                </a:gs>
                <a:gs pos="71429">
                  <a:srgbClr val="CF009F">
                    <a:alpha val="341"/>
                  </a:srgbClr>
                </a:gs>
                <a:gs pos="85714">
                  <a:srgbClr val="CF009F">
                    <a:alpha val="135"/>
                  </a:srgbClr>
                </a:gs>
                <a:gs pos="100000">
                  <a:srgbClr val="CF009F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6023463">
              <a:off x="2263866" y="2517604"/>
              <a:ext cx="185857" cy="5790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239236">
              <a:off x="1255119" y="217247"/>
              <a:ext cx="257921" cy="123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293300">
              <a:off x="1569913" y="3203703"/>
              <a:ext cx="636828" cy="27821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5739019">
              <a:off x="2949756" y="1702571"/>
              <a:ext cx="398361" cy="180183"/>
            </a:xfrm>
            <a:prstGeom prst="ellipse">
              <a:avLst/>
            </a:prstGeom>
            <a:gradFill>
              <a:gsLst>
                <a:gs pos="0">
                  <a:srgbClr val="E7FCE9">
                    <a:alpha val="11984"/>
                  </a:srgbClr>
                </a:gs>
                <a:gs pos="14286">
                  <a:srgbClr val="E7FCE9">
                    <a:alpha val="11071"/>
                  </a:srgbClr>
                </a:gs>
                <a:gs pos="28571">
                  <a:srgbClr val="E7FCE9">
                    <a:alpha val="8707"/>
                  </a:srgbClr>
                </a:gs>
                <a:gs pos="42857">
                  <a:srgbClr val="E7FCE9">
                    <a:alpha val="5800"/>
                  </a:srgbClr>
                </a:gs>
                <a:gs pos="57143">
                  <a:srgbClr val="E7FCE9">
                    <a:alpha val="3257"/>
                  </a:srgbClr>
                </a:gs>
                <a:gs pos="71429">
                  <a:srgbClr val="E7FCE9">
                    <a:alpha val="1538"/>
                  </a:srgbClr>
                </a:gs>
                <a:gs pos="85714">
                  <a:srgbClr val="E7FCE9">
                    <a:alpha val="611"/>
                  </a:srgbClr>
                </a:gs>
                <a:gs pos="100000">
                  <a:srgbClr val="E7FCE9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758516">
              <a:off x="2697458" y="1187996"/>
              <a:ext cx="722385" cy="104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9182236">
              <a:off x="1484995" y="1739231"/>
              <a:ext cx="329472" cy="268349"/>
            </a:xfrm>
            <a:prstGeom prst="ellipse">
              <a:avLst/>
            </a:prstGeom>
            <a:gradFill>
              <a:gsLst>
                <a:gs pos="0">
                  <a:srgbClr val="AAE6FF">
                    <a:alpha val="8208"/>
                  </a:srgbClr>
                </a:gs>
                <a:gs pos="14286">
                  <a:srgbClr val="AAE6FF">
                    <a:alpha val="7570"/>
                  </a:srgbClr>
                </a:gs>
                <a:gs pos="28571">
                  <a:srgbClr val="AAE6FF">
                    <a:alpha val="5929"/>
                  </a:srgbClr>
                </a:gs>
                <a:gs pos="42857">
                  <a:srgbClr val="AAE6FF">
                    <a:alpha val="3930"/>
                  </a:srgbClr>
                </a:gs>
                <a:gs pos="57143">
                  <a:srgbClr val="AAE6FF">
                    <a:alpha val="2197"/>
                  </a:srgbClr>
                </a:gs>
                <a:gs pos="71429">
                  <a:srgbClr val="AAE6FF">
                    <a:alpha val="1034"/>
                  </a:srgbClr>
                </a:gs>
                <a:gs pos="85714">
                  <a:srgbClr val="AAE6FF">
                    <a:alpha val="410"/>
                  </a:srgbClr>
                </a:gs>
                <a:gs pos="100000">
                  <a:srgbClr val="AAE6FF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173052">
              <a:off x="2593046" y="1456719"/>
              <a:ext cx="447589" cy="104129"/>
            </a:xfrm>
            <a:prstGeom prst="ellipse">
              <a:avLst/>
            </a:prstGeom>
            <a:gradFill>
              <a:gsLst>
                <a:gs pos="0">
                  <a:srgbClr val="FEFBFF">
                    <a:alpha val="32968"/>
                  </a:srgbClr>
                </a:gs>
                <a:gs pos="14286">
                  <a:srgbClr val="FEFBFF">
                    <a:alpha val="30764"/>
                  </a:srgbClr>
                </a:gs>
                <a:gs pos="28571">
                  <a:srgbClr val="FEFBFF">
                    <a:alpha val="24833"/>
                  </a:srgbClr>
                </a:gs>
                <a:gs pos="42857">
                  <a:srgbClr val="FEFBFF">
                    <a:alpha val="17075"/>
                  </a:srgbClr>
                </a:gs>
                <a:gs pos="57143">
                  <a:srgbClr val="FEFBFF">
                    <a:alpha val="9855"/>
                  </a:srgbClr>
                </a:gs>
                <a:gs pos="71429">
                  <a:srgbClr val="FEFBFF">
                    <a:alpha val="4740"/>
                  </a:srgbClr>
                </a:gs>
                <a:gs pos="85714">
                  <a:srgbClr val="FEFBFF">
                    <a:alpha val="1902"/>
                  </a:srgbClr>
                </a:gs>
                <a:gs pos="100000">
                  <a:srgbClr val="FE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4686638">
              <a:off x="2987610" y="1352250"/>
              <a:ext cx="476033" cy="125983"/>
            </a:xfrm>
            <a:prstGeom prst="ellipse">
              <a:avLst/>
            </a:prstGeom>
            <a:gradFill>
              <a:gsLst>
                <a:gs pos="0">
                  <a:srgbClr val="3C2E00">
                    <a:alpha val="32968"/>
                  </a:srgbClr>
                </a:gs>
                <a:gs pos="14286">
                  <a:srgbClr val="3C2E00">
                    <a:alpha val="30764"/>
                  </a:srgbClr>
                </a:gs>
                <a:gs pos="28571">
                  <a:srgbClr val="3C2E00">
                    <a:alpha val="24833"/>
                  </a:srgbClr>
                </a:gs>
                <a:gs pos="42857">
                  <a:srgbClr val="3C2E00">
                    <a:alpha val="17075"/>
                  </a:srgbClr>
                </a:gs>
                <a:gs pos="57143">
                  <a:srgbClr val="3C2E00">
                    <a:alpha val="9855"/>
                  </a:srgbClr>
                </a:gs>
                <a:gs pos="71429">
                  <a:srgbClr val="3C2E00">
                    <a:alpha val="4740"/>
                  </a:srgbClr>
                </a:gs>
                <a:gs pos="85714">
                  <a:srgbClr val="3C2E00">
                    <a:alpha val="1902"/>
                  </a:srgbClr>
                </a:gs>
                <a:gs pos="100000">
                  <a:srgbClr val="3C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250225">
              <a:off x="2426654" y="2539394"/>
              <a:ext cx="465519" cy="33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3982194">
              <a:off x="1846708" y="1532207"/>
              <a:ext cx="581885" cy="32067"/>
            </a:xfrm>
            <a:prstGeom prst="ellipse">
              <a:avLst/>
            </a:prstGeom>
            <a:gradFill>
              <a:gsLst>
                <a:gs pos="0">
                  <a:srgbClr val="FFFEF0">
                    <a:alpha val="32968"/>
                  </a:srgbClr>
                </a:gs>
                <a:gs pos="14286">
                  <a:srgbClr val="FFFEF0">
                    <a:alpha val="30764"/>
                  </a:srgbClr>
                </a:gs>
                <a:gs pos="28571">
                  <a:srgbClr val="FFFEF0">
                    <a:alpha val="24833"/>
                  </a:srgbClr>
                </a:gs>
                <a:gs pos="42857">
                  <a:srgbClr val="FFFEF0">
                    <a:alpha val="17075"/>
                  </a:srgbClr>
                </a:gs>
                <a:gs pos="57143">
                  <a:srgbClr val="FFFEF0">
                    <a:alpha val="9855"/>
                  </a:srgbClr>
                </a:gs>
                <a:gs pos="71429">
                  <a:srgbClr val="FFFEF0">
                    <a:alpha val="4740"/>
                  </a:srgbClr>
                </a:gs>
                <a:gs pos="85714">
                  <a:srgbClr val="FFFEF0">
                    <a:alpha val="1902"/>
                  </a:srgbClr>
                </a:gs>
                <a:gs pos="100000">
                  <a:srgbClr val="FFFE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6370065">
              <a:off x="1392053" y="3343623"/>
              <a:ext cx="402285" cy="1219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2711957">
              <a:off x="-25699" y="2494362"/>
              <a:ext cx="312498" cy="168176"/>
            </a:xfrm>
            <a:prstGeom prst="ellipse">
              <a:avLst/>
            </a:prstGeom>
            <a:gradFill>
              <a:gsLst>
                <a:gs pos="0">
                  <a:srgbClr val="492200">
                    <a:alpha val="32968"/>
                  </a:srgbClr>
                </a:gs>
                <a:gs pos="14286">
                  <a:srgbClr val="492200">
                    <a:alpha val="30764"/>
                  </a:srgbClr>
                </a:gs>
                <a:gs pos="28571">
                  <a:srgbClr val="492200">
                    <a:alpha val="24833"/>
                  </a:srgbClr>
                </a:gs>
                <a:gs pos="42857">
                  <a:srgbClr val="492200">
                    <a:alpha val="17075"/>
                  </a:srgbClr>
                </a:gs>
                <a:gs pos="57143">
                  <a:srgbClr val="492200">
                    <a:alpha val="9855"/>
                  </a:srgbClr>
                </a:gs>
                <a:gs pos="71429">
                  <a:srgbClr val="492200">
                    <a:alpha val="4740"/>
                  </a:srgbClr>
                </a:gs>
                <a:gs pos="85714">
                  <a:srgbClr val="492200">
                    <a:alpha val="1902"/>
                  </a:srgbClr>
                </a:gs>
                <a:gs pos="100000">
                  <a:srgbClr val="492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6922269">
              <a:off x="2622627" y="911315"/>
              <a:ext cx="450761" cy="64858"/>
            </a:xfrm>
            <a:prstGeom prst="ellipse">
              <a:avLst/>
            </a:prstGeom>
            <a:gradFill>
              <a:gsLst>
                <a:gs pos="0">
                  <a:srgbClr val="A9A39F">
                    <a:alpha val="28444"/>
                  </a:srgbClr>
                </a:gs>
                <a:gs pos="14286">
                  <a:srgbClr val="A9A39F">
                    <a:alpha val="26480"/>
                  </a:srgbClr>
                </a:gs>
                <a:gs pos="28571">
                  <a:srgbClr val="A9A39F">
                    <a:alpha val="21247"/>
                  </a:srgbClr>
                </a:gs>
                <a:gs pos="42857">
                  <a:srgbClr val="A9A39F">
                    <a:alpha val="14501"/>
                  </a:srgbClr>
                </a:gs>
                <a:gs pos="57143">
                  <a:srgbClr val="A9A39F">
                    <a:alpha val="8315"/>
                  </a:srgbClr>
                </a:gs>
                <a:gs pos="71429">
                  <a:srgbClr val="A9A39F">
                    <a:alpha val="3982"/>
                  </a:srgbClr>
                </a:gs>
                <a:gs pos="85714">
                  <a:srgbClr val="A9A39F">
                    <a:alpha val="1594"/>
                  </a:srgbClr>
                </a:gs>
                <a:gs pos="100000">
                  <a:srgbClr val="A9A39F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-10056835">
              <a:off x="1422895" y="2076262"/>
              <a:ext cx="413529" cy="248133"/>
            </a:xfrm>
            <a:prstGeom prst="ellipse">
              <a:avLst/>
            </a:prstGeom>
            <a:gradFill>
              <a:gsLst>
                <a:gs pos="0">
                  <a:srgbClr val="FF8645">
                    <a:alpha val="32968"/>
                  </a:srgbClr>
                </a:gs>
                <a:gs pos="14286">
                  <a:srgbClr val="FF8645">
                    <a:alpha val="30764"/>
                  </a:srgbClr>
                </a:gs>
                <a:gs pos="28571">
                  <a:srgbClr val="FF8645">
                    <a:alpha val="24833"/>
                  </a:srgbClr>
                </a:gs>
                <a:gs pos="42857">
                  <a:srgbClr val="FF8645">
                    <a:alpha val="17075"/>
                  </a:srgbClr>
                </a:gs>
                <a:gs pos="57143">
                  <a:srgbClr val="FF8645">
                    <a:alpha val="9855"/>
                  </a:srgbClr>
                </a:gs>
                <a:gs pos="71429">
                  <a:srgbClr val="FF8645">
                    <a:alpha val="4740"/>
                  </a:srgbClr>
                </a:gs>
                <a:gs pos="85714">
                  <a:srgbClr val="FF8645">
                    <a:alpha val="1902"/>
                  </a:srgbClr>
                </a:gs>
                <a:gs pos="100000">
                  <a:srgbClr val="FF86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10788830">
              <a:off x="2550268" y="938023"/>
              <a:ext cx="301062" cy="289261"/>
            </a:xfrm>
            <a:prstGeom prst="ellipse">
              <a:avLst/>
            </a:prstGeom>
            <a:gradFill>
              <a:gsLst>
                <a:gs pos="0">
                  <a:srgbClr val="D4FCBA">
                    <a:alpha val="3370"/>
                  </a:srgbClr>
                </a:gs>
                <a:gs pos="14286">
                  <a:srgbClr val="D4FCBA">
                    <a:alpha val="3102"/>
                  </a:srgbClr>
                </a:gs>
                <a:gs pos="28571">
                  <a:srgbClr val="D4FCBA">
                    <a:alpha val="2417"/>
                  </a:srgbClr>
                </a:gs>
                <a:gs pos="42857">
                  <a:srgbClr val="D4FCBA">
                    <a:alpha val="1592"/>
                  </a:srgbClr>
                </a:gs>
                <a:gs pos="57143">
                  <a:srgbClr val="D4FCBA">
                    <a:alpha val="885"/>
                  </a:srgbClr>
                </a:gs>
                <a:gs pos="71429">
                  <a:srgbClr val="D4FCBA">
                    <a:alpha val="415"/>
                  </a:srgbClr>
                </a:gs>
                <a:gs pos="85714">
                  <a:srgbClr val="D4FCBA">
                    <a:alpha val="164"/>
                  </a:srgbClr>
                </a:gs>
                <a:gs pos="100000">
                  <a:srgbClr val="D4FCBA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3077790">
              <a:off x="734686" y="1438854"/>
              <a:ext cx="277011" cy="164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8187287">
              <a:off x="1794152" y="1324820"/>
              <a:ext cx="642111" cy="202726"/>
            </a:xfrm>
            <a:prstGeom prst="ellipse">
              <a:avLst/>
            </a:prstGeom>
            <a:gradFill>
              <a:gsLst>
                <a:gs pos="0">
                  <a:srgbClr val="FFFFFD">
                    <a:alpha val="30872"/>
                  </a:srgbClr>
                </a:gs>
                <a:gs pos="14286">
                  <a:srgbClr val="FFFFFD">
                    <a:alpha val="28776"/>
                  </a:srgbClr>
                </a:gs>
                <a:gs pos="28571">
                  <a:srgbClr val="FFFFFD">
                    <a:alpha val="23163"/>
                  </a:srgbClr>
                </a:gs>
                <a:gs pos="42857">
                  <a:srgbClr val="FFFFFD">
                    <a:alpha val="15871"/>
                  </a:srgbClr>
                </a:gs>
                <a:gs pos="57143">
                  <a:srgbClr val="FFFFFD">
                    <a:alpha val="9132"/>
                  </a:srgbClr>
                </a:gs>
                <a:gs pos="71429">
                  <a:srgbClr val="FFFFFD">
                    <a:alpha val="4384"/>
                  </a:srgbClr>
                </a:gs>
                <a:gs pos="85714">
                  <a:srgbClr val="FFFFFD">
                    <a:alpha val="1757"/>
                  </a:srgbClr>
                </a:gs>
                <a:gs pos="100000">
                  <a:srgbClr val="FFFFFD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539905">
              <a:off x="1237965" y="265258"/>
              <a:ext cx="262393" cy="245788"/>
            </a:xfrm>
            <a:prstGeom prst="ellipse">
              <a:avLst/>
            </a:prstGeom>
            <a:gradFill>
              <a:gsLst>
                <a:gs pos="0">
                  <a:srgbClr val="EADDA9">
                    <a:alpha val="7472"/>
                  </a:srgbClr>
                </a:gs>
                <a:gs pos="14286">
                  <a:srgbClr val="EADDA9">
                    <a:alpha val="6889"/>
                  </a:srgbClr>
                </a:gs>
                <a:gs pos="28571">
                  <a:srgbClr val="EADDA9">
                    <a:alpha val="5392"/>
                  </a:srgbClr>
                </a:gs>
                <a:gs pos="42857">
                  <a:srgbClr val="EADDA9">
                    <a:alpha val="3570"/>
                  </a:srgbClr>
                </a:gs>
                <a:gs pos="57143">
                  <a:srgbClr val="EADDA9">
                    <a:alpha val="1994"/>
                  </a:srgbClr>
                </a:gs>
                <a:gs pos="71429">
                  <a:srgbClr val="EADDA9">
                    <a:alpha val="938"/>
                  </a:srgbClr>
                </a:gs>
                <a:gs pos="85714">
                  <a:srgbClr val="EADDA9">
                    <a:alpha val="372"/>
                  </a:srgbClr>
                </a:gs>
                <a:gs pos="100000">
                  <a:srgbClr val="EADDA9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10512132">
              <a:off x="2552232" y="2451081"/>
              <a:ext cx="429026" cy="730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972218">
              <a:off x="1547144" y="3038037"/>
              <a:ext cx="604659" cy="31761"/>
            </a:xfrm>
            <a:prstGeom prst="ellipse">
              <a:avLst/>
            </a:prstGeom>
            <a:gradFill>
              <a:gsLst>
                <a:gs pos="0">
                  <a:srgbClr val="F9FFF6">
                    <a:alpha val="32968"/>
                  </a:srgbClr>
                </a:gs>
                <a:gs pos="14286">
                  <a:srgbClr val="F9FFF6">
                    <a:alpha val="30764"/>
                  </a:srgbClr>
                </a:gs>
                <a:gs pos="28571">
                  <a:srgbClr val="F9FFF6">
                    <a:alpha val="24833"/>
                  </a:srgbClr>
                </a:gs>
                <a:gs pos="42857">
                  <a:srgbClr val="F9FFF6">
                    <a:alpha val="17075"/>
                  </a:srgbClr>
                </a:gs>
                <a:gs pos="57143">
                  <a:srgbClr val="F9FFF6">
                    <a:alpha val="9855"/>
                  </a:srgbClr>
                </a:gs>
                <a:gs pos="71429">
                  <a:srgbClr val="F9FFF6">
                    <a:alpha val="4740"/>
                  </a:srgbClr>
                </a:gs>
                <a:gs pos="85714">
                  <a:srgbClr val="F9FFF6">
                    <a:alpha val="1902"/>
                  </a:srgbClr>
                </a:gs>
                <a:gs pos="100000">
                  <a:srgbClr val="F9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519604">
              <a:off x="1017716" y="216837"/>
              <a:ext cx="355174" cy="283414"/>
            </a:xfrm>
            <a:prstGeom prst="ellipse">
              <a:avLst/>
            </a:prstGeom>
            <a:gradFill>
              <a:gsLst>
                <a:gs pos="0">
                  <a:srgbClr val="9A7D00">
                    <a:alpha val="10802"/>
                  </a:srgbClr>
                </a:gs>
                <a:gs pos="14286">
                  <a:srgbClr val="9A7D00">
                    <a:alpha val="9973"/>
                  </a:srgbClr>
                </a:gs>
                <a:gs pos="28571">
                  <a:srgbClr val="9A7D00">
                    <a:alpha val="7834"/>
                  </a:srgbClr>
                </a:gs>
                <a:gs pos="42857">
                  <a:srgbClr val="9A7D00">
                    <a:alpha val="5210"/>
                  </a:srgbClr>
                </a:gs>
                <a:gs pos="57143">
                  <a:srgbClr val="9A7D00">
                    <a:alpha val="2921"/>
                  </a:srgbClr>
                </a:gs>
                <a:gs pos="71429">
                  <a:srgbClr val="9A7D00">
                    <a:alpha val="1378"/>
                  </a:srgbClr>
                </a:gs>
                <a:gs pos="85714">
                  <a:srgbClr val="9A7D00">
                    <a:alpha val="547"/>
                  </a:srgbClr>
                </a:gs>
                <a:gs pos="100000">
                  <a:srgbClr val="9A7D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9712749">
              <a:off x="801904" y="2737537"/>
              <a:ext cx="489278" cy="51816"/>
            </a:xfrm>
            <a:prstGeom prst="ellipse">
              <a:avLst/>
            </a:prstGeom>
            <a:gradFill>
              <a:gsLst>
                <a:gs pos="0">
                  <a:srgbClr val="00148F">
                    <a:alpha val="32968"/>
                  </a:srgbClr>
                </a:gs>
                <a:gs pos="14286">
                  <a:srgbClr val="00148F">
                    <a:alpha val="30764"/>
                  </a:srgbClr>
                </a:gs>
                <a:gs pos="28571">
                  <a:srgbClr val="00148F">
                    <a:alpha val="24833"/>
                  </a:srgbClr>
                </a:gs>
                <a:gs pos="42857">
                  <a:srgbClr val="00148F">
                    <a:alpha val="17075"/>
                  </a:srgbClr>
                </a:gs>
                <a:gs pos="57143">
                  <a:srgbClr val="00148F">
                    <a:alpha val="9855"/>
                  </a:srgbClr>
                </a:gs>
                <a:gs pos="71429">
                  <a:srgbClr val="00148F">
                    <a:alpha val="4740"/>
                  </a:srgbClr>
                </a:gs>
                <a:gs pos="85714">
                  <a:srgbClr val="00148F">
                    <a:alpha val="1902"/>
                  </a:srgbClr>
                </a:gs>
                <a:gs pos="100000">
                  <a:srgbClr val="0014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352121">
              <a:off x="2369779" y="1106788"/>
              <a:ext cx="707756" cy="90800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203575">
              <a:off x="2316114" y="1972459"/>
              <a:ext cx="428780" cy="263785"/>
            </a:xfrm>
            <a:prstGeom prst="ellipse">
              <a:avLst/>
            </a:prstGeom>
            <a:gradFill>
              <a:gsLst>
                <a:gs pos="0">
                  <a:srgbClr val="FF7B00">
                    <a:alpha val="32968"/>
                  </a:srgbClr>
                </a:gs>
                <a:gs pos="14286">
                  <a:srgbClr val="FF7B00">
                    <a:alpha val="30764"/>
                  </a:srgbClr>
                </a:gs>
                <a:gs pos="28571">
                  <a:srgbClr val="FF7B00">
                    <a:alpha val="24833"/>
                  </a:srgbClr>
                </a:gs>
                <a:gs pos="42857">
                  <a:srgbClr val="FF7B00">
                    <a:alpha val="17075"/>
                  </a:srgbClr>
                </a:gs>
                <a:gs pos="57143">
                  <a:srgbClr val="FF7B00">
                    <a:alpha val="9855"/>
                  </a:srgbClr>
                </a:gs>
                <a:gs pos="71429">
                  <a:srgbClr val="FF7B00">
                    <a:alpha val="4740"/>
                  </a:srgbClr>
                </a:gs>
                <a:gs pos="85714">
                  <a:srgbClr val="FF7B00">
                    <a:alpha val="1902"/>
                  </a:srgbClr>
                </a:gs>
                <a:gs pos="100000">
                  <a:srgbClr val="FF7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8673715">
              <a:off x="1269048" y="704162"/>
              <a:ext cx="230436" cy="188918"/>
            </a:xfrm>
            <a:prstGeom prst="ellipse">
              <a:avLst/>
            </a:prstGeom>
            <a:gradFill>
              <a:gsLst>
                <a:gs pos="0">
                  <a:srgbClr val="FFFDF7">
                    <a:alpha val="29350"/>
                  </a:srgbClr>
                </a:gs>
                <a:gs pos="14286">
                  <a:srgbClr val="FFFDF7">
                    <a:alpha val="27337"/>
                  </a:srgbClr>
                </a:gs>
                <a:gs pos="28571">
                  <a:srgbClr val="FFFDF7">
                    <a:alpha val="21960"/>
                  </a:srgbClr>
                </a:gs>
                <a:gs pos="42857">
                  <a:srgbClr val="FFFDF7">
                    <a:alpha val="15010"/>
                  </a:srgbClr>
                </a:gs>
                <a:gs pos="57143">
                  <a:srgbClr val="FFFDF7">
                    <a:alpha val="8617"/>
                  </a:srgbClr>
                </a:gs>
                <a:gs pos="71429">
                  <a:srgbClr val="FFFDF7">
                    <a:alpha val="4131"/>
                  </a:srgbClr>
                </a:gs>
                <a:gs pos="85714">
                  <a:srgbClr val="FFFDF7">
                    <a:alpha val="1654"/>
                  </a:srgbClr>
                </a:gs>
                <a:gs pos="100000">
                  <a:srgbClr val="FFFDF7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4034203">
              <a:off x="32730" y="29572"/>
              <a:ext cx="572284" cy="407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4276990">
              <a:off x="1493471" y="2159656"/>
              <a:ext cx="407984" cy="283956"/>
            </a:xfrm>
            <a:prstGeom prst="ellipse">
              <a:avLst/>
            </a:prstGeom>
            <a:gradFill>
              <a:gsLst>
                <a:gs pos="0">
                  <a:srgbClr val="B80000">
                    <a:alpha val="32968"/>
                  </a:srgbClr>
                </a:gs>
                <a:gs pos="14286">
                  <a:srgbClr val="B80000">
                    <a:alpha val="30764"/>
                  </a:srgbClr>
                </a:gs>
                <a:gs pos="28571">
                  <a:srgbClr val="B80000">
                    <a:alpha val="24833"/>
                  </a:srgbClr>
                </a:gs>
                <a:gs pos="42857">
                  <a:srgbClr val="B80000">
                    <a:alpha val="17075"/>
                  </a:srgbClr>
                </a:gs>
                <a:gs pos="57143">
                  <a:srgbClr val="B80000">
                    <a:alpha val="9855"/>
                  </a:srgbClr>
                </a:gs>
                <a:gs pos="71429">
                  <a:srgbClr val="B80000">
                    <a:alpha val="4740"/>
                  </a:srgbClr>
                </a:gs>
                <a:gs pos="85714">
                  <a:srgbClr val="B80000">
                    <a:alpha val="1902"/>
                  </a:srgbClr>
                </a:gs>
                <a:gs pos="100000">
                  <a:srgbClr val="B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3673761">
              <a:off x="2619229" y="675965"/>
              <a:ext cx="438367" cy="94183"/>
            </a:xfrm>
            <a:prstGeom prst="ellipse">
              <a:avLst/>
            </a:prstGeom>
            <a:gradFill>
              <a:gsLst>
                <a:gs pos="0">
                  <a:srgbClr val="FFFFFF">
                    <a:alpha val="30341"/>
                  </a:srgbClr>
                </a:gs>
                <a:gs pos="14286">
                  <a:srgbClr val="FFFFFF">
                    <a:alpha val="28274"/>
                  </a:srgbClr>
                </a:gs>
                <a:gs pos="28571">
                  <a:srgbClr val="FFFFFF">
                    <a:alpha val="22742"/>
                  </a:srgbClr>
                </a:gs>
                <a:gs pos="42857">
                  <a:srgbClr val="FFFFFF">
                    <a:alpha val="15569"/>
                  </a:srgbClr>
                </a:gs>
                <a:gs pos="57143">
                  <a:srgbClr val="FFFFFF">
                    <a:alpha val="8951"/>
                  </a:srgbClr>
                </a:gs>
                <a:gs pos="71429">
                  <a:srgbClr val="FFFFFF">
                    <a:alpha val="4295"/>
                  </a:srgbClr>
                </a:gs>
                <a:gs pos="85714">
                  <a:srgbClr val="FFFFFF">
                    <a:alpha val="1721"/>
                  </a:srgbClr>
                </a:gs>
                <a:gs pos="100000">
                  <a:srgbClr val="FFF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4739140">
              <a:off x="1924980" y="1619845"/>
              <a:ext cx="368143" cy="46285"/>
            </a:xfrm>
            <a:prstGeom prst="ellipse">
              <a:avLst/>
            </a:prstGeom>
            <a:gradFill>
              <a:gsLst>
                <a:gs pos="0">
                  <a:srgbClr val="FFEAEC">
                    <a:alpha val="25253"/>
                  </a:srgbClr>
                </a:gs>
                <a:gs pos="14286">
                  <a:srgbClr val="FFEAEC">
                    <a:alpha val="23472"/>
                  </a:srgbClr>
                </a:gs>
                <a:gs pos="28571">
                  <a:srgbClr val="FFEAEC">
                    <a:alpha val="18756"/>
                  </a:srgbClr>
                </a:gs>
                <a:gs pos="42857">
                  <a:srgbClr val="FFEAEC">
                    <a:alpha val="12737"/>
                  </a:srgbClr>
                </a:gs>
                <a:gs pos="57143">
                  <a:srgbClr val="FFEAEC">
                    <a:alpha val="7271"/>
                  </a:srgbClr>
                </a:gs>
                <a:gs pos="71429">
                  <a:srgbClr val="FFEAEC">
                    <a:alpha val="3472"/>
                  </a:srgbClr>
                </a:gs>
                <a:gs pos="85714">
                  <a:srgbClr val="FFEAEC">
                    <a:alpha val="1388"/>
                  </a:srgbClr>
                </a:gs>
                <a:gs pos="100000">
                  <a:srgbClr val="FFEAEC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912385">
              <a:off x="-160448" y="17518"/>
              <a:ext cx="385716" cy="66793"/>
            </a:xfrm>
            <a:prstGeom prst="ellipse">
              <a:avLst/>
            </a:prstGeom>
            <a:gradFill>
              <a:gsLst>
                <a:gs pos="0">
                  <a:srgbClr val="FFFFEF">
                    <a:alpha val="32968"/>
                  </a:srgbClr>
                </a:gs>
                <a:gs pos="14286">
                  <a:srgbClr val="FFFFEF">
                    <a:alpha val="30764"/>
                  </a:srgbClr>
                </a:gs>
                <a:gs pos="28571">
                  <a:srgbClr val="FFFFEF">
                    <a:alpha val="24833"/>
                  </a:srgbClr>
                </a:gs>
                <a:gs pos="42857">
                  <a:srgbClr val="FFFFEF">
                    <a:alpha val="17075"/>
                  </a:srgbClr>
                </a:gs>
                <a:gs pos="57143">
                  <a:srgbClr val="FFFFEF">
                    <a:alpha val="9855"/>
                  </a:srgbClr>
                </a:gs>
                <a:gs pos="71429">
                  <a:srgbClr val="FFFFEF">
                    <a:alpha val="4740"/>
                  </a:srgbClr>
                </a:gs>
                <a:gs pos="85714">
                  <a:srgbClr val="FFFFEF">
                    <a:alpha val="1902"/>
                  </a:srgbClr>
                </a:gs>
                <a:gs pos="100000">
                  <a:srgbClr val="FF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9995537">
              <a:off x="969219" y="2682558"/>
              <a:ext cx="601111" cy="108200"/>
            </a:xfrm>
            <a:prstGeom prst="ellipse">
              <a:avLst/>
            </a:prstGeom>
            <a:gradFill>
              <a:gsLst>
                <a:gs pos="0">
                  <a:srgbClr val="2600A6">
                    <a:alpha val="32968"/>
                  </a:srgbClr>
                </a:gs>
                <a:gs pos="14286">
                  <a:srgbClr val="2600A6">
                    <a:alpha val="30764"/>
                  </a:srgbClr>
                </a:gs>
                <a:gs pos="28571">
                  <a:srgbClr val="2600A6">
                    <a:alpha val="24833"/>
                  </a:srgbClr>
                </a:gs>
                <a:gs pos="42857">
                  <a:srgbClr val="2600A6">
                    <a:alpha val="17075"/>
                  </a:srgbClr>
                </a:gs>
                <a:gs pos="57143">
                  <a:srgbClr val="2600A6">
                    <a:alpha val="9855"/>
                  </a:srgbClr>
                </a:gs>
                <a:gs pos="71429">
                  <a:srgbClr val="2600A6">
                    <a:alpha val="4740"/>
                  </a:srgbClr>
                </a:gs>
                <a:gs pos="85714">
                  <a:srgbClr val="2600A6">
                    <a:alpha val="1902"/>
                  </a:srgbClr>
                </a:gs>
                <a:gs pos="100000">
                  <a:srgbClr val="2600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9495620">
              <a:off x="1251115" y="2709307"/>
              <a:ext cx="134616" cy="54454"/>
            </a:xfrm>
            <a:prstGeom prst="ellipse">
              <a:avLst/>
            </a:prstGeom>
            <a:gradFill>
              <a:gsLst>
                <a:gs pos="0">
                  <a:srgbClr val="FFF1FF">
                    <a:alpha val="32968"/>
                  </a:srgbClr>
                </a:gs>
                <a:gs pos="14286">
                  <a:srgbClr val="FFF1FF">
                    <a:alpha val="30764"/>
                  </a:srgbClr>
                </a:gs>
                <a:gs pos="28571">
                  <a:srgbClr val="FFF1FF">
                    <a:alpha val="24833"/>
                  </a:srgbClr>
                </a:gs>
                <a:gs pos="42857">
                  <a:srgbClr val="FFF1FF">
                    <a:alpha val="17075"/>
                  </a:srgbClr>
                </a:gs>
                <a:gs pos="57143">
                  <a:srgbClr val="FFF1FF">
                    <a:alpha val="9855"/>
                  </a:srgbClr>
                </a:gs>
                <a:gs pos="71429">
                  <a:srgbClr val="FFF1FF">
                    <a:alpha val="4740"/>
                  </a:srgbClr>
                </a:gs>
                <a:gs pos="85714">
                  <a:srgbClr val="FFF1FF">
                    <a:alpha val="1902"/>
                  </a:srgbClr>
                </a:gs>
                <a:gs pos="100000">
                  <a:srgbClr val="FF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269248">
              <a:off x="1335779" y="676304"/>
              <a:ext cx="206785" cy="475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471878">
              <a:off x="2124770" y="2442336"/>
              <a:ext cx="358439" cy="27209"/>
            </a:xfrm>
            <a:prstGeom prst="ellipse">
              <a:avLst/>
            </a:prstGeom>
            <a:gradFill>
              <a:gsLst>
                <a:gs pos="0">
                  <a:srgbClr val="FF7400">
                    <a:alpha val="32968"/>
                  </a:srgbClr>
                </a:gs>
                <a:gs pos="14286">
                  <a:srgbClr val="FF7400">
                    <a:alpha val="30764"/>
                  </a:srgbClr>
                </a:gs>
                <a:gs pos="28571">
                  <a:srgbClr val="FF7400">
                    <a:alpha val="24833"/>
                  </a:srgbClr>
                </a:gs>
                <a:gs pos="42857">
                  <a:srgbClr val="FF7400">
                    <a:alpha val="17075"/>
                  </a:srgbClr>
                </a:gs>
                <a:gs pos="57143">
                  <a:srgbClr val="FF7400">
                    <a:alpha val="9855"/>
                  </a:srgbClr>
                </a:gs>
                <a:gs pos="71429">
                  <a:srgbClr val="FF7400">
                    <a:alpha val="4740"/>
                  </a:srgbClr>
                </a:gs>
                <a:gs pos="85714">
                  <a:srgbClr val="FF7400">
                    <a:alpha val="1902"/>
                  </a:srgbClr>
                </a:gs>
                <a:gs pos="100000">
                  <a:srgbClr val="FF7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9306728">
              <a:off x="1408951" y="1182291"/>
              <a:ext cx="574847" cy="184658"/>
            </a:xfrm>
            <a:prstGeom prst="ellipse">
              <a:avLst/>
            </a:prstGeom>
            <a:gradFill>
              <a:gsLst>
                <a:gs pos="0">
                  <a:srgbClr val="505100">
                    <a:alpha val="32968"/>
                  </a:srgbClr>
                </a:gs>
                <a:gs pos="14286">
                  <a:srgbClr val="505100">
                    <a:alpha val="30764"/>
                  </a:srgbClr>
                </a:gs>
                <a:gs pos="28571">
                  <a:srgbClr val="505100">
                    <a:alpha val="24833"/>
                  </a:srgbClr>
                </a:gs>
                <a:gs pos="42857">
                  <a:srgbClr val="505100">
                    <a:alpha val="17075"/>
                  </a:srgbClr>
                </a:gs>
                <a:gs pos="57143">
                  <a:srgbClr val="505100">
                    <a:alpha val="9855"/>
                  </a:srgbClr>
                </a:gs>
                <a:gs pos="71429">
                  <a:srgbClr val="505100">
                    <a:alpha val="4740"/>
                  </a:srgbClr>
                </a:gs>
                <a:gs pos="85714">
                  <a:srgbClr val="505100">
                    <a:alpha val="1902"/>
                  </a:srgbClr>
                </a:gs>
                <a:gs pos="100000">
                  <a:srgbClr val="505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6566518">
              <a:off x="2556936" y="1372495"/>
              <a:ext cx="381218" cy="167618"/>
            </a:xfrm>
            <a:prstGeom prst="ellipse">
              <a:avLst/>
            </a:prstGeom>
            <a:gradFill>
              <a:gsLst>
                <a:gs pos="0">
                  <a:srgbClr val="F7F3FF">
                    <a:alpha val="32968"/>
                  </a:srgbClr>
                </a:gs>
                <a:gs pos="14286">
                  <a:srgbClr val="F7F3FF">
                    <a:alpha val="30764"/>
                  </a:srgbClr>
                </a:gs>
                <a:gs pos="28571">
                  <a:srgbClr val="F7F3FF">
                    <a:alpha val="24833"/>
                  </a:srgbClr>
                </a:gs>
                <a:gs pos="42857">
                  <a:srgbClr val="F7F3FF">
                    <a:alpha val="17075"/>
                  </a:srgbClr>
                </a:gs>
                <a:gs pos="57143">
                  <a:srgbClr val="F7F3FF">
                    <a:alpha val="9855"/>
                  </a:srgbClr>
                </a:gs>
                <a:gs pos="71429">
                  <a:srgbClr val="F7F3FF">
                    <a:alpha val="4740"/>
                  </a:srgbClr>
                </a:gs>
                <a:gs pos="85714">
                  <a:srgbClr val="F7F3FF">
                    <a:alpha val="1902"/>
                  </a:srgbClr>
                </a:gs>
                <a:gs pos="100000">
                  <a:srgbClr val="F7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10166315">
              <a:off x="2441705" y="1499048"/>
              <a:ext cx="365133" cy="84151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4701902">
              <a:off x="2573304" y="128119"/>
              <a:ext cx="313459" cy="290560"/>
            </a:xfrm>
            <a:prstGeom prst="ellipse">
              <a:avLst/>
            </a:prstGeom>
            <a:gradFill>
              <a:gsLst>
                <a:gs pos="0">
                  <a:srgbClr val="B8A193">
                    <a:alpha val="24530"/>
                  </a:srgbClr>
                </a:gs>
                <a:gs pos="14286">
                  <a:srgbClr val="B8A193">
                    <a:alpha val="22792"/>
                  </a:srgbClr>
                </a:gs>
                <a:gs pos="28571">
                  <a:srgbClr val="B8A193">
                    <a:alpha val="18196"/>
                  </a:srgbClr>
                </a:gs>
                <a:gs pos="42857">
                  <a:srgbClr val="B8A193">
                    <a:alpha val="12343"/>
                  </a:srgbClr>
                </a:gs>
                <a:gs pos="57143">
                  <a:srgbClr val="B8A193">
                    <a:alpha val="7040"/>
                  </a:srgbClr>
                </a:gs>
                <a:gs pos="71429">
                  <a:srgbClr val="B8A193">
                    <a:alpha val="3359"/>
                  </a:srgbClr>
                </a:gs>
                <a:gs pos="85714">
                  <a:srgbClr val="B8A193">
                    <a:alpha val="1342"/>
                  </a:srgbClr>
                </a:gs>
                <a:gs pos="100000">
                  <a:srgbClr val="B8A193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10679375">
              <a:off x="2718823" y="208336"/>
              <a:ext cx="433589" cy="252369"/>
            </a:xfrm>
            <a:prstGeom prst="ellipse">
              <a:avLst/>
            </a:prstGeom>
            <a:gradFill>
              <a:gsLst>
                <a:gs pos="0">
                  <a:srgbClr val="593100">
                    <a:alpha val="32968"/>
                  </a:srgbClr>
                </a:gs>
                <a:gs pos="14286">
                  <a:srgbClr val="593100">
                    <a:alpha val="30764"/>
                  </a:srgbClr>
                </a:gs>
                <a:gs pos="28571">
                  <a:srgbClr val="593100">
                    <a:alpha val="24833"/>
                  </a:srgbClr>
                </a:gs>
                <a:gs pos="42857">
                  <a:srgbClr val="593100">
                    <a:alpha val="17075"/>
                  </a:srgbClr>
                </a:gs>
                <a:gs pos="57143">
                  <a:srgbClr val="593100">
                    <a:alpha val="9855"/>
                  </a:srgbClr>
                </a:gs>
                <a:gs pos="71429">
                  <a:srgbClr val="593100">
                    <a:alpha val="4740"/>
                  </a:srgbClr>
                </a:gs>
                <a:gs pos="85714">
                  <a:srgbClr val="593100">
                    <a:alpha val="1902"/>
                  </a:srgbClr>
                </a:gs>
                <a:gs pos="100000">
                  <a:srgbClr val="59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4188133">
              <a:off x="2541334" y="157288"/>
              <a:ext cx="416871" cy="228472"/>
            </a:xfrm>
            <a:prstGeom prst="ellipse">
              <a:avLst/>
            </a:prstGeom>
            <a:gradFill>
              <a:gsLst>
                <a:gs pos="0">
                  <a:srgbClr val="9BAA98">
                    <a:alpha val="32968"/>
                  </a:srgbClr>
                </a:gs>
                <a:gs pos="14286">
                  <a:srgbClr val="9BAA98">
                    <a:alpha val="30764"/>
                  </a:srgbClr>
                </a:gs>
                <a:gs pos="28571">
                  <a:srgbClr val="9BAA98">
                    <a:alpha val="24833"/>
                  </a:srgbClr>
                </a:gs>
                <a:gs pos="42857">
                  <a:srgbClr val="9BAA98">
                    <a:alpha val="17075"/>
                  </a:srgbClr>
                </a:gs>
                <a:gs pos="57143">
                  <a:srgbClr val="9BAA98">
                    <a:alpha val="9855"/>
                  </a:srgbClr>
                </a:gs>
                <a:gs pos="71429">
                  <a:srgbClr val="9BAA98">
                    <a:alpha val="4740"/>
                  </a:srgbClr>
                </a:gs>
                <a:gs pos="85714">
                  <a:srgbClr val="9BAA98">
                    <a:alpha val="1902"/>
                  </a:srgbClr>
                </a:gs>
                <a:gs pos="100000">
                  <a:srgbClr val="9BAA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5773091">
              <a:off x="1475365" y="1669222"/>
              <a:ext cx="620493" cy="430299"/>
            </a:xfrm>
            <a:prstGeom prst="ellipse">
              <a:avLst/>
            </a:prstGeom>
            <a:gradFill>
              <a:gsLst>
                <a:gs pos="0">
                  <a:srgbClr val="000B00">
                    <a:alpha val="27308"/>
                  </a:srgbClr>
                </a:gs>
                <a:gs pos="14286">
                  <a:srgbClr val="000B00">
                    <a:alpha val="25409"/>
                  </a:srgbClr>
                </a:gs>
                <a:gs pos="28571">
                  <a:srgbClr val="000B00">
                    <a:alpha val="20357"/>
                  </a:srgbClr>
                </a:gs>
                <a:gs pos="42857">
                  <a:srgbClr val="000B00">
                    <a:alpha val="13869"/>
                  </a:srgbClr>
                </a:gs>
                <a:gs pos="57143">
                  <a:srgbClr val="000B00">
                    <a:alpha val="7940"/>
                  </a:srgbClr>
                </a:gs>
                <a:gs pos="71429">
                  <a:srgbClr val="000B00">
                    <a:alpha val="3798"/>
                  </a:srgbClr>
                </a:gs>
                <a:gs pos="85714">
                  <a:srgbClr val="000B00">
                    <a:alpha val="1520"/>
                  </a:srgbClr>
                </a:gs>
                <a:gs pos="100000">
                  <a:srgbClr val="000B0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10481561">
              <a:off x="2544379" y="976824"/>
              <a:ext cx="328444" cy="319140"/>
            </a:xfrm>
            <a:prstGeom prst="ellipse">
              <a:avLst/>
            </a:prstGeom>
            <a:gradFill>
              <a:gsLst>
                <a:gs pos="0">
                  <a:srgbClr val="B297FF">
                    <a:alpha val="5907"/>
                  </a:srgbClr>
                </a:gs>
                <a:gs pos="14286">
                  <a:srgbClr val="B297FF">
                    <a:alpha val="5443"/>
                  </a:srgbClr>
                </a:gs>
                <a:gs pos="28571">
                  <a:srgbClr val="B297FF">
                    <a:alpha val="4252"/>
                  </a:srgbClr>
                </a:gs>
                <a:gs pos="42857">
                  <a:srgbClr val="B297FF">
                    <a:alpha val="2810"/>
                  </a:srgbClr>
                </a:gs>
                <a:gs pos="57143">
                  <a:srgbClr val="B297FF">
                    <a:alpha val="1567"/>
                  </a:srgbClr>
                </a:gs>
                <a:gs pos="71429">
                  <a:srgbClr val="B297FF">
                    <a:alpha val="737"/>
                  </a:srgbClr>
                </a:gs>
                <a:gs pos="85714">
                  <a:srgbClr val="B297FF">
                    <a:alpha val="292"/>
                  </a:srgbClr>
                </a:gs>
                <a:gs pos="100000">
                  <a:srgbClr val="B297FF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960904">
              <a:off x="1574505" y="664693"/>
              <a:ext cx="275998" cy="90927"/>
            </a:xfrm>
            <a:prstGeom prst="ellipse">
              <a:avLst/>
            </a:prstGeom>
            <a:gradFill>
              <a:gsLst>
                <a:gs pos="0">
                  <a:srgbClr val="C9A47C">
                    <a:alpha val="19768"/>
                  </a:srgbClr>
                </a:gs>
                <a:gs pos="14286">
                  <a:srgbClr val="C9A47C">
                    <a:alpha val="18326"/>
                  </a:srgbClr>
                </a:gs>
                <a:gs pos="28571">
                  <a:srgbClr val="C9A47C">
                    <a:alpha val="14545"/>
                  </a:srgbClr>
                </a:gs>
                <a:gs pos="42857">
                  <a:srgbClr val="C9A47C">
                    <a:alpha val="9796"/>
                  </a:srgbClr>
                </a:gs>
                <a:gs pos="57143">
                  <a:srgbClr val="C9A47C">
                    <a:alpha val="5552"/>
                  </a:srgbClr>
                </a:gs>
                <a:gs pos="71429">
                  <a:srgbClr val="C9A47C">
                    <a:alpha val="2639"/>
                  </a:srgbClr>
                </a:gs>
                <a:gs pos="85714">
                  <a:srgbClr val="C9A47C">
                    <a:alpha val="1052"/>
                  </a:srgbClr>
                </a:gs>
                <a:gs pos="100000">
                  <a:srgbClr val="C9A47C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3761111">
              <a:off x="669304" y="1456710"/>
              <a:ext cx="495819" cy="31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3100648">
              <a:off x="-284938" y="1624055"/>
              <a:ext cx="688580" cy="88268"/>
            </a:xfrm>
            <a:prstGeom prst="ellipse">
              <a:avLst/>
            </a:prstGeom>
            <a:gradFill>
              <a:gsLst>
                <a:gs pos="0">
                  <a:srgbClr val="700000">
                    <a:alpha val="32968"/>
                  </a:srgbClr>
                </a:gs>
                <a:gs pos="14286">
                  <a:srgbClr val="700000">
                    <a:alpha val="30764"/>
                  </a:srgbClr>
                </a:gs>
                <a:gs pos="28571">
                  <a:srgbClr val="700000">
                    <a:alpha val="24833"/>
                  </a:srgbClr>
                </a:gs>
                <a:gs pos="42857">
                  <a:srgbClr val="700000">
                    <a:alpha val="17075"/>
                  </a:srgbClr>
                </a:gs>
                <a:gs pos="57143">
                  <a:srgbClr val="700000">
                    <a:alpha val="9855"/>
                  </a:srgbClr>
                </a:gs>
                <a:gs pos="71429">
                  <a:srgbClr val="700000">
                    <a:alpha val="4740"/>
                  </a:srgbClr>
                </a:gs>
                <a:gs pos="85714">
                  <a:srgbClr val="700000">
                    <a:alpha val="1902"/>
                  </a:srgbClr>
                </a:gs>
                <a:gs pos="100000">
                  <a:srgbClr val="7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540218">
              <a:off x="2371783" y="1430717"/>
              <a:ext cx="389557" cy="59963"/>
            </a:xfrm>
            <a:prstGeom prst="ellipse">
              <a:avLst/>
            </a:prstGeom>
            <a:gradFill>
              <a:gsLst>
                <a:gs pos="0">
                  <a:srgbClr val="006575">
                    <a:alpha val="13313"/>
                  </a:srgbClr>
                </a:gs>
                <a:gs pos="14286">
                  <a:srgbClr val="006575">
                    <a:alpha val="12306"/>
                  </a:srgbClr>
                </a:gs>
                <a:gs pos="28571">
                  <a:srgbClr val="006575">
                    <a:alpha val="9693"/>
                  </a:srgbClr>
                </a:gs>
                <a:gs pos="42857">
                  <a:srgbClr val="006575">
                    <a:alpha val="6469"/>
                  </a:srgbClr>
                </a:gs>
                <a:gs pos="57143">
                  <a:srgbClr val="006575">
                    <a:alpha val="3638"/>
                  </a:srgbClr>
                </a:gs>
                <a:gs pos="71429">
                  <a:srgbClr val="006575">
                    <a:alpha val="1720"/>
                  </a:srgbClr>
                </a:gs>
                <a:gs pos="85714">
                  <a:srgbClr val="006575">
                    <a:alpha val="684"/>
                  </a:srgbClr>
                </a:gs>
                <a:gs pos="100000">
                  <a:srgbClr val="006575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3870890">
              <a:off x="137065" y="1651992"/>
              <a:ext cx="387649" cy="283824"/>
            </a:xfrm>
            <a:prstGeom prst="ellipse">
              <a:avLst/>
            </a:prstGeom>
            <a:gradFill>
              <a:gsLst>
                <a:gs pos="0">
                  <a:srgbClr val="927DF8">
                    <a:alpha val="2887"/>
                  </a:srgbClr>
                </a:gs>
                <a:gs pos="14286">
                  <a:srgbClr val="927DF8">
                    <a:alpha val="2657"/>
                  </a:srgbClr>
                </a:gs>
                <a:gs pos="28571">
                  <a:srgbClr val="927DF8">
                    <a:alpha val="2069"/>
                  </a:srgbClr>
                </a:gs>
                <a:gs pos="42857">
                  <a:srgbClr val="927DF8">
                    <a:alpha val="1362"/>
                  </a:srgbClr>
                </a:gs>
                <a:gs pos="57143">
                  <a:srgbClr val="927DF8">
                    <a:alpha val="757"/>
                  </a:srgbClr>
                </a:gs>
                <a:gs pos="71429">
                  <a:srgbClr val="927DF8">
                    <a:alpha val="355"/>
                  </a:srgbClr>
                </a:gs>
                <a:gs pos="85714">
                  <a:srgbClr val="927DF8">
                    <a:alpha val="141"/>
                  </a:srgbClr>
                </a:gs>
                <a:gs pos="100000">
                  <a:srgbClr val="927DF8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7311705">
              <a:off x="670120" y="1173251"/>
              <a:ext cx="334402" cy="217397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9826975">
              <a:off x="1622476" y="2978758"/>
              <a:ext cx="383305" cy="184747"/>
            </a:xfrm>
            <a:prstGeom prst="ellipse">
              <a:avLst/>
            </a:prstGeom>
            <a:gradFill>
              <a:gsLst>
                <a:gs pos="0">
                  <a:srgbClr val="000000">
                    <a:alpha val="9534"/>
                  </a:srgbClr>
                </a:gs>
                <a:gs pos="14286">
                  <a:srgbClr val="000000">
                    <a:alpha val="8797"/>
                  </a:srgbClr>
                </a:gs>
                <a:gs pos="28571">
                  <a:srgbClr val="000000">
                    <a:alpha val="6900"/>
                  </a:srgbClr>
                </a:gs>
                <a:gs pos="42857">
                  <a:srgbClr val="000000">
                    <a:alpha val="4582"/>
                  </a:srgbClr>
                </a:gs>
                <a:gs pos="57143">
                  <a:srgbClr val="000000">
                    <a:alpha val="2565"/>
                  </a:srgbClr>
                </a:gs>
                <a:gs pos="71429">
                  <a:srgbClr val="000000">
                    <a:alpha val="1209"/>
                  </a:srgbClr>
                </a:gs>
                <a:gs pos="85714">
                  <a:srgbClr val="000000">
                    <a:alpha val="480"/>
                  </a:srgbClr>
                </a:gs>
                <a:gs pos="100000">
                  <a:srgbClr val="0000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319477">
              <a:off x="1638067" y="3015801"/>
              <a:ext cx="300959" cy="128152"/>
            </a:xfrm>
            <a:prstGeom prst="ellipse">
              <a:avLst/>
            </a:prstGeom>
            <a:gradFill>
              <a:gsLst>
                <a:gs pos="0">
                  <a:srgbClr val="F90000">
                    <a:alpha val="32968"/>
                  </a:srgbClr>
                </a:gs>
                <a:gs pos="14286">
                  <a:srgbClr val="F90000">
                    <a:alpha val="30764"/>
                  </a:srgbClr>
                </a:gs>
                <a:gs pos="28571">
                  <a:srgbClr val="F90000">
                    <a:alpha val="24833"/>
                  </a:srgbClr>
                </a:gs>
                <a:gs pos="42857">
                  <a:srgbClr val="F90000">
                    <a:alpha val="17075"/>
                  </a:srgbClr>
                </a:gs>
                <a:gs pos="57143">
                  <a:srgbClr val="F90000">
                    <a:alpha val="9855"/>
                  </a:srgbClr>
                </a:gs>
                <a:gs pos="71429">
                  <a:srgbClr val="F90000">
                    <a:alpha val="4740"/>
                  </a:srgbClr>
                </a:gs>
                <a:gs pos="85714">
                  <a:srgbClr val="F90000">
                    <a:alpha val="1902"/>
                  </a:srgbClr>
                </a:gs>
                <a:gs pos="100000">
                  <a:srgbClr val="F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-9326976">
              <a:off x="1720850" y="868323"/>
              <a:ext cx="446145" cy="140972"/>
            </a:xfrm>
            <a:prstGeom prst="ellipse">
              <a:avLst/>
            </a:prstGeom>
            <a:gradFill>
              <a:gsLst>
                <a:gs pos="0">
                  <a:srgbClr val="FFC758">
                    <a:alpha val="10885"/>
                  </a:srgbClr>
                </a:gs>
                <a:gs pos="14286">
                  <a:srgbClr val="FFC758">
                    <a:alpha val="10050"/>
                  </a:srgbClr>
                </a:gs>
                <a:gs pos="28571">
                  <a:srgbClr val="FFC758">
                    <a:alpha val="7895"/>
                  </a:srgbClr>
                </a:gs>
                <a:gs pos="42857">
                  <a:srgbClr val="FFC758">
                    <a:alpha val="5251"/>
                  </a:srgbClr>
                </a:gs>
                <a:gs pos="57143">
                  <a:srgbClr val="FFC758">
                    <a:alpha val="2945"/>
                  </a:srgbClr>
                </a:gs>
                <a:gs pos="71429">
                  <a:srgbClr val="FFC758">
                    <a:alpha val="1389"/>
                  </a:srgbClr>
                </a:gs>
                <a:gs pos="85714">
                  <a:srgbClr val="FFC758">
                    <a:alpha val="552"/>
                  </a:srgbClr>
                </a:gs>
                <a:gs pos="100000">
                  <a:srgbClr val="FFC758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317857">
              <a:off x="1576719" y="3322201"/>
              <a:ext cx="592100" cy="398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9310248">
              <a:off x="2551955" y="916451"/>
              <a:ext cx="331451" cy="228649"/>
            </a:xfrm>
            <a:prstGeom prst="ellipse">
              <a:avLst/>
            </a:prstGeom>
            <a:gradFill>
              <a:gsLst>
                <a:gs pos="0">
                  <a:srgbClr val="E8D3FF">
                    <a:alpha val="8620"/>
                  </a:srgbClr>
                </a:gs>
                <a:gs pos="14286">
                  <a:srgbClr val="E8D3FF">
                    <a:alpha val="7951"/>
                  </a:srgbClr>
                </a:gs>
                <a:gs pos="28571">
                  <a:srgbClr val="E8D3FF">
                    <a:alpha val="6230"/>
                  </a:srgbClr>
                </a:gs>
                <a:gs pos="42857">
                  <a:srgbClr val="E8D3FF">
                    <a:alpha val="4132"/>
                  </a:srgbClr>
                </a:gs>
                <a:gs pos="57143">
                  <a:srgbClr val="E8D3FF">
                    <a:alpha val="2311"/>
                  </a:srgbClr>
                </a:gs>
                <a:gs pos="71429">
                  <a:srgbClr val="E8D3FF">
                    <a:alpha val="1088"/>
                  </a:srgbClr>
                </a:gs>
                <a:gs pos="85714">
                  <a:srgbClr val="E8D3FF">
                    <a:alpha val="432"/>
                  </a:srgbClr>
                </a:gs>
                <a:gs pos="100000">
                  <a:srgbClr val="E8D3F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9045967">
              <a:off x="1285413" y="302784"/>
              <a:ext cx="324184" cy="244825"/>
            </a:xfrm>
            <a:prstGeom prst="ellipse">
              <a:avLst/>
            </a:prstGeom>
            <a:gradFill>
              <a:gsLst>
                <a:gs pos="0">
                  <a:srgbClr val="100000">
                    <a:alpha val="32968"/>
                  </a:srgbClr>
                </a:gs>
                <a:gs pos="14286">
                  <a:srgbClr val="100000">
                    <a:alpha val="30764"/>
                  </a:srgbClr>
                </a:gs>
                <a:gs pos="28571">
                  <a:srgbClr val="100000">
                    <a:alpha val="24833"/>
                  </a:srgbClr>
                </a:gs>
                <a:gs pos="42857">
                  <a:srgbClr val="100000">
                    <a:alpha val="17075"/>
                  </a:srgbClr>
                </a:gs>
                <a:gs pos="57143">
                  <a:srgbClr val="100000">
                    <a:alpha val="9855"/>
                  </a:srgbClr>
                </a:gs>
                <a:gs pos="71429">
                  <a:srgbClr val="100000">
                    <a:alpha val="4740"/>
                  </a:srgbClr>
                </a:gs>
                <a:gs pos="85714">
                  <a:srgbClr val="100000">
                    <a:alpha val="1902"/>
                  </a:srgbClr>
                </a:gs>
                <a:gs pos="100000">
                  <a:srgbClr val="1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10309323">
              <a:off x="1414247" y="1064789"/>
              <a:ext cx="527989" cy="289251"/>
            </a:xfrm>
            <a:prstGeom prst="ellipse">
              <a:avLst/>
            </a:prstGeom>
            <a:gradFill>
              <a:gsLst>
                <a:gs pos="0">
                  <a:srgbClr val="FFAD00">
                    <a:alpha val="6930"/>
                  </a:srgbClr>
                </a:gs>
                <a:gs pos="14286">
                  <a:srgbClr val="FFAD00">
                    <a:alpha val="6388"/>
                  </a:srgbClr>
                </a:gs>
                <a:gs pos="28571">
                  <a:srgbClr val="FFAD00">
                    <a:alpha val="4996"/>
                  </a:srgbClr>
                </a:gs>
                <a:gs pos="42857">
                  <a:srgbClr val="FFAD00">
                    <a:alpha val="3306"/>
                  </a:srgbClr>
                </a:gs>
                <a:gs pos="57143">
                  <a:srgbClr val="FFAD00">
                    <a:alpha val="1846"/>
                  </a:srgbClr>
                </a:gs>
                <a:gs pos="71429">
                  <a:srgbClr val="FFAD00">
                    <a:alpha val="868"/>
                  </a:srgbClr>
                </a:gs>
                <a:gs pos="85714">
                  <a:srgbClr val="FFAD00">
                    <a:alpha val="344"/>
                  </a:srgbClr>
                </a:gs>
                <a:gs pos="100000">
                  <a:srgbClr val="FFAD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7967912">
              <a:off x="2443813" y="1375063"/>
              <a:ext cx="383198" cy="74476"/>
            </a:xfrm>
            <a:prstGeom prst="ellipse">
              <a:avLst/>
            </a:prstGeom>
            <a:gradFill>
              <a:gsLst>
                <a:gs pos="0">
                  <a:srgbClr val="E9EFFF">
                    <a:alpha val="30334"/>
                  </a:srgbClr>
                </a:gs>
                <a:gs pos="14286">
                  <a:srgbClr val="E9EFFF">
                    <a:alpha val="28267"/>
                  </a:srgbClr>
                </a:gs>
                <a:gs pos="28571">
                  <a:srgbClr val="E9EFFF">
                    <a:alpha val="22737"/>
                  </a:srgbClr>
                </a:gs>
                <a:gs pos="42857">
                  <a:srgbClr val="E9EFFF">
                    <a:alpha val="15566"/>
                  </a:srgbClr>
                </a:gs>
                <a:gs pos="57143">
                  <a:srgbClr val="E9EFFF">
                    <a:alpha val="8949"/>
                  </a:srgbClr>
                </a:gs>
                <a:gs pos="71429">
                  <a:srgbClr val="E9EFFF">
                    <a:alpha val="4294"/>
                  </a:srgbClr>
                </a:gs>
                <a:gs pos="85714">
                  <a:srgbClr val="E9EFFF">
                    <a:alpha val="1720"/>
                  </a:srgbClr>
                </a:gs>
                <a:gs pos="100000">
                  <a:srgbClr val="E9E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8591655">
              <a:off x="980645" y="305859"/>
              <a:ext cx="491703" cy="62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9388902">
              <a:off x="2112121" y="1628235"/>
              <a:ext cx="277127" cy="106047"/>
            </a:xfrm>
            <a:prstGeom prst="ellipse">
              <a:avLst/>
            </a:prstGeom>
            <a:gradFill>
              <a:gsLst>
                <a:gs pos="0">
                  <a:srgbClr val="FBFAFF">
                    <a:alpha val="32968"/>
                  </a:srgbClr>
                </a:gs>
                <a:gs pos="14286">
                  <a:srgbClr val="FBFAFF">
                    <a:alpha val="30764"/>
                  </a:srgbClr>
                </a:gs>
                <a:gs pos="28571">
                  <a:srgbClr val="FBFAFF">
                    <a:alpha val="24833"/>
                  </a:srgbClr>
                </a:gs>
                <a:gs pos="42857">
                  <a:srgbClr val="FBFAFF">
                    <a:alpha val="17075"/>
                  </a:srgbClr>
                </a:gs>
                <a:gs pos="57143">
                  <a:srgbClr val="FBFAFF">
                    <a:alpha val="9855"/>
                  </a:srgbClr>
                </a:gs>
                <a:gs pos="71429">
                  <a:srgbClr val="FBFAFF">
                    <a:alpha val="4740"/>
                  </a:srgbClr>
                </a:gs>
                <a:gs pos="85714">
                  <a:srgbClr val="FBFAFF">
                    <a:alpha val="1902"/>
                  </a:srgbClr>
                </a:gs>
                <a:gs pos="100000">
                  <a:srgbClr val="FB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9544706">
              <a:off x="1310341" y="135217"/>
              <a:ext cx="401586" cy="175380"/>
            </a:xfrm>
            <a:prstGeom prst="ellipse">
              <a:avLst/>
            </a:prstGeom>
            <a:gradFill>
              <a:gsLst>
                <a:gs pos="0">
                  <a:srgbClr val="390000">
                    <a:alpha val="32318"/>
                  </a:srgbClr>
                </a:gs>
                <a:gs pos="14286">
                  <a:srgbClr val="390000">
                    <a:alpha val="30147"/>
                  </a:srgbClr>
                </a:gs>
                <a:gs pos="28571">
                  <a:srgbClr val="390000">
                    <a:alpha val="24313"/>
                  </a:srgbClr>
                </a:gs>
                <a:gs pos="42857">
                  <a:srgbClr val="390000">
                    <a:alpha val="16700"/>
                  </a:srgbClr>
                </a:gs>
                <a:gs pos="57143">
                  <a:srgbClr val="390000">
                    <a:alpha val="9629"/>
                  </a:srgbClr>
                </a:gs>
                <a:gs pos="71429">
                  <a:srgbClr val="390000">
                    <a:alpha val="4629"/>
                  </a:srgbClr>
                </a:gs>
                <a:gs pos="85714">
                  <a:srgbClr val="390000">
                    <a:alpha val="1857"/>
                  </a:srgbClr>
                </a:gs>
                <a:gs pos="100000">
                  <a:srgbClr val="390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5691840">
              <a:off x="1598913" y="3135438"/>
              <a:ext cx="755477" cy="569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3728946">
              <a:off x="3098763" y="247188"/>
              <a:ext cx="334609" cy="295281"/>
            </a:xfrm>
            <a:prstGeom prst="ellipse">
              <a:avLst/>
            </a:prstGeom>
            <a:gradFill>
              <a:gsLst>
                <a:gs pos="0">
                  <a:srgbClr val="E1F0ED">
                    <a:alpha val="5394"/>
                  </a:srgbClr>
                </a:gs>
                <a:gs pos="14286">
                  <a:srgbClr val="E1F0ED">
                    <a:alpha val="4968"/>
                  </a:srgbClr>
                </a:gs>
                <a:gs pos="28571">
                  <a:srgbClr val="E1F0ED">
                    <a:alpha val="3880"/>
                  </a:srgbClr>
                </a:gs>
                <a:gs pos="42857">
                  <a:srgbClr val="E1F0ED">
                    <a:alpha val="2562"/>
                  </a:srgbClr>
                </a:gs>
                <a:gs pos="57143">
                  <a:srgbClr val="E1F0ED">
                    <a:alpha val="1428"/>
                  </a:srgbClr>
                </a:gs>
                <a:gs pos="71429">
                  <a:srgbClr val="E1F0ED">
                    <a:alpha val="671"/>
                  </a:srgbClr>
                </a:gs>
                <a:gs pos="85714">
                  <a:srgbClr val="E1F0ED">
                    <a:alpha val="266"/>
                  </a:srgbClr>
                </a:gs>
                <a:gs pos="100000">
                  <a:srgbClr val="E1F0ED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2852685">
              <a:off x="1301402" y="993842"/>
              <a:ext cx="341375" cy="49034"/>
            </a:xfrm>
            <a:prstGeom prst="ellipse">
              <a:avLst/>
            </a:prstGeom>
            <a:gradFill>
              <a:gsLst>
                <a:gs pos="0">
                  <a:srgbClr val="8C0000">
                    <a:alpha val="32968"/>
                  </a:srgbClr>
                </a:gs>
                <a:gs pos="14286">
                  <a:srgbClr val="8C0000">
                    <a:alpha val="30764"/>
                  </a:srgbClr>
                </a:gs>
                <a:gs pos="28571">
                  <a:srgbClr val="8C0000">
                    <a:alpha val="24833"/>
                  </a:srgbClr>
                </a:gs>
                <a:gs pos="42857">
                  <a:srgbClr val="8C0000">
                    <a:alpha val="17075"/>
                  </a:srgbClr>
                </a:gs>
                <a:gs pos="57143">
                  <a:srgbClr val="8C0000">
                    <a:alpha val="9855"/>
                  </a:srgbClr>
                </a:gs>
                <a:gs pos="71429">
                  <a:srgbClr val="8C0000">
                    <a:alpha val="4740"/>
                  </a:srgbClr>
                </a:gs>
                <a:gs pos="85714">
                  <a:srgbClr val="8C0000">
                    <a:alpha val="1902"/>
                  </a:srgbClr>
                </a:gs>
                <a:gs pos="100000">
                  <a:srgbClr val="8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5695187">
              <a:off x="2530887" y="276069"/>
              <a:ext cx="374742" cy="225569"/>
            </a:xfrm>
            <a:prstGeom prst="ellipse">
              <a:avLst/>
            </a:prstGeom>
            <a:gradFill>
              <a:gsLst>
                <a:gs pos="0">
                  <a:srgbClr val="FFFDFF">
                    <a:alpha val="14075"/>
                  </a:srgbClr>
                </a:gs>
                <a:gs pos="14286">
                  <a:srgbClr val="FFFDFF">
                    <a:alpha val="13014"/>
                  </a:srgbClr>
                </a:gs>
                <a:gs pos="28571">
                  <a:srgbClr val="FFFDFF">
                    <a:alpha val="10260"/>
                  </a:srgbClr>
                </a:gs>
                <a:gs pos="42857">
                  <a:srgbClr val="FFFDFF">
                    <a:alpha val="6855"/>
                  </a:srgbClr>
                </a:gs>
                <a:gs pos="57143">
                  <a:srgbClr val="FFFDFF">
                    <a:alpha val="3858"/>
                  </a:srgbClr>
                </a:gs>
                <a:gs pos="71429">
                  <a:srgbClr val="FFFDFF">
                    <a:alpha val="1825"/>
                  </a:srgbClr>
                </a:gs>
                <a:gs pos="85714">
                  <a:srgbClr val="FFFDFF">
                    <a:alpha val="726"/>
                  </a:srgbClr>
                </a:gs>
                <a:gs pos="100000">
                  <a:srgbClr val="FFFD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4852843">
              <a:off x="1769664" y="2519638"/>
              <a:ext cx="463435" cy="2885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9193182">
              <a:off x="1509996" y="2212147"/>
              <a:ext cx="597701" cy="139074"/>
            </a:xfrm>
            <a:prstGeom prst="ellipse">
              <a:avLst/>
            </a:prstGeom>
            <a:gradFill>
              <a:gsLst>
                <a:gs pos="0">
                  <a:srgbClr val="FFA76D">
                    <a:alpha val="32968"/>
                  </a:srgbClr>
                </a:gs>
                <a:gs pos="14286">
                  <a:srgbClr val="FFA76D">
                    <a:alpha val="30764"/>
                  </a:srgbClr>
                </a:gs>
                <a:gs pos="28571">
                  <a:srgbClr val="FFA76D">
                    <a:alpha val="24833"/>
                  </a:srgbClr>
                </a:gs>
                <a:gs pos="42857">
                  <a:srgbClr val="FFA76D">
                    <a:alpha val="17075"/>
                  </a:srgbClr>
                </a:gs>
                <a:gs pos="57143">
                  <a:srgbClr val="FFA76D">
                    <a:alpha val="9855"/>
                  </a:srgbClr>
                </a:gs>
                <a:gs pos="71429">
                  <a:srgbClr val="FFA76D">
                    <a:alpha val="4740"/>
                  </a:srgbClr>
                </a:gs>
                <a:gs pos="85714">
                  <a:srgbClr val="FFA76D">
                    <a:alpha val="1902"/>
                  </a:srgbClr>
                </a:gs>
                <a:gs pos="100000">
                  <a:srgbClr val="FFA7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9829567">
              <a:off x="1097436" y="278120"/>
              <a:ext cx="345383" cy="90236"/>
            </a:xfrm>
            <a:prstGeom prst="ellipse">
              <a:avLst/>
            </a:prstGeom>
            <a:gradFill>
              <a:gsLst>
                <a:gs pos="0">
                  <a:srgbClr val="F2DDBB">
                    <a:alpha val="9524"/>
                  </a:srgbClr>
                </a:gs>
                <a:gs pos="14286">
                  <a:srgbClr val="F2DDBB">
                    <a:alpha val="8788"/>
                  </a:srgbClr>
                </a:gs>
                <a:gs pos="28571">
                  <a:srgbClr val="F2DDBB">
                    <a:alpha val="6893"/>
                  </a:srgbClr>
                </a:gs>
                <a:gs pos="42857">
                  <a:srgbClr val="F2DDBB">
                    <a:alpha val="4577"/>
                  </a:srgbClr>
                </a:gs>
                <a:gs pos="57143">
                  <a:srgbClr val="F2DDBB">
                    <a:alpha val="2562"/>
                  </a:srgbClr>
                </a:gs>
                <a:gs pos="71429">
                  <a:srgbClr val="F2DDBB">
                    <a:alpha val="1208"/>
                  </a:srgbClr>
                </a:gs>
                <a:gs pos="85714">
                  <a:srgbClr val="F2DDBB">
                    <a:alpha val="479"/>
                  </a:srgbClr>
                </a:gs>
                <a:gs pos="100000">
                  <a:srgbClr val="F2DDBB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10120763">
              <a:off x="1984138" y="2610109"/>
              <a:ext cx="230160" cy="72180"/>
            </a:xfrm>
            <a:prstGeom prst="ellipse">
              <a:avLst/>
            </a:prstGeom>
            <a:gradFill>
              <a:gsLst>
                <a:gs pos="0">
                  <a:srgbClr val="D5D3F1">
                    <a:alpha val="22921"/>
                  </a:srgbClr>
                </a:gs>
                <a:gs pos="14286">
                  <a:srgbClr val="D5D3F1">
                    <a:alpha val="21280"/>
                  </a:srgbClr>
                </a:gs>
                <a:gs pos="28571">
                  <a:srgbClr val="D5D3F1">
                    <a:alpha val="16955"/>
                  </a:srgbClr>
                </a:gs>
                <a:gs pos="42857">
                  <a:srgbClr val="D5D3F1">
                    <a:alpha val="11473"/>
                  </a:srgbClr>
                </a:gs>
                <a:gs pos="57143">
                  <a:srgbClr val="D5D3F1">
                    <a:alpha val="6529"/>
                  </a:srgbClr>
                </a:gs>
                <a:gs pos="71429">
                  <a:srgbClr val="D5D3F1">
                    <a:alpha val="3111"/>
                  </a:srgbClr>
                </a:gs>
                <a:gs pos="85714">
                  <a:srgbClr val="D5D3F1">
                    <a:alpha val="1242"/>
                  </a:srgbClr>
                </a:gs>
                <a:gs pos="100000">
                  <a:srgbClr val="D5D3F1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10667895">
              <a:off x="1489089" y="951757"/>
              <a:ext cx="290674" cy="66359"/>
            </a:xfrm>
            <a:prstGeom prst="ellipse">
              <a:avLst/>
            </a:prstGeom>
            <a:gradFill>
              <a:gsLst>
                <a:gs pos="0">
                  <a:srgbClr val="FFD9B4">
                    <a:alpha val="20531"/>
                  </a:srgbClr>
                </a:gs>
                <a:gs pos="14286">
                  <a:srgbClr val="FFD9B4">
                    <a:alpha val="19040"/>
                  </a:srgbClr>
                </a:gs>
                <a:gs pos="28571">
                  <a:srgbClr val="FFD9B4">
                    <a:alpha val="15126"/>
                  </a:srgbClr>
                </a:gs>
                <a:gs pos="42857">
                  <a:srgbClr val="FFD9B4">
                    <a:alpha val="10199"/>
                  </a:srgbClr>
                </a:gs>
                <a:gs pos="57143">
                  <a:srgbClr val="FFD9B4">
                    <a:alpha val="5786"/>
                  </a:srgbClr>
                </a:gs>
                <a:gs pos="71429">
                  <a:srgbClr val="FFD9B4">
                    <a:alpha val="2751"/>
                  </a:srgbClr>
                </a:gs>
                <a:gs pos="85714">
                  <a:srgbClr val="FFD9B4">
                    <a:alpha val="1097"/>
                  </a:srgbClr>
                </a:gs>
                <a:gs pos="100000">
                  <a:srgbClr val="FFD9B4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164767">
              <a:off x="2442426" y="3191514"/>
              <a:ext cx="205036" cy="1083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7746434">
              <a:off x="536944" y="1932638"/>
              <a:ext cx="419333" cy="408142"/>
            </a:xfrm>
            <a:prstGeom prst="ellipse">
              <a:avLst/>
            </a:prstGeom>
            <a:gradFill>
              <a:gsLst>
                <a:gs pos="0">
                  <a:srgbClr val="FFD079">
                    <a:alpha val="29336"/>
                  </a:srgbClr>
                </a:gs>
                <a:gs pos="14286">
                  <a:srgbClr val="FFD079">
                    <a:alpha val="27323"/>
                  </a:srgbClr>
                </a:gs>
                <a:gs pos="28571">
                  <a:srgbClr val="FFD079">
                    <a:alpha val="21949"/>
                  </a:srgbClr>
                </a:gs>
                <a:gs pos="42857">
                  <a:srgbClr val="FFD079">
                    <a:alpha val="15002"/>
                  </a:srgbClr>
                </a:gs>
                <a:gs pos="57143">
                  <a:srgbClr val="FFD079">
                    <a:alpha val="8613"/>
                  </a:srgbClr>
                </a:gs>
                <a:gs pos="71429">
                  <a:srgbClr val="FFD079">
                    <a:alpha val="4128"/>
                  </a:srgbClr>
                </a:gs>
                <a:gs pos="85714">
                  <a:srgbClr val="FFD079">
                    <a:alpha val="1653"/>
                  </a:srgbClr>
                </a:gs>
                <a:gs pos="100000">
                  <a:srgbClr val="FFD079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7620569">
              <a:off x="1433138" y="968262"/>
              <a:ext cx="260902" cy="222480"/>
            </a:xfrm>
            <a:prstGeom prst="ellipse">
              <a:avLst/>
            </a:prstGeom>
            <a:gradFill>
              <a:gsLst>
                <a:gs pos="0">
                  <a:srgbClr val="FFE5FF">
                    <a:alpha val="9672"/>
                  </a:srgbClr>
                </a:gs>
                <a:gs pos="14286">
                  <a:srgbClr val="FFE5FF">
                    <a:alpha val="8926"/>
                  </a:srgbClr>
                </a:gs>
                <a:gs pos="28571">
                  <a:srgbClr val="FFE5FF">
                    <a:alpha val="7002"/>
                  </a:srgbClr>
                </a:gs>
                <a:gs pos="42857">
                  <a:srgbClr val="FFE5FF">
                    <a:alpha val="4650"/>
                  </a:srgbClr>
                </a:gs>
                <a:gs pos="57143">
                  <a:srgbClr val="FFE5FF">
                    <a:alpha val="2604"/>
                  </a:srgbClr>
                </a:gs>
                <a:gs pos="71429">
                  <a:srgbClr val="FFE5FF">
                    <a:alpha val="1227"/>
                  </a:srgbClr>
                </a:gs>
                <a:gs pos="85714">
                  <a:srgbClr val="FFE5FF">
                    <a:alpha val="487"/>
                  </a:srgbClr>
                </a:gs>
                <a:gs pos="100000">
                  <a:srgbClr val="FFE5FF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9901129">
              <a:off x="1636725" y="2058767"/>
              <a:ext cx="264252" cy="262606"/>
            </a:xfrm>
            <a:prstGeom prst="ellipse">
              <a:avLst/>
            </a:prstGeom>
            <a:gradFill>
              <a:gsLst>
                <a:gs pos="0">
                  <a:srgbClr val="A96D00">
                    <a:alpha val="32968"/>
                  </a:srgbClr>
                </a:gs>
                <a:gs pos="14286">
                  <a:srgbClr val="A96D00">
                    <a:alpha val="30764"/>
                  </a:srgbClr>
                </a:gs>
                <a:gs pos="28571">
                  <a:srgbClr val="A96D00">
                    <a:alpha val="24833"/>
                  </a:srgbClr>
                </a:gs>
                <a:gs pos="42857">
                  <a:srgbClr val="A96D00">
                    <a:alpha val="17075"/>
                  </a:srgbClr>
                </a:gs>
                <a:gs pos="57143">
                  <a:srgbClr val="A96D00">
                    <a:alpha val="9855"/>
                  </a:srgbClr>
                </a:gs>
                <a:gs pos="71429">
                  <a:srgbClr val="A96D00">
                    <a:alpha val="4740"/>
                  </a:srgbClr>
                </a:gs>
                <a:gs pos="85714">
                  <a:srgbClr val="A96D00">
                    <a:alpha val="1902"/>
                  </a:srgbClr>
                </a:gs>
                <a:gs pos="100000">
                  <a:srgbClr val="A9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-10381085">
              <a:off x="1499530" y="1822521"/>
              <a:ext cx="471009" cy="554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-9698367">
              <a:off x="1813113" y="187697"/>
              <a:ext cx="523468" cy="450861"/>
            </a:xfrm>
            <a:prstGeom prst="ellipse">
              <a:avLst/>
            </a:prstGeom>
            <a:gradFill>
              <a:gsLst>
                <a:gs pos="0">
                  <a:srgbClr val="B69600">
                    <a:alpha val="32968"/>
                  </a:srgbClr>
                </a:gs>
                <a:gs pos="14286">
                  <a:srgbClr val="B69600">
                    <a:alpha val="30764"/>
                  </a:srgbClr>
                </a:gs>
                <a:gs pos="28571">
                  <a:srgbClr val="B69600">
                    <a:alpha val="24833"/>
                  </a:srgbClr>
                </a:gs>
                <a:gs pos="42857">
                  <a:srgbClr val="B69600">
                    <a:alpha val="17075"/>
                  </a:srgbClr>
                </a:gs>
                <a:gs pos="57143">
                  <a:srgbClr val="B69600">
                    <a:alpha val="9855"/>
                  </a:srgbClr>
                </a:gs>
                <a:gs pos="71429">
                  <a:srgbClr val="B69600">
                    <a:alpha val="4740"/>
                  </a:srgbClr>
                </a:gs>
                <a:gs pos="85714">
                  <a:srgbClr val="B69600">
                    <a:alpha val="1902"/>
                  </a:srgbClr>
                </a:gs>
                <a:gs pos="100000">
                  <a:srgbClr val="B69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9179421">
              <a:off x="2656470" y="1296800"/>
              <a:ext cx="384559" cy="217727"/>
            </a:xfrm>
            <a:prstGeom prst="ellipse">
              <a:avLst/>
            </a:prstGeom>
            <a:gradFill>
              <a:gsLst>
                <a:gs pos="0">
                  <a:srgbClr val="E1DCDB">
                    <a:alpha val="31746"/>
                  </a:srgbClr>
                </a:gs>
                <a:gs pos="14286">
                  <a:srgbClr val="E1DCDB">
                    <a:alpha val="29605"/>
                  </a:srgbClr>
                </a:gs>
                <a:gs pos="28571">
                  <a:srgbClr val="E1DCDB">
                    <a:alpha val="23858"/>
                  </a:srgbClr>
                </a:gs>
                <a:gs pos="42857">
                  <a:srgbClr val="E1DCDB">
                    <a:alpha val="16371"/>
                  </a:srgbClr>
                </a:gs>
                <a:gs pos="57143">
                  <a:srgbClr val="E1DCDB">
                    <a:alpha val="9431"/>
                  </a:srgbClr>
                </a:gs>
                <a:gs pos="71429">
                  <a:srgbClr val="E1DCDB">
                    <a:alpha val="4531"/>
                  </a:srgbClr>
                </a:gs>
                <a:gs pos="85714">
                  <a:srgbClr val="E1DCDB">
                    <a:alpha val="1817"/>
                  </a:srgbClr>
                </a:gs>
                <a:gs pos="100000">
                  <a:srgbClr val="E1DCDB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10133986">
              <a:off x="1264736" y="370199"/>
              <a:ext cx="338666" cy="257853"/>
            </a:xfrm>
            <a:prstGeom prst="ellipse">
              <a:avLst/>
            </a:prstGeom>
            <a:gradFill>
              <a:gsLst>
                <a:gs pos="0">
                  <a:srgbClr val="860070">
                    <a:alpha val="18660"/>
                  </a:srgbClr>
                </a:gs>
                <a:gs pos="14286">
                  <a:srgbClr val="860070">
                    <a:alpha val="17290"/>
                  </a:srgbClr>
                </a:gs>
                <a:gs pos="28571">
                  <a:srgbClr val="860070">
                    <a:alpha val="13704"/>
                  </a:srgbClr>
                </a:gs>
                <a:gs pos="42857">
                  <a:srgbClr val="860070">
                    <a:alpha val="9215"/>
                  </a:srgbClr>
                </a:gs>
                <a:gs pos="57143">
                  <a:srgbClr val="860070">
                    <a:alpha val="5216"/>
                  </a:srgbClr>
                </a:gs>
                <a:gs pos="71429">
                  <a:srgbClr val="860070">
                    <a:alpha val="2476"/>
                  </a:srgbClr>
                </a:gs>
                <a:gs pos="85714">
                  <a:srgbClr val="860070">
                    <a:alpha val="987"/>
                  </a:srgbClr>
                </a:gs>
                <a:gs pos="100000">
                  <a:srgbClr val="86007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8767139">
              <a:off x="1066073" y="2513257"/>
              <a:ext cx="551346" cy="49933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8217113">
              <a:off x="1503675" y="2263295"/>
              <a:ext cx="583265" cy="89152"/>
            </a:xfrm>
            <a:prstGeom prst="ellipse">
              <a:avLst/>
            </a:prstGeom>
            <a:gradFill>
              <a:gsLst>
                <a:gs pos="0">
                  <a:srgbClr val="003100">
                    <a:alpha val="32968"/>
                  </a:srgbClr>
                </a:gs>
                <a:gs pos="14286">
                  <a:srgbClr val="003100">
                    <a:alpha val="30764"/>
                  </a:srgbClr>
                </a:gs>
                <a:gs pos="28571">
                  <a:srgbClr val="003100">
                    <a:alpha val="24833"/>
                  </a:srgbClr>
                </a:gs>
                <a:gs pos="42857">
                  <a:srgbClr val="003100">
                    <a:alpha val="17075"/>
                  </a:srgbClr>
                </a:gs>
                <a:gs pos="57143">
                  <a:srgbClr val="003100">
                    <a:alpha val="9855"/>
                  </a:srgbClr>
                </a:gs>
                <a:gs pos="71429">
                  <a:srgbClr val="003100">
                    <a:alpha val="4740"/>
                  </a:srgbClr>
                </a:gs>
                <a:gs pos="85714">
                  <a:srgbClr val="003100">
                    <a:alpha val="1902"/>
                  </a:srgbClr>
                </a:gs>
                <a:gs pos="100000">
                  <a:srgbClr val="00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519365">
              <a:off x="-270708" y="2170296"/>
              <a:ext cx="579273" cy="99829"/>
            </a:xfrm>
            <a:prstGeom prst="ellipse">
              <a:avLst/>
            </a:prstGeom>
            <a:gradFill>
              <a:gsLst>
                <a:gs pos="0">
                  <a:srgbClr val="F2F6FF">
                    <a:alpha val="32968"/>
                  </a:srgbClr>
                </a:gs>
                <a:gs pos="14286">
                  <a:srgbClr val="F2F6FF">
                    <a:alpha val="30764"/>
                  </a:srgbClr>
                </a:gs>
                <a:gs pos="28571">
                  <a:srgbClr val="F2F6FF">
                    <a:alpha val="24833"/>
                  </a:srgbClr>
                </a:gs>
                <a:gs pos="42857">
                  <a:srgbClr val="F2F6FF">
                    <a:alpha val="17075"/>
                  </a:srgbClr>
                </a:gs>
                <a:gs pos="57143">
                  <a:srgbClr val="F2F6FF">
                    <a:alpha val="9855"/>
                  </a:srgbClr>
                </a:gs>
                <a:gs pos="71429">
                  <a:srgbClr val="F2F6FF">
                    <a:alpha val="4740"/>
                  </a:srgbClr>
                </a:gs>
                <a:gs pos="85714">
                  <a:srgbClr val="F2F6FF">
                    <a:alpha val="1902"/>
                  </a:srgbClr>
                </a:gs>
                <a:gs pos="100000">
                  <a:srgbClr val="F2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9735930">
              <a:off x="2889172" y="1613758"/>
              <a:ext cx="394762" cy="385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234847">
              <a:off x="1309080" y="2898139"/>
              <a:ext cx="607889" cy="255328"/>
            </a:xfrm>
            <a:prstGeom prst="ellipse">
              <a:avLst/>
            </a:prstGeom>
            <a:gradFill>
              <a:gsLst>
                <a:gs pos="0">
                  <a:srgbClr val="F50000">
                    <a:alpha val="32968"/>
                  </a:srgbClr>
                </a:gs>
                <a:gs pos="14286">
                  <a:srgbClr val="F50000">
                    <a:alpha val="30764"/>
                  </a:srgbClr>
                </a:gs>
                <a:gs pos="28571">
                  <a:srgbClr val="F50000">
                    <a:alpha val="24833"/>
                  </a:srgbClr>
                </a:gs>
                <a:gs pos="42857">
                  <a:srgbClr val="F50000">
                    <a:alpha val="17075"/>
                  </a:srgbClr>
                </a:gs>
                <a:gs pos="57143">
                  <a:srgbClr val="F50000">
                    <a:alpha val="9855"/>
                  </a:srgbClr>
                </a:gs>
                <a:gs pos="71429">
                  <a:srgbClr val="F50000">
                    <a:alpha val="4740"/>
                  </a:srgbClr>
                </a:gs>
                <a:gs pos="85714">
                  <a:srgbClr val="F50000">
                    <a:alpha val="1902"/>
                  </a:srgbClr>
                </a:gs>
                <a:gs pos="100000">
                  <a:srgbClr val="F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6344399">
              <a:off x="1591999" y="918350"/>
              <a:ext cx="306572" cy="281563"/>
            </a:xfrm>
            <a:prstGeom prst="ellipse">
              <a:avLst/>
            </a:prstGeom>
            <a:gradFill>
              <a:gsLst>
                <a:gs pos="0">
                  <a:srgbClr val="FF2700">
                    <a:alpha val="10350"/>
                  </a:srgbClr>
                </a:gs>
                <a:gs pos="14286">
                  <a:srgbClr val="FF2700">
                    <a:alpha val="9554"/>
                  </a:srgbClr>
                </a:gs>
                <a:gs pos="28571">
                  <a:srgbClr val="FF2700">
                    <a:alpha val="7501"/>
                  </a:srgbClr>
                </a:gs>
                <a:gs pos="42857">
                  <a:srgbClr val="FF2700">
                    <a:alpha val="4986"/>
                  </a:srgbClr>
                </a:gs>
                <a:gs pos="57143">
                  <a:srgbClr val="FF2700">
                    <a:alpha val="2794"/>
                  </a:srgbClr>
                </a:gs>
                <a:gs pos="71429">
                  <a:srgbClr val="FF2700">
                    <a:alpha val="1318"/>
                  </a:srgbClr>
                </a:gs>
                <a:gs pos="85714">
                  <a:srgbClr val="FF2700">
                    <a:alpha val="523"/>
                  </a:srgbClr>
                </a:gs>
                <a:gs pos="100000">
                  <a:srgbClr val="FF27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5225882">
              <a:off x="2485872" y="984591"/>
              <a:ext cx="641318" cy="148303"/>
            </a:xfrm>
            <a:prstGeom prst="ellipse">
              <a:avLst/>
            </a:prstGeom>
            <a:gradFill>
              <a:gsLst>
                <a:gs pos="0">
                  <a:srgbClr val="FAF2FF">
                    <a:alpha val="32968"/>
                  </a:srgbClr>
                </a:gs>
                <a:gs pos="14286">
                  <a:srgbClr val="FAF2FF">
                    <a:alpha val="30764"/>
                  </a:srgbClr>
                </a:gs>
                <a:gs pos="28571">
                  <a:srgbClr val="FAF2FF">
                    <a:alpha val="24833"/>
                  </a:srgbClr>
                </a:gs>
                <a:gs pos="42857">
                  <a:srgbClr val="FAF2FF">
                    <a:alpha val="17075"/>
                  </a:srgbClr>
                </a:gs>
                <a:gs pos="57143">
                  <a:srgbClr val="FAF2FF">
                    <a:alpha val="9855"/>
                  </a:srgbClr>
                </a:gs>
                <a:gs pos="71429">
                  <a:srgbClr val="FAF2FF">
                    <a:alpha val="4740"/>
                  </a:srgbClr>
                </a:gs>
                <a:gs pos="85714">
                  <a:srgbClr val="FAF2FF">
                    <a:alpha val="1902"/>
                  </a:srgbClr>
                </a:gs>
                <a:gs pos="100000">
                  <a:srgbClr val="FA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4700537">
              <a:off x="1811619" y="495111"/>
              <a:ext cx="665308" cy="4187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5500431">
              <a:off x="1033383" y="699646"/>
              <a:ext cx="602518" cy="175724"/>
            </a:xfrm>
            <a:prstGeom prst="ellipse">
              <a:avLst/>
            </a:prstGeom>
            <a:gradFill>
              <a:gsLst>
                <a:gs pos="0">
                  <a:srgbClr val="FFE2B7">
                    <a:alpha val="32968"/>
                  </a:srgbClr>
                </a:gs>
                <a:gs pos="14286">
                  <a:srgbClr val="FFE2B7">
                    <a:alpha val="30764"/>
                  </a:srgbClr>
                </a:gs>
                <a:gs pos="28571">
                  <a:srgbClr val="FFE2B7">
                    <a:alpha val="24833"/>
                  </a:srgbClr>
                </a:gs>
                <a:gs pos="42857">
                  <a:srgbClr val="FFE2B7">
                    <a:alpha val="17075"/>
                  </a:srgbClr>
                </a:gs>
                <a:gs pos="57143">
                  <a:srgbClr val="FFE2B7">
                    <a:alpha val="9855"/>
                  </a:srgbClr>
                </a:gs>
                <a:gs pos="71429">
                  <a:srgbClr val="FFE2B7">
                    <a:alpha val="4740"/>
                  </a:srgbClr>
                </a:gs>
                <a:gs pos="85714">
                  <a:srgbClr val="FFE2B7">
                    <a:alpha val="1902"/>
                  </a:srgbClr>
                </a:gs>
                <a:gs pos="100000">
                  <a:srgbClr val="FFE2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4275633">
              <a:off x="2291493" y="2064569"/>
              <a:ext cx="467656" cy="60551"/>
            </a:xfrm>
            <a:prstGeom prst="ellipse">
              <a:avLst/>
            </a:prstGeom>
            <a:gradFill>
              <a:gsLst>
                <a:gs pos="0">
                  <a:srgbClr val="FCFFB0">
                    <a:alpha val="32968"/>
                  </a:srgbClr>
                </a:gs>
                <a:gs pos="14286">
                  <a:srgbClr val="FCFFB0">
                    <a:alpha val="30764"/>
                  </a:srgbClr>
                </a:gs>
                <a:gs pos="28571">
                  <a:srgbClr val="FCFFB0">
                    <a:alpha val="24833"/>
                  </a:srgbClr>
                </a:gs>
                <a:gs pos="42857">
                  <a:srgbClr val="FCFFB0">
                    <a:alpha val="17075"/>
                  </a:srgbClr>
                </a:gs>
                <a:gs pos="57143">
                  <a:srgbClr val="FCFFB0">
                    <a:alpha val="9855"/>
                  </a:srgbClr>
                </a:gs>
                <a:gs pos="71429">
                  <a:srgbClr val="FCFFB0">
                    <a:alpha val="4740"/>
                  </a:srgbClr>
                </a:gs>
                <a:gs pos="85714">
                  <a:srgbClr val="FCFFB0">
                    <a:alpha val="1902"/>
                  </a:srgbClr>
                </a:gs>
                <a:gs pos="100000">
                  <a:srgbClr val="FC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4682523">
              <a:off x="1831381" y="271865"/>
              <a:ext cx="430075" cy="98096"/>
            </a:xfrm>
            <a:prstGeom prst="ellipse">
              <a:avLst/>
            </a:prstGeom>
            <a:gradFill>
              <a:gsLst>
                <a:gs pos="0">
                  <a:srgbClr val="664F00">
                    <a:alpha val="32968"/>
                  </a:srgbClr>
                </a:gs>
                <a:gs pos="14286">
                  <a:srgbClr val="664F00">
                    <a:alpha val="30764"/>
                  </a:srgbClr>
                </a:gs>
                <a:gs pos="28571">
                  <a:srgbClr val="664F00">
                    <a:alpha val="24833"/>
                  </a:srgbClr>
                </a:gs>
                <a:gs pos="42857">
                  <a:srgbClr val="664F00">
                    <a:alpha val="17075"/>
                  </a:srgbClr>
                </a:gs>
                <a:gs pos="57143">
                  <a:srgbClr val="664F00">
                    <a:alpha val="9855"/>
                  </a:srgbClr>
                </a:gs>
                <a:gs pos="71429">
                  <a:srgbClr val="664F00">
                    <a:alpha val="4740"/>
                  </a:srgbClr>
                </a:gs>
                <a:gs pos="85714">
                  <a:srgbClr val="664F00">
                    <a:alpha val="1902"/>
                  </a:srgbClr>
                </a:gs>
                <a:gs pos="100000">
                  <a:srgbClr val="66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7806292">
              <a:off x="1689717" y="1112470"/>
              <a:ext cx="320542" cy="51811"/>
            </a:xfrm>
            <a:prstGeom prst="ellipse">
              <a:avLst/>
            </a:prstGeom>
            <a:gradFill>
              <a:gsLst>
                <a:gs pos="0">
                  <a:srgbClr val="987F00">
                    <a:alpha val="9328"/>
                  </a:srgbClr>
                </a:gs>
                <a:gs pos="14286">
                  <a:srgbClr val="987F00">
                    <a:alpha val="8607"/>
                  </a:srgbClr>
                </a:gs>
                <a:gs pos="28571">
                  <a:srgbClr val="987F00">
                    <a:alpha val="6750"/>
                  </a:srgbClr>
                </a:gs>
                <a:gs pos="42857">
                  <a:srgbClr val="987F00">
                    <a:alpha val="4480"/>
                  </a:srgbClr>
                </a:gs>
                <a:gs pos="57143">
                  <a:srgbClr val="987F00">
                    <a:alpha val="2508"/>
                  </a:srgbClr>
                </a:gs>
                <a:gs pos="71429">
                  <a:srgbClr val="987F00">
                    <a:alpha val="1182"/>
                  </a:srgbClr>
                </a:gs>
                <a:gs pos="85714">
                  <a:srgbClr val="987F00">
                    <a:alpha val="469"/>
                  </a:srgbClr>
                </a:gs>
                <a:gs pos="100000">
                  <a:srgbClr val="987F00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8463184">
              <a:off x="699265" y="3575428"/>
              <a:ext cx="410280" cy="30833"/>
            </a:xfrm>
            <a:prstGeom prst="ellipse">
              <a:avLst/>
            </a:prstGeom>
            <a:gradFill>
              <a:gsLst>
                <a:gs pos="0">
                  <a:srgbClr val="FFE2FF">
                    <a:alpha val="32968"/>
                  </a:srgbClr>
                </a:gs>
                <a:gs pos="14286">
                  <a:srgbClr val="FFE2FF">
                    <a:alpha val="30764"/>
                  </a:srgbClr>
                </a:gs>
                <a:gs pos="28571">
                  <a:srgbClr val="FFE2FF">
                    <a:alpha val="24833"/>
                  </a:srgbClr>
                </a:gs>
                <a:gs pos="42857">
                  <a:srgbClr val="FFE2FF">
                    <a:alpha val="17075"/>
                  </a:srgbClr>
                </a:gs>
                <a:gs pos="57143">
                  <a:srgbClr val="FFE2FF">
                    <a:alpha val="9855"/>
                  </a:srgbClr>
                </a:gs>
                <a:gs pos="71429">
                  <a:srgbClr val="FFE2FF">
                    <a:alpha val="4740"/>
                  </a:srgbClr>
                </a:gs>
                <a:gs pos="85714">
                  <a:srgbClr val="FFE2FF">
                    <a:alpha val="1902"/>
                  </a:srgbClr>
                </a:gs>
                <a:gs pos="100000">
                  <a:srgbClr val="FFE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435680">
              <a:off x="1628902" y="2940459"/>
              <a:ext cx="609944" cy="54085"/>
            </a:xfrm>
            <a:prstGeom prst="ellipse">
              <a:avLst/>
            </a:prstGeom>
            <a:gradFill>
              <a:gsLst>
                <a:gs pos="0">
                  <a:srgbClr val="F2FFEF">
                    <a:alpha val="19546"/>
                  </a:srgbClr>
                </a:gs>
                <a:gs pos="14286">
                  <a:srgbClr val="F2FFEF">
                    <a:alpha val="18119"/>
                  </a:srgbClr>
                </a:gs>
                <a:gs pos="28571">
                  <a:srgbClr val="F2FFEF">
                    <a:alpha val="14376"/>
                  </a:srgbClr>
                </a:gs>
                <a:gs pos="42857">
                  <a:srgbClr val="F2FFEF">
                    <a:alpha val="9679"/>
                  </a:srgbClr>
                </a:gs>
                <a:gs pos="57143">
                  <a:srgbClr val="F2FFEF">
                    <a:alpha val="5485"/>
                  </a:srgbClr>
                </a:gs>
                <a:gs pos="71429">
                  <a:srgbClr val="F2FFEF">
                    <a:alpha val="2606"/>
                  </a:srgbClr>
                </a:gs>
                <a:gs pos="85714">
                  <a:srgbClr val="F2FFEF">
                    <a:alpha val="1039"/>
                  </a:srgbClr>
                </a:gs>
                <a:gs pos="100000">
                  <a:srgbClr val="F2FFE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348358">
              <a:off x="1227903" y="3520297"/>
              <a:ext cx="381774" cy="255555"/>
            </a:xfrm>
            <a:prstGeom prst="ellipse">
              <a:avLst/>
            </a:prstGeom>
            <a:gradFill>
              <a:gsLst>
                <a:gs pos="0">
                  <a:srgbClr val="F34600">
                    <a:alpha val="25769"/>
                  </a:srgbClr>
                </a:gs>
                <a:gs pos="14286">
                  <a:srgbClr val="F34600">
                    <a:alpha val="23958"/>
                  </a:srgbClr>
                </a:gs>
                <a:gs pos="28571">
                  <a:srgbClr val="F34600">
                    <a:alpha val="19157"/>
                  </a:srgbClr>
                </a:gs>
                <a:gs pos="42857">
                  <a:srgbClr val="F34600">
                    <a:alpha val="13019"/>
                  </a:srgbClr>
                </a:gs>
                <a:gs pos="57143">
                  <a:srgbClr val="F34600">
                    <a:alpha val="7438"/>
                  </a:srgbClr>
                </a:gs>
                <a:gs pos="71429">
                  <a:srgbClr val="F34600">
                    <a:alpha val="3553"/>
                  </a:srgbClr>
                </a:gs>
                <a:gs pos="85714">
                  <a:srgbClr val="F34600">
                    <a:alpha val="1420"/>
                  </a:srgbClr>
                </a:gs>
                <a:gs pos="100000">
                  <a:srgbClr val="F34600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4399200">
              <a:off x="2103979" y="1424438"/>
              <a:ext cx="341802" cy="306594"/>
            </a:xfrm>
            <a:prstGeom prst="ellipse">
              <a:avLst/>
            </a:prstGeom>
            <a:gradFill>
              <a:gsLst>
                <a:gs pos="0">
                  <a:srgbClr val="FFC2DA">
                    <a:alpha val="12401"/>
                  </a:srgbClr>
                </a:gs>
                <a:gs pos="14286">
                  <a:srgbClr val="FFC2DA">
                    <a:alpha val="11458"/>
                  </a:srgbClr>
                </a:gs>
                <a:gs pos="28571">
                  <a:srgbClr val="FFC2DA">
                    <a:alpha val="9016"/>
                  </a:srgbClr>
                </a:gs>
                <a:gs pos="42857">
                  <a:srgbClr val="FFC2DA">
                    <a:alpha val="6010"/>
                  </a:srgbClr>
                </a:gs>
                <a:gs pos="57143">
                  <a:srgbClr val="FFC2DA">
                    <a:alpha val="3376"/>
                  </a:srgbClr>
                </a:gs>
                <a:gs pos="71429">
                  <a:srgbClr val="FFC2DA">
                    <a:alpha val="1595"/>
                  </a:srgbClr>
                </a:gs>
                <a:gs pos="85714">
                  <a:srgbClr val="FFC2DA">
                    <a:alpha val="634"/>
                  </a:srgbClr>
                </a:gs>
                <a:gs pos="100000">
                  <a:srgbClr val="FFC2D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6454558">
              <a:off x="1848631" y="671259"/>
              <a:ext cx="628523" cy="120431"/>
            </a:xfrm>
            <a:prstGeom prst="ellipse">
              <a:avLst/>
            </a:prstGeom>
            <a:gradFill>
              <a:gsLst>
                <a:gs pos="0">
                  <a:srgbClr val="FFF2FF">
                    <a:alpha val="17786"/>
                  </a:srgbClr>
                </a:gs>
                <a:gs pos="14286">
                  <a:srgbClr val="FFF2FF">
                    <a:alpha val="16473"/>
                  </a:srgbClr>
                </a:gs>
                <a:gs pos="28571">
                  <a:srgbClr val="FFF2FF">
                    <a:alpha val="13044"/>
                  </a:srgbClr>
                </a:gs>
                <a:gs pos="42857">
                  <a:srgbClr val="FFF2FF">
                    <a:alpha val="8760"/>
                  </a:srgbClr>
                </a:gs>
                <a:gs pos="57143">
                  <a:srgbClr val="FFF2FF">
                    <a:alpha val="4953"/>
                  </a:srgbClr>
                </a:gs>
                <a:gs pos="71429">
                  <a:srgbClr val="FFF2FF">
                    <a:alpha val="2350"/>
                  </a:srgbClr>
                </a:gs>
                <a:gs pos="85714">
                  <a:srgbClr val="FFF2FF">
                    <a:alpha val="936"/>
                  </a:srgbClr>
                </a:gs>
                <a:gs pos="100000">
                  <a:srgbClr val="FFF2F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5417971">
              <a:off x="1358524" y="2584278"/>
              <a:ext cx="740253" cy="31304"/>
            </a:xfrm>
            <a:prstGeom prst="ellipse">
              <a:avLst/>
            </a:prstGeom>
            <a:gradFill>
              <a:gsLst>
                <a:gs pos="0">
                  <a:srgbClr val="FFFFF2">
                    <a:alpha val="32968"/>
                  </a:srgbClr>
                </a:gs>
                <a:gs pos="14286">
                  <a:srgbClr val="FFFFF2">
                    <a:alpha val="30764"/>
                  </a:srgbClr>
                </a:gs>
                <a:gs pos="28571">
                  <a:srgbClr val="FFFFF2">
                    <a:alpha val="24833"/>
                  </a:srgbClr>
                </a:gs>
                <a:gs pos="42857">
                  <a:srgbClr val="FFFFF2">
                    <a:alpha val="17075"/>
                  </a:srgbClr>
                </a:gs>
                <a:gs pos="57143">
                  <a:srgbClr val="FFFFF2">
                    <a:alpha val="9855"/>
                  </a:srgbClr>
                </a:gs>
                <a:gs pos="71429">
                  <a:srgbClr val="FFFFF2">
                    <a:alpha val="4740"/>
                  </a:srgbClr>
                </a:gs>
                <a:gs pos="85714">
                  <a:srgbClr val="FFFFF2">
                    <a:alpha val="1902"/>
                  </a:srgbClr>
                </a:gs>
                <a:gs pos="100000">
                  <a:srgbClr val="FFFF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436035">
              <a:off x="70904" y="1095791"/>
              <a:ext cx="396947" cy="267612"/>
            </a:xfrm>
            <a:prstGeom prst="ellipse">
              <a:avLst/>
            </a:prstGeom>
            <a:gradFill>
              <a:gsLst>
                <a:gs pos="0">
                  <a:srgbClr val="8F0000">
                    <a:alpha val="29126"/>
                  </a:srgbClr>
                </a:gs>
                <a:gs pos="14286">
                  <a:srgbClr val="8F0000">
                    <a:alpha val="27124"/>
                  </a:srgbClr>
                </a:gs>
                <a:gs pos="28571">
                  <a:srgbClr val="8F0000">
                    <a:alpha val="21783"/>
                  </a:srgbClr>
                </a:gs>
                <a:gs pos="42857">
                  <a:srgbClr val="8F0000">
                    <a:alpha val="14883"/>
                  </a:srgbClr>
                </a:gs>
                <a:gs pos="57143">
                  <a:srgbClr val="8F0000">
                    <a:alpha val="8542"/>
                  </a:srgbClr>
                </a:gs>
                <a:gs pos="71429">
                  <a:srgbClr val="8F0000">
                    <a:alpha val="4094"/>
                  </a:srgbClr>
                </a:gs>
                <a:gs pos="85714">
                  <a:srgbClr val="8F0000">
                    <a:alpha val="1639"/>
                  </a:srgbClr>
                </a:gs>
                <a:gs pos="100000">
                  <a:srgbClr val="8F0000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4521551">
              <a:off x="311769" y="1342865"/>
              <a:ext cx="725472" cy="111533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5284249">
              <a:off x="1709464" y="3514503"/>
              <a:ext cx="383619" cy="197764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8915441">
              <a:off x="1478347" y="2793411"/>
              <a:ext cx="343077" cy="282469"/>
            </a:xfrm>
            <a:prstGeom prst="ellipse">
              <a:avLst/>
            </a:prstGeom>
            <a:gradFill>
              <a:gsLst>
                <a:gs pos="0">
                  <a:srgbClr val="A8A300">
                    <a:alpha val="3694"/>
                  </a:srgbClr>
                </a:gs>
                <a:gs pos="14286">
                  <a:srgbClr val="A8A300">
                    <a:alpha val="3401"/>
                  </a:srgbClr>
                </a:gs>
                <a:gs pos="28571">
                  <a:srgbClr val="A8A300">
                    <a:alpha val="2651"/>
                  </a:srgbClr>
                </a:gs>
                <a:gs pos="42857">
                  <a:srgbClr val="A8A300">
                    <a:alpha val="1747"/>
                  </a:srgbClr>
                </a:gs>
                <a:gs pos="57143">
                  <a:srgbClr val="A8A300">
                    <a:alpha val="972"/>
                  </a:srgbClr>
                </a:gs>
                <a:gs pos="71429">
                  <a:srgbClr val="A8A300">
                    <a:alpha val="456"/>
                  </a:srgbClr>
                </a:gs>
                <a:gs pos="85714">
                  <a:srgbClr val="A8A300">
                    <a:alpha val="181"/>
                  </a:srgbClr>
                </a:gs>
                <a:gs pos="100000">
                  <a:srgbClr val="A8A3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070477">
              <a:off x="2343286" y="2087409"/>
              <a:ext cx="827059" cy="513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10408849">
              <a:off x="1068798" y="2946960"/>
              <a:ext cx="235616" cy="433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9936170">
              <a:off x="2666828" y="2549773"/>
              <a:ext cx="557763" cy="245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3317495">
              <a:off x="2055152" y="1517500"/>
              <a:ext cx="356997" cy="177596"/>
            </a:xfrm>
            <a:prstGeom prst="ellipse">
              <a:avLst/>
            </a:prstGeom>
            <a:gradFill>
              <a:gsLst>
                <a:gs pos="0">
                  <a:srgbClr val="F9FFFD">
                    <a:alpha val="32968"/>
                  </a:srgbClr>
                </a:gs>
                <a:gs pos="14286">
                  <a:srgbClr val="F9FFFD">
                    <a:alpha val="30764"/>
                  </a:srgbClr>
                </a:gs>
                <a:gs pos="28571">
                  <a:srgbClr val="F9FFFD">
                    <a:alpha val="24833"/>
                  </a:srgbClr>
                </a:gs>
                <a:gs pos="42857">
                  <a:srgbClr val="F9FFFD">
                    <a:alpha val="17075"/>
                  </a:srgbClr>
                </a:gs>
                <a:gs pos="57143">
                  <a:srgbClr val="F9FFFD">
                    <a:alpha val="9855"/>
                  </a:srgbClr>
                </a:gs>
                <a:gs pos="71429">
                  <a:srgbClr val="F9FFFD">
                    <a:alpha val="4740"/>
                  </a:srgbClr>
                </a:gs>
                <a:gs pos="85714">
                  <a:srgbClr val="F9FFFD">
                    <a:alpha val="1902"/>
                  </a:srgbClr>
                </a:gs>
                <a:gs pos="100000">
                  <a:srgbClr val="F9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7019263">
              <a:off x="1027191" y="492788"/>
              <a:ext cx="518211" cy="114350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313477">
              <a:off x="2428667" y="1551784"/>
              <a:ext cx="419446" cy="278692"/>
            </a:xfrm>
            <a:prstGeom prst="ellipse">
              <a:avLst/>
            </a:prstGeom>
            <a:gradFill>
              <a:gsLst>
                <a:gs pos="0">
                  <a:srgbClr val="00E7FF">
                    <a:alpha val="1643"/>
                  </a:srgbClr>
                </a:gs>
                <a:gs pos="14286">
                  <a:srgbClr val="00E7FF">
                    <a:alpha val="1511"/>
                  </a:srgbClr>
                </a:gs>
                <a:gs pos="28571">
                  <a:srgbClr val="00E7FF">
                    <a:alpha val="1175"/>
                  </a:srgbClr>
                </a:gs>
                <a:gs pos="42857">
                  <a:srgbClr val="00E7FF">
                    <a:alpha val="772"/>
                  </a:srgbClr>
                </a:gs>
                <a:gs pos="57143">
                  <a:srgbClr val="00E7FF">
                    <a:alpha val="429"/>
                  </a:srgbClr>
                </a:gs>
                <a:gs pos="71429">
                  <a:srgbClr val="00E7FF">
                    <a:alpha val="201"/>
                  </a:srgbClr>
                </a:gs>
                <a:gs pos="85714">
                  <a:srgbClr val="00E7FF">
                    <a:alpha val="79"/>
                  </a:srgbClr>
                </a:gs>
                <a:gs pos="100000">
                  <a:srgbClr val="00E7FF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325605">
              <a:off x="-195111" y="1313929"/>
              <a:ext cx="542289" cy="219192"/>
            </a:xfrm>
            <a:prstGeom prst="ellipse">
              <a:avLst/>
            </a:prstGeom>
            <a:gradFill>
              <a:gsLst>
                <a:gs pos="0">
                  <a:srgbClr val="F2E8FF">
                    <a:alpha val="32968"/>
                  </a:srgbClr>
                </a:gs>
                <a:gs pos="14286">
                  <a:srgbClr val="F2E8FF">
                    <a:alpha val="30764"/>
                  </a:srgbClr>
                </a:gs>
                <a:gs pos="28571">
                  <a:srgbClr val="F2E8FF">
                    <a:alpha val="24833"/>
                  </a:srgbClr>
                </a:gs>
                <a:gs pos="42857">
                  <a:srgbClr val="F2E8FF">
                    <a:alpha val="17075"/>
                  </a:srgbClr>
                </a:gs>
                <a:gs pos="57143">
                  <a:srgbClr val="F2E8FF">
                    <a:alpha val="9855"/>
                  </a:srgbClr>
                </a:gs>
                <a:gs pos="71429">
                  <a:srgbClr val="F2E8FF">
                    <a:alpha val="4740"/>
                  </a:srgbClr>
                </a:gs>
                <a:gs pos="85714">
                  <a:srgbClr val="F2E8FF">
                    <a:alpha val="1902"/>
                  </a:srgbClr>
                </a:gs>
                <a:gs pos="100000">
                  <a:srgbClr val="F2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10758572">
              <a:off x="93666" y="1737616"/>
              <a:ext cx="404890" cy="3727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7849496">
              <a:off x="1626578" y="788135"/>
              <a:ext cx="396145" cy="143221"/>
            </a:xfrm>
            <a:prstGeom prst="ellipse">
              <a:avLst/>
            </a:prstGeom>
            <a:gradFill>
              <a:gsLst>
                <a:gs pos="0">
                  <a:srgbClr val="FFEAD6">
                    <a:alpha val="32968"/>
                  </a:srgbClr>
                </a:gs>
                <a:gs pos="14286">
                  <a:srgbClr val="FFEAD6">
                    <a:alpha val="30764"/>
                  </a:srgbClr>
                </a:gs>
                <a:gs pos="28571">
                  <a:srgbClr val="FFEAD6">
                    <a:alpha val="24833"/>
                  </a:srgbClr>
                </a:gs>
                <a:gs pos="42857">
                  <a:srgbClr val="FFEAD6">
                    <a:alpha val="17075"/>
                  </a:srgbClr>
                </a:gs>
                <a:gs pos="57143">
                  <a:srgbClr val="FFEAD6">
                    <a:alpha val="9855"/>
                  </a:srgbClr>
                </a:gs>
                <a:gs pos="71429">
                  <a:srgbClr val="FFEAD6">
                    <a:alpha val="4740"/>
                  </a:srgbClr>
                </a:gs>
                <a:gs pos="85714">
                  <a:srgbClr val="FFEAD6">
                    <a:alpha val="1902"/>
                  </a:srgbClr>
                </a:gs>
                <a:gs pos="100000">
                  <a:srgbClr val="FFEA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4973165">
              <a:off x="1381843" y="722456"/>
              <a:ext cx="444107" cy="110085"/>
            </a:xfrm>
            <a:prstGeom prst="ellipse">
              <a:avLst/>
            </a:prstGeom>
            <a:gradFill>
              <a:gsLst>
                <a:gs pos="0">
                  <a:srgbClr val="FFF4D4">
                    <a:alpha val="18063"/>
                  </a:srgbClr>
                </a:gs>
                <a:gs pos="14286">
                  <a:srgbClr val="FFF4D4">
                    <a:alpha val="16732"/>
                  </a:srgbClr>
                </a:gs>
                <a:gs pos="28571">
                  <a:srgbClr val="FFF4D4">
                    <a:alpha val="13253"/>
                  </a:srgbClr>
                </a:gs>
                <a:gs pos="42857">
                  <a:srgbClr val="FFF4D4">
                    <a:alpha val="8904"/>
                  </a:srgbClr>
                </a:gs>
                <a:gs pos="57143">
                  <a:srgbClr val="FFF4D4">
                    <a:alpha val="5036"/>
                  </a:srgbClr>
                </a:gs>
                <a:gs pos="71429">
                  <a:srgbClr val="FFF4D4">
                    <a:alpha val="2390"/>
                  </a:srgbClr>
                </a:gs>
                <a:gs pos="85714">
                  <a:srgbClr val="FFF4D4">
                    <a:alpha val="952"/>
                  </a:srgbClr>
                </a:gs>
                <a:gs pos="100000">
                  <a:srgbClr val="FFF4D4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690124">
              <a:off x="1453131" y="1203937"/>
              <a:ext cx="749000" cy="4233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10560954">
              <a:off x="1596477" y="644559"/>
              <a:ext cx="304801" cy="29564"/>
            </a:xfrm>
            <a:prstGeom prst="ellipse">
              <a:avLst/>
            </a:prstGeom>
            <a:gradFill>
              <a:gsLst>
                <a:gs pos="0">
                  <a:srgbClr val="743E00">
                    <a:alpha val="32968"/>
                  </a:srgbClr>
                </a:gs>
                <a:gs pos="14286">
                  <a:srgbClr val="743E00">
                    <a:alpha val="30764"/>
                  </a:srgbClr>
                </a:gs>
                <a:gs pos="28571">
                  <a:srgbClr val="743E00">
                    <a:alpha val="24833"/>
                  </a:srgbClr>
                </a:gs>
                <a:gs pos="42857">
                  <a:srgbClr val="743E00">
                    <a:alpha val="17075"/>
                  </a:srgbClr>
                </a:gs>
                <a:gs pos="57143">
                  <a:srgbClr val="743E00">
                    <a:alpha val="9855"/>
                  </a:srgbClr>
                </a:gs>
                <a:gs pos="71429">
                  <a:srgbClr val="743E00">
                    <a:alpha val="4740"/>
                  </a:srgbClr>
                </a:gs>
                <a:gs pos="85714">
                  <a:srgbClr val="743E00">
                    <a:alpha val="1902"/>
                  </a:srgbClr>
                </a:gs>
                <a:gs pos="100000">
                  <a:srgbClr val="743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6663744">
              <a:off x="1934462" y="1706880"/>
              <a:ext cx="333859" cy="120954"/>
            </a:xfrm>
            <a:prstGeom prst="ellipse">
              <a:avLst/>
            </a:prstGeom>
            <a:gradFill>
              <a:gsLst>
                <a:gs pos="0">
                  <a:srgbClr val="EAD5FD">
                    <a:alpha val="22937"/>
                  </a:srgbClr>
                </a:gs>
                <a:gs pos="14286">
                  <a:srgbClr val="EAD5FD">
                    <a:alpha val="21296"/>
                  </a:srgbClr>
                </a:gs>
                <a:gs pos="28571">
                  <a:srgbClr val="EAD5FD">
                    <a:alpha val="16968"/>
                  </a:srgbClr>
                </a:gs>
                <a:gs pos="42857">
                  <a:srgbClr val="EAD5FD">
                    <a:alpha val="11482"/>
                  </a:srgbClr>
                </a:gs>
                <a:gs pos="57143">
                  <a:srgbClr val="EAD5FD">
                    <a:alpha val="6535"/>
                  </a:srgbClr>
                </a:gs>
                <a:gs pos="71429">
                  <a:srgbClr val="EAD5FD">
                    <a:alpha val="3114"/>
                  </a:srgbClr>
                </a:gs>
                <a:gs pos="85714">
                  <a:srgbClr val="EAD5FD">
                    <a:alpha val="1243"/>
                  </a:srgbClr>
                </a:gs>
                <a:gs pos="100000">
                  <a:srgbClr val="EAD5FD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4278612">
              <a:off x="691314" y="1395870"/>
              <a:ext cx="284344" cy="24101"/>
            </a:xfrm>
            <a:prstGeom prst="ellipse">
              <a:avLst/>
            </a:prstGeom>
            <a:gradFill>
              <a:gsLst>
                <a:gs pos="0">
                  <a:srgbClr val="FFF9E8">
                    <a:alpha val="32968"/>
                  </a:srgbClr>
                </a:gs>
                <a:gs pos="14286">
                  <a:srgbClr val="FFF9E8">
                    <a:alpha val="30764"/>
                  </a:srgbClr>
                </a:gs>
                <a:gs pos="28571">
                  <a:srgbClr val="FFF9E8">
                    <a:alpha val="24833"/>
                  </a:srgbClr>
                </a:gs>
                <a:gs pos="42857">
                  <a:srgbClr val="FFF9E8">
                    <a:alpha val="17075"/>
                  </a:srgbClr>
                </a:gs>
                <a:gs pos="57143">
                  <a:srgbClr val="FFF9E8">
                    <a:alpha val="9855"/>
                  </a:srgbClr>
                </a:gs>
                <a:gs pos="71429">
                  <a:srgbClr val="FFF9E8">
                    <a:alpha val="4740"/>
                  </a:srgbClr>
                </a:gs>
                <a:gs pos="85714">
                  <a:srgbClr val="FFF9E8">
                    <a:alpha val="1902"/>
                  </a:srgbClr>
                </a:gs>
                <a:gs pos="100000">
                  <a:srgbClr val="FFF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-9256229">
              <a:off x="1650874" y="169450"/>
              <a:ext cx="458825" cy="42870"/>
            </a:xfrm>
            <a:prstGeom prst="ellipse">
              <a:avLst/>
            </a:prstGeom>
            <a:gradFill>
              <a:gsLst>
                <a:gs pos="0">
                  <a:srgbClr val="574500">
                    <a:alpha val="32968"/>
                  </a:srgbClr>
                </a:gs>
                <a:gs pos="14286">
                  <a:srgbClr val="574500">
                    <a:alpha val="30764"/>
                  </a:srgbClr>
                </a:gs>
                <a:gs pos="28571">
                  <a:srgbClr val="574500">
                    <a:alpha val="24833"/>
                  </a:srgbClr>
                </a:gs>
                <a:gs pos="42857">
                  <a:srgbClr val="574500">
                    <a:alpha val="17075"/>
                  </a:srgbClr>
                </a:gs>
                <a:gs pos="57143">
                  <a:srgbClr val="574500">
                    <a:alpha val="9855"/>
                  </a:srgbClr>
                </a:gs>
                <a:gs pos="71429">
                  <a:srgbClr val="574500">
                    <a:alpha val="4740"/>
                  </a:srgbClr>
                </a:gs>
                <a:gs pos="85714">
                  <a:srgbClr val="574500">
                    <a:alpha val="1902"/>
                  </a:srgbClr>
                </a:gs>
                <a:gs pos="100000">
                  <a:srgbClr val="57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3271941">
              <a:off x="2159846" y="1787594"/>
              <a:ext cx="480018" cy="54861"/>
            </a:xfrm>
            <a:prstGeom prst="ellipse">
              <a:avLst/>
            </a:prstGeom>
            <a:gradFill>
              <a:gsLst>
                <a:gs pos="0">
                  <a:srgbClr val="E3FCFF">
                    <a:alpha val="32968"/>
                  </a:srgbClr>
                </a:gs>
                <a:gs pos="14286">
                  <a:srgbClr val="E3FCFF">
                    <a:alpha val="30764"/>
                  </a:srgbClr>
                </a:gs>
                <a:gs pos="28571">
                  <a:srgbClr val="E3FCFF">
                    <a:alpha val="24833"/>
                  </a:srgbClr>
                </a:gs>
                <a:gs pos="42857">
                  <a:srgbClr val="E3FCFF">
                    <a:alpha val="17075"/>
                  </a:srgbClr>
                </a:gs>
                <a:gs pos="57143">
                  <a:srgbClr val="E3FCFF">
                    <a:alpha val="9855"/>
                  </a:srgbClr>
                </a:gs>
                <a:gs pos="71429">
                  <a:srgbClr val="E3FCFF">
                    <a:alpha val="4740"/>
                  </a:srgbClr>
                </a:gs>
                <a:gs pos="85714">
                  <a:srgbClr val="E3FCFF">
                    <a:alpha val="1902"/>
                  </a:srgbClr>
                </a:gs>
                <a:gs pos="100000">
                  <a:srgbClr val="E3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10086419">
              <a:off x="2017703" y="2502293"/>
              <a:ext cx="171783" cy="8355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519070">
              <a:off x="619280" y="2000356"/>
              <a:ext cx="325130" cy="260412"/>
            </a:xfrm>
            <a:prstGeom prst="ellipse">
              <a:avLst/>
            </a:prstGeom>
            <a:gradFill>
              <a:gsLst>
                <a:gs pos="0">
                  <a:srgbClr val="650022">
                    <a:alpha val="32968"/>
                  </a:srgbClr>
                </a:gs>
                <a:gs pos="14286">
                  <a:srgbClr val="650022">
                    <a:alpha val="30764"/>
                  </a:srgbClr>
                </a:gs>
                <a:gs pos="28571">
                  <a:srgbClr val="650022">
                    <a:alpha val="24833"/>
                  </a:srgbClr>
                </a:gs>
                <a:gs pos="42857">
                  <a:srgbClr val="650022">
                    <a:alpha val="17075"/>
                  </a:srgbClr>
                </a:gs>
                <a:gs pos="57143">
                  <a:srgbClr val="650022">
                    <a:alpha val="9855"/>
                  </a:srgbClr>
                </a:gs>
                <a:gs pos="71429">
                  <a:srgbClr val="650022">
                    <a:alpha val="4740"/>
                  </a:srgbClr>
                </a:gs>
                <a:gs pos="85714">
                  <a:srgbClr val="650022">
                    <a:alpha val="1902"/>
                  </a:srgbClr>
                </a:gs>
                <a:gs pos="100000">
                  <a:srgbClr val="6500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8486053">
              <a:off x="-51467" y="956485"/>
              <a:ext cx="300167" cy="248307"/>
            </a:xfrm>
            <a:prstGeom prst="ellipse">
              <a:avLst/>
            </a:prstGeom>
            <a:gradFill>
              <a:gsLst>
                <a:gs pos="0">
                  <a:srgbClr val="FF0000">
                    <a:alpha val="5558"/>
                  </a:srgbClr>
                </a:gs>
                <a:gs pos="14286">
                  <a:srgbClr val="FF0000">
                    <a:alpha val="5121"/>
                  </a:srgbClr>
                </a:gs>
                <a:gs pos="28571">
                  <a:srgbClr val="FF0000">
                    <a:alpha val="3999"/>
                  </a:srgbClr>
                </a:gs>
                <a:gs pos="42857">
                  <a:srgbClr val="FF0000">
                    <a:alpha val="2641"/>
                  </a:srgbClr>
                </a:gs>
                <a:gs pos="57143">
                  <a:srgbClr val="FF0000">
                    <a:alpha val="1472"/>
                  </a:srgbClr>
                </a:gs>
                <a:gs pos="71429">
                  <a:srgbClr val="FF0000">
                    <a:alpha val="692"/>
                  </a:srgbClr>
                </a:gs>
                <a:gs pos="85714">
                  <a:srgbClr val="FF0000">
                    <a:alpha val="274"/>
                  </a:srgbClr>
                </a:gs>
                <a:gs pos="100000">
                  <a:srgbClr val="FF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362896">
              <a:off x="1017362" y="902809"/>
              <a:ext cx="352296" cy="189882"/>
            </a:xfrm>
            <a:prstGeom prst="ellipse">
              <a:avLst/>
            </a:prstGeom>
            <a:gradFill>
              <a:gsLst>
                <a:gs pos="0">
                  <a:srgbClr val="FEFDFF">
                    <a:alpha val="21475"/>
                  </a:srgbClr>
                </a:gs>
                <a:gs pos="14286">
                  <a:srgbClr val="FEFDFF">
                    <a:alpha val="19925"/>
                  </a:srgbClr>
                </a:gs>
                <a:gs pos="28571">
                  <a:srgbClr val="FEFDFF">
                    <a:alpha val="15847"/>
                  </a:srgbClr>
                </a:gs>
                <a:gs pos="42857">
                  <a:srgbClr val="FEFDFF">
                    <a:alpha val="10700"/>
                  </a:srgbClr>
                </a:gs>
                <a:gs pos="57143">
                  <a:srgbClr val="FEFDFF">
                    <a:alpha val="6078"/>
                  </a:srgbClr>
                </a:gs>
                <a:gs pos="71429">
                  <a:srgbClr val="FEFDFF">
                    <a:alpha val="2893"/>
                  </a:srgbClr>
                </a:gs>
                <a:gs pos="85714">
                  <a:srgbClr val="FEFDFF">
                    <a:alpha val="1154"/>
                  </a:srgbClr>
                </a:gs>
                <a:gs pos="100000">
                  <a:srgbClr val="FEFD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10638448">
              <a:off x="2836158" y="1586196"/>
              <a:ext cx="477253" cy="460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804060">
              <a:off x="168830" y="1866854"/>
              <a:ext cx="403925" cy="328131"/>
            </a:xfrm>
            <a:prstGeom prst="ellipse">
              <a:avLst/>
            </a:prstGeom>
            <a:gradFill>
              <a:gsLst>
                <a:gs pos="0">
                  <a:srgbClr val="FF2200">
                    <a:alpha val="27420"/>
                  </a:srgbClr>
                </a:gs>
                <a:gs pos="14286">
                  <a:srgbClr val="FF2200">
                    <a:alpha val="25514"/>
                  </a:srgbClr>
                </a:gs>
                <a:gs pos="28571">
                  <a:srgbClr val="FF2200">
                    <a:alpha val="20444"/>
                  </a:srgbClr>
                </a:gs>
                <a:gs pos="42857">
                  <a:srgbClr val="FF2200">
                    <a:alpha val="13930"/>
                  </a:srgbClr>
                </a:gs>
                <a:gs pos="57143">
                  <a:srgbClr val="FF2200">
                    <a:alpha val="7976"/>
                  </a:srgbClr>
                </a:gs>
                <a:gs pos="71429">
                  <a:srgbClr val="FF2200">
                    <a:alpha val="3816"/>
                  </a:srgbClr>
                </a:gs>
                <a:gs pos="85714">
                  <a:srgbClr val="FF2200">
                    <a:alpha val="1527"/>
                  </a:srgbClr>
                </a:gs>
                <a:gs pos="100000">
                  <a:srgbClr val="FF2200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124350">
              <a:off x="2588092" y="1708145"/>
              <a:ext cx="530395" cy="145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9977837">
              <a:off x="2913317" y="1397225"/>
              <a:ext cx="351357" cy="186431"/>
            </a:xfrm>
            <a:prstGeom prst="ellipse">
              <a:avLst/>
            </a:prstGeom>
            <a:gradFill>
              <a:gsLst>
                <a:gs pos="0">
                  <a:srgbClr val="EDF0FF">
                    <a:alpha val="31582"/>
                  </a:srgbClr>
                </a:gs>
                <a:gs pos="14286">
                  <a:srgbClr val="EDF0FF">
                    <a:alpha val="29449"/>
                  </a:srgbClr>
                </a:gs>
                <a:gs pos="28571">
                  <a:srgbClr val="EDF0FF">
                    <a:alpha val="23727"/>
                  </a:srgbClr>
                </a:gs>
                <a:gs pos="42857">
                  <a:srgbClr val="EDF0FF">
                    <a:alpha val="16277"/>
                  </a:srgbClr>
                </a:gs>
                <a:gs pos="57143">
                  <a:srgbClr val="EDF0FF">
                    <a:alpha val="9375"/>
                  </a:srgbClr>
                </a:gs>
                <a:gs pos="71429">
                  <a:srgbClr val="EDF0FF">
                    <a:alpha val="4503"/>
                  </a:srgbClr>
                </a:gs>
                <a:gs pos="85714">
                  <a:srgbClr val="EDF0FF">
                    <a:alpha val="1806"/>
                  </a:srgbClr>
                </a:gs>
                <a:gs pos="100000">
                  <a:srgbClr val="EDF0F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4506129">
              <a:off x="1856431" y="446664"/>
              <a:ext cx="610562" cy="96254"/>
            </a:xfrm>
            <a:prstGeom prst="ellipse">
              <a:avLst/>
            </a:prstGeom>
            <a:gradFill>
              <a:gsLst>
                <a:gs pos="0">
                  <a:srgbClr val="FFF8F9">
                    <a:alpha val="30953"/>
                  </a:srgbClr>
                </a:gs>
                <a:gs pos="14286">
                  <a:srgbClr val="FFF8F9">
                    <a:alpha val="28853"/>
                  </a:srgbClr>
                </a:gs>
                <a:gs pos="28571">
                  <a:srgbClr val="FFF8F9">
                    <a:alpha val="23227"/>
                  </a:srgbClr>
                </a:gs>
                <a:gs pos="42857">
                  <a:srgbClr val="FFF8F9">
                    <a:alpha val="15918"/>
                  </a:srgbClr>
                </a:gs>
                <a:gs pos="57143">
                  <a:srgbClr val="FFF8F9">
                    <a:alpha val="9160"/>
                  </a:srgbClr>
                </a:gs>
                <a:gs pos="71429">
                  <a:srgbClr val="FFF8F9">
                    <a:alpha val="4397"/>
                  </a:srgbClr>
                </a:gs>
                <a:gs pos="85714">
                  <a:srgbClr val="FFF8F9">
                    <a:alpha val="1762"/>
                  </a:srgbClr>
                </a:gs>
                <a:gs pos="100000">
                  <a:srgbClr val="FFF8F9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012140">
              <a:off x="1285614" y="1880767"/>
              <a:ext cx="631664" cy="59601"/>
            </a:xfrm>
            <a:prstGeom prst="ellipse">
              <a:avLst/>
            </a:prstGeom>
            <a:gradFill>
              <a:gsLst>
                <a:gs pos="0">
                  <a:srgbClr val="00000F">
                    <a:alpha val="32968"/>
                  </a:srgbClr>
                </a:gs>
                <a:gs pos="14286">
                  <a:srgbClr val="00000F">
                    <a:alpha val="30764"/>
                  </a:srgbClr>
                </a:gs>
                <a:gs pos="28571">
                  <a:srgbClr val="00000F">
                    <a:alpha val="24833"/>
                  </a:srgbClr>
                </a:gs>
                <a:gs pos="42857">
                  <a:srgbClr val="00000F">
                    <a:alpha val="17075"/>
                  </a:srgbClr>
                </a:gs>
                <a:gs pos="57143">
                  <a:srgbClr val="00000F">
                    <a:alpha val="9855"/>
                  </a:srgbClr>
                </a:gs>
                <a:gs pos="71429">
                  <a:srgbClr val="00000F">
                    <a:alpha val="4740"/>
                  </a:srgbClr>
                </a:gs>
                <a:gs pos="85714">
                  <a:srgbClr val="00000F">
                    <a:alpha val="1902"/>
                  </a:srgbClr>
                </a:gs>
                <a:gs pos="100000">
                  <a:srgbClr val="00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498740">
              <a:off x="708955" y="2343869"/>
              <a:ext cx="379246" cy="374248"/>
            </a:xfrm>
            <a:prstGeom prst="ellipse">
              <a:avLst/>
            </a:prstGeom>
            <a:gradFill>
              <a:gsLst>
                <a:gs pos="0">
                  <a:srgbClr val="FF4A00">
                    <a:alpha val="32968"/>
                  </a:srgbClr>
                </a:gs>
                <a:gs pos="14286">
                  <a:srgbClr val="FF4A00">
                    <a:alpha val="30764"/>
                  </a:srgbClr>
                </a:gs>
                <a:gs pos="28571">
                  <a:srgbClr val="FF4A00">
                    <a:alpha val="24833"/>
                  </a:srgbClr>
                </a:gs>
                <a:gs pos="42857">
                  <a:srgbClr val="FF4A00">
                    <a:alpha val="17075"/>
                  </a:srgbClr>
                </a:gs>
                <a:gs pos="57143">
                  <a:srgbClr val="FF4A00">
                    <a:alpha val="9855"/>
                  </a:srgbClr>
                </a:gs>
                <a:gs pos="71429">
                  <a:srgbClr val="FF4A00">
                    <a:alpha val="4740"/>
                  </a:srgbClr>
                </a:gs>
                <a:gs pos="85714">
                  <a:srgbClr val="FF4A00">
                    <a:alpha val="1902"/>
                  </a:srgbClr>
                </a:gs>
                <a:gs pos="100000">
                  <a:srgbClr val="FF4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9220114">
              <a:off x="1607240" y="723205"/>
              <a:ext cx="286114" cy="205283"/>
            </a:xfrm>
            <a:prstGeom prst="ellipse">
              <a:avLst/>
            </a:prstGeom>
            <a:gradFill>
              <a:gsLst>
                <a:gs pos="0">
                  <a:srgbClr val="FFEFCB">
                    <a:alpha val="20424"/>
                  </a:srgbClr>
                </a:gs>
                <a:gs pos="14286">
                  <a:srgbClr val="FFEFCB">
                    <a:alpha val="18940"/>
                  </a:srgbClr>
                </a:gs>
                <a:gs pos="28571">
                  <a:srgbClr val="FFEFCB">
                    <a:alpha val="15044"/>
                  </a:srgbClr>
                </a:gs>
                <a:gs pos="42857">
                  <a:srgbClr val="FFEFCB">
                    <a:alpha val="10142"/>
                  </a:srgbClr>
                </a:gs>
                <a:gs pos="57143">
                  <a:srgbClr val="FFEFCB">
                    <a:alpha val="5753"/>
                  </a:srgbClr>
                </a:gs>
                <a:gs pos="71429">
                  <a:srgbClr val="FFEFCB">
                    <a:alpha val="2736"/>
                  </a:srgbClr>
                </a:gs>
                <a:gs pos="85714">
                  <a:srgbClr val="FFEFCB">
                    <a:alpha val="1091"/>
                  </a:srgbClr>
                </a:gs>
                <a:gs pos="100000">
                  <a:srgbClr val="FFEFCB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6384482">
              <a:off x="1281530" y="3359493"/>
              <a:ext cx="634440" cy="92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6242349">
              <a:off x="713545" y="1303964"/>
              <a:ext cx="306960" cy="40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868617">
              <a:off x="1536342" y="1889462"/>
              <a:ext cx="749855" cy="392564"/>
            </a:xfrm>
            <a:prstGeom prst="ellipse">
              <a:avLst/>
            </a:prstGeom>
            <a:gradFill>
              <a:gsLst>
                <a:gs pos="0">
                  <a:srgbClr val="380000">
                    <a:alpha val="32968"/>
                  </a:srgbClr>
                </a:gs>
                <a:gs pos="14286">
                  <a:srgbClr val="380000">
                    <a:alpha val="30764"/>
                  </a:srgbClr>
                </a:gs>
                <a:gs pos="28571">
                  <a:srgbClr val="380000">
                    <a:alpha val="24833"/>
                  </a:srgbClr>
                </a:gs>
                <a:gs pos="42857">
                  <a:srgbClr val="380000">
                    <a:alpha val="17075"/>
                  </a:srgbClr>
                </a:gs>
                <a:gs pos="57143">
                  <a:srgbClr val="380000">
                    <a:alpha val="9855"/>
                  </a:srgbClr>
                </a:gs>
                <a:gs pos="71429">
                  <a:srgbClr val="380000">
                    <a:alpha val="4740"/>
                  </a:srgbClr>
                </a:gs>
                <a:gs pos="85714">
                  <a:srgbClr val="380000">
                    <a:alpha val="1902"/>
                  </a:srgbClr>
                </a:gs>
                <a:gs pos="100000">
                  <a:srgbClr val="3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9974780">
              <a:off x="829011" y="3418300"/>
              <a:ext cx="523551" cy="723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118047">
              <a:off x="1559349" y="2708492"/>
              <a:ext cx="701693" cy="7991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9205200">
              <a:off x="424751" y="1486249"/>
              <a:ext cx="541849" cy="212091"/>
            </a:xfrm>
            <a:prstGeom prst="ellipse">
              <a:avLst/>
            </a:prstGeom>
            <a:gradFill>
              <a:gsLst>
                <a:gs pos="0">
                  <a:srgbClr val="FF0000">
                    <a:alpha val="27019"/>
                  </a:srgbClr>
                </a:gs>
                <a:gs pos="14286">
                  <a:srgbClr val="FF0000">
                    <a:alpha val="25136"/>
                  </a:srgbClr>
                </a:gs>
                <a:gs pos="28571">
                  <a:srgbClr val="FF0000">
                    <a:alpha val="20130"/>
                  </a:srgbClr>
                </a:gs>
                <a:gs pos="42857">
                  <a:srgbClr val="FF0000">
                    <a:alpha val="13708"/>
                  </a:srgbClr>
                </a:gs>
                <a:gs pos="57143">
                  <a:srgbClr val="FF0000">
                    <a:alpha val="7845"/>
                  </a:srgbClr>
                </a:gs>
                <a:gs pos="71429">
                  <a:srgbClr val="FF0000">
                    <a:alpha val="3752"/>
                  </a:srgbClr>
                </a:gs>
                <a:gs pos="85714">
                  <a:srgbClr val="FF0000">
                    <a:alpha val="1501"/>
                  </a:srgbClr>
                </a:gs>
                <a:gs pos="100000">
                  <a:srgbClr val="FF0000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9730746">
              <a:off x="362913" y="3459787"/>
              <a:ext cx="594529" cy="270826"/>
            </a:xfrm>
            <a:prstGeom prst="ellipse">
              <a:avLst/>
            </a:prstGeom>
            <a:gradFill>
              <a:gsLst>
                <a:gs pos="0">
                  <a:srgbClr val="F20000">
                    <a:alpha val="32968"/>
                  </a:srgbClr>
                </a:gs>
                <a:gs pos="14286">
                  <a:srgbClr val="F20000">
                    <a:alpha val="30764"/>
                  </a:srgbClr>
                </a:gs>
                <a:gs pos="28571">
                  <a:srgbClr val="F20000">
                    <a:alpha val="24833"/>
                  </a:srgbClr>
                </a:gs>
                <a:gs pos="42857">
                  <a:srgbClr val="F20000">
                    <a:alpha val="17075"/>
                  </a:srgbClr>
                </a:gs>
                <a:gs pos="57143">
                  <a:srgbClr val="F20000">
                    <a:alpha val="9855"/>
                  </a:srgbClr>
                </a:gs>
                <a:gs pos="71429">
                  <a:srgbClr val="F20000">
                    <a:alpha val="4740"/>
                  </a:srgbClr>
                </a:gs>
                <a:gs pos="85714">
                  <a:srgbClr val="F20000">
                    <a:alpha val="1902"/>
                  </a:srgbClr>
                </a:gs>
                <a:gs pos="100000">
                  <a:srgbClr val="F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7967372">
              <a:off x="1296212" y="3281383"/>
              <a:ext cx="605358" cy="79077"/>
            </a:xfrm>
            <a:prstGeom prst="ellipse">
              <a:avLst/>
            </a:prstGeom>
            <a:gradFill>
              <a:gsLst>
                <a:gs pos="0">
                  <a:srgbClr val="FF8F5A">
                    <a:alpha val="32968"/>
                  </a:srgbClr>
                </a:gs>
                <a:gs pos="14286">
                  <a:srgbClr val="FF8F5A">
                    <a:alpha val="30764"/>
                  </a:srgbClr>
                </a:gs>
                <a:gs pos="28571">
                  <a:srgbClr val="FF8F5A">
                    <a:alpha val="24833"/>
                  </a:srgbClr>
                </a:gs>
                <a:gs pos="42857">
                  <a:srgbClr val="FF8F5A">
                    <a:alpha val="17075"/>
                  </a:srgbClr>
                </a:gs>
                <a:gs pos="57143">
                  <a:srgbClr val="FF8F5A">
                    <a:alpha val="9855"/>
                  </a:srgbClr>
                </a:gs>
                <a:gs pos="71429">
                  <a:srgbClr val="FF8F5A">
                    <a:alpha val="4740"/>
                  </a:srgbClr>
                </a:gs>
                <a:gs pos="85714">
                  <a:srgbClr val="FF8F5A">
                    <a:alpha val="1902"/>
                  </a:srgbClr>
                </a:gs>
                <a:gs pos="100000">
                  <a:srgbClr val="FF8F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6826605">
              <a:off x="2346466" y="1949330"/>
              <a:ext cx="360510" cy="228729"/>
            </a:xfrm>
            <a:prstGeom prst="ellipse">
              <a:avLst/>
            </a:prstGeom>
            <a:gradFill>
              <a:gsLst>
                <a:gs pos="0">
                  <a:srgbClr val="5D3B31">
                    <a:alpha val="21325"/>
                  </a:srgbClr>
                </a:gs>
                <a:gs pos="14286">
                  <a:srgbClr val="5D3B31">
                    <a:alpha val="19784"/>
                  </a:srgbClr>
                </a:gs>
                <a:gs pos="28571">
                  <a:srgbClr val="5D3B31">
                    <a:alpha val="15732"/>
                  </a:srgbClr>
                </a:gs>
                <a:gs pos="42857">
                  <a:srgbClr val="5D3B31">
                    <a:alpha val="10620"/>
                  </a:srgbClr>
                </a:gs>
                <a:gs pos="57143">
                  <a:srgbClr val="5D3B31">
                    <a:alpha val="6031"/>
                  </a:srgbClr>
                </a:gs>
                <a:gs pos="71429">
                  <a:srgbClr val="5D3B31">
                    <a:alpha val="2870"/>
                  </a:srgbClr>
                </a:gs>
                <a:gs pos="85714">
                  <a:srgbClr val="5D3B31">
                    <a:alpha val="1145"/>
                  </a:srgbClr>
                </a:gs>
                <a:gs pos="100000">
                  <a:srgbClr val="5D3B31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7393593">
              <a:off x="-195592" y="366121"/>
              <a:ext cx="433538" cy="73658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10040008">
              <a:off x="1926625" y="2419548"/>
              <a:ext cx="228575" cy="289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608794">
              <a:off x="672705" y="2451740"/>
              <a:ext cx="441109" cy="445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7588110">
              <a:off x="1006016" y="307182"/>
              <a:ext cx="447062" cy="407869"/>
            </a:xfrm>
            <a:prstGeom prst="ellipse">
              <a:avLst/>
            </a:prstGeom>
            <a:gradFill>
              <a:gsLst>
                <a:gs pos="0">
                  <a:srgbClr val="00A300">
                    <a:alpha val="5050"/>
                  </a:srgbClr>
                </a:gs>
                <a:gs pos="14286">
                  <a:srgbClr val="00A300">
                    <a:alpha val="4651"/>
                  </a:srgbClr>
                </a:gs>
                <a:gs pos="28571">
                  <a:srgbClr val="00A300">
                    <a:alpha val="3630"/>
                  </a:srgbClr>
                </a:gs>
                <a:gs pos="42857">
                  <a:srgbClr val="00A300">
                    <a:alpha val="2396"/>
                  </a:srgbClr>
                </a:gs>
                <a:gs pos="57143">
                  <a:srgbClr val="00A300">
                    <a:alpha val="1335"/>
                  </a:srgbClr>
                </a:gs>
                <a:gs pos="71429">
                  <a:srgbClr val="00A300">
                    <a:alpha val="627"/>
                  </a:srgbClr>
                </a:gs>
                <a:gs pos="85714">
                  <a:srgbClr val="00A300">
                    <a:alpha val="248"/>
                  </a:srgbClr>
                </a:gs>
                <a:gs pos="100000">
                  <a:srgbClr val="00A3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10645776">
              <a:off x="1318063" y="982688"/>
              <a:ext cx="581563" cy="53810"/>
            </a:xfrm>
            <a:prstGeom prst="ellipse">
              <a:avLst/>
            </a:prstGeom>
            <a:gradFill>
              <a:gsLst>
                <a:gs pos="0">
                  <a:srgbClr val="8F0007">
                    <a:alpha val="32968"/>
                  </a:srgbClr>
                </a:gs>
                <a:gs pos="14286">
                  <a:srgbClr val="8F0007">
                    <a:alpha val="30764"/>
                  </a:srgbClr>
                </a:gs>
                <a:gs pos="28571">
                  <a:srgbClr val="8F0007">
                    <a:alpha val="24833"/>
                  </a:srgbClr>
                </a:gs>
                <a:gs pos="42857">
                  <a:srgbClr val="8F0007">
                    <a:alpha val="17075"/>
                  </a:srgbClr>
                </a:gs>
                <a:gs pos="57143">
                  <a:srgbClr val="8F0007">
                    <a:alpha val="9855"/>
                  </a:srgbClr>
                </a:gs>
                <a:gs pos="71429">
                  <a:srgbClr val="8F0007">
                    <a:alpha val="4740"/>
                  </a:srgbClr>
                </a:gs>
                <a:gs pos="85714">
                  <a:srgbClr val="8F0007">
                    <a:alpha val="1902"/>
                  </a:srgbClr>
                </a:gs>
                <a:gs pos="100000">
                  <a:srgbClr val="8F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074919">
              <a:off x="1272945" y="663995"/>
              <a:ext cx="306863" cy="104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4173325">
              <a:off x="2449984" y="1874448"/>
              <a:ext cx="420698" cy="241352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8982216">
              <a:off x="1635470" y="168854"/>
              <a:ext cx="559323" cy="136861"/>
            </a:xfrm>
            <a:prstGeom prst="ellipse">
              <a:avLst/>
            </a:prstGeom>
            <a:gradFill>
              <a:gsLst>
                <a:gs pos="0">
                  <a:srgbClr val="665900">
                    <a:alpha val="32968"/>
                  </a:srgbClr>
                </a:gs>
                <a:gs pos="14286">
                  <a:srgbClr val="665900">
                    <a:alpha val="30764"/>
                  </a:srgbClr>
                </a:gs>
                <a:gs pos="28571">
                  <a:srgbClr val="665900">
                    <a:alpha val="24833"/>
                  </a:srgbClr>
                </a:gs>
                <a:gs pos="42857">
                  <a:srgbClr val="665900">
                    <a:alpha val="17075"/>
                  </a:srgbClr>
                </a:gs>
                <a:gs pos="57143">
                  <a:srgbClr val="665900">
                    <a:alpha val="9855"/>
                  </a:srgbClr>
                </a:gs>
                <a:gs pos="71429">
                  <a:srgbClr val="665900">
                    <a:alpha val="4740"/>
                  </a:srgbClr>
                </a:gs>
                <a:gs pos="85714">
                  <a:srgbClr val="665900">
                    <a:alpha val="1902"/>
                  </a:srgbClr>
                </a:gs>
                <a:gs pos="100000">
                  <a:srgbClr val="66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4939993">
              <a:off x="659039" y="1342922"/>
              <a:ext cx="310514" cy="33575"/>
            </a:xfrm>
            <a:prstGeom prst="ellipse">
              <a:avLst/>
            </a:prstGeom>
            <a:gradFill>
              <a:gsLst>
                <a:gs pos="0">
                  <a:srgbClr val="400000">
                    <a:alpha val="32968"/>
                  </a:srgbClr>
                </a:gs>
                <a:gs pos="14286">
                  <a:srgbClr val="400000">
                    <a:alpha val="30764"/>
                  </a:srgbClr>
                </a:gs>
                <a:gs pos="28571">
                  <a:srgbClr val="400000">
                    <a:alpha val="24833"/>
                  </a:srgbClr>
                </a:gs>
                <a:gs pos="42857">
                  <a:srgbClr val="400000">
                    <a:alpha val="17075"/>
                  </a:srgbClr>
                </a:gs>
                <a:gs pos="57143">
                  <a:srgbClr val="400000">
                    <a:alpha val="9855"/>
                  </a:srgbClr>
                </a:gs>
                <a:gs pos="71429">
                  <a:srgbClr val="400000">
                    <a:alpha val="4740"/>
                  </a:srgbClr>
                </a:gs>
                <a:gs pos="85714">
                  <a:srgbClr val="400000">
                    <a:alpha val="1902"/>
                  </a:srgbClr>
                </a:gs>
                <a:gs pos="100000">
                  <a:srgbClr val="4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4401690">
              <a:off x="2637849" y="335896"/>
              <a:ext cx="261142" cy="73312"/>
            </a:xfrm>
            <a:prstGeom prst="ellipse">
              <a:avLst/>
            </a:prstGeom>
            <a:gradFill>
              <a:gsLst>
                <a:gs pos="0">
                  <a:srgbClr val="E8E2EA">
                    <a:alpha val="32968"/>
                  </a:srgbClr>
                </a:gs>
                <a:gs pos="14286">
                  <a:srgbClr val="E8E2EA">
                    <a:alpha val="30764"/>
                  </a:srgbClr>
                </a:gs>
                <a:gs pos="28571">
                  <a:srgbClr val="E8E2EA">
                    <a:alpha val="24833"/>
                  </a:srgbClr>
                </a:gs>
                <a:gs pos="42857">
                  <a:srgbClr val="E8E2EA">
                    <a:alpha val="17075"/>
                  </a:srgbClr>
                </a:gs>
                <a:gs pos="57143">
                  <a:srgbClr val="E8E2EA">
                    <a:alpha val="9855"/>
                  </a:srgbClr>
                </a:gs>
                <a:gs pos="71429">
                  <a:srgbClr val="E8E2EA">
                    <a:alpha val="4740"/>
                  </a:srgbClr>
                </a:gs>
                <a:gs pos="85714">
                  <a:srgbClr val="E8E2EA">
                    <a:alpha val="1902"/>
                  </a:srgbClr>
                </a:gs>
                <a:gs pos="100000">
                  <a:srgbClr val="E8E2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5886520">
              <a:off x="653020" y="2562359"/>
              <a:ext cx="403121" cy="257439"/>
            </a:xfrm>
            <a:prstGeom prst="ellipse">
              <a:avLst/>
            </a:prstGeom>
            <a:gradFill>
              <a:gsLst>
                <a:gs pos="0">
                  <a:srgbClr val="EE4D00">
                    <a:alpha val="32968"/>
                  </a:srgbClr>
                </a:gs>
                <a:gs pos="14286">
                  <a:srgbClr val="EE4D00">
                    <a:alpha val="30764"/>
                  </a:srgbClr>
                </a:gs>
                <a:gs pos="28571">
                  <a:srgbClr val="EE4D00">
                    <a:alpha val="24833"/>
                  </a:srgbClr>
                </a:gs>
                <a:gs pos="42857">
                  <a:srgbClr val="EE4D00">
                    <a:alpha val="17075"/>
                  </a:srgbClr>
                </a:gs>
                <a:gs pos="57143">
                  <a:srgbClr val="EE4D00">
                    <a:alpha val="9855"/>
                  </a:srgbClr>
                </a:gs>
                <a:gs pos="71429">
                  <a:srgbClr val="EE4D00">
                    <a:alpha val="4740"/>
                  </a:srgbClr>
                </a:gs>
                <a:gs pos="85714">
                  <a:srgbClr val="EE4D00">
                    <a:alpha val="1902"/>
                  </a:srgbClr>
                </a:gs>
                <a:gs pos="100000">
                  <a:srgbClr val="EE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-10333447">
              <a:off x="2650840" y="117119"/>
              <a:ext cx="286010" cy="274733"/>
            </a:xfrm>
            <a:prstGeom prst="ellipse">
              <a:avLst/>
            </a:prstGeom>
            <a:gradFill>
              <a:gsLst>
                <a:gs pos="0">
                  <a:srgbClr val="FF0000">
                    <a:alpha val="2027"/>
                  </a:srgbClr>
                </a:gs>
                <a:gs pos="14286">
                  <a:srgbClr val="FF0000">
                    <a:alpha val="1864"/>
                  </a:srgbClr>
                </a:gs>
                <a:gs pos="28571">
                  <a:srgbClr val="FF0000">
                    <a:alpha val="1451"/>
                  </a:srgbClr>
                </a:gs>
                <a:gs pos="42857">
                  <a:srgbClr val="FF0000">
                    <a:alpha val="954"/>
                  </a:srgbClr>
                </a:gs>
                <a:gs pos="57143">
                  <a:srgbClr val="FF0000">
                    <a:alpha val="530"/>
                  </a:srgbClr>
                </a:gs>
                <a:gs pos="71429">
                  <a:srgbClr val="FF0000">
                    <a:alpha val="248"/>
                  </a:srgbClr>
                </a:gs>
                <a:gs pos="85714">
                  <a:srgbClr val="FF0000">
                    <a:alpha val="98"/>
                  </a:srgbClr>
                </a:gs>
                <a:gs pos="100000">
                  <a:srgbClr val="FF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361669">
              <a:off x="1942157" y="2443848"/>
              <a:ext cx="567650" cy="27735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-9961432">
              <a:off x="1258153" y="240613"/>
              <a:ext cx="553142" cy="129425"/>
            </a:xfrm>
            <a:prstGeom prst="ellipse">
              <a:avLst/>
            </a:prstGeom>
            <a:gradFill>
              <a:gsLst>
                <a:gs pos="0">
                  <a:srgbClr val="502C00">
                    <a:alpha val="32968"/>
                  </a:srgbClr>
                </a:gs>
                <a:gs pos="14286">
                  <a:srgbClr val="502C00">
                    <a:alpha val="30764"/>
                  </a:srgbClr>
                </a:gs>
                <a:gs pos="28571">
                  <a:srgbClr val="502C00">
                    <a:alpha val="24833"/>
                  </a:srgbClr>
                </a:gs>
                <a:gs pos="42857">
                  <a:srgbClr val="502C00">
                    <a:alpha val="17075"/>
                  </a:srgbClr>
                </a:gs>
                <a:gs pos="57143">
                  <a:srgbClr val="502C00">
                    <a:alpha val="9855"/>
                  </a:srgbClr>
                </a:gs>
                <a:gs pos="71429">
                  <a:srgbClr val="502C00">
                    <a:alpha val="4740"/>
                  </a:srgbClr>
                </a:gs>
                <a:gs pos="85714">
                  <a:srgbClr val="502C00">
                    <a:alpha val="1902"/>
                  </a:srgbClr>
                </a:gs>
                <a:gs pos="100000">
                  <a:srgbClr val="50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8779395">
              <a:off x="1016306" y="2712726"/>
              <a:ext cx="554764" cy="26360"/>
            </a:xfrm>
            <a:prstGeom prst="ellipse">
              <a:avLst/>
            </a:prstGeom>
            <a:gradFill>
              <a:gsLst>
                <a:gs pos="0">
                  <a:srgbClr val="270076">
                    <a:alpha val="26620"/>
                  </a:srgbClr>
                </a:gs>
                <a:gs pos="14286">
                  <a:srgbClr val="270076">
                    <a:alpha val="24760"/>
                  </a:srgbClr>
                </a:gs>
                <a:gs pos="28571">
                  <a:srgbClr val="270076">
                    <a:alpha val="19819"/>
                  </a:srgbClr>
                </a:gs>
                <a:gs pos="42857">
                  <a:srgbClr val="270076">
                    <a:alpha val="13488"/>
                  </a:srgbClr>
                </a:gs>
                <a:gs pos="57143">
                  <a:srgbClr val="270076">
                    <a:alpha val="7714"/>
                  </a:srgbClr>
                </a:gs>
                <a:gs pos="71429">
                  <a:srgbClr val="270076">
                    <a:alpha val="3688"/>
                  </a:srgbClr>
                </a:gs>
                <a:gs pos="85714">
                  <a:srgbClr val="270076">
                    <a:alpha val="1475"/>
                  </a:srgbClr>
                </a:gs>
                <a:gs pos="100000">
                  <a:srgbClr val="270076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7942344">
              <a:off x="2319333" y="2320626"/>
              <a:ext cx="622124" cy="319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4850116">
              <a:off x="835204" y="507007"/>
              <a:ext cx="567556" cy="167148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6314188">
              <a:off x="1238418" y="3156476"/>
              <a:ext cx="355091" cy="240314"/>
            </a:xfrm>
            <a:prstGeom prst="ellipse">
              <a:avLst/>
            </a:prstGeom>
            <a:gradFill>
              <a:gsLst>
                <a:gs pos="0">
                  <a:srgbClr val="FF9E73">
                    <a:alpha val="32968"/>
                  </a:srgbClr>
                </a:gs>
                <a:gs pos="14286">
                  <a:srgbClr val="FF9E73">
                    <a:alpha val="30764"/>
                  </a:srgbClr>
                </a:gs>
                <a:gs pos="28571">
                  <a:srgbClr val="FF9E73">
                    <a:alpha val="24833"/>
                  </a:srgbClr>
                </a:gs>
                <a:gs pos="42857">
                  <a:srgbClr val="FF9E73">
                    <a:alpha val="17075"/>
                  </a:srgbClr>
                </a:gs>
                <a:gs pos="57143">
                  <a:srgbClr val="FF9E73">
                    <a:alpha val="9855"/>
                  </a:srgbClr>
                </a:gs>
                <a:gs pos="71429">
                  <a:srgbClr val="FF9E73">
                    <a:alpha val="4740"/>
                  </a:srgbClr>
                </a:gs>
                <a:gs pos="85714">
                  <a:srgbClr val="FF9E73">
                    <a:alpha val="1902"/>
                  </a:srgbClr>
                </a:gs>
                <a:gs pos="100000">
                  <a:srgbClr val="FF9E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10017128">
              <a:off x="2538764" y="2539878"/>
              <a:ext cx="379027" cy="1225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8050664">
              <a:off x="1584860" y="999428"/>
              <a:ext cx="240086" cy="44045"/>
            </a:xfrm>
            <a:prstGeom prst="ellipse">
              <a:avLst/>
            </a:prstGeom>
            <a:gradFill>
              <a:gsLst>
                <a:gs pos="0">
                  <a:srgbClr val="6C0000">
                    <a:alpha val="22932"/>
                  </a:srgbClr>
                </a:gs>
                <a:gs pos="14286">
                  <a:srgbClr val="6C0000">
                    <a:alpha val="21291"/>
                  </a:srgbClr>
                </a:gs>
                <a:gs pos="28571">
                  <a:srgbClr val="6C0000">
                    <a:alpha val="16964"/>
                  </a:srgbClr>
                </a:gs>
                <a:gs pos="42857">
                  <a:srgbClr val="6C0000">
                    <a:alpha val="11479"/>
                  </a:srgbClr>
                </a:gs>
                <a:gs pos="57143">
                  <a:srgbClr val="6C0000">
                    <a:alpha val="6533"/>
                  </a:srgbClr>
                </a:gs>
                <a:gs pos="71429">
                  <a:srgbClr val="6C0000">
                    <a:alpha val="3113"/>
                  </a:srgbClr>
                </a:gs>
                <a:gs pos="85714">
                  <a:srgbClr val="6C0000">
                    <a:alpha val="1243"/>
                  </a:srgbClr>
                </a:gs>
                <a:gs pos="100000">
                  <a:srgbClr val="6C0000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4656905">
              <a:off x="3243301" y="3200230"/>
              <a:ext cx="769302" cy="167100"/>
            </a:xfrm>
            <a:prstGeom prst="ellipse">
              <a:avLst/>
            </a:prstGeom>
            <a:gradFill>
              <a:gsLst>
                <a:gs pos="0">
                  <a:srgbClr val="000029">
                    <a:alpha val="32968"/>
                  </a:srgbClr>
                </a:gs>
                <a:gs pos="14286">
                  <a:srgbClr val="000029">
                    <a:alpha val="30764"/>
                  </a:srgbClr>
                </a:gs>
                <a:gs pos="28571">
                  <a:srgbClr val="000029">
                    <a:alpha val="24833"/>
                  </a:srgbClr>
                </a:gs>
                <a:gs pos="42857">
                  <a:srgbClr val="000029">
                    <a:alpha val="17075"/>
                  </a:srgbClr>
                </a:gs>
                <a:gs pos="57143">
                  <a:srgbClr val="000029">
                    <a:alpha val="9855"/>
                  </a:srgbClr>
                </a:gs>
                <a:gs pos="71429">
                  <a:srgbClr val="000029">
                    <a:alpha val="4740"/>
                  </a:srgbClr>
                </a:gs>
                <a:gs pos="85714">
                  <a:srgbClr val="000029">
                    <a:alpha val="1902"/>
                  </a:srgbClr>
                </a:gs>
                <a:gs pos="100000">
                  <a:srgbClr val="0000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966485">
              <a:off x="1448491" y="412696"/>
              <a:ext cx="427702" cy="133597"/>
            </a:xfrm>
            <a:prstGeom prst="ellipse">
              <a:avLst/>
            </a:prstGeom>
            <a:gradFill>
              <a:gsLst>
                <a:gs pos="0">
                  <a:srgbClr val="FFF2CA">
                    <a:alpha val="32968"/>
                  </a:srgbClr>
                </a:gs>
                <a:gs pos="14286">
                  <a:srgbClr val="FFF2CA">
                    <a:alpha val="30764"/>
                  </a:srgbClr>
                </a:gs>
                <a:gs pos="28571">
                  <a:srgbClr val="FFF2CA">
                    <a:alpha val="24833"/>
                  </a:srgbClr>
                </a:gs>
                <a:gs pos="42857">
                  <a:srgbClr val="FFF2CA">
                    <a:alpha val="17075"/>
                  </a:srgbClr>
                </a:gs>
                <a:gs pos="57143">
                  <a:srgbClr val="FFF2CA">
                    <a:alpha val="9855"/>
                  </a:srgbClr>
                </a:gs>
                <a:gs pos="71429">
                  <a:srgbClr val="FFF2CA">
                    <a:alpha val="4740"/>
                  </a:srgbClr>
                </a:gs>
                <a:gs pos="85714">
                  <a:srgbClr val="FFF2CA">
                    <a:alpha val="1902"/>
                  </a:srgbClr>
                </a:gs>
                <a:gs pos="100000">
                  <a:srgbClr val="FFF2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5326893">
              <a:off x="1668209" y="3049639"/>
              <a:ext cx="903484" cy="591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8582325">
              <a:off x="917787" y="1730515"/>
              <a:ext cx="725781" cy="443560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5913559">
              <a:off x="2548245" y="1309593"/>
              <a:ext cx="663405" cy="74315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3888200">
              <a:off x="1875809" y="285921"/>
              <a:ext cx="595549" cy="187137"/>
            </a:xfrm>
            <a:prstGeom prst="ellipse">
              <a:avLst/>
            </a:prstGeom>
            <a:gradFill>
              <a:gsLst>
                <a:gs pos="0">
                  <a:srgbClr val="F1F0F6">
                    <a:alpha val="31993"/>
                  </a:srgbClr>
                </a:gs>
                <a:gs pos="14286">
                  <a:srgbClr val="F1F0F6">
                    <a:alpha val="29839"/>
                  </a:srgbClr>
                </a:gs>
                <a:gs pos="28571">
                  <a:srgbClr val="F1F0F6">
                    <a:alpha val="24054"/>
                  </a:srgbClr>
                </a:gs>
                <a:gs pos="42857">
                  <a:srgbClr val="F1F0F6">
                    <a:alpha val="16513"/>
                  </a:srgbClr>
                </a:gs>
                <a:gs pos="57143">
                  <a:srgbClr val="F1F0F6">
                    <a:alpha val="9517"/>
                  </a:srgbClr>
                </a:gs>
                <a:gs pos="71429">
                  <a:srgbClr val="F1F0F6">
                    <a:alpha val="4573"/>
                  </a:srgbClr>
                </a:gs>
                <a:gs pos="85714">
                  <a:srgbClr val="F1F0F6">
                    <a:alpha val="1834"/>
                  </a:srgbClr>
                </a:gs>
                <a:gs pos="100000">
                  <a:srgbClr val="F1F0F6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550651">
              <a:off x="2866270" y="231402"/>
              <a:ext cx="171555" cy="608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8201404">
              <a:off x="1704088" y="3510709"/>
              <a:ext cx="356551" cy="29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3358845">
              <a:off x="-255536" y="2161330"/>
              <a:ext cx="632588" cy="59563"/>
            </a:xfrm>
            <a:prstGeom prst="ellipse">
              <a:avLst/>
            </a:prstGeom>
            <a:gradFill>
              <a:gsLst>
                <a:gs pos="0">
                  <a:srgbClr val="900000">
                    <a:alpha val="32968"/>
                  </a:srgbClr>
                </a:gs>
                <a:gs pos="14286">
                  <a:srgbClr val="900000">
                    <a:alpha val="30764"/>
                  </a:srgbClr>
                </a:gs>
                <a:gs pos="28571">
                  <a:srgbClr val="900000">
                    <a:alpha val="24833"/>
                  </a:srgbClr>
                </a:gs>
                <a:gs pos="42857">
                  <a:srgbClr val="900000">
                    <a:alpha val="17075"/>
                  </a:srgbClr>
                </a:gs>
                <a:gs pos="57143">
                  <a:srgbClr val="900000">
                    <a:alpha val="9855"/>
                  </a:srgbClr>
                </a:gs>
                <a:gs pos="71429">
                  <a:srgbClr val="900000">
                    <a:alpha val="4740"/>
                  </a:srgbClr>
                </a:gs>
                <a:gs pos="85714">
                  <a:srgbClr val="900000">
                    <a:alpha val="1902"/>
                  </a:srgbClr>
                </a:gs>
                <a:gs pos="100000">
                  <a:srgbClr val="9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882565">
              <a:off x="2384828" y="2040283"/>
              <a:ext cx="447843" cy="95568"/>
            </a:xfrm>
            <a:prstGeom prst="ellipse">
              <a:avLst/>
            </a:prstGeom>
            <a:gradFill>
              <a:gsLst>
                <a:gs pos="0">
                  <a:srgbClr val="FFFFEC">
                    <a:alpha val="32968"/>
                  </a:srgbClr>
                </a:gs>
                <a:gs pos="14286">
                  <a:srgbClr val="FFFFEC">
                    <a:alpha val="30764"/>
                  </a:srgbClr>
                </a:gs>
                <a:gs pos="28571">
                  <a:srgbClr val="FFFFEC">
                    <a:alpha val="24833"/>
                  </a:srgbClr>
                </a:gs>
                <a:gs pos="42857">
                  <a:srgbClr val="FFFFEC">
                    <a:alpha val="17075"/>
                  </a:srgbClr>
                </a:gs>
                <a:gs pos="57143">
                  <a:srgbClr val="FFFFEC">
                    <a:alpha val="9855"/>
                  </a:srgbClr>
                </a:gs>
                <a:gs pos="71429">
                  <a:srgbClr val="FFFFEC">
                    <a:alpha val="4740"/>
                  </a:srgbClr>
                </a:gs>
                <a:gs pos="85714">
                  <a:srgbClr val="FFFFEC">
                    <a:alpha val="1902"/>
                  </a:srgbClr>
                </a:gs>
                <a:gs pos="100000">
                  <a:srgbClr val="FFFF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5291728">
              <a:off x="1406135" y="1678319"/>
              <a:ext cx="838782" cy="129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8451353">
              <a:off x="-84157" y="-137004"/>
              <a:ext cx="306992" cy="274007"/>
            </a:xfrm>
            <a:prstGeom prst="ellipse">
              <a:avLst/>
            </a:prstGeom>
            <a:gradFill>
              <a:gsLst>
                <a:gs pos="0">
                  <a:srgbClr val="0000B0">
                    <a:alpha val="3063"/>
                  </a:srgbClr>
                </a:gs>
                <a:gs pos="14286">
                  <a:srgbClr val="0000B0">
                    <a:alpha val="2819"/>
                  </a:srgbClr>
                </a:gs>
                <a:gs pos="28571">
                  <a:srgbClr val="0000B0">
                    <a:alpha val="2196"/>
                  </a:srgbClr>
                </a:gs>
                <a:gs pos="42857">
                  <a:srgbClr val="0000B0">
                    <a:alpha val="1446"/>
                  </a:srgbClr>
                </a:gs>
                <a:gs pos="57143">
                  <a:srgbClr val="0000B0">
                    <a:alpha val="804"/>
                  </a:srgbClr>
                </a:gs>
                <a:gs pos="71429">
                  <a:srgbClr val="0000B0">
                    <a:alpha val="377"/>
                  </a:srgbClr>
                </a:gs>
                <a:gs pos="85714">
                  <a:srgbClr val="0000B0">
                    <a:alpha val="149"/>
                  </a:srgbClr>
                </a:gs>
                <a:gs pos="100000">
                  <a:srgbClr val="0000B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-9812250">
              <a:off x="1379283" y="279201"/>
              <a:ext cx="391988" cy="221701"/>
            </a:xfrm>
            <a:prstGeom prst="ellipse">
              <a:avLst/>
            </a:prstGeom>
            <a:gradFill>
              <a:gsLst>
                <a:gs pos="0">
                  <a:srgbClr val="DBC694">
                    <a:alpha val="32440"/>
                  </a:srgbClr>
                </a:gs>
                <a:gs pos="14286">
                  <a:srgbClr val="DBC694">
                    <a:alpha val="30263"/>
                  </a:srgbClr>
                </a:gs>
                <a:gs pos="28571">
                  <a:srgbClr val="DBC694">
                    <a:alpha val="24411"/>
                  </a:srgbClr>
                </a:gs>
                <a:gs pos="42857">
                  <a:srgbClr val="DBC694">
                    <a:alpha val="16770"/>
                  </a:srgbClr>
                </a:gs>
                <a:gs pos="57143">
                  <a:srgbClr val="DBC694">
                    <a:alpha val="9671"/>
                  </a:srgbClr>
                </a:gs>
                <a:gs pos="71429">
                  <a:srgbClr val="DBC694">
                    <a:alpha val="4650"/>
                  </a:srgbClr>
                </a:gs>
                <a:gs pos="85714">
                  <a:srgbClr val="DBC694">
                    <a:alpha val="1865"/>
                  </a:srgbClr>
                </a:gs>
                <a:gs pos="100000">
                  <a:srgbClr val="DBC694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507558">
              <a:off x="1724670" y="3461575"/>
              <a:ext cx="475421" cy="95590"/>
            </a:xfrm>
            <a:prstGeom prst="ellipse">
              <a:avLst/>
            </a:prstGeom>
            <a:gradFill>
              <a:gsLst>
                <a:gs pos="0">
                  <a:srgbClr val="FFF7D7">
                    <a:alpha val="32968"/>
                  </a:srgbClr>
                </a:gs>
                <a:gs pos="14286">
                  <a:srgbClr val="FFF7D7">
                    <a:alpha val="30764"/>
                  </a:srgbClr>
                </a:gs>
                <a:gs pos="28571">
                  <a:srgbClr val="FFF7D7">
                    <a:alpha val="24833"/>
                  </a:srgbClr>
                </a:gs>
                <a:gs pos="42857">
                  <a:srgbClr val="FFF7D7">
                    <a:alpha val="17075"/>
                  </a:srgbClr>
                </a:gs>
                <a:gs pos="57143">
                  <a:srgbClr val="FFF7D7">
                    <a:alpha val="9855"/>
                  </a:srgbClr>
                </a:gs>
                <a:gs pos="71429">
                  <a:srgbClr val="FFF7D7">
                    <a:alpha val="4740"/>
                  </a:srgbClr>
                </a:gs>
                <a:gs pos="85714">
                  <a:srgbClr val="FFF7D7">
                    <a:alpha val="1902"/>
                  </a:srgbClr>
                </a:gs>
                <a:gs pos="100000">
                  <a:srgbClr val="FFF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6701171">
              <a:off x="1565770" y="976985"/>
              <a:ext cx="410823" cy="133503"/>
            </a:xfrm>
            <a:prstGeom prst="ellipse">
              <a:avLst/>
            </a:prstGeom>
            <a:gradFill>
              <a:gsLst>
                <a:gs pos="0">
                  <a:srgbClr val="FFF1D7">
                    <a:alpha val="32968"/>
                  </a:srgbClr>
                </a:gs>
                <a:gs pos="14286">
                  <a:srgbClr val="FFF1D7">
                    <a:alpha val="30764"/>
                  </a:srgbClr>
                </a:gs>
                <a:gs pos="28571">
                  <a:srgbClr val="FFF1D7">
                    <a:alpha val="24833"/>
                  </a:srgbClr>
                </a:gs>
                <a:gs pos="42857">
                  <a:srgbClr val="FFF1D7">
                    <a:alpha val="17075"/>
                  </a:srgbClr>
                </a:gs>
                <a:gs pos="57143">
                  <a:srgbClr val="FFF1D7">
                    <a:alpha val="9855"/>
                  </a:srgbClr>
                </a:gs>
                <a:gs pos="71429">
                  <a:srgbClr val="FFF1D7">
                    <a:alpha val="4740"/>
                  </a:srgbClr>
                </a:gs>
                <a:gs pos="85714">
                  <a:srgbClr val="FFF1D7">
                    <a:alpha val="1902"/>
                  </a:srgbClr>
                </a:gs>
                <a:gs pos="100000">
                  <a:srgbClr val="FFF1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4653803">
              <a:off x="772210" y="2258571"/>
              <a:ext cx="398069" cy="253911"/>
            </a:xfrm>
            <a:prstGeom prst="ellipse">
              <a:avLst/>
            </a:prstGeom>
            <a:gradFill>
              <a:gsLst>
                <a:gs pos="0">
                  <a:srgbClr val="FA5D00">
                    <a:alpha val="32968"/>
                  </a:srgbClr>
                </a:gs>
                <a:gs pos="14286">
                  <a:srgbClr val="FA5D00">
                    <a:alpha val="30764"/>
                  </a:srgbClr>
                </a:gs>
                <a:gs pos="28571">
                  <a:srgbClr val="FA5D00">
                    <a:alpha val="24833"/>
                  </a:srgbClr>
                </a:gs>
                <a:gs pos="42857">
                  <a:srgbClr val="FA5D00">
                    <a:alpha val="17075"/>
                  </a:srgbClr>
                </a:gs>
                <a:gs pos="57143">
                  <a:srgbClr val="FA5D00">
                    <a:alpha val="9855"/>
                  </a:srgbClr>
                </a:gs>
                <a:gs pos="71429">
                  <a:srgbClr val="FA5D00">
                    <a:alpha val="4740"/>
                  </a:srgbClr>
                </a:gs>
                <a:gs pos="85714">
                  <a:srgbClr val="FA5D00">
                    <a:alpha val="1902"/>
                  </a:srgbClr>
                </a:gs>
                <a:gs pos="100000">
                  <a:srgbClr val="FA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9621232">
              <a:off x="1141849" y="2960778"/>
              <a:ext cx="269857" cy="39575"/>
            </a:xfrm>
            <a:prstGeom prst="ellipse">
              <a:avLst/>
            </a:prstGeom>
            <a:gradFill>
              <a:gsLst>
                <a:gs pos="0">
                  <a:srgbClr val="0000A6">
                    <a:alpha val="32968"/>
                  </a:srgbClr>
                </a:gs>
                <a:gs pos="14286">
                  <a:srgbClr val="0000A6">
                    <a:alpha val="30764"/>
                  </a:srgbClr>
                </a:gs>
                <a:gs pos="28571">
                  <a:srgbClr val="0000A6">
                    <a:alpha val="24833"/>
                  </a:srgbClr>
                </a:gs>
                <a:gs pos="42857">
                  <a:srgbClr val="0000A6">
                    <a:alpha val="17075"/>
                  </a:srgbClr>
                </a:gs>
                <a:gs pos="57143">
                  <a:srgbClr val="0000A6">
                    <a:alpha val="9855"/>
                  </a:srgbClr>
                </a:gs>
                <a:gs pos="71429">
                  <a:srgbClr val="0000A6">
                    <a:alpha val="4740"/>
                  </a:srgbClr>
                </a:gs>
                <a:gs pos="85714">
                  <a:srgbClr val="0000A6">
                    <a:alpha val="1902"/>
                  </a:srgbClr>
                </a:gs>
                <a:gs pos="100000">
                  <a:srgbClr val="0000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8624677">
              <a:off x="885768" y="1843474"/>
              <a:ext cx="448463" cy="455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-9528275">
              <a:off x="1697233" y="2037618"/>
              <a:ext cx="542061" cy="406805"/>
            </a:xfrm>
            <a:prstGeom prst="ellipse">
              <a:avLst/>
            </a:prstGeom>
            <a:gradFill>
              <a:gsLst>
                <a:gs pos="0">
                  <a:srgbClr val="D20000">
                    <a:alpha val="32968"/>
                  </a:srgbClr>
                </a:gs>
                <a:gs pos="14286">
                  <a:srgbClr val="D20000">
                    <a:alpha val="30764"/>
                  </a:srgbClr>
                </a:gs>
                <a:gs pos="28571">
                  <a:srgbClr val="D20000">
                    <a:alpha val="24833"/>
                  </a:srgbClr>
                </a:gs>
                <a:gs pos="42857">
                  <a:srgbClr val="D20000">
                    <a:alpha val="17075"/>
                  </a:srgbClr>
                </a:gs>
                <a:gs pos="57143">
                  <a:srgbClr val="D20000">
                    <a:alpha val="9855"/>
                  </a:srgbClr>
                </a:gs>
                <a:gs pos="71429">
                  <a:srgbClr val="D20000">
                    <a:alpha val="4740"/>
                  </a:srgbClr>
                </a:gs>
                <a:gs pos="85714">
                  <a:srgbClr val="D20000">
                    <a:alpha val="1902"/>
                  </a:srgbClr>
                </a:gs>
                <a:gs pos="100000">
                  <a:srgbClr val="D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-10207342">
              <a:off x="1431877" y="951208"/>
              <a:ext cx="265078" cy="67307"/>
            </a:xfrm>
            <a:prstGeom prst="ellipse">
              <a:avLst/>
            </a:prstGeom>
            <a:gradFill>
              <a:gsLst>
                <a:gs pos="0">
                  <a:srgbClr val="FFEDE4">
                    <a:alpha val="32968"/>
                  </a:srgbClr>
                </a:gs>
                <a:gs pos="14286">
                  <a:srgbClr val="FFEDE4">
                    <a:alpha val="30764"/>
                  </a:srgbClr>
                </a:gs>
                <a:gs pos="28571">
                  <a:srgbClr val="FFEDE4">
                    <a:alpha val="24833"/>
                  </a:srgbClr>
                </a:gs>
                <a:gs pos="42857">
                  <a:srgbClr val="FFEDE4">
                    <a:alpha val="17075"/>
                  </a:srgbClr>
                </a:gs>
                <a:gs pos="57143">
                  <a:srgbClr val="FFEDE4">
                    <a:alpha val="9855"/>
                  </a:srgbClr>
                </a:gs>
                <a:gs pos="71429">
                  <a:srgbClr val="FFEDE4">
                    <a:alpha val="4740"/>
                  </a:srgbClr>
                </a:gs>
                <a:gs pos="85714">
                  <a:srgbClr val="FFEDE4">
                    <a:alpha val="1902"/>
                  </a:srgbClr>
                </a:gs>
                <a:gs pos="100000">
                  <a:srgbClr val="FFED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6078549">
              <a:off x="1810464" y="938223"/>
              <a:ext cx="351636" cy="333346"/>
            </a:xfrm>
            <a:prstGeom prst="ellipse">
              <a:avLst/>
            </a:prstGeom>
            <a:gradFill>
              <a:gsLst>
                <a:gs pos="0">
                  <a:srgbClr val="FFFEDD">
                    <a:alpha val="5327"/>
                  </a:srgbClr>
                </a:gs>
                <a:gs pos="14286">
                  <a:srgbClr val="FFFEDD">
                    <a:alpha val="4907"/>
                  </a:srgbClr>
                </a:gs>
                <a:gs pos="28571">
                  <a:srgbClr val="FFFEDD">
                    <a:alpha val="3831"/>
                  </a:srgbClr>
                </a:gs>
                <a:gs pos="42857">
                  <a:srgbClr val="FFFEDD">
                    <a:alpha val="2530"/>
                  </a:srgbClr>
                </a:gs>
                <a:gs pos="57143">
                  <a:srgbClr val="FFFEDD">
                    <a:alpha val="1410"/>
                  </a:srgbClr>
                </a:gs>
                <a:gs pos="71429">
                  <a:srgbClr val="FFFEDD">
                    <a:alpha val="662"/>
                  </a:srgbClr>
                </a:gs>
                <a:gs pos="85714">
                  <a:srgbClr val="FFFEDD">
                    <a:alpha val="262"/>
                  </a:srgbClr>
                </a:gs>
                <a:gs pos="100000">
                  <a:srgbClr val="FFFEDD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9254168">
              <a:off x="1259676" y="665173"/>
              <a:ext cx="231348" cy="42728"/>
            </a:xfrm>
            <a:prstGeom prst="ellipse">
              <a:avLst/>
            </a:prstGeom>
            <a:gradFill>
              <a:gsLst>
                <a:gs pos="0">
                  <a:srgbClr val="FFE1C1">
                    <a:alpha val="32968"/>
                  </a:srgbClr>
                </a:gs>
                <a:gs pos="14286">
                  <a:srgbClr val="FFE1C1">
                    <a:alpha val="30764"/>
                  </a:srgbClr>
                </a:gs>
                <a:gs pos="28571">
                  <a:srgbClr val="FFE1C1">
                    <a:alpha val="24833"/>
                  </a:srgbClr>
                </a:gs>
                <a:gs pos="42857">
                  <a:srgbClr val="FFE1C1">
                    <a:alpha val="17075"/>
                  </a:srgbClr>
                </a:gs>
                <a:gs pos="57143">
                  <a:srgbClr val="FFE1C1">
                    <a:alpha val="9855"/>
                  </a:srgbClr>
                </a:gs>
                <a:gs pos="71429">
                  <a:srgbClr val="FFE1C1">
                    <a:alpha val="4740"/>
                  </a:srgbClr>
                </a:gs>
                <a:gs pos="85714">
                  <a:srgbClr val="FFE1C1">
                    <a:alpha val="1902"/>
                  </a:srgbClr>
                </a:gs>
                <a:gs pos="100000">
                  <a:srgbClr val="FFE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7051017">
              <a:off x="1237538" y="718111"/>
              <a:ext cx="255586" cy="182258"/>
            </a:xfrm>
            <a:prstGeom prst="ellipse">
              <a:avLst/>
            </a:prstGeom>
            <a:gradFill>
              <a:gsLst>
                <a:gs pos="0">
                  <a:srgbClr val="E5C1B2">
                    <a:alpha val="32968"/>
                  </a:srgbClr>
                </a:gs>
                <a:gs pos="14286">
                  <a:srgbClr val="E5C1B2">
                    <a:alpha val="30764"/>
                  </a:srgbClr>
                </a:gs>
                <a:gs pos="28571">
                  <a:srgbClr val="E5C1B2">
                    <a:alpha val="24833"/>
                  </a:srgbClr>
                </a:gs>
                <a:gs pos="42857">
                  <a:srgbClr val="E5C1B2">
                    <a:alpha val="17075"/>
                  </a:srgbClr>
                </a:gs>
                <a:gs pos="57143">
                  <a:srgbClr val="E5C1B2">
                    <a:alpha val="9855"/>
                  </a:srgbClr>
                </a:gs>
                <a:gs pos="71429">
                  <a:srgbClr val="E5C1B2">
                    <a:alpha val="4740"/>
                  </a:srgbClr>
                </a:gs>
                <a:gs pos="85714">
                  <a:srgbClr val="E5C1B2">
                    <a:alpha val="1902"/>
                  </a:srgbClr>
                </a:gs>
                <a:gs pos="100000">
                  <a:srgbClr val="E5C1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8250697">
              <a:off x="3002052" y="2620963"/>
              <a:ext cx="300852" cy="255125"/>
            </a:xfrm>
            <a:prstGeom prst="ellipse">
              <a:avLst/>
            </a:prstGeom>
            <a:gradFill>
              <a:gsLst>
                <a:gs pos="0">
                  <a:srgbClr val="007700">
                    <a:alpha val="10364"/>
                  </a:srgbClr>
                </a:gs>
                <a:gs pos="14286">
                  <a:srgbClr val="007700">
                    <a:alpha val="9567"/>
                  </a:srgbClr>
                </a:gs>
                <a:gs pos="28571">
                  <a:srgbClr val="007700">
                    <a:alpha val="7511"/>
                  </a:srgbClr>
                </a:gs>
                <a:gs pos="42857">
                  <a:srgbClr val="007700">
                    <a:alpha val="4993"/>
                  </a:srgbClr>
                </a:gs>
                <a:gs pos="57143">
                  <a:srgbClr val="007700">
                    <a:alpha val="2798"/>
                  </a:srgbClr>
                </a:gs>
                <a:gs pos="71429">
                  <a:srgbClr val="007700">
                    <a:alpha val="1320"/>
                  </a:srgbClr>
                </a:gs>
                <a:gs pos="85714">
                  <a:srgbClr val="007700">
                    <a:alpha val="524"/>
                  </a:srgbClr>
                </a:gs>
                <a:gs pos="100000">
                  <a:srgbClr val="007700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2876040">
              <a:off x="806344" y="2850051"/>
              <a:ext cx="367867" cy="265738"/>
            </a:xfrm>
            <a:prstGeom prst="ellipse">
              <a:avLst/>
            </a:prstGeom>
            <a:gradFill>
              <a:gsLst>
                <a:gs pos="0">
                  <a:srgbClr val="FA0000">
                    <a:alpha val="24660"/>
                  </a:srgbClr>
                </a:gs>
                <a:gs pos="14286">
                  <a:srgbClr val="FA0000">
                    <a:alpha val="22914"/>
                  </a:srgbClr>
                </a:gs>
                <a:gs pos="28571">
                  <a:srgbClr val="FA0000">
                    <a:alpha val="18297"/>
                  </a:srgbClr>
                </a:gs>
                <a:gs pos="42857">
                  <a:srgbClr val="FA0000">
                    <a:alpha val="12414"/>
                  </a:srgbClr>
                </a:gs>
                <a:gs pos="57143">
                  <a:srgbClr val="FA0000">
                    <a:alpha val="7081"/>
                  </a:srgbClr>
                </a:gs>
                <a:gs pos="71429">
                  <a:srgbClr val="FA0000">
                    <a:alpha val="3379"/>
                  </a:srgbClr>
                </a:gs>
                <a:gs pos="85714">
                  <a:srgbClr val="FA0000">
                    <a:alpha val="1350"/>
                  </a:srgbClr>
                </a:gs>
                <a:gs pos="100000">
                  <a:srgbClr val="FA0000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2843935">
              <a:off x="2856204" y="40368"/>
              <a:ext cx="491864" cy="171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8502809">
              <a:off x="730996" y="3349810"/>
              <a:ext cx="359145" cy="256351"/>
            </a:xfrm>
            <a:prstGeom prst="ellipse">
              <a:avLst/>
            </a:prstGeom>
            <a:gradFill>
              <a:gsLst>
                <a:gs pos="0">
                  <a:srgbClr val="FF003E">
                    <a:alpha val="16834"/>
                  </a:srgbClr>
                </a:gs>
                <a:gs pos="14286">
                  <a:srgbClr val="FF003E">
                    <a:alpha val="15585"/>
                  </a:srgbClr>
                </a:gs>
                <a:gs pos="28571">
                  <a:srgbClr val="FF003E">
                    <a:alpha val="12326"/>
                  </a:srgbClr>
                </a:gs>
                <a:gs pos="42857">
                  <a:srgbClr val="FF003E">
                    <a:alpha val="8267"/>
                  </a:srgbClr>
                </a:gs>
                <a:gs pos="57143">
                  <a:srgbClr val="FF003E">
                    <a:alpha val="4669"/>
                  </a:srgbClr>
                </a:gs>
                <a:gs pos="71429">
                  <a:srgbClr val="FF003E">
                    <a:alpha val="2213"/>
                  </a:srgbClr>
                </a:gs>
                <a:gs pos="85714">
                  <a:srgbClr val="FF003E">
                    <a:alpha val="881"/>
                  </a:srgbClr>
                </a:gs>
                <a:gs pos="100000">
                  <a:srgbClr val="FF003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9308171">
              <a:off x="1256197" y="750216"/>
              <a:ext cx="392589" cy="142446"/>
            </a:xfrm>
            <a:prstGeom prst="ellipse">
              <a:avLst/>
            </a:prstGeom>
            <a:gradFill>
              <a:gsLst>
                <a:gs pos="0">
                  <a:srgbClr val="F88EF5">
                    <a:alpha val="15437"/>
                  </a:srgbClr>
                </a:gs>
                <a:gs pos="14286">
                  <a:srgbClr val="F88EF5">
                    <a:alpha val="14283"/>
                  </a:srgbClr>
                </a:gs>
                <a:gs pos="28571">
                  <a:srgbClr val="F88EF5">
                    <a:alpha val="11278"/>
                  </a:srgbClr>
                </a:gs>
                <a:gs pos="42857">
                  <a:srgbClr val="F88EF5">
                    <a:alpha val="7549"/>
                  </a:srgbClr>
                </a:gs>
                <a:gs pos="57143">
                  <a:srgbClr val="F88EF5">
                    <a:alpha val="4256"/>
                  </a:srgbClr>
                </a:gs>
                <a:gs pos="71429">
                  <a:srgbClr val="F88EF5">
                    <a:alpha val="2015"/>
                  </a:srgbClr>
                </a:gs>
                <a:gs pos="85714">
                  <a:srgbClr val="F88EF5">
                    <a:alpha val="802"/>
                  </a:srgbClr>
                </a:gs>
                <a:gs pos="100000">
                  <a:srgbClr val="F88EF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3453608">
              <a:off x="2675790" y="1039420"/>
              <a:ext cx="684222" cy="242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8384236">
              <a:off x="734744" y="3412145"/>
              <a:ext cx="580818" cy="3536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3852189">
              <a:off x="3031027" y="1556411"/>
              <a:ext cx="277454" cy="263658"/>
            </a:xfrm>
            <a:prstGeom prst="ellipse">
              <a:avLst/>
            </a:prstGeom>
            <a:gradFill>
              <a:gsLst>
                <a:gs pos="0">
                  <a:srgbClr val="000058">
                    <a:alpha val="2729"/>
                  </a:srgbClr>
                </a:gs>
                <a:gs pos="14286">
                  <a:srgbClr val="000058">
                    <a:alpha val="2511"/>
                  </a:srgbClr>
                </a:gs>
                <a:gs pos="28571">
                  <a:srgbClr val="000058">
                    <a:alpha val="1955"/>
                  </a:srgbClr>
                </a:gs>
                <a:gs pos="42857">
                  <a:srgbClr val="000058">
                    <a:alpha val="1287"/>
                  </a:srgbClr>
                </a:gs>
                <a:gs pos="57143">
                  <a:srgbClr val="000058">
                    <a:alpha val="715"/>
                  </a:srgbClr>
                </a:gs>
                <a:gs pos="71429">
                  <a:srgbClr val="000058">
                    <a:alpha val="335"/>
                  </a:srgbClr>
                </a:gs>
                <a:gs pos="85714">
                  <a:srgbClr val="000058">
                    <a:alpha val="133"/>
                  </a:srgbClr>
                </a:gs>
                <a:gs pos="100000">
                  <a:srgbClr val="000058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6837455">
              <a:off x="1656427" y="198566"/>
              <a:ext cx="473692" cy="386383"/>
            </a:xfrm>
            <a:prstGeom prst="ellipse">
              <a:avLst/>
            </a:prstGeom>
            <a:gradFill>
              <a:gsLst>
                <a:gs pos="0">
                  <a:srgbClr val="A3B700">
                    <a:alpha val="9210"/>
                  </a:srgbClr>
                </a:gs>
                <a:gs pos="14286">
                  <a:srgbClr val="A3B700">
                    <a:alpha val="8497"/>
                  </a:srgbClr>
                </a:gs>
                <a:gs pos="28571">
                  <a:srgbClr val="A3B700">
                    <a:alpha val="6663"/>
                  </a:srgbClr>
                </a:gs>
                <a:gs pos="42857">
                  <a:srgbClr val="A3B700">
                    <a:alpha val="4422"/>
                  </a:srgbClr>
                </a:gs>
                <a:gs pos="57143">
                  <a:srgbClr val="A3B700">
                    <a:alpha val="2475"/>
                  </a:srgbClr>
                </a:gs>
                <a:gs pos="71429">
                  <a:srgbClr val="A3B700">
                    <a:alpha val="1166"/>
                  </a:srgbClr>
                </a:gs>
                <a:gs pos="85714">
                  <a:srgbClr val="A3B700">
                    <a:alpha val="463"/>
                  </a:srgbClr>
                </a:gs>
                <a:gs pos="100000">
                  <a:srgbClr val="A3B7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2774665">
              <a:off x="803955" y="1562073"/>
              <a:ext cx="359390" cy="39574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593579">
              <a:off x="745157" y="1351572"/>
              <a:ext cx="307629" cy="27250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10506229">
              <a:off x="2428372" y="1528251"/>
              <a:ext cx="373951" cy="57188"/>
            </a:xfrm>
            <a:prstGeom prst="ellipse">
              <a:avLst/>
            </a:prstGeom>
            <a:gradFill>
              <a:gsLst>
                <a:gs pos="0">
                  <a:srgbClr val="FEF9FF">
                    <a:alpha val="32968"/>
                  </a:srgbClr>
                </a:gs>
                <a:gs pos="14286">
                  <a:srgbClr val="FEF9FF">
                    <a:alpha val="30764"/>
                  </a:srgbClr>
                </a:gs>
                <a:gs pos="28571">
                  <a:srgbClr val="FEF9FF">
                    <a:alpha val="24833"/>
                  </a:srgbClr>
                </a:gs>
                <a:gs pos="42857">
                  <a:srgbClr val="FEF9FF">
                    <a:alpha val="17075"/>
                  </a:srgbClr>
                </a:gs>
                <a:gs pos="57143">
                  <a:srgbClr val="FEF9FF">
                    <a:alpha val="9855"/>
                  </a:srgbClr>
                </a:gs>
                <a:gs pos="71429">
                  <a:srgbClr val="FEF9FF">
                    <a:alpha val="4740"/>
                  </a:srgbClr>
                </a:gs>
                <a:gs pos="85714">
                  <a:srgbClr val="FEF9FF">
                    <a:alpha val="1902"/>
                  </a:srgbClr>
                </a:gs>
                <a:gs pos="100000">
                  <a:srgbClr val="FE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8964594">
              <a:off x="681031" y="923819"/>
              <a:ext cx="596634" cy="258459"/>
            </a:xfrm>
            <a:prstGeom prst="ellipse">
              <a:avLst/>
            </a:prstGeom>
            <a:gradFill>
              <a:gsLst>
                <a:gs pos="0">
                  <a:srgbClr val="EEEEF1">
                    <a:alpha val="32968"/>
                  </a:srgbClr>
                </a:gs>
                <a:gs pos="14286">
                  <a:srgbClr val="EEEEF1">
                    <a:alpha val="30764"/>
                  </a:srgbClr>
                </a:gs>
                <a:gs pos="28571">
                  <a:srgbClr val="EEEEF1">
                    <a:alpha val="24833"/>
                  </a:srgbClr>
                </a:gs>
                <a:gs pos="42857">
                  <a:srgbClr val="EEEEF1">
                    <a:alpha val="17075"/>
                  </a:srgbClr>
                </a:gs>
                <a:gs pos="57143">
                  <a:srgbClr val="EEEEF1">
                    <a:alpha val="9855"/>
                  </a:srgbClr>
                </a:gs>
                <a:gs pos="71429">
                  <a:srgbClr val="EEEEF1">
                    <a:alpha val="4740"/>
                  </a:srgbClr>
                </a:gs>
                <a:gs pos="85714">
                  <a:srgbClr val="EEEEF1">
                    <a:alpha val="1902"/>
                  </a:srgbClr>
                </a:gs>
                <a:gs pos="100000">
                  <a:srgbClr val="EEEE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9438651">
              <a:off x="1023144" y="1912809"/>
              <a:ext cx="265658" cy="109186"/>
            </a:xfrm>
            <a:prstGeom prst="ellipse">
              <a:avLst/>
            </a:prstGeom>
            <a:gradFill>
              <a:gsLst>
                <a:gs pos="0">
                  <a:srgbClr val="FF7B4A">
                    <a:alpha val="32968"/>
                  </a:srgbClr>
                </a:gs>
                <a:gs pos="14286">
                  <a:srgbClr val="FF7B4A">
                    <a:alpha val="30764"/>
                  </a:srgbClr>
                </a:gs>
                <a:gs pos="28571">
                  <a:srgbClr val="FF7B4A">
                    <a:alpha val="24833"/>
                  </a:srgbClr>
                </a:gs>
                <a:gs pos="42857">
                  <a:srgbClr val="FF7B4A">
                    <a:alpha val="17075"/>
                  </a:srgbClr>
                </a:gs>
                <a:gs pos="57143">
                  <a:srgbClr val="FF7B4A">
                    <a:alpha val="9855"/>
                  </a:srgbClr>
                </a:gs>
                <a:gs pos="71429">
                  <a:srgbClr val="FF7B4A">
                    <a:alpha val="4740"/>
                  </a:srgbClr>
                </a:gs>
                <a:gs pos="85714">
                  <a:srgbClr val="FF7B4A">
                    <a:alpha val="1902"/>
                  </a:srgbClr>
                </a:gs>
                <a:gs pos="100000">
                  <a:srgbClr val="FF7B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9377680">
              <a:off x="775718" y="1056014"/>
              <a:ext cx="695160" cy="231603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218827">
              <a:off x="2804569" y="1803877"/>
              <a:ext cx="514214" cy="62058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9361137">
              <a:off x="1488507" y="463769"/>
              <a:ext cx="574977" cy="178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-8594755">
              <a:off x="797506" y="1909416"/>
              <a:ext cx="721975" cy="40920"/>
            </a:xfrm>
            <a:prstGeom prst="ellipse">
              <a:avLst/>
            </a:prstGeom>
            <a:gradFill>
              <a:gsLst>
                <a:gs pos="0">
                  <a:srgbClr val="FF6400">
                    <a:alpha val="32968"/>
                  </a:srgbClr>
                </a:gs>
                <a:gs pos="14286">
                  <a:srgbClr val="FF6400">
                    <a:alpha val="30764"/>
                  </a:srgbClr>
                </a:gs>
                <a:gs pos="28571">
                  <a:srgbClr val="FF6400">
                    <a:alpha val="24833"/>
                  </a:srgbClr>
                </a:gs>
                <a:gs pos="42857">
                  <a:srgbClr val="FF6400">
                    <a:alpha val="17075"/>
                  </a:srgbClr>
                </a:gs>
                <a:gs pos="57143">
                  <a:srgbClr val="FF6400">
                    <a:alpha val="9855"/>
                  </a:srgbClr>
                </a:gs>
                <a:gs pos="71429">
                  <a:srgbClr val="FF6400">
                    <a:alpha val="4740"/>
                  </a:srgbClr>
                </a:gs>
                <a:gs pos="85714">
                  <a:srgbClr val="FF6400">
                    <a:alpha val="1902"/>
                  </a:srgbClr>
                </a:gs>
                <a:gs pos="100000">
                  <a:srgbClr val="FF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6307491">
              <a:off x="1559372" y="3010447"/>
              <a:ext cx="439238" cy="1105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4602383">
              <a:off x="1787479" y="421454"/>
              <a:ext cx="623777" cy="57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7071914">
              <a:off x="1746569" y="3398968"/>
              <a:ext cx="596142" cy="362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9097978">
              <a:off x="1623825" y="3358590"/>
              <a:ext cx="237992" cy="174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10026140">
              <a:off x="1261618" y="340741"/>
              <a:ext cx="411380" cy="260984"/>
            </a:xfrm>
            <a:prstGeom prst="ellipse">
              <a:avLst/>
            </a:prstGeom>
            <a:gradFill>
              <a:gsLst>
                <a:gs pos="0">
                  <a:srgbClr val="736600">
                    <a:alpha val="32968"/>
                  </a:srgbClr>
                </a:gs>
                <a:gs pos="14286">
                  <a:srgbClr val="736600">
                    <a:alpha val="30764"/>
                  </a:srgbClr>
                </a:gs>
                <a:gs pos="28571">
                  <a:srgbClr val="736600">
                    <a:alpha val="24833"/>
                  </a:srgbClr>
                </a:gs>
                <a:gs pos="42857">
                  <a:srgbClr val="736600">
                    <a:alpha val="17075"/>
                  </a:srgbClr>
                </a:gs>
                <a:gs pos="57143">
                  <a:srgbClr val="736600">
                    <a:alpha val="9855"/>
                  </a:srgbClr>
                </a:gs>
                <a:gs pos="71429">
                  <a:srgbClr val="736600">
                    <a:alpha val="4740"/>
                  </a:srgbClr>
                </a:gs>
                <a:gs pos="85714">
                  <a:srgbClr val="736600">
                    <a:alpha val="1902"/>
                  </a:srgbClr>
                </a:gs>
                <a:gs pos="100000">
                  <a:srgbClr val="73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6372219">
              <a:off x="1440221" y="707032"/>
              <a:ext cx="370732" cy="79782"/>
            </a:xfrm>
            <a:prstGeom prst="ellipse">
              <a:avLst/>
            </a:prstGeom>
            <a:gradFill>
              <a:gsLst>
                <a:gs pos="0">
                  <a:srgbClr val="E0AD00">
                    <a:alpha val="8903"/>
                  </a:srgbClr>
                </a:gs>
                <a:gs pos="14286">
                  <a:srgbClr val="E0AD00">
                    <a:alpha val="8213"/>
                  </a:srgbClr>
                </a:gs>
                <a:gs pos="28571">
                  <a:srgbClr val="E0AD00">
                    <a:alpha val="6438"/>
                  </a:srgbClr>
                </a:gs>
                <a:gs pos="42857">
                  <a:srgbClr val="E0AD00">
                    <a:alpha val="4271"/>
                  </a:srgbClr>
                </a:gs>
                <a:gs pos="57143">
                  <a:srgbClr val="E0AD00">
                    <a:alpha val="2389"/>
                  </a:srgbClr>
                </a:gs>
                <a:gs pos="71429">
                  <a:srgbClr val="E0AD00">
                    <a:alpha val="1126"/>
                  </a:srgbClr>
                </a:gs>
                <a:gs pos="85714">
                  <a:srgbClr val="E0AD00">
                    <a:alpha val="447"/>
                  </a:srgbClr>
                </a:gs>
                <a:gs pos="100000">
                  <a:srgbClr val="E0AD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310296">
              <a:off x="2931012" y="1326073"/>
              <a:ext cx="297701" cy="46335"/>
            </a:xfrm>
            <a:prstGeom prst="ellipse">
              <a:avLst/>
            </a:prstGeom>
            <a:gradFill>
              <a:gsLst>
                <a:gs pos="0">
                  <a:srgbClr val="A5B0AE">
                    <a:alpha val="32968"/>
                  </a:srgbClr>
                </a:gs>
                <a:gs pos="14286">
                  <a:srgbClr val="A5B0AE">
                    <a:alpha val="30764"/>
                  </a:srgbClr>
                </a:gs>
                <a:gs pos="28571">
                  <a:srgbClr val="A5B0AE">
                    <a:alpha val="24833"/>
                  </a:srgbClr>
                </a:gs>
                <a:gs pos="42857">
                  <a:srgbClr val="A5B0AE">
                    <a:alpha val="17075"/>
                  </a:srgbClr>
                </a:gs>
                <a:gs pos="57143">
                  <a:srgbClr val="A5B0AE">
                    <a:alpha val="9855"/>
                  </a:srgbClr>
                </a:gs>
                <a:gs pos="71429">
                  <a:srgbClr val="A5B0AE">
                    <a:alpha val="4740"/>
                  </a:srgbClr>
                </a:gs>
                <a:gs pos="85714">
                  <a:srgbClr val="A5B0AE">
                    <a:alpha val="1902"/>
                  </a:srgbClr>
                </a:gs>
                <a:gs pos="100000">
                  <a:srgbClr val="A5B0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10577086">
              <a:off x="2745218" y="55866"/>
              <a:ext cx="303600" cy="226214"/>
            </a:xfrm>
            <a:prstGeom prst="ellipse">
              <a:avLst/>
            </a:prstGeom>
            <a:gradFill>
              <a:gsLst>
                <a:gs pos="0">
                  <a:srgbClr val="402F00">
                    <a:alpha val="32968"/>
                  </a:srgbClr>
                </a:gs>
                <a:gs pos="14286">
                  <a:srgbClr val="402F00">
                    <a:alpha val="30764"/>
                  </a:srgbClr>
                </a:gs>
                <a:gs pos="28571">
                  <a:srgbClr val="402F00">
                    <a:alpha val="24833"/>
                  </a:srgbClr>
                </a:gs>
                <a:gs pos="42857">
                  <a:srgbClr val="402F00">
                    <a:alpha val="17075"/>
                  </a:srgbClr>
                </a:gs>
                <a:gs pos="57143">
                  <a:srgbClr val="402F00">
                    <a:alpha val="9855"/>
                  </a:srgbClr>
                </a:gs>
                <a:gs pos="71429">
                  <a:srgbClr val="402F00">
                    <a:alpha val="4740"/>
                  </a:srgbClr>
                </a:gs>
                <a:gs pos="85714">
                  <a:srgbClr val="402F00">
                    <a:alpha val="1902"/>
                  </a:srgbClr>
                </a:gs>
                <a:gs pos="100000">
                  <a:srgbClr val="40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9460579">
              <a:off x="1155377" y="747078"/>
              <a:ext cx="498765" cy="194515"/>
            </a:xfrm>
            <a:prstGeom prst="ellipse">
              <a:avLst/>
            </a:prstGeom>
            <a:gradFill>
              <a:gsLst>
                <a:gs pos="0">
                  <a:srgbClr val="FFF4E0">
                    <a:alpha val="32968"/>
                  </a:srgbClr>
                </a:gs>
                <a:gs pos="14286">
                  <a:srgbClr val="FFF4E0">
                    <a:alpha val="30764"/>
                  </a:srgbClr>
                </a:gs>
                <a:gs pos="28571">
                  <a:srgbClr val="FFF4E0">
                    <a:alpha val="24833"/>
                  </a:srgbClr>
                </a:gs>
                <a:gs pos="42857">
                  <a:srgbClr val="FFF4E0">
                    <a:alpha val="17075"/>
                  </a:srgbClr>
                </a:gs>
                <a:gs pos="57143">
                  <a:srgbClr val="FFF4E0">
                    <a:alpha val="9855"/>
                  </a:srgbClr>
                </a:gs>
                <a:gs pos="71429">
                  <a:srgbClr val="FFF4E0">
                    <a:alpha val="4740"/>
                  </a:srgbClr>
                </a:gs>
                <a:gs pos="85714">
                  <a:srgbClr val="FFF4E0">
                    <a:alpha val="1902"/>
                  </a:srgbClr>
                </a:gs>
                <a:gs pos="100000">
                  <a:srgbClr val="FFF4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3416358">
              <a:off x="1749123" y="287437"/>
              <a:ext cx="672198" cy="65826"/>
            </a:xfrm>
            <a:prstGeom prst="ellipse">
              <a:avLst/>
            </a:prstGeom>
            <a:gradFill>
              <a:gsLst>
                <a:gs pos="0">
                  <a:srgbClr val="FFF9FC">
                    <a:alpha val="32968"/>
                  </a:srgbClr>
                </a:gs>
                <a:gs pos="14286">
                  <a:srgbClr val="FFF9FC">
                    <a:alpha val="30764"/>
                  </a:srgbClr>
                </a:gs>
                <a:gs pos="28571">
                  <a:srgbClr val="FFF9FC">
                    <a:alpha val="24833"/>
                  </a:srgbClr>
                </a:gs>
                <a:gs pos="42857">
                  <a:srgbClr val="FFF9FC">
                    <a:alpha val="17075"/>
                  </a:srgbClr>
                </a:gs>
                <a:gs pos="57143">
                  <a:srgbClr val="FFF9FC">
                    <a:alpha val="9855"/>
                  </a:srgbClr>
                </a:gs>
                <a:gs pos="71429">
                  <a:srgbClr val="FFF9FC">
                    <a:alpha val="4740"/>
                  </a:srgbClr>
                </a:gs>
                <a:gs pos="85714">
                  <a:srgbClr val="FFF9FC">
                    <a:alpha val="1902"/>
                  </a:srgbClr>
                </a:gs>
                <a:gs pos="100000">
                  <a:srgbClr val="FFF9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5590901">
              <a:off x="2792732" y="1741880"/>
              <a:ext cx="579914" cy="100348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3785927">
              <a:off x="3000650" y="3111324"/>
              <a:ext cx="822630" cy="5289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9925637">
              <a:off x="1916173" y="575120"/>
              <a:ext cx="491375" cy="247588"/>
            </a:xfrm>
            <a:prstGeom prst="ellipse">
              <a:avLst/>
            </a:prstGeom>
            <a:gradFill>
              <a:gsLst>
                <a:gs pos="0">
                  <a:srgbClr val="FFFF00">
                    <a:alpha val="2611"/>
                  </a:srgbClr>
                </a:gs>
                <a:gs pos="14286">
                  <a:srgbClr val="FFFF00">
                    <a:alpha val="2403"/>
                  </a:srgbClr>
                </a:gs>
                <a:gs pos="28571">
                  <a:srgbClr val="FFFF00">
                    <a:alpha val="1871"/>
                  </a:srgbClr>
                </a:gs>
                <a:gs pos="42857">
                  <a:srgbClr val="FFFF00">
                    <a:alpha val="1231"/>
                  </a:srgbClr>
                </a:gs>
                <a:gs pos="57143">
                  <a:srgbClr val="FFFF00">
                    <a:alpha val="684"/>
                  </a:srgbClr>
                </a:gs>
                <a:gs pos="71429">
                  <a:srgbClr val="FFFF00">
                    <a:alpha val="321"/>
                  </a:srgbClr>
                </a:gs>
                <a:gs pos="85714">
                  <a:srgbClr val="FFFF00">
                    <a:alpha val="127"/>
                  </a:srgbClr>
                </a:gs>
                <a:gs pos="100000">
                  <a:srgbClr val="FFFF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6820636">
              <a:off x="2455329" y="3029441"/>
              <a:ext cx="180762" cy="1008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6973038">
              <a:off x="2319087" y="1635713"/>
              <a:ext cx="700079" cy="81725"/>
            </a:xfrm>
            <a:prstGeom prst="ellipse">
              <a:avLst/>
            </a:prstGeom>
            <a:gradFill>
              <a:gsLst>
                <a:gs pos="0">
                  <a:srgbClr val="FEF7FF">
                    <a:alpha val="32968"/>
                  </a:srgbClr>
                </a:gs>
                <a:gs pos="14286">
                  <a:srgbClr val="FEF7FF">
                    <a:alpha val="30764"/>
                  </a:srgbClr>
                </a:gs>
                <a:gs pos="28571">
                  <a:srgbClr val="FEF7FF">
                    <a:alpha val="24833"/>
                  </a:srgbClr>
                </a:gs>
                <a:gs pos="42857">
                  <a:srgbClr val="FEF7FF">
                    <a:alpha val="17075"/>
                  </a:srgbClr>
                </a:gs>
                <a:gs pos="57143">
                  <a:srgbClr val="FEF7FF">
                    <a:alpha val="9855"/>
                  </a:srgbClr>
                </a:gs>
                <a:gs pos="71429">
                  <a:srgbClr val="FEF7FF">
                    <a:alpha val="4740"/>
                  </a:srgbClr>
                </a:gs>
                <a:gs pos="85714">
                  <a:srgbClr val="FEF7FF">
                    <a:alpha val="1902"/>
                  </a:srgbClr>
                </a:gs>
                <a:gs pos="100000">
                  <a:srgbClr val="FE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114586">
              <a:off x="1820755" y="1802663"/>
              <a:ext cx="288975" cy="229255"/>
            </a:xfrm>
            <a:prstGeom prst="ellipse">
              <a:avLst/>
            </a:prstGeom>
            <a:gradFill>
              <a:gsLst>
                <a:gs pos="0">
                  <a:srgbClr val="0036A7">
                    <a:alpha val="5409"/>
                  </a:srgbClr>
                </a:gs>
                <a:gs pos="14286">
                  <a:srgbClr val="0036A7">
                    <a:alpha val="4982"/>
                  </a:srgbClr>
                </a:gs>
                <a:gs pos="28571">
                  <a:srgbClr val="0036A7">
                    <a:alpha val="3890"/>
                  </a:srgbClr>
                </a:gs>
                <a:gs pos="42857">
                  <a:srgbClr val="0036A7">
                    <a:alpha val="2569"/>
                  </a:srgbClr>
                </a:gs>
                <a:gs pos="57143">
                  <a:srgbClr val="0036A7">
                    <a:alpha val="1432"/>
                  </a:srgbClr>
                </a:gs>
                <a:gs pos="71429">
                  <a:srgbClr val="0036A7">
                    <a:alpha val="673"/>
                  </a:srgbClr>
                </a:gs>
                <a:gs pos="85714">
                  <a:srgbClr val="0036A7">
                    <a:alpha val="267"/>
                  </a:srgbClr>
                </a:gs>
                <a:gs pos="100000">
                  <a:srgbClr val="0036A7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47655">
              <a:off x="-258480" y="2785595"/>
              <a:ext cx="587059" cy="216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8232153">
              <a:off x="635256" y="3554107"/>
              <a:ext cx="250708" cy="1729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5483147">
              <a:off x="1076797" y="478537"/>
              <a:ext cx="409919" cy="13814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727830">
              <a:off x="1552455" y="755562"/>
              <a:ext cx="299798" cy="284469"/>
            </a:xfrm>
            <a:prstGeom prst="ellipse">
              <a:avLst/>
            </a:prstGeom>
            <a:gradFill>
              <a:gsLst>
                <a:gs pos="0">
                  <a:srgbClr val="DD0049">
                    <a:alpha val="5391"/>
                  </a:srgbClr>
                </a:gs>
                <a:gs pos="14286">
                  <a:srgbClr val="DD0049">
                    <a:alpha val="4966"/>
                  </a:srgbClr>
                </a:gs>
                <a:gs pos="28571">
                  <a:srgbClr val="DD0049">
                    <a:alpha val="3878"/>
                  </a:srgbClr>
                </a:gs>
                <a:gs pos="42857">
                  <a:srgbClr val="DD0049">
                    <a:alpha val="2561"/>
                  </a:srgbClr>
                </a:gs>
                <a:gs pos="57143">
                  <a:srgbClr val="DD0049">
                    <a:alpha val="1427"/>
                  </a:srgbClr>
                </a:gs>
                <a:gs pos="71429">
                  <a:srgbClr val="DD0049">
                    <a:alpha val="671"/>
                  </a:srgbClr>
                </a:gs>
                <a:gs pos="85714">
                  <a:srgbClr val="DD0049">
                    <a:alpha val="266"/>
                  </a:srgbClr>
                </a:gs>
                <a:gs pos="100000">
                  <a:srgbClr val="DD0049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-8816340">
              <a:off x="2935017" y="2403326"/>
              <a:ext cx="595244" cy="1994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8796369">
              <a:off x="2728189" y="1101230"/>
              <a:ext cx="317885" cy="270634"/>
            </a:xfrm>
            <a:prstGeom prst="ellipse">
              <a:avLst/>
            </a:prstGeom>
            <a:gradFill>
              <a:gsLst>
                <a:gs pos="0">
                  <a:srgbClr val="000000">
                    <a:alpha val="14362"/>
                  </a:srgbClr>
                </a:gs>
                <a:gs pos="14286">
                  <a:srgbClr val="000000">
                    <a:alpha val="13282"/>
                  </a:srgbClr>
                </a:gs>
                <a:gs pos="28571">
                  <a:srgbClr val="000000">
                    <a:alpha val="10474"/>
                  </a:srgbClr>
                </a:gs>
                <a:gs pos="42857">
                  <a:srgbClr val="000000">
                    <a:alpha val="7000"/>
                  </a:srgbClr>
                </a:gs>
                <a:gs pos="57143">
                  <a:srgbClr val="000000">
                    <a:alpha val="3942"/>
                  </a:srgbClr>
                </a:gs>
                <a:gs pos="71429">
                  <a:srgbClr val="000000">
                    <a:alpha val="1865"/>
                  </a:srgbClr>
                </a:gs>
                <a:gs pos="85714">
                  <a:srgbClr val="000000">
                    <a:alpha val="742"/>
                  </a:srgbClr>
                </a:gs>
                <a:gs pos="100000">
                  <a:srgbClr val="0000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4123404">
              <a:off x="687464" y="2070679"/>
              <a:ext cx="385899" cy="359927"/>
            </a:xfrm>
            <a:prstGeom prst="ellipse">
              <a:avLst/>
            </a:prstGeom>
            <a:gradFill>
              <a:gsLst>
                <a:gs pos="0">
                  <a:srgbClr val="C70000">
                    <a:alpha val="32968"/>
                  </a:srgbClr>
                </a:gs>
                <a:gs pos="14286">
                  <a:srgbClr val="C70000">
                    <a:alpha val="30764"/>
                  </a:srgbClr>
                </a:gs>
                <a:gs pos="28571">
                  <a:srgbClr val="C70000">
                    <a:alpha val="24833"/>
                  </a:srgbClr>
                </a:gs>
                <a:gs pos="42857">
                  <a:srgbClr val="C70000">
                    <a:alpha val="17075"/>
                  </a:srgbClr>
                </a:gs>
                <a:gs pos="57143">
                  <a:srgbClr val="C70000">
                    <a:alpha val="9855"/>
                  </a:srgbClr>
                </a:gs>
                <a:gs pos="71429">
                  <a:srgbClr val="C70000">
                    <a:alpha val="4740"/>
                  </a:srgbClr>
                </a:gs>
                <a:gs pos="85714">
                  <a:srgbClr val="C70000">
                    <a:alpha val="1902"/>
                  </a:srgbClr>
                </a:gs>
                <a:gs pos="100000">
                  <a:srgbClr val="C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5945012">
              <a:off x="2741727" y="1548867"/>
              <a:ext cx="488216" cy="239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4758921">
              <a:off x="1707958" y="242257"/>
              <a:ext cx="273630" cy="156852"/>
            </a:xfrm>
            <a:prstGeom prst="ellipse">
              <a:avLst/>
            </a:prstGeom>
            <a:gradFill>
              <a:gsLst>
                <a:gs pos="0">
                  <a:srgbClr val="FFE7A2">
                    <a:alpha val="32968"/>
                  </a:srgbClr>
                </a:gs>
                <a:gs pos="14286">
                  <a:srgbClr val="FFE7A2">
                    <a:alpha val="30764"/>
                  </a:srgbClr>
                </a:gs>
                <a:gs pos="28571">
                  <a:srgbClr val="FFE7A2">
                    <a:alpha val="24833"/>
                  </a:srgbClr>
                </a:gs>
                <a:gs pos="42857">
                  <a:srgbClr val="FFE7A2">
                    <a:alpha val="17075"/>
                  </a:srgbClr>
                </a:gs>
                <a:gs pos="57143">
                  <a:srgbClr val="FFE7A2">
                    <a:alpha val="9855"/>
                  </a:srgbClr>
                </a:gs>
                <a:gs pos="71429">
                  <a:srgbClr val="FFE7A2">
                    <a:alpha val="4740"/>
                  </a:srgbClr>
                </a:gs>
                <a:gs pos="85714">
                  <a:srgbClr val="FFE7A2">
                    <a:alpha val="1902"/>
                  </a:srgbClr>
                </a:gs>
                <a:gs pos="100000">
                  <a:srgbClr val="FFE7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9281053">
              <a:off x="2686430" y="2578705"/>
              <a:ext cx="725186" cy="50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-8319528">
              <a:off x="1493756" y="2399243"/>
              <a:ext cx="828799" cy="488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883086">
              <a:off x="2253544" y="1804990"/>
              <a:ext cx="676468" cy="104636"/>
            </a:xfrm>
            <a:prstGeom prst="ellipse">
              <a:avLst/>
            </a:prstGeom>
            <a:gradFill>
              <a:gsLst>
                <a:gs pos="0">
                  <a:srgbClr val="FFFBFC">
                    <a:alpha val="32968"/>
                  </a:srgbClr>
                </a:gs>
                <a:gs pos="14286">
                  <a:srgbClr val="FFFBFC">
                    <a:alpha val="30764"/>
                  </a:srgbClr>
                </a:gs>
                <a:gs pos="28571">
                  <a:srgbClr val="FFFBFC">
                    <a:alpha val="24833"/>
                  </a:srgbClr>
                </a:gs>
                <a:gs pos="42857">
                  <a:srgbClr val="FFFBFC">
                    <a:alpha val="17075"/>
                  </a:srgbClr>
                </a:gs>
                <a:gs pos="57143">
                  <a:srgbClr val="FFFBFC">
                    <a:alpha val="9855"/>
                  </a:srgbClr>
                </a:gs>
                <a:gs pos="71429">
                  <a:srgbClr val="FFFBFC">
                    <a:alpha val="4740"/>
                  </a:srgbClr>
                </a:gs>
                <a:gs pos="85714">
                  <a:srgbClr val="FFFBFC">
                    <a:alpha val="1902"/>
                  </a:srgbClr>
                </a:gs>
                <a:gs pos="100000">
                  <a:srgbClr val="FF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8518873">
              <a:off x="2044960" y="1739466"/>
              <a:ext cx="583223" cy="52008"/>
            </a:xfrm>
            <a:prstGeom prst="ellipse">
              <a:avLst/>
            </a:prstGeom>
            <a:gradFill>
              <a:gsLst>
                <a:gs pos="0">
                  <a:srgbClr val="E0FDFF">
                    <a:alpha val="32968"/>
                  </a:srgbClr>
                </a:gs>
                <a:gs pos="14286">
                  <a:srgbClr val="E0FDFF">
                    <a:alpha val="30764"/>
                  </a:srgbClr>
                </a:gs>
                <a:gs pos="28571">
                  <a:srgbClr val="E0FDFF">
                    <a:alpha val="24833"/>
                  </a:srgbClr>
                </a:gs>
                <a:gs pos="42857">
                  <a:srgbClr val="E0FDFF">
                    <a:alpha val="17075"/>
                  </a:srgbClr>
                </a:gs>
                <a:gs pos="57143">
                  <a:srgbClr val="E0FDFF">
                    <a:alpha val="9855"/>
                  </a:srgbClr>
                </a:gs>
                <a:gs pos="71429">
                  <a:srgbClr val="E0FDFF">
                    <a:alpha val="4740"/>
                  </a:srgbClr>
                </a:gs>
                <a:gs pos="85714">
                  <a:srgbClr val="E0FDFF">
                    <a:alpha val="1902"/>
                  </a:srgbClr>
                </a:gs>
                <a:gs pos="100000">
                  <a:srgbClr val="E0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6388278">
              <a:off x="1209731" y="572747"/>
              <a:ext cx="265931" cy="180985"/>
            </a:xfrm>
            <a:prstGeom prst="ellipse">
              <a:avLst/>
            </a:prstGeom>
            <a:gradFill>
              <a:gsLst>
                <a:gs pos="0">
                  <a:srgbClr val="837FFF">
                    <a:alpha val="3295"/>
                  </a:srgbClr>
                </a:gs>
                <a:gs pos="14286">
                  <a:srgbClr val="837FFF">
                    <a:alpha val="3033"/>
                  </a:srgbClr>
                </a:gs>
                <a:gs pos="28571">
                  <a:srgbClr val="837FFF">
                    <a:alpha val="2363"/>
                  </a:srgbClr>
                </a:gs>
                <a:gs pos="42857">
                  <a:srgbClr val="837FFF">
                    <a:alpha val="1556"/>
                  </a:srgbClr>
                </a:gs>
                <a:gs pos="57143">
                  <a:srgbClr val="837FFF">
                    <a:alpha val="865"/>
                  </a:srgbClr>
                </a:gs>
                <a:gs pos="71429">
                  <a:srgbClr val="837FFF">
                    <a:alpha val="406"/>
                  </a:srgbClr>
                </a:gs>
                <a:gs pos="85714">
                  <a:srgbClr val="837FFF">
                    <a:alpha val="161"/>
                  </a:srgbClr>
                </a:gs>
                <a:gs pos="100000">
                  <a:srgbClr val="837FF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4217675">
              <a:off x="1576616" y="1822554"/>
              <a:ext cx="571850" cy="1416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8346041">
              <a:off x="-83120" y="2723745"/>
              <a:ext cx="537115" cy="52542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103353">
              <a:off x="1889773" y="2711774"/>
              <a:ext cx="327739" cy="259932"/>
            </a:xfrm>
            <a:prstGeom prst="ellipse">
              <a:avLst/>
            </a:prstGeom>
            <a:gradFill>
              <a:gsLst>
                <a:gs pos="0">
                  <a:srgbClr val="FF0000">
                    <a:alpha val="5567"/>
                  </a:srgbClr>
                </a:gs>
                <a:gs pos="14286">
                  <a:srgbClr val="FF0000">
                    <a:alpha val="5128"/>
                  </a:srgbClr>
                </a:gs>
                <a:gs pos="28571">
                  <a:srgbClr val="FF0000">
                    <a:alpha val="4005"/>
                  </a:srgbClr>
                </a:gs>
                <a:gs pos="42857">
                  <a:srgbClr val="FF0000">
                    <a:alpha val="2645"/>
                  </a:srgbClr>
                </a:gs>
                <a:gs pos="57143">
                  <a:srgbClr val="FF0000">
                    <a:alpha val="1475"/>
                  </a:srgbClr>
                </a:gs>
                <a:gs pos="71429">
                  <a:srgbClr val="FF0000">
                    <a:alpha val="693"/>
                  </a:srgbClr>
                </a:gs>
                <a:gs pos="85714">
                  <a:srgbClr val="FF0000">
                    <a:alpha val="275"/>
                  </a:srgbClr>
                </a:gs>
                <a:gs pos="100000">
                  <a:srgbClr val="FF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9982382">
              <a:off x="1140274" y="3099920"/>
              <a:ext cx="386930" cy="229047"/>
            </a:xfrm>
            <a:prstGeom prst="ellipse">
              <a:avLst/>
            </a:prstGeom>
            <a:gradFill>
              <a:gsLst>
                <a:gs pos="0">
                  <a:srgbClr val="DD9903">
                    <a:alpha val="32968"/>
                  </a:srgbClr>
                </a:gs>
                <a:gs pos="14286">
                  <a:srgbClr val="DD9903">
                    <a:alpha val="30764"/>
                  </a:srgbClr>
                </a:gs>
                <a:gs pos="28571">
                  <a:srgbClr val="DD9903">
                    <a:alpha val="24833"/>
                  </a:srgbClr>
                </a:gs>
                <a:gs pos="42857">
                  <a:srgbClr val="DD9903">
                    <a:alpha val="17075"/>
                  </a:srgbClr>
                </a:gs>
                <a:gs pos="57143">
                  <a:srgbClr val="DD9903">
                    <a:alpha val="9855"/>
                  </a:srgbClr>
                </a:gs>
                <a:gs pos="71429">
                  <a:srgbClr val="DD9903">
                    <a:alpha val="4740"/>
                  </a:srgbClr>
                </a:gs>
                <a:gs pos="85714">
                  <a:srgbClr val="DD9903">
                    <a:alpha val="1902"/>
                  </a:srgbClr>
                </a:gs>
                <a:gs pos="100000">
                  <a:srgbClr val="DD99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104073">
              <a:off x="1921097" y="2635684"/>
              <a:ext cx="431390" cy="144872"/>
            </a:xfrm>
            <a:prstGeom prst="ellipse">
              <a:avLst/>
            </a:prstGeom>
            <a:gradFill>
              <a:gsLst>
                <a:gs pos="0">
                  <a:srgbClr val="8E0000">
                    <a:alpha val="32968"/>
                  </a:srgbClr>
                </a:gs>
                <a:gs pos="14286">
                  <a:srgbClr val="8E0000">
                    <a:alpha val="30764"/>
                  </a:srgbClr>
                </a:gs>
                <a:gs pos="28571">
                  <a:srgbClr val="8E0000">
                    <a:alpha val="24833"/>
                  </a:srgbClr>
                </a:gs>
                <a:gs pos="42857">
                  <a:srgbClr val="8E0000">
                    <a:alpha val="17075"/>
                  </a:srgbClr>
                </a:gs>
                <a:gs pos="57143">
                  <a:srgbClr val="8E0000">
                    <a:alpha val="9855"/>
                  </a:srgbClr>
                </a:gs>
                <a:gs pos="71429">
                  <a:srgbClr val="8E0000">
                    <a:alpha val="4740"/>
                  </a:srgbClr>
                </a:gs>
                <a:gs pos="85714">
                  <a:srgbClr val="8E0000">
                    <a:alpha val="1902"/>
                  </a:srgbClr>
                </a:gs>
                <a:gs pos="100000">
                  <a:srgbClr val="8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-9943476">
              <a:off x="941269" y="2729971"/>
              <a:ext cx="270299" cy="62212"/>
            </a:xfrm>
            <a:prstGeom prst="ellipse">
              <a:avLst/>
            </a:prstGeom>
            <a:gradFill>
              <a:gsLst>
                <a:gs pos="0">
                  <a:srgbClr val="47158E">
                    <a:alpha val="32968"/>
                  </a:srgbClr>
                </a:gs>
                <a:gs pos="14286">
                  <a:srgbClr val="47158E">
                    <a:alpha val="30764"/>
                  </a:srgbClr>
                </a:gs>
                <a:gs pos="28571">
                  <a:srgbClr val="47158E">
                    <a:alpha val="24833"/>
                  </a:srgbClr>
                </a:gs>
                <a:gs pos="42857">
                  <a:srgbClr val="47158E">
                    <a:alpha val="17075"/>
                  </a:srgbClr>
                </a:gs>
                <a:gs pos="57143">
                  <a:srgbClr val="47158E">
                    <a:alpha val="9855"/>
                  </a:srgbClr>
                </a:gs>
                <a:gs pos="71429">
                  <a:srgbClr val="47158E">
                    <a:alpha val="4740"/>
                  </a:srgbClr>
                </a:gs>
                <a:gs pos="85714">
                  <a:srgbClr val="47158E">
                    <a:alpha val="1902"/>
                  </a:srgbClr>
                </a:gs>
                <a:gs pos="100000">
                  <a:srgbClr val="4715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4107265">
              <a:off x="168767" y="2671309"/>
              <a:ext cx="387280" cy="234794"/>
            </a:xfrm>
            <a:prstGeom prst="ellipse">
              <a:avLst/>
            </a:prstGeom>
            <a:gradFill>
              <a:gsLst>
                <a:gs pos="0">
                  <a:srgbClr val="FFAD7E">
                    <a:alpha val="25164"/>
                  </a:srgbClr>
                </a:gs>
                <a:gs pos="14286">
                  <a:srgbClr val="FFAD7E">
                    <a:alpha val="23389"/>
                  </a:srgbClr>
                </a:gs>
                <a:gs pos="28571">
                  <a:srgbClr val="FFAD7E">
                    <a:alpha val="18687"/>
                  </a:srgbClr>
                </a:gs>
                <a:gs pos="42857">
                  <a:srgbClr val="FFAD7E">
                    <a:alpha val="12688"/>
                  </a:srgbClr>
                </a:gs>
                <a:gs pos="57143">
                  <a:srgbClr val="FFAD7E">
                    <a:alpha val="7243"/>
                  </a:srgbClr>
                </a:gs>
                <a:gs pos="71429">
                  <a:srgbClr val="FFAD7E">
                    <a:alpha val="3458"/>
                  </a:srgbClr>
                </a:gs>
                <a:gs pos="85714">
                  <a:srgbClr val="FFAD7E">
                    <a:alpha val="1382"/>
                  </a:srgbClr>
                </a:gs>
                <a:gs pos="100000">
                  <a:srgbClr val="FFAD7E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348456">
              <a:off x="1373563" y="3381211"/>
              <a:ext cx="365196" cy="215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401656">
              <a:off x="359847" y="917970"/>
              <a:ext cx="406254" cy="220600"/>
            </a:xfrm>
            <a:prstGeom prst="ellipse">
              <a:avLst/>
            </a:prstGeom>
            <a:gradFill>
              <a:gsLst>
                <a:gs pos="0">
                  <a:srgbClr val="DFFFED">
                    <a:alpha val="16722"/>
                  </a:srgbClr>
                </a:gs>
                <a:gs pos="14286">
                  <a:srgbClr val="DFFFED">
                    <a:alpha val="15480"/>
                  </a:srgbClr>
                </a:gs>
                <a:gs pos="28571">
                  <a:srgbClr val="DFFFED">
                    <a:alpha val="12242"/>
                  </a:srgbClr>
                </a:gs>
                <a:gs pos="42857">
                  <a:srgbClr val="DFFFED">
                    <a:alpha val="8209"/>
                  </a:srgbClr>
                </a:gs>
                <a:gs pos="57143">
                  <a:srgbClr val="DFFFED">
                    <a:alpha val="4635"/>
                  </a:srgbClr>
                </a:gs>
                <a:gs pos="71429">
                  <a:srgbClr val="DFFFED">
                    <a:alpha val="2197"/>
                  </a:srgbClr>
                </a:gs>
                <a:gs pos="85714">
                  <a:srgbClr val="DFFFED">
                    <a:alpha val="875"/>
                  </a:srgbClr>
                </a:gs>
                <a:gs pos="100000">
                  <a:srgbClr val="DFFFED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-10243110">
              <a:off x="2414640" y="1584459"/>
              <a:ext cx="358794" cy="81353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196782">
              <a:off x="2789957" y="1849622"/>
              <a:ext cx="271090" cy="115075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7687518">
              <a:off x="1649875" y="911710"/>
              <a:ext cx="730917" cy="128527"/>
            </a:xfrm>
            <a:prstGeom prst="ellipse">
              <a:avLst/>
            </a:prstGeom>
            <a:gradFill>
              <a:gsLst>
                <a:gs pos="0">
                  <a:srgbClr val="FFFDFF">
                    <a:alpha val="29996"/>
                  </a:srgbClr>
                </a:gs>
                <a:gs pos="14286">
                  <a:srgbClr val="FFFDFF">
                    <a:alpha val="27948"/>
                  </a:srgbClr>
                </a:gs>
                <a:gs pos="28571">
                  <a:srgbClr val="FFFDFF">
                    <a:alpha val="22470"/>
                  </a:srgbClr>
                </a:gs>
                <a:gs pos="42857">
                  <a:srgbClr val="FFFDFF">
                    <a:alpha val="15374"/>
                  </a:srgbClr>
                </a:gs>
                <a:gs pos="57143">
                  <a:srgbClr val="FFFDFF">
                    <a:alpha val="8835"/>
                  </a:srgbClr>
                </a:gs>
                <a:gs pos="71429">
                  <a:srgbClr val="FFFDFF">
                    <a:alpha val="4237"/>
                  </a:srgbClr>
                </a:gs>
                <a:gs pos="85714">
                  <a:srgbClr val="FFFDFF">
                    <a:alpha val="1698"/>
                  </a:srgbClr>
                </a:gs>
                <a:gs pos="100000">
                  <a:srgbClr val="FFFD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10237147">
              <a:off x="39786" y="2923425"/>
              <a:ext cx="567794" cy="72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140221">
              <a:off x="1538447" y="3394544"/>
              <a:ext cx="785090" cy="7997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9268198">
              <a:off x="2125424" y="2544306"/>
              <a:ext cx="230904" cy="657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6502254">
              <a:off x="96900" y="3012279"/>
              <a:ext cx="539999" cy="50804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3896950">
              <a:off x="1618663" y="3492967"/>
              <a:ext cx="333703" cy="14641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5528973">
              <a:off x="2692610" y="737084"/>
              <a:ext cx="314986" cy="52789"/>
            </a:xfrm>
            <a:prstGeom prst="ellipse">
              <a:avLst/>
            </a:prstGeom>
            <a:gradFill>
              <a:gsLst>
                <a:gs pos="0">
                  <a:srgbClr val="EEEAED">
                    <a:alpha val="32968"/>
                  </a:srgbClr>
                </a:gs>
                <a:gs pos="14286">
                  <a:srgbClr val="EEEAED">
                    <a:alpha val="30764"/>
                  </a:srgbClr>
                </a:gs>
                <a:gs pos="28571">
                  <a:srgbClr val="EEEAED">
                    <a:alpha val="24833"/>
                  </a:srgbClr>
                </a:gs>
                <a:gs pos="42857">
                  <a:srgbClr val="EEEAED">
                    <a:alpha val="17075"/>
                  </a:srgbClr>
                </a:gs>
                <a:gs pos="57143">
                  <a:srgbClr val="EEEAED">
                    <a:alpha val="9855"/>
                  </a:srgbClr>
                </a:gs>
                <a:gs pos="71429">
                  <a:srgbClr val="EEEAED">
                    <a:alpha val="4740"/>
                  </a:srgbClr>
                </a:gs>
                <a:gs pos="85714">
                  <a:srgbClr val="EEEAED">
                    <a:alpha val="1902"/>
                  </a:srgbClr>
                </a:gs>
                <a:gs pos="100000">
                  <a:srgbClr val="EEEA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7179727">
              <a:off x="1643263" y="394537"/>
              <a:ext cx="565831" cy="138654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8625997">
              <a:off x="1652573" y="1852592"/>
              <a:ext cx="774771" cy="2862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7459706">
              <a:off x="371288" y="937292"/>
              <a:ext cx="384696" cy="363414"/>
            </a:xfrm>
            <a:prstGeom prst="ellipse">
              <a:avLst/>
            </a:prstGeom>
            <a:gradFill>
              <a:gsLst>
                <a:gs pos="0">
                  <a:srgbClr val="0C0000">
                    <a:alpha val="32968"/>
                  </a:srgbClr>
                </a:gs>
                <a:gs pos="14286">
                  <a:srgbClr val="0C0000">
                    <a:alpha val="30764"/>
                  </a:srgbClr>
                </a:gs>
                <a:gs pos="28571">
                  <a:srgbClr val="0C0000">
                    <a:alpha val="24833"/>
                  </a:srgbClr>
                </a:gs>
                <a:gs pos="42857">
                  <a:srgbClr val="0C0000">
                    <a:alpha val="17075"/>
                  </a:srgbClr>
                </a:gs>
                <a:gs pos="57143">
                  <a:srgbClr val="0C0000">
                    <a:alpha val="9855"/>
                  </a:srgbClr>
                </a:gs>
                <a:gs pos="71429">
                  <a:srgbClr val="0C0000">
                    <a:alpha val="4740"/>
                  </a:srgbClr>
                </a:gs>
                <a:gs pos="85714">
                  <a:srgbClr val="0C0000">
                    <a:alpha val="1902"/>
                  </a:srgbClr>
                </a:gs>
                <a:gs pos="100000">
                  <a:srgbClr val="0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502865">
              <a:off x="1676768" y="3466019"/>
              <a:ext cx="244722" cy="201865"/>
            </a:xfrm>
            <a:prstGeom prst="ellipse">
              <a:avLst/>
            </a:prstGeom>
            <a:gradFill>
              <a:gsLst>
                <a:gs pos="0">
                  <a:srgbClr val="FF7700">
                    <a:alpha val="23381"/>
                  </a:srgbClr>
                </a:gs>
                <a:gs pos="14286">
                  <a:srgbClr val="FF7700">
                    <a:alpha val="21713"/>
                  </a:srgbClr>
                </a:gs>
                <a:gs pos="28571">
                  <a:srgbClr val="FF7700">
                    <a:alpha val="17309"/>
                  </a:srgbClr>
                </a:gs>
                <a:gs pos="42857">
                  <a:srgbClr val="FF7700">
                    <a:alpha val="11721"/>
                  </a:srgbClr>
                </a:gs>
                <a:gs pos="57143">
                  <a:srgbClr val="FF7700">
                    <a:alpha val="6675"/>
                  </a:srgbClr>
                </a:gs>
                <a:gs pos="71429">
                  <a:srgbClr val="FF7700">
                    <a:alpha val="3182"/>
                  </a:srgbClr>
                </a:gs>
                <a:gs pos="85714">
                  <a:srgbClr val="FF7700">
                    <a:alpha val="1270"/>
                  </a:srgbClr>
                </a:gs>
                <a:gs pos="100000">
                  <a:srgbClr val="FF77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8878759">
              <a:off x="1006850" y="2681843"/>
              <a:ext cx="331082" cy="76285"/>
            </a:xfrm>
            <a:prstGeom prst="ellipse">
              <a:avLst/>
            </a:prstGeom>
            <a:gradFill>
              <a:gsLst>
                <a:gs pos="0">
                  <a:srgbClr val="250081">
                    <a:alpha val="32968"/>
                  </a:srgbClr>
                </a:gs>
                <a:gs pos="14286">
                  <a:srgbClr val="250081">
                    <a:alpha val="30764"/>
                  </a:srgbClr>
                </a:gs>
                <a:gs pos="28571">
                  <a:srgbClr val="250081">
                    <a:alpha val="24833"/>
                  </a:srgbClr>
                </a:gs>
                <a:gs pos="42857">
                  <a:srgbClr val="250081">
                    <a:alpha val="17075"/>
                  </a:srgbClr>
                </a:gs>
                <a:gs pos="57143">
                  <a:srgbClr val="250081">
                    <a:alpha val="9855"/>
                  </a:srgbClr>
                </a:gs>
                <a:gs pos="71429">
                  <a:srgbClr val="250081">
                    <a:alpha val="4740"/>
                  </a:srgbClr>
                </a:gs>
                <a:gs pos="85714">
                  <a:srgbClr val="250081">
                    <a:alpha val="1902"/>
                  </a:srgbClr>
                </a:gs>
                <a:gs pos="100000">
                  <a:srgbClr val="2500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499144">
              <a:off x="2490771" y="1031678"/>
              <a:ext cx="409894" cy="232380"/>
            </a:xfrm>
            <a:prstGeom prst="ellipse">
              <a:avLst/>
            </a:prstGeom>
            <a:gradFill>
              <a:gsLst>
                <a:gs pos="0">
                  <a:srgbClr val="F8FFFF">
                    <a:alpha val="9265"/>
                  </a:srgbClr>
                </a:gs>
                <a:gs pos="14286">
                  <a:srgbClr val="F8FFFF">
                    <a:alpha val="8548"/>
                  </a:srgbClr>
                </a:gs>
                <a:gs pos="28571">
                  <a:srgbClr val="F8FFFF">
                    <a:alpha val="6703"/>
                  </a:srgbClr>
                </a:gs>
                <a:gs pos="42857">
                  <a:srgbClr val="F8FFFF">
                    <a:alpha val="4449"/>
                  </a:srgbClr>
                </a:gs>
                <a:gs pos="57143">
                  <a:srgbClr val="F8FFFF">
                    <a:alpha val="2490"/>
                  </a:srgbClr>
                </a:gs>
                <a:gs pos="71429">
                  <a:srgbClr val="F8FFFF">
                    <a:alpha val="1173"/>
                  </a:srgbClr>
                </a:gs>
                <a:gs pos="85714">
                  <a:srgbClr val="F8FFFF">
                    <a:alpha val="466"/>
                  </a:srgbClr>
                </a:gs>
                <a:gs pos="100000">
                  <a:srgbClr val="F8FFF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8223963">
              <a:off x="677945" y="1737029"/>
              <a:ext cx="538501" cy="186944"/>
            </a:xfrm>
            <a:prstGeom prst="ellipse">
              <a:avLst/>
            </a:prstGeom>
            <a:gradFill>
              <a:gsLst>
                <a:gs pos="0">
                  <a:srgbClr val="EB4300">
                    <a:alpha val="32968"/>
                  </a:srgbClr>
                </a:gs>
                <a:gs pos="14286">
                  <a:srgbClr val="EB4300">
                    <a:alpha val="30764"/>
                  </a:srgbClr>
                </a:gs>
                <a:gs pos="28571">
                  <a:srgbClr val="EB4300">
                    <a:alpha val="24833"/>
                  </a:srgbClr>
                </a:gs>
                <a:gs pos="42857">
                  <a:srgbClr val="EB4300">
                    <a:alpha val="17075"/>
                  </a:srgbClr>
                </a:gs>
                <a:gs pos="57143">
                  <a:srgbClr val="EB4300">
                    <a:alpha val="9855"/>
                  </a:srgbClr>
                </a:gs>
                <a:gs pos="71429">
                  <a:srgbClr val="EB4300">
                    <a:alpha val="4740"/>
                  </a:srgbClr>
                </a:gs>
                <a:gs pos="85714">
                  <a:srgbClr val="EB4300">
                    <a:alpha val="1902"/>
                  </a:srgbClr>
                </a:gs>
                <a:gs pos="100000">
                  <a:srgbClr val="EB4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4347498">
              <a:off x="-98491" y="2773961"/>
              <a:ext cx="514245" cy="480609"/>
            </a:xfrm>
            <a:prstGeom prst="ellipse">
              <a:avLst/>
            </a:prstGeom>
            <a:gradFill>
              <a:gsLst>
                <a:gs pos="0">
                  <a:srgbClr val="7E0000">
                    <a:alpha val="32968"/>
                  </a:srgbClr>
                </a:gs>
                <a:gs pos="14286">
                  <a:srgbClr val="7E0000">
                    <a:alpha val="30764"/>
                  </a:srgbClr>
                </a:gs>
                <a:gs pos="28571">
                  <a:srgbClr val="7E0000">
                    <a:alpha val="24833"/>
                  </a:srgbClr>
                </a:gs>
                <a:gs pos="42857">
                  <a:srgbClr val="7E0000">
                    <a:alpha val="17075"/>
                  </a:srgbClr>
                </a:gs>
                <a:gs pos="57143">
                  <a:srgbClr val="7E0000">
                    <a:alpha val="9855"/>
                  </a:srgbClr>
                </a:gs>
                <a:gs pos="71429">
                  <a:srgbClr val="7E0000">
                    <a:alpha val="4740"/>
                  </a:srgbClr>
                </a:gs>
                <a:gs pos="85714">
                  <a:srgbClr val="7E0000">
                    <a:alpha val="1902"/>
                  </a:srgbClr>
                </a:gs>
                <a:gs pos="100000">
                  <a:srgbClr val="7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3869050">
              <a:off x="1651185" y="2408128"/>
              <a:ext cx="389838" cy="9568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10446243">
              <a:off x="2881291" y="1254961"/>
              <a:ext cx="194983" cy="76698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4973623">
              <a:off x="1771916" y="1088794"/>
              <a:ext cx="287782" cy="211723"/>
            </a:xfrm>
            <a:prstGeom prst="ellipse">
              <a:avLst/>
            </a:prstGeom>
            <a:gradFill>
              <a:gsLst>
                <a:gs pos="0">
                  <a:srgbClr val="F5F5FF">
                    <a:alpha val="32968"/>
                  </a:srgbClr>
                </a:gs>
                <a:gs pos="14286">
                  <a:srgbClr val="F5F5FF">
                    <a:alpha val="30764"/>
                  </a:srgbClr>
                </a:gs>
                <a:gs pos="28571">
                  <a:srgbClr val="F5F5FF">
                    <a:alpha val="24833"/>
                  </a:srgbClr>
                </a:gs>
                <a:gs pos="42857">
                  <a:srgbClr val="F5F5FF">
                    <a:alpha val="17075"/>
                  </a:srgbClr>
                </a:gs>
                <a:gs pos="57143">
                  <a:srgbClr val="F5F5FF">
                    <a:alpha val="9855"/>
                  </a:srgbClr>
                </a:gs>
                <a:gs pos="71429">
                  <a:srgbClr val="F5F5FF">
                    <a:alpha val="4740"/>
                  </a:srgbClr>
                </a:gs>
                <a:gs pos="85714">
                  <a:srgbClr val="F5F5FF">
                    <a:alpha val="1902"/>
                  </a:srgbClr>
                </a:gs>
                <a:gs pos="100000">
                  <a:srgbClr val="F5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3744913">
              <a:off x="668517" y="1523783"/>
              <a:ext cx="318704" cy="65475"/>
            </a:xfrm>
            <a:prstGeom prst="ellipse">
              <a:avLst/>
            </a:prstGeom>
            <a:gradFill>
              <a:gsLst>
                <a:gs pos="0">
                  <a:srgbClr val="D33A00">
                    <a:alpha val="32968"/>
                  </a:srgbClr>
                </a:gs>
                <a:gs pos="14286">
                  <a:srgbClr val="D33A00">
                    <a:alpha val="30764"/>
                  </a:srgbClr>
                </a:gs>
                <a:gs pos="28571">
                  <a:srgbClr val="D33A00">
                    <a:alpha val="24833"/>
                  </a:srgbClr>
                </a:gs>
                <a:gs pos="42857">
                  <a:srgbClr val="D33A00">
                    <a:alpha val="17075"/>
                  </a:srgbClr>
                </a:gs>
                <a:gs pos="57143">
                  <a:srgbClr val="D33A00">
                    <a:alpha val="9855"/>
                  </a:srgbClr>
                </a:gs>
                <a:gs pos="71429">
                  <a:srgbClr val="D33A00">
                    <a:alpha val="4740"/>
                  </a:srgbClr>
                </a:gs>
                <a:gs pos="85714">
                  <a:srgbClr val="D33A00">
                    <a:alpha val="1902"/>
                  </a:srgbClr>
                </a:gs>
                <a:gs pos="100000">
                  <a:srgbClr val="D33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8458242">
              <a:off x="866647" y="1604982"/>
              <a:ext cx="553848" cy="75157"/>
            </a:xfrm>
            <a:prstGeom prst="ellipse">
              <a:avLst/>
            </a:prstGeom>
            <a:gradFill>
              <a:gsLst>
                <a:gs pos="0">
                  <a:srgbClr val="FCFFF6">
                    <a:alpha val="24922"/>
                  </a:srgbClr>
                </a:gs>
                <a:gs pos="14286">
                  <a:srgbClr val="FCFFF6">
                    <a:alpha val="23161"/>
                  </a:srgbClr>
                </a:gs>
                <a:gs pos="28571">
                  <a:srgbClr val="FCFFF6">
                    <a:alpha val="18499"/>
                  </a:srgbClr>
                </a:gs>
                <a:gs pos="42857">
                  <a:srgbClr val="FCFFF6">
                    <a:alpha val="12556"/>
                  </a:srgbClr>
                </a:gs>
                <a:gs pos="57143">
                  <a:srgbClr val="FCFFF6">
                    <a:alpha val="7165"/>
                  </a:srgbClr>
                </a:gs>
                <a:gs pos="71429">
                  <a:srgbClr val="FCFFF6">
                    <a:alpha val="3420"/>
                  </a:srgbClr>
                </a:gs>
                <a:gs pos="85714">
                  <a:srgbClr val="FCFFF6">
                    <a:alpha val="1367"/>
                  </a:srgbClr>
                </a:gs>
                <a:gs pos="100000">
                  <a:srgbClr val="FCFFF6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5652314">
              <a:off x="1176725" y="2707287"/>
              <a:ext cx="507283" cy="67789"/>
            </a:xfrm>
            <a:prstGeom prst="ellipse">
              <a:avLst/>
            </a:prstGeom>
            <a:gradFill>
              <a:gsLst>
                <a:gs pos="0">
                  <a:srgbClr val="0000AE">
                    <a:alpha val="32968"/>
                  </a:srgbClr>
                </a:gs>
                <a:gs pos="14286">
                  <a:srgbClr val="0000AE">
                    <a:alpha val="30764"/>
                  </a:srgbClr>
                </a:gs>
                <a:gs pos="28571">
                  <a:srgbClr val="0000AE">
                    <a:alpha val="24833"/>
                  </a:srgbClr>
                </a:gs>
                <a:gs pos="42857">
                  <a:srgbClr val="0000AE">
                    <a:alpha val="17075"/>
                  </a:srgbClr>
                </a:gs>
                <a:gs pos="57143">
                  <a:srgbClr val="0000AE">
                    <a:alpha val="9855"/>
                  </a:srgbClr>
                </a:gs>
                <a:gs pos="71429">
                  <a:srgbClr val="0000AE">
                    <a:alpha val="4740"/>
                  </a:srgbClr>
                </a:gs>
                <a:gs pos="85714">
                  <a:srgbClr val="0000AE">
                    <a:alpha val="1902"/>
                  </a:srgbClr>
                </a:gs>
                <a:gs pos="100000">
                  <a:srgbClr val="0000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5195596">
              <a:off x="1154735" y="2226961"/>
              <a:ext cx="558087" cy="175668"/>
            </a:xfrm>
            <a:prstGeom prst="ellipse">
              <a:avLst/>
            </a:prstGeom>
            <a:gradFill>
              <a:gsLst>
                <a:gs pos="0">
                  <a:srgbClr val="FF9660">
                    <a:alpha val="32968"/>
                  </a:srgbClr>
                </a:gs>
                <a:gs pos="14286">
                  <a:srgbClr val="FF9660">
                    <a:alpha val="30764"/>
                  </a:srgbClr>
                </a:gs>
                <a:gs pos="28571">
                  <a:srgbClr val="FF9660">
                    <a:alpha val="24833"/>
                  </a:srgbClr>
                </a:gs>
                <a:gs pos="42857">
                  <a:srgbClr val="FF9660">
                    <a:alpha val="17075"/>
                  </a:srgbClr>
                </a:gs>
                <a:gs pos="57143">
                  <a:srgbClr val="FF9660">
                    <a:alpha val="9855"/>
                  </a:srgbClr>
                </a:gs>
                <a:gs pos="71429">
                  <a:srgbClr val="FF9660">
                    <a:alpha val="4740"/>
                  </a:srgbClr>
                </a:gs>
                <a:gs pos="85714">
                  <a:srgbClr val="FF9660">
                    <a:alpha val="1902"/>
                  </a:srgbClr>
                </a:gs>
                <a:gs pos="100000">
                  <a:srgbClr val="FF96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4051252">
              <a:off x="3305085" y="2786714"/>
              <a:ext cx="380691" cy="1009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9309493">
              <a:off x="2466505" y="1683854"/>
              <a:ext cx="315141" cy="183344"/>
            </a:xfrm>
            <a:prstGeom prst="ellipse">
              <a:avLst/>
            </a:prstGeom>
            <a:gradFill>
              <a:gsLst>
                <a:gs pos="0">
                  <a:srgbClr val="CBBFC9">
                    <a:alpha val="14280"/>
                  </a:srgbClr>
                </a:gs>
                <a:gs pos="14286">
                  <a:srgbClr val="CBBFC9">
                    <a:alpha val="13205"/>
                  </a:srgbClr>
                </a:gs>
                <a:gs pos="28571">
                  <a:srgbClr val="CBBFC9">
                    <a:alpha val="10413"/>
                  </a:srgbClr>
                </a:gs>
                <a:gs pos="42857">
                  <a:srgbClr val="CBBFC9">
                    <a:alpha val="6959"/>
                  </a:srgbClr>
                </a:gs>
                <a:gs pos="57143">
                  <a:srgbClr val="CBBFC9">
                    <a:alpha val="3918"/>
                  </a:srgbClr>
                </a:gs>
                <a:gs pos="71429">
                  <a:srgbClr val="CBBFC9">
                    <a:alpha val="1853"/>
                  </a:srgbClr>
                </a:gs>
                <a:gs pos="85714">
                  <a:srgbClr val="CBBFC9">
                    <a:alpha val="737"/>
                  </a:srgbClr>
                </a:gs>
                <a:gs pos="100000">
                  <a:srgbClr val="CBBFC9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8653663">
              <a:off x="2150930" y="1530767"/>
              <a:ext cx="269054" cy="244263"/>
            </a:xfrm>
            <a:prstGeom prst="ellipse">
              <a:avLst/>
            </a:prstGeom>
            <a:gradFill>
              <a:gsLst>
                <a:gs pos="0">
                  <a:srgbClr val="D0B6B2">
                    <a:alpha val="23810"/>
                  </a:srgbClr>
                </a:gs>
                <a:gs pos="14286">
                  <a:srgbClr val="D0B6B2">
                    <a:alpha val="22116"/>
                  </a:srgbClr>
                </a:gs>
                <a:gs pos="28571">
                  <a:srgbClr val="D0B6B2">
                    <a:alpha val="17640"/>
                  </a:srgbClr>
                </a:gs>
                <a:gs pos="42857">
                  <a:srgbClr val="D0B6B2">
                    <a:alpha val="11952"/>
                  </a:srgbClr>
                </a:gs>
                <a:gs pos="57143">
                  <a:srgbClr val="D0B6B2">
                    <a:alpha val="6810"/>
                  </a:srgbClr>
                </a:gs>
                <a:gs pos="71429">
                  <a:srgbClr val="D0B6B2">
                    <a:alpha val="3248"/>
                  </a:srgbClr>
                </a:gs>
                <a:gs pos="85714">
                  <a:srgbClr val="D0B6B2">
                    <a:alpha val="1297"/>
                  </a:srgbClr>
                </a:gs>
                <a:gs pos="100000">
                  <a:srgbClr val="D0B6B2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10381799">
              <a:off x="3063620" y="1651014"/>
              <a:ext cx="250722" cy="65966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5211125">
              <a:off x="1795028" y="2257359"/>
              <a:ext cx="278294" cy="141490"/>
            </a:xfrm>
            <a:prstGeom prst="ellipse">
              <a:avLst/>
            </a:prstGeom>
            <a:gradFill>
              <a:gsLst>
                <a:gs pos="0">
                  <a:srgbClr val="FFA579">
                    <a:alpha val="32968"/>
                  </a:srgbClr>
                </a:gs>
                <a:gs pos="14286">
                  <a:srgbClr val="FFA579">
                    <a:alpha val="30764"/>
                  </a:srgbClr>
                </a:gs>
                <a:gs pos="28571">
                  <a:srgbClr val="FFA579">
                    <a:alpha val="24833"/>
                  </a:srgbClr>
                </a:gs>
                <a:gs pos="42857">
                  <a:srgbClr val="FFA579">
                    <a:alpha val="17075"/>
                  </a:srgbClr>
                </a:gs>
                <a:gs pos="57143">
                  <a:srgbClr val="FFA579">
                    <a:alpha val="9855"/>
                  </a:srgbClr>
                </a:gs>
                <a:gs pos="71429">
                  <a:srgbClr val="FFA579">
                    <a:alpha val="4740"/>
                  </a:srgbClr>
                </a:gs>
                <a:gs pos="85714">
                  <a:srgbClr val="FFA579">
                    <a:alpha val="1902"/>
                  </a:srgbClr>
                </a:gs>
                <a:gs pos="100000">
                  <a:srgbClr val="FFA5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5234189">
              <a:off x="-30054" y="371764"/>
              <a:ext cx="820544" cy="260904"/>
            </a:xfrm>
            <a:prstGeom prst="ellipse">
              <a:avLst/>
            </a:prstGeom>
            <a:gradFill>
              <a:gsLst>
                <a:gs pos="0">
                  <a:srgbClr val="000061">
                    <a:alpha val="32968"/>
                  </a:srgbClr>
                </a:gs>
                <a:gs pos="14286">
                  <a:srgbClr val="000061">
                    <a:alpha val="30764"/>
                  </a:srgbClr>
                </a:gs>
                <a:gs pos="28571">
                  <a:srgbClr val="000061">
                    <a:alpha val="24833"/>
                  </a:srgbClr>
                </a:gs>
                <a:gs pos="42857">
                  <a:srgbClr val="000061">
                    <a:alpha val="17075"/>
                  </a:srgbClr>
                </a:gs>
                <a:gs pos="57143">
                  <a:srgbClr val="000061">
                    <a:alpha val="9855"/>
                  </a:srgbClr>
                </a:gs>
                <a:gs pos="71429">
                  <a:srgbClr val="000061">
                    <a:alpha val="4740"/>
                  </a:srgbClr>
                </a:gs>
                <a:gs pos="85714">
                  <a:srgbClr val="000061">
                    <a:alpha val="1902"/>
                  </a:srgbClr>
                </a:gs>
                <a:gs pos="100000">
                  <a:srgbClr val="00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3874163">
              <a:off x="2034134" y="1367198"/>
              <a:ext cx="292090" cy="221047"/>
            </a:xfrm>
            <a:prstGeom prst="ellipse">
              <a:avLst/>
            </a:prstGeom>
            <a:gradFill>
              <a:gsLst>
                <a:gs pos="0">
                  <a:srgbClr val="FFDDFF">
                    <a:alpha val="7635"/>
                  </a:srgbClr>
                </a:gs>
                <a:gs pos="14286">
                  <a:srgbClr val="FFDDFF">
                    <a:alpha val="7039"/>
                  </a:srgbClr>
                </a:gs>
                <a:gs pos="28571">
                  <a:srgbClr val="FFDDFF">
                    <a:alpha val="5510"/>
                  </a:srgbClr>
                </a:gs>
                <a:gs pos="42857">
                  <a:srgbClr val="FFDDFF">
                    <a:alpha val="3649"/>
                  </a:srgbClr>
                </a:gs>
                <a:gs pos="57143">
                  <a:srgbClr val="FFDDFF">
                    <a:alpha val="2039"/>
                  </a:srgbClr>
                </a:gs>
                <a:gs pos="71429">
                  <a:srgbClr val="FFDDFF">
                    <a:alpha val="960"/>
                  </a:srgbClr>
                </a:gs>
                <a:gs pos="85714">
                  <a:srgbClr val="FFDDFF">
                    <a:alpha val="381"/>
                  </a:srgbClr>
                </a:gs>
                <a:gs pos="100000">
                  <a:srgbClr val="FFDDFF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5287271">
              <a:off x="1457397" y="3099054"/>
              <a:ext cx="354299" cy="239964"/>
            </a:xfrm>
            <a:prstGeom prst="ellipse">
              <a:avLst/>
            </a:prstGeom>
            <a:gradFill>
              <a:gsLst>
                <a:gs pos="0">
                  <a:srgbClr val="FB4500">
                    <a:alpha val="32968"/>
                  </a:srgbClr>
                </a:gs>
                <a:gs pos="14286">
                  <a:srgbClr val="FB4500">
                    <a:alpha val="30764"/>
                  </a:srgbClr>
                </a:gs>
                <a:gs pos="28571">
                  <a:srgbClr val="FB4500">
                    <a:alpha val="24833"/>
                  </a:srgbClr>
                </a:gs>
                <a:gs pos="42857">
                  <a:srgbClr val="FB4500">
                    <a:alpha val="17075"/>
                  </a:srgbClr>
                </a:gs>
                <a:gs pos="57143">
                  <a:srgbClr val="FB4500">
                    <a:alpha val="9855"/>
                  </a:srgbClr>
                </a:gs>
                <a:gs pos="71429">
                  <a:srgbClr val="FB4500">
                    <a:alpha val="4740"/>
                  </a:srgbClr>
                </a:gs>
                <a:gs pos="85714">
                  <a:srgbClr val="FB4500">
                    <a:alpha val="1902"/>
                  </a:srgbClr>
                </a:gs>
                <a:gs pos="100000">
                  <a:srgbClr val="FB4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-8678666">
              <a:off x="1543300" y="540944"/>
              <a:ext cx="664805" cy="138673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8618721">
              <a:off x="1376364" y="762428"/>
              <a:ext cx="292483" cy="180231"/>
            </a:xfrm>
            <a:prstGeom prst="ellipse">
              <a:avLst/>
            </a:prstGeom>
            <a:gradFill>
              <a:gsLst>
                <a:gs pos="0">
                  <a:srgbClr val="D7B7FF">
                    <a:alpha val="9056"/>
                  </a:srgbClr>
                </a:gs>
                <a:gs pos="14286">
                  <a:srgbClr val="D7B7FF">
                    <a:alpha val="8355"/>
                  </a:srgbClr>
                </a:gs>
                <a:gs pos="28571">
                  <a:srgbClr val="D7B7FF">
                    <a:alpha val="6550"/>
                  </a:srgbClr>
                </a:gs>
                <a:gs pos="42857">
                  <a:srgbClr val="D7B7FF">
                    <a:alpha val="4346"/>
                  </a:srgbClr>
                </a:gs>
                <a:gs pos="57143">
                  <a:srgbClr val="D7B7FF">
                    <a:alpha val="2432"/>
                  </a:srgbClr>
                </a:gs>
                <a:gs pos="71429">
                  <a:srgbClr val="D7B7FF">
                    <a:alpha val="1146"/>
                  </a:srgbClr>
                </a:gs>
                <a:gs pos="85714">
                  <a:srgbClr val="D7B7FF">
                    <a:alpha val="455"/>
                  </a:srgbClr>
                </a:gs>
                <a:gs pos="100000">
                  <a:srgbClr val="D7B7FF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4479828">
              <a:off x="1649939" y="651540"/>
              <a:ext cx="617415" cy="134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-8884848">
              <a:off x="1800759" y="1154143"/>
              <a:ext cx="406273" cy="242767"/>
            </a:xfrm>
            <a:prstGeom prst="ellipse">
              <a:avLst/>
            </a:prstGeom>
            <a:gradFill>
              <a:gsLst>
                <a:gs pos="0">
                  <a:srgbClr val="FFF6F0">
                    <a:alpha val="32261"/>
                  </a:srgbClr>
                </a:gs>
                <a:gs pos="14286">
                  <a:srgbClr val="FFF6F0">
                    <a:alpha val="30093"/>
                  </a:srgbClr>
                </a:gs>
                <a:gs pos="28571">
                  <a:srgbClr val="FFF6F0">
                    <a:alpha val="24268"/>
                  </a:srgbClr>
                </a:gs>
                <a:gs pos="42857">
                  <a:srgbClr val="FFF6F0">
                    <a:alpha val="16667"/>
                  </a:srgbClr>
                </a:gs>
                <a:gs pos="57143">
                  <a:srgbClr val="FFF6F0">
                    <a:alpha val="9609"/>
                  </a:srgbClr>
                </a:gs>
                <a:gs pos="71429">
                  <a:srgbClr val="FFF6F0">
                    <a:alpha val="4619"/>
                  </a:srgbClr>
                </a:gs>
                <a:gs pos="85714">
                  <a:srgbClr val="FFF6F0">
                    <a:alpha val="1853"/>
                  </a:srgbClr>
                </a:gs>
                <a:gs pos="100000">
                  <a:srgbClr val="FFF6F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3878855">
              <a:off x="1633045" y="806081"/>
              <a:ext cx="319661" cy="237267"/>
            </a:xfrm>
            <a:prstGeom prst="ellipse">
              <a:avLst/>
            </a:prstGeom>
            <a:gradFill>
              <a:gsLst>
                <a:gs pos="0">
                  <a:srgbClr val="E7B08B">
                    <a:alpha val="32968"/>
                  </a:srgbClr>
                </a:gs>
                <a:gs pos="14286">
                  <a:srgbClr val="E7B08B">
                    <a:alpha val="30764"/>
                  </a:srgbClr>
                </a:gs>
                <a:gs pos="28571">
                  <a:srgbClr val="E7B08B">
                    <a:alpha val="24833"/>
                  </a:srgbClr>
                </a:gs>
                <a:gs pos="42857">
                  <a:srgbClr val="E7B08B">
                    <a:alpha val="17075"/>
                  </a:srgbClr>
                </a:gs>
                <a:gs pos="57143">
                  <a:srgbClr val="E7B08B">
                    <a:alpha val="9855"/>
                  </a:srgbClr>
                </a:gs>
                <a:gs pos="71429">
                  <a:srgbClr val="E7B08B">
                    <a:alpha val="4740"/>
                  </a:srgbClr>
                </a:gs>
                <a:gs pos="85714">
                  <a:srgbClr val="E7B08B">
                    <a:alpha val="1902"/>
                  </a:srgbClr>
                </a:gs>
                <a:gs pos="100000">
                  <a:srgbClr val="E7B0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4192452">
              <a:off x="2171111" y="1858944"/>
              <a:ext cx="336406" cy="260789"/>
            </a:xfrm>
            <a:prstGeom prst="ellipse">
              <a:avLst/>
            </a:prstGeom>
            <a:gradFill>
              <a:gsLst>
                <a:gs pos="0">
                  <a:srgbClr val="005B00">
                    <a:alpha val="8415"/>
                  </a:srgbClr>
                </a:gs>
                <a:gs pos="14286">
                  <a:srgbClr val="005B00">
                    <a:alpha val="7761"/>
                  </a:srgbClr>
                </a:gs>
                <a:gs pos="28571">
                  <a:srgbClr val="005B00">
                    <a:alpha val="6080"/>
                  </a:srgbClr>
                </a:gs>
                <a:gs pos="42857">
                  <a:srgbClr val="005B00">
                    <a:alpha val="4031"/>
                  </a:srgbClr>
                </a:gs>
                <a:gs pos="57143">
                  <a:srgbClr val="005B00">
                    <a:alpha val="2254"/>
                  </a:srgbClr>
                </a:gs>
                <a:gs pos="71429">
                  <a:srgbClr val="005B00">
                    <a:alpha val="1062"/>
                  </a:srgbClr>
                </a:gs>
                <a:gs pos="85714">
                  <a:srgbClr val="005B00">
                    <a:alpha val="421"/>
                  </a:srgbClr>
                </a:gs>
                <a:gs pos="100000">
                  <a:srgbClr val="005B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3585707">
              <a:off x="1914360" y="1598059"/>
              <a:ext cx="249863" cy="151689"/>
            </a:xfrm>
            <a:prstGeom prst="ellipse">
              <a:avLst/>
            </a:prstGeom>
            <a:gradFill>
              <a:gsLst>
                <a:gs pos="0">
                  <a:srgbClr val="BBA5A7">
                    <a:alpha val="9677"/>
                  </a:srgbClr>
                </a:gs>
                <a:gs pos="14286">
                  <a:srgbClr val="BBA5A7">
                    <a:alpha val="8931"/>
                  </a:srgbClr>
                </a:gs>
                <a:gs pos="28571">
                  <a:srgbClr val="BBA5A7">
                    <a:alpha val="7006"/>
                  </a:srgbClr>
                </a:gs>
                <a:gs pos="42857">
                  <a:srgbClr val="BBA5A7">
                    <a:alpha val="4653"/>
                  </a:srgbClr>
                </a:gs>
                <a:gs pos="57143">
                  <a:srgbClr val="BBA5A7">
                    <a:alpha val="2605"/>
                  </a:srgbClr>
                </a:gs>
                <a:gs pos="71429">
                  <a:srgbClr val="BBA5A7">
                    <a:alpha val="1228"/>
                  </a:srgbClr>
                </a:gs>
                <a:gs pos="85714">
                  <a:srgbClr val="BBA5A7">
                    <a:alpha val="487"/>
                  </a:srgbClr>
                </a:gs>
                <a:gs pos="100000">
                  <a:srgbClr val="BBA5A7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10615667">
              <a:off x="956713" y="2474236"/>
              <a:ext cx="490487" cy="59865"/>
            </a:xfrm>
            <a:prstGeom prst="ellipse">
              <a:avLst/>
            </a:prstGeom>
            <a:gradFill>
              <a:gsLst>
                <a:gs pos="0">
                  <a:srgbClr val="0A00C2">
                    <a:alpha val="32968"/>
                  </a:srgbClr>
                </a:gs>
                <a:gs pos="14286">
                  <a:srgbClr val="0A00C2">
                    <a:alpha val="30764"/>
                  </a:srgbClr>
                </a:gs>
                <a:gs pos="28571">
                  <a:srgbClr val="0A00C2">
                    <a:alpha val="24833"/>
                  </a:srgbClr>
                </a:gs>
                <a:gs pos="42857">
                  <a:srgbClr val="0A00C2">
                    <a:alpha val="17075"/>
                  </a:srgbClr>
                </a:gs>
                <a:gs pos="57143">
                  <a:srgbClr val="0A00C2">
                    <a:alpha val="9855"/>
                  </a:srgbClr>
                </a:gs>
                <a:gs pos="71429">
                  <a:srgbClr val="0A00C2">
                    <a:alpha val="4740"/>
                  </a:srgbClr>
                </a:gs>
                <a:gs pos="85714">
                  <a:srgbClr val="0A00C2">
                    <a:alpha val="1902"/>
                  </a:srgbClr>
                </a:gs>
                <a:gs pos="100000">
                  <a:srgbClr val="0A00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8425433">
              <a:off x="753125" y="3400456"/>
              <a:ext cx="560473" cy="368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10720303">
              <a:off x="1527118" y="114676"/>
              <a:ext cx="274486" cy="113162"/>
            </a:xfrm>
            <a:prstGeom prst="ellipse">
              <a:avLst/>
            </a:prstGeom>
            <a:gradFill>
              <a:gsLst>
                <a:gs pos="0">
                  <a:srgbClr val="EADFC3">
                    <a:alpha val="32968"/>
                  </a:srgbClr>
                </a:gs>
                <a:gs pos="14286">
                  <a:srgbClr val="EADFC3">
                    <a:alpha val="30764"/>
                  </a:srgbClr>
                </a:gs>
                <a:gs pos="28571">
                  <a:srgbClr val="EADFC3">
                    <a:alpha val="24833"/>
                  </a:srgbClr>
                </a:gs>
                <a:gs pos="42857">
                  <a:srgbClr val="EADFC3">
                    <a:alpha val="17075"/>
                  </a:srgbClr>
                </a:gs>
                <a:gs pos="57143">
                  <a:srgbClr val="EADFC3">
                    <a:alpha val="9855"/>
                  </a:srgbClr>
                </a:gs>
                <a:gs pos="71429">
                  <a:srgbClr val="EADFC3">
                    <a:alpha val="4740"/>
                  </a:srgbClr>
                </a:gs>
                <a:gs pos="85714">
                  <a:srgbClr val="EADFC3">
                    <a:alpha val="1902"/>
                  </a:srgbClr>
                </a:gs>
                <a:gs pos="100000">
                  <a:srgbClr val="EAD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10508798">
              <a:off x="1056171" y="1986598"/>
              <a:ext cx="346386" cy="191782"/>
            </a:xfrm>
            <a:prstGeom prst="ellipse">
              <a:avLst/>
            </a:prstGeom>
            <a:gradFill>
              <a:gsLst>
                <a:gs pos="0">
                  <a:srgbClr val="FF7F63">
                    <a:alpha val="32396"/>
                  </a:srgbClr>
                </a:gs>
                <a:gs pos="14286">
                  <a:srgbClr val="FF7F63">
                    <a:alpha val="30221"/>
                  </a:srgbClr>
                </a:gs>
                <a:gs pos="28571">
                  <a:srgbClr val="FF7F63">
                    <a:alpha val="24376"/>
                  </a:srgbClr>
                </a:gs>
                <a:gs pos="42857">
                  <a:srgbClr val="FF7F63">
                    <a:alpha val="16745"/>
                  </a:srgbClr>
                </a:gs>
                <a:gs pos="57143">
                  <a:srgbClr val="FF7F63">
                    <a:alpha val="9656"/>
                  </a:srgbClr>
                </a:gs>
                <a:gs pos="71429">
                  <a:srgbClr val="FF7F63">
                    <a:alpha val="4642"/>
                  </a:srgbClr>
                </a:gs>
                <a:gs pos="85714">
                  <a:srgbClr val="FF7F63">
                    <a:alpha val="1862"/>
                  </a:srgbClr>
                </a:gs>
                <a:gs pos="100000">
                  <a:srgbClr val="FF7F63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8549741">
              <a:off x="-14971" y="2961790"/>
              <a:ext cx="534861" cy="690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9083749">
              <a:off x="1678242" y="2354174"/>
              <a:ext cx="340320" cy="56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3450535">
              <a:off x="3269851" y="2708718"/>
              <a:ext cx="366433" cy="99933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8712252">
              <a:off x="429284" y="3581488"/>
              <a:ext cx="711916" cy="719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5288276">
              <a:off x="1667992" y="687649"/>
              <a:ext cx="578660" cy="1259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6573552">
              <a:off x="2627752" y="35644"/>
              <a:ext cx="452947" cy="62456"/>
            </a:xfrm>
            <a:prstGeom prst="ellipse">
              <a:avLst/>
            </a:prstGeom>
            <a:gradFill>
              <a:gsLst>
                <a:gs pos="0">
                  <a:srgbClr val="FFEFED">
                    <a:alpha val="32968"/>
                  </a:srgbClr>
                </a:gs>
                <a:gs pos="14286">
                  <a:srgbClr val="FFEFED">
                    <a:alpha val="30764"/>
                  </a:srgbClr>
                </a:gs>
                <a:gs pos="28571">
                  <a:srgbClr val="FFEFED">
                    <a:alpha val="24833"/>
                  </a:srgbClr>
                </a:gs>
                <a:gs pos="42857">
                  <a:srgbClr val="FFEFED">
                    <a:alpha val="17075"/>
                  </a:srgbClr>
                </a:gs>
                <a:gs pos="57143">
                  <a:srgbClr val="FFEFED">
                    <a:alpha val="9855"/>
                  </a:srgbClr>
                </a:gs>
                <a:gs pos="71429">
                  <a:srgbClr val="FFEFED">
                    <a:alpha val="4740"/>
                  </a:srgbClr>
                </a:gs>
                <a:gs pos="85714">
                  <a:srgbClr val="FFEFED">
                    <a:alpha val="1902"/>
                  </a:srgbClr>
                </a:gs>
                <a:gs pos="100000">
                  <a:srgbClr val="FFE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3727287">
              <a:off x="1014048" y="866342"/>
              <a:ext cx="560155" cy="152200"/>
            </a:xfrm>
            <a:prstGeom prst="ellipse">
              <a:avLst/>
            </a:prstGeom>
            <a:gradFill>
              <a:gsLst>
                <a:gs pos="0">
                  <a:srgbClr val="FFBC00">
                    <a:alpha val="32968"/>
                  </a:srgbClr>
                </a:gs>
                <a:gs pos="14286">
                  <a:srgbClr val="FFBC00">
                    <a:alpha val="30764"/>
                  </a:srgbClr>
                </a:gs>
                <a:gs pos="28571">
                  <a:srgbClr val="FFBC00">
                    <a:alpha val="24833"/>
                  </a:srgbClr>
                </a:gs>
                <a:gs pos="42857">
                  <a:srgbClr val="FFBC00">
                    <a:alpha val="17075"/>
                  </a:srgbClr>
                </a:gs>
                <a:gs pos="57143">
                  <a:srgbClr val="FFBC00">
                    <a:alpha val="9855"/>
                  </a:srgbClr>
                </a:gs>
                <a:gs pos="71429">
                  <a:srgbClr val="FFBC00">
                    <a:alpha val="4740"/>
                  </a:srgbClr>
                </a:gs>
                <a:gs pos="85714">
                  <a:srgbClr val="FFBC00">
                    <a:alpha val="1902"/>
                  </a:srgbClr>
                </a:gs>
                <a:gs pos="100000">
                  <a:srgbClr val="FFB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4912722">
              <a:off x="2730254" y="1748581"/>
              <a:ext cx="534130" cy="1500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4894205">
              <a:off x="206823" y="2843632"/>
              <a:ext cx="323231" cy="223100"/>
            </a:xfrm>
            <a:prstGeom prst="ellipse">
              <a:avLst/>
            </a:prstGeom>
            <a:gradFill>
              <a:gsLst>
                <a:gs pos="0">
                  <a:srgbClr val="E54900">
                    <a:alpha val="23552"/>
                  </a:srgbClr>
                </a:gs>
                <a:gs pos="14286">
                  <a:srgbClr val="E54900">
                    <a:alpha val="21873"/>
                  </a:srgbClr>
                </a:gs>
                <a:gs pos="28571">
                  <a:srgbClr val="E54900">
                    <a:alpha val="17441"/>
                  </a:srgbClr>
                </a:gs>
                <a:gs pos="42857">
                  <a:srgbClr val="E54900">
                    <a:alpha val="11813"/>
                  </a:srgbClr>
                </a:gs>
                <a:gs pos="57143">
                  <a:srgbClr val="E54900">
                    <a:alpha val="6729"/>
                  </a:srgbClr>
                </a:gs>
                <a:gs pos="71429">
                  <a:srgbClr val="E54900">
                    <a:alpha val="3208"/>
                  </a:srgbClr>
                </a:gs>
                <a:gs pos="85714">
                  <a:srgbClr val="E54900">
                    <a:alpha val="1281"/>
                  </a:srgbClr>
                </a:gs>
                <a:gs pos="100000">
                  <a:srgbClr val="E549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6079497">
              <a:off x="944539" y="610586"/>
              <a:ext cx="710651" cy="41055"/>
            </a:xfrm>
            <a:prstGeom prst="ellipse">
              <a:avLst/>
            </a:prstGeom>
            <a:gradFill>
              <a:gsLst>
                <a:gs pos="0">
                  <a:srgbClr val="070000">
                    <a:alpha val="32968"/>
                  </a:srgbClr>
                </a:gs>
                <a:gs pos="14286">
                  <a:srgbClr val="070000">
                    <a:alpha val="30764"/>
                  </a:srgbClr>
                </a:gs>
                <a:gs pos="28571">
                  <a:srgbClr val="070000">
                    <a:alpha val="24833"/>
                  </a:srgbClr>
                </a:gs>
                <a:gs pos="42857">
                  <a:srgbClr val="070000">
                    <a:alpha val="17075"/>
                  </a:srgbClr>
                </a:gs>
                <a:gs pos="57143">
                  <a:srgbClr val="070000">
                    <a:alpha val="9855"/>
                  </a:srgbClr>
                </a:gs>
                <a:gs pos="71429">
                  <a:srgbClr val="070000">
                    <a:alpha val="4740"/>
                  </a:srgbClr>
                </a:gs>
                <a:gs pos="85714">
                  <a:srgbClr val="070000">
                    <a:alpha val="1902"/>
                  </a:srgbClr>
                </a:gs>
                <a:gs pos="100000">
                  <a:srgbClr val="0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6552778">
              <a:off x="2359725" y="1718385"/>
              <a:ext cx="380100" cy="199896"/>
            </a:xfrm>
            <a:prstGeom prst="ellipse">
              <a:avLst/>
            </a:prstGeom>
            <a:gradFill>
              <a:gsLst>
                <a:gs pos="0">
                  <a:srgbClr val="BE7D62">
                    <a:alpha val="32968"/>
                  </a:srgbClr>
                </a:gs>
                <a:gs pos="14286">
                  <a:srgbClr val="BE7D62">
                    <a:alpha val="30764"/>
                  </a:srgbClr>
                </a:gs>
                <a:gs pos="28571">
                  <a:srgbClr val="BE7D62">
                    <a:alpha val="24833"/>
                  </a:srgbClr>
                </a:gs>
                <a:gs pos="42857">
                  <a:srgbClr val="BE7D62">
                    <a:alpha val="17075"/>
                  </a:srgbClr>
                </a:gs>
                <a:gs pos="57143">
                  <a:srgbClr val="BE7D62">
                    <a:alpha val="9855"/>
                  </a:srgbClr>
                </a:gs>
                <a:gs pos="71429">
                  <a:srgbClr val="BE7D62">
                    <a:alpha val="4740"/>
                  </a:srgbClr>
                </a:gs>
                <a:gs pos="85714">
                  <a:srgbClr val="BE7D62">
                    <a:alpha val="1902"/>
                  </a:srgbClr>
                </a:gs>
                <a:gs pos="100000">
                  <a:srgbClr val="BE7D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8116777">
              <a:off x="1557350" y="394433"/>
              <a:ext cx="295194" cy="229411"/>
            </a:xfrm>
            <a:prstGeom prst="ellipse">
              <a:avLst/>
            </a:prstGeom>
            <a:gradFill>
              <a:gsLst>
                <a:gs pos="0">
                  <a:srgbClr val="635D0F">
                    <a:alpha val="25426"/>
                  </a:srgbClr>
                </a:gs>
                <a:gs pos="14286">
                  <a:srgbClr val="635D0F">
                    <a:alpha val="23635"/>
                  </a:srgbClr>
                </a:gs>
                <a:gs pos="28571">
                  <a:srgbClr val="635D0F">
                    <a:alpha val="18890"/>
                  </a:srgbClr>
                </a:gs>
                <a:gs pos="42857">
                  <a:srgbClr val="635D0F">
                    <a:alpha val="12832"/>
                  </a:srgbClr>
                </a:gs>
                <a:gs pos="57143">
                  <a:srgbClr val="635D0F">
                    <a:alpha val="7327"/>
                  </a:srgbClr>
                </a:gs>
                <a:gs pos="71429">
                  <a:srgbClr val="635D0F">
                    <a:alpha val="3499"/>
                  </a:srgbClr>
                </a:gs>
                <a:gs pos="85714">
                  <a:srgbClr val="635D0F">
                    <a:alpha val="1399"/>
                  </a:srgbClr>
                </a:gs>
                <a:gs pos="100000">
                  <a:srgbClr val="635D0F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2843678">
              <a:off x="3140789" y="2646746"/>
              <a:ext cx="370759" cy="53326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5849004">
              <a:off x="2324692" y="1729107"/>
              <a:ext cx="471910" cy="166685"/>
            </a:xfrm>
            <a:prstGeom prst="ellipse">
              <a:avLst/>
            </a:prstGeom>
            <a:gradFill>
              <a:gsLst>
                <a:gs pos="0">
                  <a:srgbClr val="E4E3E9">
                    <a:alpha val="32968"/>
                  </a:srgbClr>
                </a:gs>
                <a:gs pos="14286">
                  <a:srgbClr val="E4E3E9">
                    <a:alpha val="30764"/>
                  </a:srgbClr>
                </a:gs>
                <a:gs pos="28571">
                  <a:srgbClr val="E4E3E9">
                    <a:alpha val="24833"/>
                  </a:srgbClr>
                </a:gs>
                <a:gs pos="42857">
                  <a:srgbClr val="E4E3E9">
                    <a:alpha val="17075"/>
                  </a:srgbClr>
                </a:gs>
                <a:gs pos="57143">
                  <a:srgbClr val="E4E3E9">
                    <a:alpha val="9855"/>
                  </a:srgbClr>
                </a:gs>
                <a:gs pos="71429">
                  <a:srgbClr val="E4E3E9">
                    <a:alpha val="4740"/>
                  </a:srgbClr>
                </a:gs>
                <a:gs pos="85714">
                  <a:srgbClr val="E4E3E9">
                    <a:alpha val="1902"/>
                  </a:srgbClr>
                </a:gs>
                <a:gs pos="100000">
                  <a:srgbClr val="E4E3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7283713">
              <a:off x="2716942" y="-152398"/>
              <a:ext cx="415606" cy="354309"/>
            </a:xfrm>
            <a:prstGeom prst="ellipse">
              <a:avLst/>
            </a:prstGeom>
            <a:gradFill>
              <a:gsLst>
                <a:gs pos="0">
                  <a:srgbClr val="605200">
                    <a:alpha val="32968"/>
                  </a:srgbClr>
                </a:gs>
                <a:gs pos="14286">
                  <a:srgbClr val="605200">
                    <a:alpha val="30764"/>
                  </a:srgbClr>
                </a:gs>
                <a:gs pos="28571">
                  <a:srgbClr val="605200">
                    <a:alpha val="24833"/>
                  </a:srgbClr>
                </a:gs>
                <a:gs pos="42857">
                  <a:srgbClr val="605200">
                    <a:alpha val="17075"/>
                  </a:srgbClr>
                </a:gs>
                <a:gs pos="57143">
                  <a:srgbClr val="605200">
                    <a:alpha val="9855"/>
                  </a:srgbClr>
                </a:gs>
                <a:gs pos="71429">
                  <a:srgbClr val="605200">
                    <a:alpha val="4740"/>
                  </a:srgbClr>
                </a:gs>
                <a:gs pos="85714">
                  <a:srgbClr val="605200">
                    <a:alpha val="1902"/>
                  </a:srgbClr>
                </a:gs>
                <a:gs pos="100000">
                  <a:srgbClr val="60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4876193">
              <a:off x="67623" y="2507681"/>
              <a:ext cx="338400" cy="201916"/>
            </a:xfrm>
            <a:prstGeom prst="ellipse">
              <a:avLst/>
            </a:prstGeom>
            <a:gradFill>
              <a:gsLst>
                <a:gs pos="0">
                  <a:srgbClr val="FFB7CD">
                    <a:alpha val="32968"/>
                  </a:srgbClr>
                </a:gs>
                <a:gs pos="14286">
                  <a:srgbClr val="FFB7CD">
                    <a:alpha val="30764"/>
                  </a:srgbClr>
                </a:gs>
                <a:gs pos="28571">
                  <a:srgbClr val="FFB7CD">
                    <a:alpha val="24833"/>
                  </a:srgbClr>
                </a:gs>
                <a:gs pos="42857">
                  <a:srgbClr val="FFB7CD">
                    <a:alpha val="17075"/>
                  </a:srgbClr>
                </a:gs>
                <a:gs pos="57143">
                  <a:srgbClr val="FFB7CD">
                    <a:alpha val="9855"/>
                  </a:srgbClr>
                </a:gs>
                <a:gs pos="71429">
                  <a:srgbClr val="FFB7CD">
                    <a:alpha val="4740"/>
                  </a:srgbClr>
                </a:gs>
                <a:gs pos="85714">
                  <a:srgbClr val="FFB7CD">
                    <a:alpha val="1902"/>
                  </a:srgbClr>
                </a:gs>
                <a:gs pos="100000">
                  <a:srgbClr val="FFB7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10595019">
              <a:off x="950980" y="777450"/>
              <a:ext cx="437153" cy="29850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6719516">
              <a:off x="400352" y="3045541"/>
              <a:ext cx="378952" cy="274982"/>
            </a:xfrm>
            <a:prstGeom prst="ellipse">
              <a:avLst/>
            </a:prstGeom>
            <a:gradFill>
              <a:gsLst>
                <a:gs pos="0">
                  <a:srgbClr val="FFCCD2">
                    <a:alpha val="25335"/>
                  </a:srgbClr>
                </a:gs>
                <a:gs pos="14286">
                  <a:srgbClr val="FFCCD2">
                    <a:alpha val="23550"/>
                  </a:srgbClr>
                </a:gs>
                <a:gs pos="28571">
                  <a:srgbClr val="FFCCD2">
                    <a:alpha val="18820"/>
                  </a:srgbClr>
                </a:gs>
                <a:gs pos="42857">
                  <a:srgbClr val="FFCCD2">
                    <a:alpha val="12782"/>
                  </a:srgbClr>
                </a:gs>
                <a:gs pos="57143">
                  <a:srgbClr val="FFCCD2">
                    <a:alpha val="7298"/>
                  </a:srgbClr>
                </a:gs>
                <a:gs pos="71429">
                  <a:srgbClr val="FFCCD2">
                    <a:alpha val="3485"/>
                  </a:srgbClr>
                </a:gs>
                <a:gs pos="85714">
                  <a:srgbClr val="FFCCD2">
                    <a:alpha val="1393"/>
                  </a:srgbClr>
                </a:gs>
                <a:gs pos="100000">
                  <a:srgbClr val="FFCCD2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2958246">
              <a:off x="1567114" y="751102"/>
              <a:ext cx="367048" cy="165684"/>
            </a:xfrm>
            <a:prstGeom prst="ellipse">
              <a:avLst/>
            </a:prstGeom>
            <a:gradFill>
              <a:gsLst>
                <a:gs pos="0">
                  <a:srgbClr val="FFE4C3">
                    <a:alpha val="32968"/>
                  </a:srgbClr>
                </a:gs>
                <a:gs pos="14286">
                  <a:srgbClr val="FFE4C3">
                    <a:alpha val="30764"/>
                  </a:srgbClr>
                </a:gs>
                <a:gs pos="28571">
                  <a:srgbClr val="FFE4C3">
                    <a:alpha val="24833"/>
                  </a:srgbClr>
                </a:gs>
                <a:gs pos="42857">
                  <a:srgbClr val="FFE4C3">
                    <a:alpha val="17075"/>
                  </a:srgbClr>
                </a:gs>
                <a:gs pos="57143">
                  <a:srgbClr val="FFE4C3">
                    <a:alpha val="9855"/>
                  </a:srgbClr>
                </a:gs>
                <a:gs pos="71429">
                  <a:srgbClr val="FFE4C3">
                    <a:alpha val="4740"/>
                  </a:srgbClr>
                </a:gs>
                <a:gs pos="85714">
                  <a:srgbClr val="FFE4C3">
                    <a:alpha val="1902"/>
                  </a:srgbClr>
                </a:gs>
                <a:gs pos="100000">
                  <a:srgbClr val="FFE4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4554619">
              <a:off x="161786" y="46813"/>
              <a:ext cx="188194" cy="145432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9943889">
              <a:off x="86426" y="2363470"/>
              <a:ext cx="332678" cy="244182"/>
            </a:xfrm>
            <a:prstGeom prst="ellipse">
              <a:avLst/>
            </a:prstGeom>
            <a:gradFill>
              <a:gsLst>
                <a:gs pos="0">
                  <a:srgbClr val="EB7F9B">
                    <a:alpha val="32968"/>
                  </a:srgbClr>
                </a:gs>
                <a:gs pos="14286">
                  <a:srgbClr val="EB7F9B">
                    <a:alpha val="30764"/>
                  </a:srgbClr>
                </a:gs>
                <a:gs pos="28571">
                  <a:srgbClr val="EB7F9B">
                    <a:alpha val="24833"/>
                  </a:srgbClr>
                </a:gs>
                <a:gs pos="42857">
                  <a:srgbClr val="EB7F9B">
                    <a:alpha val="17075"/>
                  </a:srgbClr>
                </a:gs>
                <a:gs pos="57143">
                  <a:srgbClr val="EB7F9B">
                    <a:alpha val="9855"/>
                  </a:srgbClr>
                </a:gs>
                <a:gs pos="71429">
                  <a:srgbClr val="EB7F9B">
                    <a:alpha val="4740"/>
                  </a:srgbClr>
                </a:gs>
                <a:gs pos="85714">
                  <a:srgbClr val="EB7F9B">
                    <a:alpha val="1902"/>
                  </a:srgbClr>
                </a:gs>
                <a:gs pos="100000">
                  <a:srgbClr val="EB7F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794157">
              <a:off x="-90193" y="3284292"/>
              <a:ext cx="762382" cy="178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3408512">
              <a:off x="-154975" y="2300152"/>
              <a:ext cx="533303" cy="65533"/>
            </a:xfrm>
            <a:prstGeom prst="ellipse">
              <a:avLst/>
            </a:prstGeom>
            <a:gradFill>
              <a:gsLst>
                <a:gs pos="0">
                  <a:srgbClr val="FFF5FF">
                    <a:alpha val="32968"/>
                  </a:srgbClr>
                </a:gs>
                <a:gs pos="14286">
                  <a:srgbClr val="FFF5FF">
                    <a:alpha val="30764"/>
                  </a:srgbClr>
                </a:gs>
                <a:gs pos="28571">
                  <a:srgbClr val="FFF5FF">
                    <a:alpha val="24833"/>
                  </a:srgbClr>
                </a:gs>
                <a:gs pos="42857">
                  <a:srgbClr val="FFF5FF">
                    <a:alpha val="17075"/>
                  </a:srgbClr>
                </a:gs>
                <a:gs pos="57143">
                  <a:srgbClr val="FFF5FF">
                    <a:alpha val="9855"/>
                  </a:srgbClr>
                </a:gs>
                <a:gs pos="71429">
                  <a:srgbClr val="FFF5FF">
                    <a:alpha val="4740"/>
                  </a:srgbClr>
                </a:gs>
                <a:gs pos="85714">
                  <a:srgbClr val="FFF5FF">
                    <a:alpha val="1902"/>
                  </a:srgbClr>
                </a:gs>
                <a:gs pos="100000">
                  <a:srgbClr val="FF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3253890">
              <a:off x="1601168" y="1454101"/>
              <a:ext cx="804035" cy="122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-9243958">
              <a:off x="876802" y="1347676"/>
              <a:ext cx="454619" cy="192340"/>
            </a:xfrm>
            <a:prstGeom prst="ellipse">
              <a:avLst/>
            </a:prstGeom>
            <a:gradFill>
              <a:gsLst>
                <a:gs pos="0">
                  <a:srgbClr val="00FF00">
                    <a:alpha val="2306"/>
                  </a:srgbClr>
                </a:gs>
                <a:gs pos="14286">
                  <a:srgbClr val="00FF00">
                    <a:alpha val="2122"/>
                  </a:srgbClr>
                </a:gs>
                <a:gs pos="28571">
                  <a:srgbClr val="00FF00">
                    <a:alpha val="1651"/>
                  </a:srgbClr>
                </a:gs>
                <a:gs pos="42857">
                  <a:srgbClr val="00FF00">
                    <a:alpha val="1086"/>
                  </a:srgbClr>
                </a:gs>
                <a:gs pos="57143">
                  <a:srgbClr val="00FF00">
                    <a:alpha val="603"/>
                  </a:srgbClr>
                </a:gs>
                <a:gs pos="71429">
                  <a:srgbClr val="00FF00">
                    <a:alpha val="283"/>
                  </a:srgbClr>
                </a:gs>
                <a:gs pos="85714">
                  <a:srgbClr val="00FF00">
                    <a:alpha val="112"/>
                  </a:srgbClr>
                </a:gs>
                <a:gs pos="100000">
                  <a:srgbClr val="00FF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10356648">
              <a:off x="1476694" y="3349679"/>
              <a:ext cx="352217" cy="79259"/>
            </a:xfrm>
            <a:prstGeom prst="ellipse">
              <a:avLst/>
            </a:prstGeom>
            <a:gradFill>
              <a:gsLst>
                <a:gs pos="0">
                  <a:srgbClr val="310000">
                    <a:alpha val="32968"/>
                  </a:srgbClr>
                </a:gs>
                <a:gs pos="14286">
                  <a:srgbClr val="310000">
                    <a:alpha val="30764"/>
                  </a:srgbClr>
                </a:gs>
                <a:gs pos="28571">
                  <a:srgbClr val="310000">
                    <a:alpha val="24833"/>
                  </a:srgbClr>
                </a:gs>
                <a:gs pos="42857">
                  <a:srgbClr val="310000">
                    <a:alpha val="17075"/>
                  </a:srgbClr>
                </a:gs>
                <a:gs pos="57143">
                  <a:srgbClr val="310000">
                    <a:alpha val="9855"/>
                  </a:srgbClr>
                </a:gs>
                <a:gs pos="71429">
                  <a:srgbClr val="310000">
                    <a:alpha val="4740"/>
                  </a:srgbClr>
                </a:gs>
                <a:gs pos="85714">
                  <a:srgbClr val="310000">
                    <a:alpha val="1902"/>
                  </a:srgbClr>
                </a:gs>
                <a:gs pos="100000">
                  <a:srgbClr val="3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2961283">
              <a:off x="938599" y="2847695"/>
              <a:ext cx="269011" cy="241851"/>
            </a:xfrm>
            <a:prstGeom prst="ellipse">
              <a:avLst/>
            </a:prstGeom>
            <a:gradFill>
              <a:gsLst>
                <a:gs pos="0">
                  <a:srgbClr val="000000">
                    <a:alpha val="4814"/>
                  </a:srgbClr>
                </a:gs>
                <a:gs pos="14286">
                  <a:srgbClr val="000000">
                    <a:alpha val="4434"/>
                  </a:srgbClr>
                </a:gs>
                <a:gs pos="28571">
                  <a:srgbClr val="000000">
                    <a:alpha val="3460"/>
                  </a:srgbClr>
                </a:gs>
                <a:gs pos="42857">
                  <a:srgbClr val="000000">
                    <a:alpha val="2283"/>
                  </a:srgbClr>
                </a:gs>
                <a:gs pos="57143">
                  <a:srgbClr val="000000">
                    <a:alpha val="1272"/>
                  </a:srgbClr>
                </a:gs>
                <a:gs pos="71429">
                  <a:srgbClr val="000000">
                    <a:alpha val="597"/>
                  </a:srgbClr>
                </a:gs>
                <a:gs pos="85714">
                  <a:srgbClr val="000000">
                    <a:alpha val="237"/>
                  </a:srgbClr>
                </a:gs>
                <a:gs pos="100000">
                  <a:srgbClr val="00000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3943082">
              <a:off x="1910224" y="1519680"/>
              <a:ext cx="502299" cy="74447"/>
            </a:xfrm>
            <a:prstGeom prst="ellipse">
              <a:avLst/>
            </a:prstGeom>
            <a:gradFill>
              <a:gsLst>
                <a:gs pos="0">
                  <a:srgbClr val="FFF4F0">
                    <a:alpha val="32968"/>
                  </a:srgbClr>
                </a:gs>
                <a:gs pos="14286">
                  <a:srgbClr val="FFF4F0">
                    <a:alpha val="30764"/>
                  </a:srgbClr>
                </a:gs>
                <a:gs pos="28571">
                  <a:srgbClr val="FFF4F0">
                    <a:alpha val="24833"/>
                  </a:srgbClr>
                </a:gs>
                <a:gs pos="42857">
                  <a:srgbClr val="FFF4F0">
                    <a:alpha val="17075"/>
                  </a:srgbClr>
                </a:gs>
                <a:gs pos="57143">
                  <a:srgbClr val="FFF4F0">
                    <a:alpha val="9855"/>
                  </a:srgbClr>
                </a:gs>
                <a:gs pos="71429">
                  <a:srgbClr val="FFF4F0">
                    <a:alpha val="4740"/>
                  </a:srgbClr>
                </a:gs>
                <a:gs pos="85714">
                  <a:srgbClr val="FFF4F0">
                    <a:alpha val="1902"/>
                  </a:srgbClr>
                </a:gs>
                <a:gs pos="100000">
                  <a:srgbClr val="FFF4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7038727">
              <a:off x="159005" y="2988978"/>
              <a:ext cx="858925" cy="496604"/>
            </a:xfrm>
            <a:prstGeom prst="ellipse">
              <a:avLst/>
            </a:prstGeom>
            <a:gradFill>
              <a:gsLst>
                <a:gs pos="0">
                  <a:srgbClr val="FF8300">
                    <a:alpha val="32968"/>
                  </a:srgbClr>
                </a:gs>
                <a:gs pos="14286">
                  <a:srgbClr val="FF8300">
                    <a:alpha val="30764"/>
                  </a:srgbClr>
                </a:gs>
                <a:gs pos="28571">
                  <a:srgbClr val="FF8300">
                    <a:alpha val="24833"/>
                  </a:srgbClr>
                </a:gs>
                <a:gs pos="42857">
                  <a:srgbClr val="FF8300">
                    <a:alpha val="17075"/>
                  </a:srgbClr>
                </a:gs>
                <a:gs pos="57143">
                  <a:srgbClr val="FF8300">
                    <a:alpha val="9855"/>
                  </a:srgbClr>
                </a:gs>
                <a:gs pos="71429">
                  <a:srgbClr val="FF8300">
                    <a:alpha val="4740"/>
                  </a:srgbClr>
                </a:gs>
                <a:gs pos="85714">
                  <a:srgbClr val="FF8300">
                    <a:alpha val="1902"/>
                  </a:srgbClr>
                </a:gs>
                <a:gs pos="100000">
                  <a:srgbClr val="FF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878576">
              <a:off x="1197207" y="830422"/>
              <a:ext cx="216884" cy="213067"/>
            </a:xfrm>
            <a:prstGeom prst="ellipse">
              <a:avLst/>
            </a:prstGeom>
            <a:gradFill>
              <a:gsLst>
                <a:gs pos="0">
                  <a:srgbClr val="007A9B">
                    <a:alpha val="16164"/>
                  </a:srgbClr>
                </a:gs>
                <a:gs pos="14286">
                  <a:srgbClr val="007A9B">
                    <a:alpha val="14960"/>
                  </a:srgbClr>
                </a:gs>
                <a:gs pos="28571">
                  <a:srgbClr val="007A9B">
                    <a:alpha val="11823"/>
                  </a:srgbClr>
                </a:gs>
                <a:gs pos="42857">
                  <a:srgbClr val="007A9B">
                    <a:alpha val="7921"/>
                  </a:srgbClr>
                </a:gs>
                <a:gs pos="57143">
                  <a:srgbClr val="007A9B">
                    <a:alpha val="4470"/>
                  </a:srgbClr>
                </a:gs>
                <a:gs pos="71429">
                  <a:srgbClr val="007A9B">
                    <a:alpha val="2118"/>
                  </a:srgbClr>
                </a:gs>
                <a:gs pos="85714">
                  <a:srgbClr val="007A9B">
                    <a:alpha val="843"/>
                  </a:srgbClr>
                </a:gs>
                <a:gs pos="100000">
                  <a:srgbClr val="007A9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6376776">
              <a:off x="2587914" y="1800782"/>
              <a:ext cx="332413" cy="56754"/>
            </a:xfrm>
            <a:prstGeom prst="ellipse">
              <a:avLst/>
            </a:prstGeom>
            <a:gradFill>
              <a:gsLst>
                <a:gs pos="0">
                  <a:srgbClr val="F3EFFD">
                    <a:alpha val="30780"/>
                  </a:srgbClr>
                </a:gs>
                <a:gs pos="14286">
                  <a:srgbClr val="F3EFFD">
                    <a:alpha val="28689"/>
                  </a:srgbClr>
                </a:gs>
                <a:gs pos="28571">
                  <a:srgbClr val="F3EFFD">
                    <a:alpha val="23090"/>
                  </a:srgbClr>
                </a:gs>
                <a:gs pos="42857">
                  <a:srgbClr val="F3EFFD">
                    <a:alpha val="15819"/>
                  </a:srgbClr>
                </a:gs>
                <a:gs pos="57143">
                  <a:srgbClr val="F3EFFD">
                    <a:alpha val="9101"/>
                  </a:srgbClr>
                </a:gs>
                <a:gs pos="71429">
                  <a:srgbClr val="F3EFFD">
                    <a:alpha val="4368"/>
                  </a:srgbClr>
                </a:gs>
                <a:gs pos="85714">
                  <a:srgbClr val="F3EFFD">
                    <a:alpha val="1751"/>
                  </a:srgbClr>
                </a:gs>
                <a:gs pos="100000">
                  <a:srgbClr val="F3EFFD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10162664">
              <a:off x="1224469" y="433855"/>
              <a:ext cx="469383" cy="97912"/>
            </a:xfrm>
            <a:prstGeom prst="ellipse">
              <a:avLst/>
            </a:prstGeom>
            <a:gradFill>
              <a:gsLst>
                <a:gs pos="0">
                  <a:srgbClr val="C8AF87">
                    <a:alpha val="32968"/>
                  </a:srgbClr>
                </a:gs>
                <a:gs pos="14286">
                  <a:srgbClr val="C8AF87">
                    <a:alpha val="30764"/>
                  </a:srgbClr>
                </a:gs>
                <a:gs pos="28571">
                  <a:srgbClr val="C8AF87">
                    <a:alpha val="24833"/>
                  </a:srgbClr>
                </a:gs>
                <a:gs pos="42857">
                  <a:srgbClr val="C8AF87">
                    <a:alpha val="17075"/>
                  </a:srgbClr>
                </a:gs>
                <a:gs pos="57143">
                  <a:srgbClr val="C8AF87">
                    <a:alpha val="9855"/>
                  </a:srgbClr>
                </a:gs>
                <a:gs pos="71429">
                  <a:srgbClr val="C8AF87">
                    <a:alpha val="4740"/>
                  </a:srgbClr>
                </a:gs>
                <a:gs pos="85714">
                  <a:srgbClr val="C8AF87">
                    <a:alpha val="1902"/>
                  </a:srgbClr>
                </a:gs>
                <a:gs pos="100000">
                  <a:srgbClr val="C8AF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5486320">
              <a:off x="2518468" y="1791289"/>
              <a:ext cx="271163" cy="224107"/>
            </a:xfrm>
            <a:prstGeom prst="ellipse">
              <a:avLst/>
            </a:prstGeom>
            <a:gradFill>
              <a:gsLst>
                <a:gs pos="0">
                  <a:srgbClr val="002900">
                    <a:alpha val="23854"/>
                  </a:srgbClr>
                </a:gs>
                <a:gs pos="14286">
                  <a:srgbClr val="002900">
                    <a:alpha val="22157"/>
                  </a:srgbClr>
                </a:gs>
                <a:gs pos="28571">
                  <a:srgbClr val="002900">
                    <a:alpha val="17674"/>
                  </a:srgbClr>
                </a:gs>
                <a:gs pos="42857">
                  <a:srgbClr val="002900">
                    <a:alpha val="11976"/>
                  </a:srgbClr>
                </a:gs>
                <a:gs pos="57143">
                  <a:srgbClr val="002900">
                    <a:alpha val="6824"/>
                  </a:srgbClr>
                </a:gs>
                <a:gs pos="71429">
                  <a:srgbClr val="002900">
                    <a:alpha val="3254"/>
                  </a:srgbClr>
                </a:gs>
                <a:gs pos="85714">
                  <a:srgbClr val="002900">
                    <a:alpha val="1300"/>
                  </a:srgbClr>
                </a:gs>
                <a:gs pos="100000">
                  <a:srgbClr val="002900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3517239">
              <a:off x="2520145" y="682677"/>
              <a:ext cx="300704" cy="266691"/>
            </a:xfrm>
            <a:prstGeom prst="ellipse">
              <a:avLst/>
            </a:prstGeom>
            <a:gradFill>
              <a:gsLst>
                <a:gs pos="0">
                  <a:srgbClr val="F4E6FF">
                    <a:alpha val="5779"/>
                  </a:srgbClr>
                </a:gs>
                <a:gs pos="14286">
                  <a:srgbClr val="F4E6FF">
                    <a:alpha val="5324"/>
                  </a:srgbClr>
                </a:gs>
                <a:gs pos="28571">
                  <a:srgbClr val="F4E6FF">
                    <a:alpha val="4159"/>
                  </a:srgbClr>
                </a:gs>
                <a:gs pos="42857">
                  <a:srgbClr val="F4E6FF">
                    <a:alpha val="2748"/>
                  </a:srgbClr>
                </a:gs>
                <a:gs pos="57143">
                  <a:srgbClr val="F4E6FF">
                    <a:alpha val="1532"/>
                  </a:srgbClr>
                </a:gs>
                <a:gs pos="71429">
                  <a:srgbClr val="F4E6FF">
                    <a:alpha val="720"/>
                  </a:srgbClr>
                </a:gs>
                <a:gs pos="85714">
                  <a:srgbClr val="F4E6FF">
                    <a:alpha val="285"/>
                  </a:srgbClr>
                </a:gs>
                <a:gs pos="100000">
                  <a:srgbClr val="F4E6F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4801678">
              <a:off x="3038869" y="1243229"/>
              <a:ext cx="382699" cy="143253"/>
            </a:xfrm>
            <a:prstGeom prst="ellipse">
              <a:avLst/>
            </a:prstGeom>
            <a:gradFill>
              <a:gsLst>
                <a:gs pos="0">
                  <a:srgbClr val="4A3100">
                    <a:alpha val="24472"/>
                  </a:srgbClr>
                </a:gs>
                <a:gs pos="14286">
                  <a:srgbClr val="4A3100">
                    <a:alpha val="22738"/>
                  </a:srgbClr>
                </a:gs>
                <a:gs pos="28571">
                  <a:srgbClr val="4A3100">
                    <a:alpha val="18151"/>
                  </a:srgbClr>
                </a:gs>
                <a:gs pos="42857">
                  <a:srgbClr val="4A3100">
                    <a:alpha val="12311"/>
                  </a:srgbClr>
                </a:gs>
                <a:gs pos="57143">
                  <a:srgbClr val="4A3100">
                    <a:alpha val="7021"/>
                  </a:srgbClr>
                </a:gs>
                <a:gs pos="71429">
                  <a:srgbClr val="4A3100">
                    <a:alpha val="3350"/>
                  </a:srgbClr>
                </a:gs>
                <a:gs pos="85714">
                  <a:srgbClr val="4A3100">
                    <a:alpha val="1338"/>
                  </a:srgbClr>
                </a:gs>
                <a:gs pos="100000">
                  <a:srgbClr val="4A3100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4338335">
              <a:off x="417062" y="3088828"/>
              <a:ext cx="315962" cy="227739"/>
            </a:xfrm>
            <a:prstGeom prst="ellipse">
              <a:avLst/>
            </a:prstGeom>
            <a:gradFill>
              <a:gsLst>
                <a:gs pos="0">
                  <a:srgbClr val="9D6200">
                    <a:alpha val="10454"/>
                  </a:srgbClr>
                </a:gs>
                <a:gs pos="14286">
                  <a:srgbClr val="9D6200">
                    <a:alpha val="9650"/>
                  </a:srgbClr>
                </a:gs>
                <a:gs pos="28571">
                  <a:srgbClr val="9D6200">
                    <a:alpha val="7577"/>
                  </a:srgbClr>
                </a:gs>
                <a:gs pos="42857">
                  <a:srgbClr val="9D6200">
                    <a:alpha val="5037"/>
                  </a:srgbClr>
                </a:gs>
                <a:gs pos="57143">
                  <a:srgbClr val="9D6200">
                    <a:alpha val="2823"/>
                  </a:srgbClr>
                </a:gs>
                <a:gs pos="71429">
                  <a:srgbClr val="9D6200">
                    <a:alpha val="1332"/>
                  </a:srgbClr>
                </a:gs>
                <a:gs pos="85714">
                  <a:srgbClr val="9D6200">
                    <a:alpha val="529"/>
                  </a:srgbClr>
                </a:gs>
                <a:gs pos="100000">
                  <a:srgbClr val="9D62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10353245">
              <a:off x="1942535" y="2658571"/>
              <a:ext cx="420857" cy="306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10031450">
              <a:off x="351811" y="2097089"/>
              <a:ext cx="369038" cy="216298"/>
            </a:xfrm>
            <a:prstGeom prst="ellipse">
              <a:avLst/>
            </a:prstGeom>
            <a:gradFill>
              <a:gsLst>
                <a:gs pos="0">
                  <a:srgbClr val="FFDB98">
                    <a:alpha val="32968"/>
                  </a:srgbClr>
                </a:gs>
                <a:gs pos="14286">
                  <a:srgbClr val="FFDB98">
                    <a:alpha val="30764"/>
                  </a:srgbClr>
                </a:gs>
                <a:gs pos="28571">
                  <a:srgbClr val="FFDB98">
                    <a:alpha val="24833"/>
                  </a:srgbClr>
                </a:gs>
                <a:gs pos="42857">
                  <a:srgbClr val="FFDB98">
                    <a:alpha val="17075"/>
                  </a:srgbClr>
                </a:gs>
                <a:gs pos="57143">
                  <a:srgbClr val="FFDB98">
                    <a:alpha val="9855"/>
                  </a:srgbClr>
                </a:gs>
                <a:gs pos="71429">
                  <a:srgbClr val="FFDB98">
                    <a:alpha val="4740"/>
                  </a:srgbClr>
                </a:gs>
                <a:gs pos="85714">
                  <a:srgbClr val="FFDB98">
                    <a:alpha val="1902"/>
                  </a:srgbClr>
                </a:gs>
                <a:gs pos="100000">
                  <a:srgbClr val="FFDB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6074780">
              <a:off x="1742384" y="3251561"/>
              <a:ext cx="829576" cy="5447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3980396">
              <a:off x="2788277" y="221973"/>
              <a:ext cx="379495" cy="115964"/>
            </a:xfrm>
            <a:prstGeom prst="ellipse">
              <a:avLst/>
            </a:prstGeom>
            <a:gradFill>
              <a:gsLst>
                <a:gs pos="0">
                  <a:srgbClr val="FFFF00">
                    <a:alpha val="3942"/>
                  </a:srgbClr>
                </a:gs>
                <a:gs pos="14286">
                  <a:srgbClr val="FFFF00">
                    <a:alpha val="3629"/>
                  </a:srgbClr>
                </a:gs>
                <a:gs pos="28571">
                  <a:srgbClr val="FFFF00">
                    <a:alpha val="2829"/>
                  </a:srgbClr>
                </a:gs>
                <a:gs pos="42857">
                  <a:srgbClr val="FFFF00">
                    <a:alpha val="1865"/>
                  </a:srgbClr>
                </a:gs>
                <a:gs pos="57143">
                  <a:srgbClr val="FFFF00">
                    <a:alpha val="1038"/>
                  </a:srgbClr>
                </a:gs>
                <a:gs pos="71429">
                  <a:srgbClr val="FFFF00">
                    <a:alpha val="487"/>
                  </a:srgbClr>
                </a:gs>
                <a:gs pos="85714">
                  <a:srgbClr val="FFFF00">
                    <a:alpha val="193"/>
                  </a:srgbClr>
                </a:gs>
                <a:gs pos="100000">
                  <a:srgbClr val="FFFF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3384813">
              <a:off x="-86412" y="1069098"/>
              <a:ext cx="559815" cy="129484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5572473">
              <a:off x="478809" y="2554561"/>
              <a:ext cx="813145" cy="5525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400769">
              <a:off x="-38713" y="2243541"/>
              <a:ext cx="643651" cy="117950"/>
            </a:xfrm>
            <a:prstGeom prst="ellipse">
              <a:avLst/>
            </a:prstGeom>
            <a:gradFill>
              <a:gsLst>
                <a:gs pos="0">
                  <a:srgbClr val="FFDC96">
                    <a:alpha val="32968"/>
                  </a:srgbClr>
                </a:gs>
                <a:gs pos="14286">
                  <a:srgbClr val="FFDC96">
                    <a:alpha val="30764"/>
                  </a:srgbClr>
                </a:gs>
                <a:gs pos="28571">
                  <a:srgbClr val="FFDC96">
                    <a:alpha val="24833"/>
                  </a:srgbClr>
                </a:gs>
                <a:gs pos="42857">
                  <a:srgbClr val="FFDC96">
                    <a:alpha val="17075"/>
                  </a:srgbClr>
                </a:gs>
                <a:gs pos="57143">
                  <a:srgbClr val="FFDC96">
                    <a:alpha val="9855"/>
                  </a:srgbClr>
                </a:gs>
                <a:gs pos="71429">
                  <a:srgbClr val="FFDC96">
                    <a:alpha val="4740"/>
                  </a:srgbClr>
                </a:gs>
                <a:gs pos="85714">
                  <a:srgbClr val="FFDC96">
                    <a:alpha val="1902"/>
                  </a:srgbClr>
                </a:gs>
                <a:gs pos="100000">
                  <a:srgbClr val="FFDC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10525759">
              <a:off x="1580133" y="2102406"/>
              <a:ext cx="241921" cy="119376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9100031">
              <a:off x="3188447" y="3170390"/>
              <a:ext cx="757724" cy="195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410483">
              <a:off x="2826654" y="986356"/>
              <a:ext cx="681221" cy="139389"/>
            </a:xfrm>
            <a:prstGeom prst="ellipse">
              <a:avLst/>
            </a:prstGeom>
            <a:gradFill>
              <a:gsLst>
                <a:gs pos="0">
                  <a:srgbClr val="F2F1F0">
                    <a:alpha val="32968"/>
                  </a:srgbClr>
                </a:gs>
                <a:gs pos="14286">
                  <a:srgbClr val="F2F1F0">
                    <a:alpha val="30764"/>
                  </a:srgbClr>
                </a:gs>
                <a:gs pos="28571">
                  <a:srgbClr val="F2F1F0">
                    <a:alpha val="24833"/>
                  </a:srgbClr>
                </a:gs>
                <a:gs pos="42857">
                  <a:srgbClr val="F2F1F0">
                    <a:alpha val="17075"/>
                  </a:srgbClr>
                </a:gs>
                <a:gs pos="57143">
                  <a:srgbClr val="F2F1F0">
                    <a:alpha val="9855"/>
                  </a:srgbClr>
                </a:gs>
                <a:gs pos="71429">
                  <a:srgbClr val="F2F1F0">
                    <a:alpha val="4740"/>
                  </a:srgbClr>
                </a:gs>
                <a:gs pos="85714">
                  <a:srgbClr val="F2F1F0">
                    <a:alpha val="1902"/>
                  </a:srgbClr>
                </a:gs>
                <a:gs pos="100000">
                  <a:srgbClr val="F2F1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6234109">
              <a:off x="2218516" y="1453129"/>
              <a:ext cx="477271" cy="231560"/>
            </a:xfrm>
            <a:prstGeom prst="ellipse">
              <a:avLst/>
            </a:prstGeom>
            <a:gradFill>
              <a:gsLst>
                <a:gs pos="0">
                  <a:srgbClr val="DFDADE">
                    <a:alpha val="32968"/>
                  </a:srgbClr>
                </a:gs>
                <a:gs pos="14286">
                  <a:srgbClr val="DFDADE">
                    <a:alpha val="30764"/>
                  </a:srgbClr>
                </a:gs>
                <a:gs pos="28571">
                  <a:srgbClr val="DFDADE">
                    <a:alpha val="24833"/>
                  </a:srgbClr>
                </a:gs>
                <a:gs pos="42857">
                  <a:srgbClr val="DFDADE">
                    <a:alpha val="17075"/>
                  </a:srgbClr>
                </a:gs>
                <a:gs pos="57143">
                  <a:srgbClr val="DFDADE">
                    <a:alpha val="9855"/>
                  </a:srgbClr>
                </a:gs>
                <a:gs pos="71429">
                  <a:srgbClr val="DFDADE">
                    <a:alpha val="4740"/>
                  </a:srgbClr>
                </a:gs>
                <a:gs pos="85714">
                  <a:srgbClr val="DFDADE">
                    <a:alpha val="1902"/>
                  </a:srgbClr>
                </a:gs>
                <a:gs pos="100000">
                  <a:srgbClr val="DFDA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3927237">
              <a:off x="3209197" y="3448544"/>
              <a:ext cx="737679" cy="122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8650902">
              <a:off x="989656" y="1906961"/>
              <a:ext cx="311925" cy="48292"/>
            </a:xfrm>
            <a:prstGeom prst="ellipse">
              <a:avLst/>
            </a:prstGeom>
            <a:gradFill>
              <a:gsLst>
                <a:gs pos="0">
                  <a:srgbClr val="FFF5B4">
                    <a:alpha val="32968"/>
                  </a:srgbClr>
                </a:gs>
                <a:gs pos="14286">
                  <a:srgbClr val="FFF5B4">
                    <a:alpha val="30764"/>
                  </a:srgbClr>
                </a:gs>
                <a:gs pos="28571">
                  <a:srgbClr val="FFF5B4">
                    <a:alpha val="24833"/>
                  </a:srgbClr>
                </a:gs>
                <a:gs pos="42857">
                  <a:srgbClr val="FFF5B4">
                    <a:alpha val="17075"/>
                  </a:srgbClr>
                </a:gs>
                <a:gs pos="57143">
                  <a:srgbClr val="FFF5B4">
                    <a:alpha val="9855"/>
                  </a:srgbClr>
                </a:gs>
                <a:gs pos="71429">
                  <a:srgbClr val="FFF5B4">
                    <a:alpha val="4740"/>
                  </a:srgbClr>
                </a:gs>
                <a:gs pos="85714">
                  <a:srgbClr val="FFF5B4">
                    <a:alpha val="1902"/>
                  </a:srgbClr>
                </a:gs>
                <a:gs pos="100000">
                  <a:srgbClr val="FFF5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8832701">
              <a:off x="836169" y="3055940"/>
              <a:ext cx="555832" cy="31708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7033862">
              <a:off x="1307928" y="3159242"/>
              <a:ext cx="352513" cy="277161"/>
            </a:xfrm>
            <a:prstGeom prst="ellipse">
              <a:avLst/>
            </a:prstGeom>
            <a:gradFill>
              <a:gsLst>
                <a:gs pos="0">
                  <a:srgbClr val="FB4700">
                    <a:alpha val="28224"/>
                  </a:srgbClr>
                </a:gs>
                <a:gs pos="14286">
                  <a:srgbClr val="FB4700">
                    <a:alpha val="26272"/>
                  </a:srgbClr>
                </a:gs>
                <a:gs pos="28571">
                  <a:srgbClr val="FB4700">
                    <a:alpha val="21074"/>
                  </a:srgbClr>
                </a:gs>
                <a:gs pos="42857">
                  <a:srgbClr val="FB4700">
                    <a:alpha val="14378"/>
                  </a:srgbClr>
                </a:gs>
                <a:gs pos="57143">
                  <a:srgbClr val="FB4700">
                    <a:alpha val="8242"/>
                  </a:srgbClr>
                </a:gs>
                <a:gs pos="71429">
                  <a:srgbClr val="FB4700">
                    <a:alpha val="3946"/>
                  </a:srgbClr>
                </a:gs>
                <a:gs pos="85714">
                  <a:srgbClr val="FB4700">
                    <a:alpha val="1579"/>
                  </a:srgbClr>
                </a:gs>
                <a:gs pos="100000">
                  <a:srgbClr val="FB470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4098462">
              <a:off x="1644700" y="2111772"/>
              <a:ext cx="245639" cy="209723"/>
            </a:xfrm>
            <a:prstGeom prst="ellipse">
              <a:avLst/>
            </a:prstGeom>
            <a:gradFill>
              <a:gsLst>
                <a:gs pos="0">
                  <a:srgbClr val="017B79">
                    <a:alpha val="24603"/>
                  </a:srgbClr>
                </a:gs>
                <a:gs pos="14286">
                  <a:srgbClr val="017B79">
                    <a:alpha val="22861"/>
                  </a:srgbClr>
                </a:gs>
                <a:gs pos="28571">
                  <a:srgbClr val="017B79">
                    <a:alpha val="18253"/>
                  </a:srgbClr>
                </a:gs>
                <a:gs pos="42857">
                  <a:srgbClr val="017B79">
                    <a:alpha val="12383"/>
                  </a:srgbClr>
                </a:gs>
                <a:gs pos="57143">
                  <a:srgbClr val="017B79">
                    <a:alpha val="7063"/>
                  </a:srgbClr>
                </a:gs>
                <a:gs pos="71429">
                  <a:srgbClr val="017B79">
                    <a:alpha val="3371"/>
                  </a:srgbClr>
                </a:gs>
                <a:gs pos="85714">
                  <a:srgbClr val="017B79">
                    <a:alpha val="1347"/>
                  </a:srgbClr>
                </a:gs>
                <a:gs pos="100000">
                  <a:srgbClr val="017B79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4343845">
              <a:off x="1206614" y="2639659"/>
              <a:ext cx="544845" cy="128067"/>
            </a:xfrm>
            <a:prstGeom prst="ellipse">
              <a:avLst/>
            </a:prstGeom>
            <a:gradFill>
              <a:gsLst>
                <a:gs pos="0">
                  <a:srgbClr val="B40000">
                    <a:alpha val="32968"/>
                  </a:srgbClr>
                </a:gs>
                <a:gs pos="14286">
                  <a:srgbClr val="B40000">
                    <a:alpha val="30764"/>
                  </a:srgbClr>
                </a:gs>
                <a:gs pos="28571">
                  <a:srgbClr val="B40000">
                    <a:alpha val="24833"/>
                  </a:srgbClr>
                </a:gs>
                <a:gs pos="42857">
                  <a:srgbClr val="B40000">
                    <a:alpha val="17075"/>
                  </a:srgbClr>
                </a:gs>
                <a:gs pos="57143">
                  <a:srgbClr val="B40000">
                    <a:alpha val="9855"/>
                  </a:srgbClr>
                </a:gs>
                <a:gs pos="71429">
                  <a:srgbClr val="B40000">
                    <a:alpha val="4740"/>
                  </a:srgbClr>
                </a:gs>
                <a:gs pos="85714">
                  <a:srgbClr val="B40000">
                    <a:alpha val="1902"/>
                  </a:srgbClr>
                </a:gs>
                <a:gs pos="100000">
                  <a:srgbClr val="B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8939578">
              <a:off x="1360675" y="668660"/>
              <a:ext cx="344359" cy="235309"/>
            </a:xfrm>
            <a:prstGeom prst="ellipse">
              <a:avLst/>
            </a:prstGeom>
            <a:gradFill>
              <a:gsLst>
                <a:gs pos="0">
                  <a:srgbClr val="FFFF00">
                    <a:alpha val="6227"/>
                  </a:srgbClr>
                </a:gs>
                <a:gs pos="14286">
                  <a:srgbClr val="FFFF00">
                    <a:alpha val="5738"/>
                  </a:srgbClr>
                </a:gs>
                <a:gs pos="28571">
                  <a:srgbClr val="FFFF00">
                    <a:alpha val="4484"/>
                  </a:srgbClr>
                </a:gs>
                <a:gs pos="42857">
                  <a:srgbClr val="FFFF00">
                    <a:alpha val="2965"/>
                  </a:srgbClr>
                </a:gs>
                <a:gs pos="57143">
                  <a:srgbClr val="FFFF00">
                    <a:alpha val="1654"/>
                  </a:srgbClr>
                </a:gs>
                <a:gs pos="71429">
                  <a:srgbClr val="FFFF00">
                    <a:alpha val="778"/>
                  </a:srgbClr>
                </a:gs>
                <a:gs pos="85714">
                  <a:srgbClr val="FFFF00">
                    <a:alpha val="308"/>
                  </a:srgbClr>
                </a:gs>
                <a:gs pos="100000">
                  <a:srgbClr val="FFFF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9382132">
              <a:off x="83876" y="2709740"/>
              <a:ext cx="350897" cy="212049"/>
            </a:xfrm>
            <a:prstGeom prst="ellipse">
              <a:avLst/>
            </a:prstGeom>
            <a:gradFill>
              <a:gsLst>
                <a:gs pos="0">
                  <a:srgbClr val="D99F81">
                    <a:alpha val="30916"/>
                  </a:srgbClr>
                </a:gs>
                <a:gs pos="14286">
                  <a:srgbClr val="D99F81">
                    <a:alpha val="28818"/>
                  </a:srgbClr>
                </a:gs>
                <a:gs pos="28571">
                  <a:srgbClr val="D99F81">
                    <a:alpha val="23198"/>
                  </a:srgbClr>
                </a:gs>
                <a:gs pos="42857">
                  <a:srgbClr val="D99F81">
                    <a:alpha val="15897"/>
                  </a:srgbClr>
                </a:gs>
                <a:gs pos="57143">
                  <a:srgbClr val="D99F81">
                    <a:alpha val="9147"/>
                  </a:srgbClr>
                </a:gs>
                <a:gs pos="71429">
                  <a:srgbClr val="D99F81">
                    <a:alpha val="4391"/>
                  </a:srgbClr>
                </a:gs>
                <a:gs pos="85714">
                  <a:srgbClr val="D99F81">
                    <a:alpha val="1760"/>
                  </a:srgbClr>
                </a:gs>
                <a:gs pos="100000">
                  <a:srgbClr val="D99F81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10682457">
              <a:off x="2718315" y="1307497"/>
              <a:ext cx="312005" cy="310819"/>
            </a:xfrm>
            <a:prstGeom prst="ellipse">
              <a:avLst/>
            </a:prstGeom>
            <a:gradFill>
              <a:gsLst>
                <a:gs pos="0">
                  <a:srgbClr val="6CC2F2">
                    <a:alpha val="3285"/>
                  </a:srgbClr>
                </a:gs>
                <a:gs pos="14286">
                  <a:srgbClr val="6CC2F2">
                    <a:alpha val="3023"/>
                  </a:srgbClr>
                </a:gs>
                <a:gs pos="28571">
                  <a:srgbClr val="6CC2F2">
                    <a:alpha val="2355"/>
                  </a:srgbClr>
                </a:gs>
                <a:gs pos="42857">
                  <a:srgbClr val="6CC2F2">
                    <a:alpha val="1551"/>
                  </a:srgbClr>
                </a:gs>
                <a:gs pos="57143">
                  <a:srgbClr val="6CC2F2">
                    <a:alpha val="863"/>
                  </a:srgbClr>
                </a:gs>
                <a:gs pos="71429">
                  <a:srgbClr val="6CC2F2">
                    <a:alpha val="405"/>
                  </a:srgbClr>
                </a:gs>
                <a:gs pos="85714">
                  <a:srgbClr val="6CC2F2">
                    <a:alpha val="160"/>
                  </a:srgbClr>
                </a:gs>
                <a:gs pos="100000">
                  <a:srgbClr val="6CC2F2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193452">
              <a:off x="2417715" y="1970205"/>
              <a:ext cx="373566" cy="70373"/>
            </a:xfrm>
            <a:prstGeom prst="ellipse">
              <a:avLst/>
            </a:prstGeom>
            <a:gradFill>
              <a:gsLst>
                <a:gs pos="0">
                  <a:srgbClr val="FFE8E8">
                    <a:alpha val="32968"/>
                  </a:srgbClr>
                </a:gs>
                <a:gs pos="14286">
                  <a:srgbClr val="FFE8E8">
                    <a:alpha val="30764"/>
                  </a:srgbClr>
                </a:gs>
                <a:gs pos="28571">
                  <a:srgbClr val="FFE8E8">
                    <a:alpha val="24833"/>
                  </a:srgbClr>
                </a:gs>
                <a:gs pos="42857">
                  <a:srgbClr val="FFE8E8">
                    <a:alpha val="17075"/>
                  </a:srgbClr>
                </a:gs>
                <a:gs pos="57143">
                  <a:srgbClr val="FFE8E8">
                    <a:alpha val="9855"/>
                  </a:srgbClr>
                </a:gs>
                <a:gs pos="71429">
                  <a:srgbClr val="FFE8E8">
                    <a:alpha val="4740"/>
                  </a:srgbClr>
                </a:gs>
                <a:gs pos="85714">
                  <a:srgbClr val="FFE8E8">
                    <a:alpha val="1902"/>
                  </a:srgbClr>
                </a:gs>
                <a:gs pos="100000">
                  <a:srgbClr val="FF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8346250">
              <a:off x="2028002" y="2127052"/>
              <a:ext cx="285994" cy="208105"/>
            </a:xfrm>
            <a:prstGeom prst="ellipse">
              <a:avLst/>
            </a:prstGeom>
            <a:gradFill>
              <a:gsLst>
                <a:gs pos="0">
                  <a:srgbClr val="009C7C">
                    <a:alpha val="32968"/>
                  </a:srgbClr>
                </a:gs>
                <a:gs pos="14286">
                  <a:srgbClr val="009C7C">
                    <a:alpha val="30764"/>
                  </a:srgbClr>
                </a:gs>
                <a:gs pos="28571">
                  <a:srgbClr val="009C7C">
                    <a:alpha val="24833"/>
                  </a:srgbClr>
                </a:gs>
                <a:gs pos="42857">
                  <a:srgbClr val="009C7C">
                    <a:alpha val="17075"/>
                  </a:srgbClr>
                </a:gs>
                <a:gs pos="57143">
                  <a:srgbClr val="009C7C">
                    <a:alpha val="9855"/>
                  </a:srgbClr>
                </a:gs>
                <a:gs pos="71429">
                  <a:srgbClr val="009C7C">
                    <a:alpha val="4740"/>
                  </a:srgbClr>
                </a:gs>
                <a:gs pos="85714">
                  <a:srgbClr val="009C7C">
                    <a:alpha val="1902"/>
                  </a:srgbClr>
                </a:gs>
                <a:gs pos="100000">
                  <a:srgbClr val="009C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705141">
              <a:off x="2301693" y="2264847"/>
              <a:ext cx="521348" cy="139113"/>
            </a:xfrm>
            <a:prstGeom prst="ellipse">
              <a:avLst/>
            </a:prstGeom>
            <a:gradFill>
              <a:gsLst>
                <a:gs pos="0">
                  <a:srgbClr val="FFC250">
                    <a:alpha val="32968"/>
                  </a:srgbClr>
                </a:gs>
                <a:gs pos="14286">
                  <a:srgbClr val="FFC250">
                    <a:alpha val="30764"/>
                  </a:srgbClr>
                </a:gs>
                <a:gs pos="28571">
                  <a:srgbClr val="FFC250">
                    <a:alpha val="24833"/>
                  </a:srgbClr>
                </a:gs>
                <a:gs pos="42857">
                  <a:srgbClr val="FFC250">
                    <a:alpha val="17075"/>
                  </a:srgbClr>
                </a:gs>
                <a:gs pos="57143">
                  <a:srgbClr val="FFC250">
                    <a:alpha val="9855"/>
                  </a:srgbClr>
                </a:gs>
                <a:gs pos="71429">
                  <a:srgbClr val="FFC250">
                    <a:alpha val="4740"/>
                  </a:srgbClr>
                </a:gs>
                <a:gs pos="85714">
                  <a:srgbClr val="FFC250">
                    <a:alpha val="1902"/>
                  </a:srgbClr>
                </a:gs>
                <a:gs pos="100000">
                  <a:srgbClr val="FFC2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4186530">
              <a:off x="1180524" y="2616067"/>
              <a:ext cx="504400" cy="91177"/>
            </a:xfrm>
            <a:prstGeom prst="ellipse">
              <a:avLst/>
            </a:prstGeom>
            <a:gradFill>
              <a:gsLst>
                <a:gs pos="0">
                  <a:srgbClr val="0000BF">
                    <a:alpha val="32968"/>
                  </a:srgbClr>
                </a:gs>
                <a:gs pos="14286">
                  <a:srgbClr val="0000BF">
                    <a:alpha val="30764"/>
                  </a:srgbClr>
                </a:gs>
                <a:gs pos="28571">
                  <a:srgbClr val="0000BF">
                    <a:alpha val="24833"/>
                  </a:srgbClr>
                </a:gs>
                <a:gs pos="42857">
                  <a:srgbClr val="0000BF">
                    <a:alpha val="17075"/>
                  </a:srgbClr>
                </a:gs>
                <a:gs pos="57143">
                  <a:srgbClr val="0000BF">
                    <a:alpha val="9855"/>
                  </a:srgbClr>
                </a:gs>
                <a:gs pos="71429">
                  <a:srgbClr val="0000BF">
                    <a:alpha val="4740"/>
                  </a:srgbClr>
                </a:gs>
                <a:gs pos="85714">
                  <a:srgbClr val="0000BF">
                    <a:alpha val="1902"/>
                  </a:srgbClr>
                </a:gs>
                <a:gs pos="100000">
                  <a:srgbClr val="000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9515952">
              <a:off x="1360382" y="3015965"/>
              <a:ext cx="453875" cy="106724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3315489">
              <a:off x="-253739" y="3378763"/>
              <a:ext cx="611544" cy="142995"/>
            </a:xfrm>
            <a:prstGeom prst="ellipse">
              <a:avLst/>
            </a:prstGeom>
            <a:gradFill>
              <a:gsLst>
                <a:gs pos="0">
                  <a:srgbClr val="E30000">
                    <a:alpha val="32968"/>
                  </a:srgbClr>
                </a:gs>
                <a:gs pos="14286">
                  <a:srgbClr val="E30000">
                    <a:alpha val="30764"/>
                  </a:srgbClr>
                </a:gs>
                <a:gs pos="28571">
                  <a:srgbClr val="E30000">
                    <a:alpha val="24833"/>
                  </a:srgbClr>
                </a:gs>
                <a:gs pos="42857">
                  <a:srgbClr val="E30000">
                    <a:alpha val="17075"/>
                  </a:srgbClr>
                </a:gs>
                <a:gs pos="57143">
                  <a:srgbClr val="E30000">
                    <a:alpha val="9855"/>
                  </a:srgbClr>
                </a:gs>
                <a:gs pos="71429">
                  <a:srgbClr val="E30000">
                    <a:alpha val="4740"/>
                  </a:srgbClr>
                </a:gs>
                <a:gs pos="85714">
                  <a:srgbClr val="E30000">
                    <a:alpha val="1902"/>
                  </a:srgbClr>
                </a:gs>
                <a:gs pos="100000">
                  <a:srgbClr val="E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9383830">
              <a:off x="896113" y="3496700"/>
              <a:ext cx="171249" cy="48866"/>
            </a:xfrm>
            <a:prstGeom prst="ellipse">
              <a:avLst/>
            </a:prstGeom>
            <a:gradFill>
              <a:gsLst>
                <a:gs pos="0">
                  <a:srgbClr val="FFEDFF">
                    <a:alpha val="32968"/>
                  </a:srgbClr>
                </a:gs>
                <a:gs pos="14286">
                  <a:srgbClr val="FFEDFF">
                    <a:alpha val="30764"/>
                  </a:srgbClr>
                </a:gs>
                <a:gs pos="28571">
                  <a:srgbClr val="FFEDFF">
                    <a:alpha val="24833"/>
                  </a:srgbClr>
                </a:gs>
                <a:gs pos="42857">
                  <a:srgbClr val="FFEDFF">
                    <a:alpha val="17075"/>
                  </a:srgbClr>
                </a:gs>
                <a:gs pos="57143">
                  <a:srgbClr val="FFEDFF">
                    <a:alpha val="9855"/>
                  </a:srgbClr>
                </a:gs>
                <a:gs pos="71429">
                  <a:srgbClr val="FFEDFF">
                    <a:alpha val="4740"/>
                  </a:srgbClr>
                </a:gs>
                <a:gs pos="85714">
                  <a:srgbClr val="FFEDFF">
                    <a:alpha val="1902"/>
                  </a:srgbClr>
                </a:gs>
                <a:gs pos="100000">
                  <a:srgbClr val="FF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605251">
              <a:off x="1467671" y="1070276"/>
              <a:ext cx="257053" cy="199585"/>
            </a:xfrm>
            <a:prstGeom prst="ellipse">
              <a:avLst/>
            </a:prstGeom>
            <a:gradFill>
              <a:gsLst>
                <a:gs pos="0">
                  <a:srgbClr val="E7C0AB">
                    <a:alpha val="32968"/>
                  </a:srgbClr>
                </a:gs>
                <a:gs pos="14286">
                  <a:srgbClr val="E7C0AB">
                    <a:alpha val="30764"/>
                  </a:srgbClr>
                </a:gs>
                <a:gs pos="28571">
                  <a:srgbClr val="E7C0AB">
                    <a:alpha val="24833"/>
                  </a:srgbClr>
                </a:gs>
                <a:gs pos="42857">
                  <a:srgbClr val="E7C0AB">
                    <a:alpha val="17075"/>
                  </a:srgbClr>
                </a:gs>
                <a:gs pos="57143">
                  <a:srgbClr val="E7C0AB">
                    <a:alpha val="9855"/>
                  </a:srgbClr>
                </a:gs>
                <a:gs pos="71429">
                  <a:srgbClr val="E7C0AB">
                    <a:alpha val="4740"/>
                  </a:srgbClr>
                </a:gs>
                <a:gs pos="85714">
                  <a:srgbClr val="E7C0AB">
                    <a:alpha val="1902"/>
                  </a:srgbClr>
                </a:gs>
                <a:gs pos="100000">
                  <a:srgbClr val="E7C0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8987315">
              <a:off x="1557721" y="204869"/>
              <a:ext cx="279405" cy="207769"/>
            </a:xfrm>
            <a:prstGeom prst="ellipse">
              <a:avLst/>
            </a:prstGeom>
            <a:gradFill>
              <a:gsLst>
                <a:gs pos="0">
                  <a:srgbClr val="4C0000">
                    <a:alpha val="13194"/>
                  </a:srgbClr>
                </a:gs>
                <a:gs pos="14286">
                  <a:srgbClr val="4C0000">
                    <a:alpha val="12194"/>
                  </a:srgbClr>
                </a:gs>
                <a:gs pos="28571">
                  <a:srgbClr val="4C0000">
                    <a:alpha val="9604"/>
                  </a:srgbClr>
                </a:gs>
                <a:gs pos="42857">
                  <a:srgbClr val="4C0000">
                    <a:alpha val="6408"/>
                  </a:srgbClr>
                </a:gs>
                <a:gs pos="57143">
                  <a:srgbClr val="4C0000">
                    <a:alpha val="3603"/>
                  </a:srgbClr>
                </a:gs>
                <a:gs pos="71429">
                  <a:srgbClr val="4C0000">
                    <a:alpha val="1703"/>
                  </a:srgbClr>
                </a:gs>
                <a:gs pos="85714">
                  <a:srgbClr val="4C0000">
                    <a:alpha val="677"/>
                  </a:srgbClr>
                </a:gs>
                <a:gs pos="100000">
                  <a:srgbClr val="4C00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-8519252">
              <a:off x="2886019" y="2444906"/>
              <a:ext cx="823593" cy="204452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8051182">
              <a:off x="2441760" y="2536579"/>
              <a:ext cx="363127" cy="768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879264">
              <a:off x="806503" y="1578683"/>
              <a:ext cx="200436" cy="31630"/>
            </a:xfrm>
            <a:prstGeom prst="ellipse">
              <a:avLst/>
            </a:prstGeom>
            <a:gradFill>
              <a:gsLst>
                <a:gs pos="0">
                  <a:srgbClr val="FFE5D4">
                    <a:alpha val="22725"/>
                  </a:srgbClr>
                </a:gs>
                <a:gs pos="14286">
                  <a:srgbClr val="FFE5D4">
                    <a:alpha val="21096"/>
                  </a:srgbClr>
                </a:gs>
                <a:gs pos="28571">
                  <a:srgbClr val="FFE5D4">
                    <a:alpha val="16804"/>
                  </a:srgbClr>
                </a:gs>
                <a:gs pos="42857">
                  <a:srgbClr val="FFE5D4">
                    <a:alpha val="11367"/>
                  </a:srgbClr>
                </a:gs>
                <a:gs pos="57143">
                  <a:srgbClr val="FFE5D4">
                    <a:alpha val="6468"/>
                  </a:srgbClr>
                </a:gs>
                <a:gs pos="71429">
                  <a:srgbClr val="FFE5D4">
                    <a:alpha val="3081"/>
                  </a:srgbClr>
                </a:gs>
                <a:gs pos="85714">
                  <a:srgbClr val="FFE5D4">
                    <a:alpha val="1230"/>
                  </a:srgbClr>
                </a:gs>
                <a:gs pos="100000">
                  <a:srgbClr val="FFE5D4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7803515">
              <a:off x="1920192" y="1655411"/>
              <a:ext cx="343805" cy="242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336114">
              <a:off x="2054591" y="1359462"/>
              <a:ext cx="295335" cy="247080"/>
            </a:xfrm>
            <a:prstGeom prst="ellipse">
              <a:avLst/>
            </a:prstGeom>
            <a:gradFill>
              <a:gsLst>
                <a:gs pos="0">
                  <a:srgbClr val="FFDC58">
                    <a:alpha val="4909"/>
                  </a:srgbClr>
                </a:gs>
                <a:gs pos="14286">
                  <a:srgbClr val="FFDC58">
                    <a:alpha val="4521"/>
                  </a:srgbClr>
                </a:gs>
                <a:gs pos="28571">
                  <a:srgbClr val="FFDC58">
                    <a:alpha val="3528"/>
                  </a:srgbClr>
                </a:gs>
                <a:gs pos="42857">
                  <a:srgbClr val="FFDC58">
                    <a:alpha val="2329"/>
                  </a:srgbClr>
                </a:gs>
                <a:gs pos="57143">
                  <a:srgbClr val="FFDC58">
                    <a:alpha val="1297"/>
                  </a:srgbClr>
                </a:gs>
                <a:gs pos="71429">
                  <a:srgbClr val="FFDC58">
                    <a:alpha val="609"/>
                  </a:srgbClr>
                </a:gs>
                <a:gs pos="85714">
                  <a:srgbClr val="FFDC58">
                    <a:alpha val="241"/>
                  </a:srgbClr>
                </a:gs>
                <a:gs pos="100000">
                  <a:srgbClr val="FFDC58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10647509">
              <a:off x="1989110" y="2047461"/>
              <a:ext cx="343464" cy="223792"/>
            </a:xfrm>
            <a:prstGeom prst="ellipse">
              <a:avLst/>
            </a:prstGeom>
            <a:gradFill>
              <a:gsLst>
                <a:gs pos="0">
                  <a:srgbClr val="FFC578">
                    <a:alpha val="12146"/>
                  </a:srgbClr>
                </a:gs>
                <a:gs pos="14286">
                  <a:srgbClr val="FFC578">
                    <a:alpha val="11221"/>
                  </a:srgbClr>
                </a:gs>
                <a:gs pos="28571">
                  <a:srgbClr val="FFC578">
                    <a:alpha val="8827"/>
                  </a:srgbClr>
                </a:gs>
                <a:gs pos="42857">
                  <a:srgbClr val="FFC578">
                    <a:alpha val="5882"/>
                  </a:srgbClr>
                </a:gs>
                <a:gs pos="57143">
                  <a:srgbClr val="FFC578">
                    <a:alpha val="3303"/>
                  </a:srgbClr>
                </a:gs>
                <a:gs pos="71429">
                  <a:srgbClr val="FFC578">
                    <a:alpha val="1560"/>
                  </a:srgbClr>
                </a:gs>
                <a:gs pos="85714">
                  <a:srgbClr val="FFC578">
                    <a:alpha val="620"/>
                  </a:srgbClr>
                </a:gs>
                <a:gs pos="100000">
                  <a:srgbClr val="FFC578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10761498">
              <a:off x="1664300" y="1832648"/>
              <a:ext cx="337547" cy="202180"/>
            </a:xfrm>
            <a:prstGeom prst="ellipse">
              <a:avLst/>
            </a:prstGeom>
            <a:gradFill>
              <a:gsLst>
                <a:gs pos="0">
                  <a:srgbClr val="0059EB">
                    <a:alpha val="1692"/>
                  </a:srgbClr>
                </a:gs>
                <a:gs pos="14286">
                  <a:srgbClr val="0059EB">
                    <a:alpha val="1556"/>
                  </a:srgbClr>
                </a:gs>
                <a:gs pos="28571">
                  <a:srgbClr val="0059EB">
                    <a:alpha val="1210"/>
                  </a:srgbClr>
                </a:gs>
                <a:gs pos="42857">
                  <a:srgbClr val="0059EB">
                    <a:alpha val="796"/>
                  </a:srgbClr>
                </a:gs>
                <a:gs pos="57143">
                  <a:srgbClr val="0059EB">
                    <a:alpha val="442"/>
                  </a:srgbClr>
                </a:gs>
                <a:gs pos="71429">
                  <a:srgbClr val="0059EB">
                    <a:alpha val="207"/>
                  </a:srgbClr>
                </a:gs>
                <a:gs pos="85714">
                  <a:srgbClr val="0059EB">
                    <a:alpha val="82"/>
                  </a:srgbClr>
                </a:gs>
                <a:gs pos="100000">
                  <a:srgbClr val="0059EB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5237262">
              <a:off x="2898068" y="704809"/>
              <a:ext cx="761539" cy="94741"/>
            </a:xfrm>
            <a:prstGeom prst="ellipse">
              <a:avLst/>
            </a:prstGeom>
            <a:gradFill>
              <a:gsLst>
                <a:gs pos="0">
                  <a:srgbClr val="DED5DD">
                    <a:alpha val="32968"/>
                  </a:srgbClr>
                </a:gs>
                <a:gs pos="14286">
                  <a:srgbClr val="DED5DD">
                    <a:alpha val="30764"/>
                  </a:srgbClr>
                </a:gs>
                <a:gs pos="28571">
                  <a:srgbClr val="DED5DD">
                    <a:alpha val="24833"/>
                  </a:srgbClr>
                </a:gs>
                <a:gs pos="42857">
                  <a:srgbClr val="DED5DD">
                    <a:alpha val="17075"/>
                  </a:srgbClr>
                </a:gs>
                <a:gs pos="57143">
                  <a:srgbClr val="DED5DD">
                    <a:alpha val="9855"/>
                  </a:srgbClr>
                </a:gs>
                <a:gs pos="71429">
                  <a:srgbClr val="DED5DD">
                    <a:alpha val="4740"/>
                  </a:srgbClr>
                </a:gs>
                <a:gs pos="85714">
                  <a:srgbClr val="DED5DD">
                    <a:alpha val="1902"/>
                  </a:srgbClr>
                </a:gs>
                <a:gs pos="100000">
                  <a:srgbClr val="DED5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4659133">
              <a:off x="2676319" y="1351067"/>
              <a:ext cx="542992" cy="82269"/>
            </a:xfrm>
            <a:prstGeom prst="ellipse">
              <a:avLst/>
            </a:prstGeom>
            <a:gradFill>
              <a:gsLst>
                <a:gs pos="0">
                  <a:srgbClr val="FFFCF7">
                    <a:alpha val="14171"/>
                  </a:srgbClr>
                </a:gs>
                <a:gs pos="14286">
                  <a:srgbClr val="FFFCF7">
                    <a:alpha val="13104"/>
                  </a:srgbClr>
                </a:gs>
                <a:gs pos="28571">
                  <a:srgbClr val="FFFCF7">
                    <a:alpha val="10332"/>
                  </a:srgbClr>
                </a:gs>
                <a:gs pos="42857">
                  <a:srgbClr val="FFFCF7">
                    <a:alpha val="6903"/>
                  </a:srgbClr>
                </a:gs>
                <a:gs pos="57143">
                  <a:srgbClr val="FFFCF7">
                    <a:alpha val="3886"/>
                  </a:srgbClr>
                </a:gs>
                <a:gs pos="71429">
                  <a:srgbClr val="FFFCF7">
                    <a:alpha val="1838"/>
                  </a:srgbClr>
                </a:gs>
                <a:gs pos="85714">
                  <a:srgbClr val="FFFCF7">
                    <a:alpha val="731"/>
                  </a:srgbClr>
                </a:gs>
                <a:gs pos="100000">
                  <a:srgbClr val="FFFCF7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3494083">
              <a:off x="-189439" y="2774560"/>
              <a:ext cx="455903" cy="66819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6358455">
              <a:off x="893567" y="579320"/>
              <a:ext cx="654278" cy="266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6314515">
              <a:off x="1215369" y="2811933"/>
              <a:ext cx="555127" cy="433690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3031723">
              <a:off x="-306794" y="2241620"/>
              <a:ext cx="691089" cy="188795"/>
            </a:xfrm>
            <a:prstGeom prst="ellipse">
              <a:avLst/>
            </a:prstGeom>
            <a:gradFill>
              <a:gsLst>
                <a:gs pos="0">
                  <a:srgbClr val="EEF7FF">
                    <a:alpha val="32968"/>
                  </a:srgbClr>
                </a:gs>
                <a:gs pos="14286">
                  <a:srgbClr val="EEF7FF">
                    <a:alpha val="30764"/>
                  </a:srgbClr>
                </a:gs>
                <a:gs pos="28571">
                  <a:srgbClr val="EEF7FF">
                    <a:alpha val="24833"/>
                  </a:srgbClr>
                </a:gs>
                <a:gs pos="42857">
                  <a:srgbClr val="EEF7FF">
                    <a:alpha val="17075"/>
                  </a:srgbClr>
                </a:gs>
                <a:gs pos="57143">
                  <a:srgbClr val="EEF7FF">
                    <a:alpha val="9855"/>
                  </a:srgbClr>
                </a:gs>
                <a:gs pos="71429">
                  <a:srgbClr val="EEF7FF">
                    <a:alpha val="4740"/>
                  </a:srgbClr>
                </a:gs>
                <a:gs pos="85714">
                  <a:srgbClr val="EEF7FF">
                    <a:alpha val="1902"/>
                  </a:srgbClr>
                </a:gs>
                <a:gs pos="100000">
                  <a:srgbClr val="EE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422258">
              <a:off x="82246" y="311288"/>
              <a:ext cx="636141" cy="58066"/>
            </a:xfrm>
            <a:prstGeom prst="ellipse">
              <a:avLst/>
            </a:prstGeom>
            <a:gradFill>
              <a:gsLst>
                <a:gs pos="0">
                  <a:srgbClr val="FFFDC4">
                    <a:alpha val="32968"/>
                  </a:srgbClr>
                </a:gs>
                <a:gs pos="14286">
                  <a:srgbClr val="FFFDC4">
                    <a:alpha val="30764"/>
                  </a:srgbClr>
                </a:gs>
                <a:gs pos="28571">
                  <a:srgbClr val="FFFDC4">
                    <a:alpha val="24833"/>
                  </a:srgbClr>
                </a:gs>
                <a:gs pos="42857">
                  <a:srgbClr val="FFFDC4">
                    <a:alpha val="17075"/>
                  </a:srgbClr>
                </a:gs>
                <a:gs pos="57143">
                  <a:srgbClr val="FFFDC4">
                    <a:alpha val="9855"/>
                  </a:srgbClr>
                </a:gs>
                <a:gs pos="71429">
                  <a:srgbClr val="FFFDC4">
                    <a:alpha val="4740"/>
                  </a:srgbClr>
                </a:gs>
                <a:gs pos="85714">
                  <a:srgbClr val="FFFDC4">
                    <a:alpha val="1902"/>
                  </a:srgbClr>
                </a:gs>
                <a:gs pos="100000">
                  <a:srgbClr val="FFFD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475395">
              <a:off x="427346" y="3287520"/>
              <a:ext cx="515631" cy="289065"/>
            </a:xfrm>
            <a:prstGeom prst="ellipse">
              <a:avLst/>
            </a:prstGeom>
            <a:gradFill>
              <a:gsLst>
                <a:gs pos="0">
                  <a:srgbClr val="FF9500">
                    <a:alpha val="32968"/>
                  </a:srgbClr>
                </a:gs>
                <a:gs pos="14286">
                  <a:srgbClr val="FF9500">
                    <a:alpha val="30764"/>
                  </a:srgbClr>
                </a:gs>
                <a:gs pos="28571">
                  <a:srgbClr val="FF9500">
                    <a:alpha val="24833"/>
                  </a:srgbClr>
                </a:gs>
                <a:gs pos="42857">
                  <a:srgbClr val="FF9500">
                    <a:alpha val="17075"/>
                  </a:srgbClr>
                </a:gs>
                <a:gs pos="57143">
                  <a:srgbClr val="FF9500">
                    <a:alpha val="9855"/>
                  </a:srgbClr>
                </a:gs>
                <a:gs pos="71429">
                  <a:srgbClr val="FF9500">
                    <a:alpha val="4740"/>
                  </a:srgbClr>
                </a:gs>
                <a:gs pos="85714">
                  <a:srgbClr val="FF9500">
                    <a:alpha val="1902"/>
                  </a:srgbClr>
                </a:gs>
                <a:gs pos="100000">
                  <a:srgbClr val="FF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6291909">
              <a:off x="1350969" y="1765953"/>
              <a:ext cx="365426" cy="196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4919815">
              <a:off x="3099816" y="643185"/>
              <a:ext cx="421838" cy="229383"/>
            </a:xfrm>
            <a:prstGeom prst="ellipse">
              <a:avLst/>
            </a:prstGeom>
            <a:gradFill>
              <a:gsLst>
                <a:gs pos="0">
                  <a:srgbClr val="D7D4C7">
                    <a:alpha val="32968"/>
                  </a:srgbClr>
                </a:gs>
                <a:gs pos="14286">
                  <a:srgbClr val="D7D4C7">
                    <a:alpha val="30764"/>
                  </a:srgbClr>
                </a:gs>
                <a:gs pos="28571">
                  <a:srgbClr val="D7D4C7">
                    <a:alpha val="24833"/>
                  </a:srgbClr>
                </a:gs>
                <a:gs pos="42857">
                  <a:srgbClr val="D7D4C7">
                    <a:alpha val="17075"/>
                  </a:srgbClr>
                </a:gs>
                <a:gs pos="57143">
                  <a:srgbClr val="D7D4C7">
                    <a:alpha val="9855"/>
                  </a:srgbClr>
                </a:gs>
                <a:gs pos="71429">
                  <a:srgbClr val="D7D4C7">
                    <a:alpha val="4740"/>
                  </a:srgbClr>
                </a:gs>
                <a:gs pos="85714">
                  <a:srgbClr val="D7D4C7">
                    <a:alpha val="1902"/>
                  </a:srgbClr>
                </a:gs>
                <a:gs pos="100000">
                  <a:srgbClr val="D7D4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8218585">
              <a:off x="224897" y="1357596"/>
              <a:ext cx="513181" cy="405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4846129">
              <a:off x="3200305" y="2928934"/>
              <a:ext cx="798334" cy="233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744646">
              <a:off x="286047" y="2743482"/>
              <a:ext cx="342296" cy="290543"/>
            </a:xfrm>
            <a:prstGeom prst="ellipse">
              <a:avLst/>
            </a:prstGeom>
            <a:gradFill>
              <a:gsLst>
                <a:gs pos="0">
                  <a:srgbClr val="C10800">
                    <a:alpha val="32968"/>
                  </a:srgbClr>
                </a:gs>
                <a:gs pos="14286">
                  <a:srgbClr val="C10800">
                    <a:alpha val="30764"/>
                  </a:srgbClr>
                </a:gs>
                <a:gs pos="28571">
                  <a:srgbClr val="C10800">
                    <a:alpha val="24833"/>
                  </a:srgbClr>
                </a:gs>
                <a:gs pos="42857">
                  <a:srgbClr val="C10800">
                    <a:alpha val="17075"/>
                  </a:srgbClr>
                </a:gs>
                <a:gs pos="57143">
                  <a:srgbClr val="C10800">
                    <a:alpha val="9855"/>
                  </a:srgbClr>
                </a:gs>
                <a:gs pos="71429">
                  <a:srgbClr val="C10800">
                    <a:alpha val="4740"/>
                  </a:srgbClr>
                </a:gs>
                <a:gs pos="85714">
                  <a:srgbClr val="C10800">
                    <a:alpha val="1902"/>
                  </a:srgbClr>
                </a:gs>
                <a:gs pos="100000">
                  <a:srgbClr val="C1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3324406">
              <a:off x="838195" y="2975028"/>
              <a:ext cx="339254" cy="218632"/>
            </a:xfrm>
            <a:prstGeom prst="ellipse">
              <a:avLst/>
            </a:prstGeom>
            <a:gradFill>
              <a:gsLst>
                <a:gs pos="0">
                  <a:srgbClr val="FF9E6D">
                    <a:alpha val="32968"/>
                  </a:srgbClr>
                </a:gs>
                <a:gs pos="14286">
                  <a:srgbClr val="FF9E6D">
                    <a:alpha val="30764"/>
                  </a:srgbClr>
                </a:gs>
                <a:gs pos="28571">
                  <a:srgbClr val="FF9E6D">
                    <a:alpha val="24833"/>
                  </a:srgbClr>
                </a:gs>
                <a:gs pos="42857">
                  <a:srgbClr val="FF9E6D">
                    <a:alpha val="17075"/>
                  </a:srgbClr>
                </a:gs>
                <a:gs pos="57143">
                  <a:srgbClr val="FF9E6D">
                    <a:alpha val="9855"/>
                  </a:srgbClr>
                </a:gs>
                <a:gs pos="71429">
                  <a:srgbClr val="FF9E6D">
                    <a:alpha val="4740"/>
                  </a:srgbClr>
                </a:gs>
                <a:gs pos="85714">
                  <a:srgbClr val="FF9E6D">
                    <a:alpha val="1902"/>
                  </a:srgbClr>
                </a:gs>
                <a:gs pos="100000">
                  <a:srgbClr val="FF9E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9226190">
              <a:off x="1154801" y="2511651"/>
              <a:ext cx="324773" cy="42484"/>
            </a:xfrm>
            <a:prstGeom prst="ellipse">
              <a:avLst/>
            </a:prstGeom>
            <a:gradFill>
              <a:gsLst>
                <a:gs pos="0">
                  <a:srgbClr val="0000D7">
                    <a:alpha val="11180"/>
                  </a:srgbClr>
                </a:gs>
                <a:gs pos="14286">
                  <a:srgbClr val="0000D7">
                    <a:alpha val="10324"/>
                  </a:srgbClr>
                </a:gs>
                <a:gs pos="28571">
                  <a:srgbClr val="0000D7">
                    <a:alpha val="8113"/>
                  </a:srgbClr>
                </a:gs>
                <a:gs pos="42857">
                  <a:srgbClr val="0000D7">
                    <a:alpha val="5398"/>
                  </a:srgbClr>
                </a:gs>
                <a:gs pos="57143">
                  <a:srgbClr val="0000D7">
                    <a:alpha val="3028"/>
                  </a:srgbClr>
                </a:gs>
                <a:gs pos="71429">
                  <a:srgbClr val="0000D7">
                    <a:alpha val="1429"/>
                  </a:srgbClr>
                </a:gs>
                <a:gs pos="85714">
                  <a:srgbClr val="0000D7">
                    <a:alpha val="568"/>
                  </a:srgbClr>
                </a:gs>
                <a:gs pos="100000">
                  <a:srgbClr val="0000D7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5607517">
              <a:off x="2620391" y="847498"/>
              <a:ext cx="392581" cy="249925"/>
            </a:xfrm>
            <a:prstGeom prst="ellipse">
              <a:avLst/>
            </a:prstGeom>
            <a:gradFill>
              <a:gsLst>
                <a:gs pos="0">
                  <a:srgbClr val="F6FAFA">
                    <a:alpha val="21491"/>
                  </a:srgbClr>
                </a:gs>
                <a:gs pos="14286">
                  <a:srgbClr val="F6FAFA">
                    <a:alpha val="19939"/>
                  </a:srgbClr>
                </a:gs>
                <a:gs pos="28571">
                  <a:srgbClr val="F6FAFA">
                    <a:alpha val="15859"/>
                  </a:srgbClr>
                </a:gs>
                <a:gs pos="42857">
                  <a:srgbClr val="F6FAFA">
                    <a:alpha val="10708"/>
                  </a:srgbClr>
                </a:gs>
                <a:gs pos="57143">
                  <a:srgbClr val="F6FAFA">
                    <a:alpha val="6083"/>
                  </a:srgbClr>
                </a:gs>
                <a:gs pos="71429">
                  <a:srgbClr val="F6FAFA">
                    <a:alpha val="2895"/>
                  </a:srgbClr>
                </a:gs>
                <a:gs pos="85714">
                  <a:srgbClr val="F6FAFA">
                    <a:alpha val="1155"/>
                  </a:srgbClr>
                </a:gs>
                <a:gs pos="100000">
                  <a:srgbClr val="F6FAFA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270805">
              <a:off x="1206922" y="3399372"/>
              <a:ext cx="673073" cy="66400"/>
            </a:xfrm>
            <a:prstGeom prst="ellipse">
              <a:avLst/>
            </a:prstGeom>
            <a:gradFill>
              <a:gsLst>
                <a:gs pos="0">
                  <a:srgbClr val="FF7B48">
                    <a:alpha val="32968"/>
                  </a:srgbClr>
                </a:gs>
                <a:gs pos="14286">
                  <a:srgbClr val="FF7B48">
                    <a:alpha val="30764"/>
                  </a:srgbClr>
                </a:gs>
                <a:gs pos="28571">
                  <a:srgbClr val="FF7B48">
                    <a:alpha val="24833"/>
                  </a:srgbClr>
                </a:gs>
                <a:gs pos="42857">
                  <a:srgbClr val="FF7B48">
                    <a:alpha val="17075"/>
                  </a:srgbClr>
                </a:gs>
                <a:gs pos="57143">
                  <a:srgbClr val="FF7B48">
                    <a:alpha val="9855"/>
                  </a:srgbClr>
                </a:gs>
                <a:gs pos="71429">
                  <a:srgbClr val="FF7B48">
                    <a:alpha val="4740"/>
                  </a:srgbClr>
                </a:gs>
                <a:gs pos="85714">
                  <a:srgbClr val="FF7B48">
                    <a:alpha val="1902"/>
                  </a:srgbClr>
                </a:gs>
                <a:gs pos="100000">
                  <a:srgbClr val="FF7B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6032165">
              <a:off x="895904" y="1077094"/>
              <a:ext cx="696967" cy="2605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503416">
              <a:off x="1954931" y="420829"/>
              <a:ext cx="592309" cy="218863"/>
            </a:xfrm>
            <a:prstGeom prst="ellipse">
              <a:avLst/>
            </a:prstGeom>
            <a:gradFill>
              <a:gsLst>
                <a:gs pos="0">
                  <a:srgbClr val="F1ECE7">
                    <a:alpha val="32968"/>
                  </a:srgbClr>
                </a:gs>
                <a:gs pos="14286">
                  <a:srgbClr val="F1ECE7">
                    <a:alpha val="30764"/>
                  </a:srgbClr>
                </a:gs>
                <a:gs pos="28571">
                  <a:srgbClr val="F1ECE7">
                    <a:alpha val="24833"/>
                  </a:srgbClr>
                </a:gs>
                <a:gs pos="42857">
                  <a:srgbClr val="F1ECE7">
                    <a:alpha val="17075"/>
                  </a:srgbClr>
                </a:gs>
                <a:gs pos="57143">
                  <a:srgbClr val="F1ECE7">
                    <a:alpha val="9855"/>
                  </a:srgbClr>
                </a:gs>
                <a:gs pos="71429">
                  <a:srgbClr val="F1ECE7">
                    <a:alpha val="4740"/>
                  </a:srgbClr>
                </a:gs>
                <a:gs pos="85714">
                  <a:srgbClr val="F1ECE7">
                    <a:alpha val="1902"/>
                  </a:srgbClr>
                </a:gs>
                <a:gs pos="100000">
                  <a:srgbClr val="F1EC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4821113">
              <a:off x="1262232" y="2685532"/>
              <a:ext cx="476248" cy="2835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329291">
              <a:off x="2226467" y="2528060"/>
              <a:ext cx="161131" cy="60486"/>
            </a:xfrm>
            <a:prstGeom prst="ellipse">
              <a:avLst/>
            </a:prstGeom>
            <a:gradFill>
              <a:gsLst>
                <a:gs pos="0">
                  <a:srgbClr val="2300AC">
                    <a:alpha val="32968"/>
                  </a:srgbClr>
                </a:gs>
                <a:gs pos="14286">
                  <a:srgbClr val="2300AC">
                    <a:alpha val="30764"/>
                  </a:srgbClr>
                </a:gs>
                <a:gs pos="28571">
                  <a:srgbClr val="2300AC">
                    <a:alpha val="24833"/>
                  </a:srgbClr>
                </a:gs>
                <a:gs pos="42857">
                  <a:srgbClr val="2300AC">
                    <a:alpha val="17075"/>
                  </a:srgbClr>
                </a:gs>
                <a:gs pos="57143">
                  <a:srgbClr val="2300AC">
                    <a:alpha val="9855"/>
                  </a:srgbClr>
                </a:gs>
                <a:gs pos="71429">
                  <a:srgbClr val="2300AC">
                    <a:alpha val="4740"/>
                  </a:srgbClr>
                </a:gs>
                <a:gs pos="85714">
                  <a:srgbClr val="2300AC">
                    <a:alpha val="1902"/>
                  </a:srgbClr>
                </a:gs>
                <a:gs pos="100000">
                  <a:srgbClr val="230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9998036">
              <a:off x="1452704" y="1770319"/>
              <a:ext cx="364575" cy="53837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4320820">
              <a:off x="-124350" y="1388585"/>
              <a:ext cx="521584" cy="201609"/>
            </a:xfrm>
            <a:prstGeom prst="ellipse">
              <a:avLst/>
            </a:prstGeom>
            <a:gradFill>
              <a:gsLst>
                <a:gs pos="0">
                  <a:srgbClr val="83723C">
                    <a:alpha val="32920"/>
                  </a:srgbClr>
                </a:gs>
                <a:gs pos="14286">
                  <a:srgbClr val="83723C">
                    <a:alpha val="30719"/>
                  </a:srgbClr>
                </a:gs>
                <a:gs pos="28571">
                  <a:srgbClr val="83723C">
                    <a:alpha val="24795"/>
                  </a:srgbClr>
                </a:gs>
                <a:gs pos="42857">
                  <a:srgbClr val="83723C">
                    <a:alpha val="17048"/>
                  </a:srgbClr>
                </a:gs>
                <a:gs pos="57143">
                  <a:srgbClr val="83723C">
                    <a:alpha val="9838"/>
                  </a:srgbClr>
                </a:gs>
                <a:gs pos="71429">
                  <a:srgbClr val="83723C">
                    <a:alpha val="4732"/>
                  </a:srgbClr>
                </a:gs>
                <a:gs pos="85714">
                  <a:srgbClr val="83723C">
                    <a:alpha val="1899"/>
                  </a:srgbClr>
                </a:gs>
                <a:gs pos="100000">
                  <a:srgbClr val="83723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666991">
              <a:off x="1346571" y="734220"/>
              <a:ext cx="491284" cy="127489"/>
            </a:xfrm>
            <a:prstGeom prst="ellipse">
              <a:avLst/>
            </a:prstGeom>
            <a:gradFill>
              <a:gsLst>
                <a:gs pos="0">
                  <a:srgbClr val="FFDAD5">
                    <a:alpha val="22000"/>
                  </a:srgbClr>
                </a:gs>
                <a:gs pos="14286">
                  <a:srgbClr val="FFDAD5">
                    <a:alpha val="20416"/>
                  </a:srgbClr>
                </a:gs>
                <a:gs pos="28571">
                  <a:srgbClr val="FFDAD5">
                    <a:alpha val="16248"/>
                  </a:srgbClr>
                </a:gs>
                <a:gs pos="42857">
                  <a:srgbClr val="FFDAD5">
                    <a:alpha val="10979"/>
                  </a:srgbClr>
                </a:gs>
                <a:gs pos="57143">
                  <a:srgbClr val="FFDAD5">
                    <a:alpha val="6241"/>
                  </a:srgbClr>
                </a:gs>
                <a:gs pos="71429">
                  <a:srgbClr val="FFDAD5">
                    <a:alpha val="2971"/>
                  </a:srgbClr>
                </a:gs>
                <a:gs pos="85714">
                  <a:srgbClr val="FFDAD5">
                    <a:alpha val="1186"/>
                  </a:srgbClr>
                </a:gs>
                <a:gs pos="100000">
                  <a:srgbClr val="FFDAD5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7352593">
              <a:off x="-184206" y="-79062"/>
              <a:ext cx="688638" cy="254329"/>
            </a:xfrm>
            <a:prstGeom prst="ellipse">
              <a:avLst/>
            </a:prstGeom>
            <a:gradFill>
              <a:gsLst>
                <a:gs pos="0">
                  <a:srgbClr val="00007A">
                    <a:alpha val="32968"/>
                  </a:srgbClr>
                </a:gs>
                <a:gs pos="14286">
                  <a:srgbClr val="00007A">
                    <a:alpha val="30764"/>
                  </a:srgbClr>
                </a:gs>
                <a:gs pos="28571">
                  <a:srgbClr val="00007A">
                    <a:alpha val="24833"/>
                  </a:srgbClr>
                </a:gs>
                <a:gs pos="42857">
                  <a:srgbClr val="00007A">
                    <a:alpha val="17075"/>
                  </a:srgbClr>
                </a:gs>
                <a:gs pos="57143">
                  <a:srgbClr val="00007A">
                    <a:alpha val="9855"/>
                  </a:srgbClr>
                </a:gs>
                <a:gs pos="71429">
                  <a:srgbClr val="00007A">
                    <a:alpha val="4740"/>
                  </a:srgbClr>
                </a:gs>
                <a:gs pos="85714">
                  <a:srgbClr val="00007A">
                    <a:alpha val="1902"/>
                  </a:srgbClr>
                </a:gs>
                <a:gs pos="100000">
                  <a:srgbClr val="0000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6398328">
              <a:off x="622208" y="2207118"/>
              <a:ext cx="572290" cy="1712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3264155">
              <a:off x="647733" y="1472840"/>
              <a:ext cx="551070" cy="59067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5633827">
              <a:off x="2624762" y="1324210"/>
              <a:ext cx="503323" cy="77632"/>
            </a:xfrm>
            <a:prstGeom prst="ellipse">
              <a:avLst/>
            </a:prstGeom>
            <a:gradFill>
              <a:gsLst>
                <a:gs pos="0">
                  <a:srgbClr val="583F30">
                    <a:alpha val="32968"/>
                  </a:srgbClr>
                </a:gs>
                <a:gs pos="14286">
                  <a:srgbClr val="583F30">
                    <a:alpha val="30764"/>
                  </a:srgbClr>
                </a:gs>
                <a:gs pos="28571">
                  <a:srgbClr val="583F30">
                    <a:alpha val="24833"/>
                  </a:srgbClr>
                </a:gs>
                <a:gs pos="42857">
                  <a:srgbClr val="583F30">
                    <a:alpha val="17075"/>
                  </a:srgbClr>
                </a:gs>
                <a:gs pos="57143">
                  <a:srgbClr val="583F30">
                    <a:alpha val="9855"/>
                  </a:srgbClr>
                </a:gs>
                <a:gs pos="71429">
                  <a:srgbClr val="583F30">
                    <a:alpha val="4740"/>
                  </a:srgbClr>
                </a:gs>
                <a:gs pos="85714">
                  <a:srgbClr val="583F30">
                    <a:alpha val="1902"/>
                  </a:srgbClr>
                </a:gs>
                <a:gs pos="100000">
                  <a:srgbClr val="583F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6646786">
              <a:off x="2037704" y="2420794"/>
              <a:ext cx="815567" cy="545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4879993">
              <a:off x="2640382" y="1409034"/>
              <a:ext cx="499388" cy="110185"/>
            </a:xfrm>
            <a:prstGeom prst="ellipse">
              <a:avLst/>
            </a:prstGeom>
            <a:gradFill>
              <a:gsLst>
                <a:gs pos="0">
                  <a:srgbClr val="323300">
                    <a:alpha val="32968"/>
                  </a:srgbClr>
                </a:gs>
                <a:gs pos="14286">
                  <a:srgbClr val="323300">
                    <a:alpha val="30764"/>
                  </a:srgbClr>
                </a:gs>
                <a:gs pos="28571">
                  <a:srgbClr val="323300">
                    <a:alpha val="24833"/>
                  </a:srgbClr>
                </a:gs>
                <a:gs pos="42857">
                  <a:srgbClr val="323300">
                    <a:alpha val="17075"/>
                  </a:srgbClr>
                </a:gs>
                <a:gs pos="57143">
                  <a:srgbClr val="323300">
                    <a:alpha val="9855"/>
                  </a:srgbClr>
                </a:gs>
                <a:gs pos="71429">
                  <a:srgbClr val="323300">
                    <a:alpha val="4740"/>
                  </a:srgbClr>
                </a:gs>
                <a:gs pos="85714">
                  <a:srgbClr val="323300">
                    <a:alpha val="1902"/>
                  </a:srgbClr>
                </a:gs>
                <a:gs pos="100000">
                  <a:srgbClr val="32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560726">
              <a:off x="1641030" y="1857205"/>
              <a:ext cx="777737" cy="301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427791">
              <a:off x="1145193" y="154365"/>
              <a:ext cx="472944" cy="61598"/>
            </a:xfrm>
            <a:prstGeom prst="ellipse">
              <a:avLst/>
            </a:prstGeom>
            <a:gradFill>
              <a:gsLst>
                <a:gs pos="0">
                  <a:srgbClr val="FAF7FF">
                    <a:alpha val="25883"/>
                  </a:srgbClr>
                </a:gs>
                <a:gs pos="14286">
                  <a:srgbClr val="FAF7FF">
                    <a:alpha val="24066"/>
                  </a:srgbClr>
                </a:gs>
                <a:gs pos="28571">
                  <a:srgbClr val="FAF7FF">
                    <a:alpha val="19246"/>
                  </a:srgbClr>
                </a:gs>
                <a:gs pos="42857">
                  <a:srgbClr val="FAF7FF">
                    <a:alpha val="13082"/>
                  </a:srgbClr>
                </a:gs>
                <a:gs pos="57143">
                  <a:srgbClr val="FAF7FF">
                    <a:alpha val="7475"/>
                  </a:srgbClr>
                </a:gs>
                <a:gs pos="71429">
                  <a:srgbClr val="FAF7FF">
                    <a:alpha val="3571"/>
                  </a:srgbClr>
                </a:gs>
                <a:gs pos="85714">
                  <a:srgbClr val="FAF7FF">
                    <a:alpha val="1428"/>
                  </a:srgbClr>
                </a:gs>
                <a:gs pos="100000">
                  <a:srgbClr val="FAF7FF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10571658">
              <a:off x="984712" y="2918745"/>
              <a:ext cx="552099" cy="382664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8403532">
              <a:off x="1098134" y="2879610"/>
              <a:ext cx="165202" cy="260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6394314">
              <a:off x="3335543" y="3381719"/>
              <a:ext cx="364122" cy="62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211397">
              <a:off x="1259227" y="214177"/>
              <a:ext cx="253577" cy="122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2808614">
              <a:off x="2163357" y="1662944"/>
              <a:ext cx="480770" cy="191010"/>
            </a:xfrm>
            <a:prstGeom prst="ellipse">
              <a:avLst/>
            </a:prstGeom>
            <a:gradFill>
              <a:gsLst>
                <a:gs pos="0">
                  <a:srgbClr val="E4F5FF">
                    <a:alpha val="32968"/>
                  </a:srgbClr>
                </a:gs>
                <a:gs pos="14286">
                  <a:srgbClr val="E4F5FF">
                    <a:alpha val="30764"/>
                  </a:srgbClr>
                </a:gs>
                <a:gs pos="28571">
                  <a:srgbClr val="E4F5FF">
                    <a:alpha val="24833"/>
                  </a:srgbClr>
                </a:gs>
                <a:gs pos="42857">
                  <a:srgbClr val="E4F5FF">
                    <a:alpha val="17075"/>
                  </a:srgbClr>
                </a:gs>
                <a:gs pos="57143">
                  <a:srgbClr val="E4F5FF">
                    <a:alpha val="9855"/>
                  </a:srgbClr>
                </a:gs>
                <a:gs pos="71429">
                  <a:srgbClr val="E4F5FF">
                    <a:alpha val="4740"/>
                  </a:srgbClr>
                </a:gs>
                <a:gs pos="85714">
                  <a:srgbClr val="E4F5FF">
                    <a:alpha val="1902"/>
                  </a:srgbClr>
                </a:gs>
                <a:gs pos="100000">
                  <a:srgbClr val="E4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2991870">
              <a:off x="71069" y="3005663"/>
              <a:ext cx="331702" cy="199121"/>
            </a:xfrm>
            <a:prstGeom prst="ellipse">
              <a:avLst/>
            </a:prstGeom>
            <a:gradFill>
              <a:gsLst>
                <a:gs pos="0">
                  <a:srgbClr val="FF7746">
                    <a:alpha val="28534"/>
                  </a:srgbClr>
                </a:gs>
                <a:gs pos="14286">
                  <a:srgbClr val="FF7746">
                    <a:alpha val="26565"/>
                  </a:srgbClr>
                </a:gs>
                <a:gs pos="28571">
                  <a:srgbClr val="FF7746">
                    <a:alpha val="21317"/>
                  </a:srgbClr>
                </a:gs>
                <a:gs pos="42857">
                  <a:srgbClr val="FF7746">
                    <a:alpha val="14551"/>
                  </a:srgbClr>
                </a:gs>
                <a:gs pos="57143">
                  <a:srgbClr val="FF7746">
                    <a:alpha val="8345"/>
                  </a:srgbClr>
                </a:gs>
                <a:gs pos="71429">
                  <a:srgbClr val="FF7746">
                    <a:alpha val="3997"/>
                  </a:srgbClr>
                </a:gs>
                <a:gs pos="85714">
                  <a:srgbClr val="FF7746">
                    <a:alpha val="1600"/>
                  </a:srgbClr>
                </a:gs>
                <a:gs pos="100000">
                  <a:srgbClr val="FF7746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7466203">
              <a:off x="-172338" y="3544935"/>
              <a:ext cx="517169" cy="115347"/>
            </a:xfrm>
            <a:prstGeom prst="ellipse">
              <a:avLst/>
            </a:prstGeom>
            <a:gradFill>
              <a:gsLst>
                <a:gs pos="0">
                  <a:srgbClr val="434000">
                    <a:alpha val="32968"/>
                  </a:srgbClr>
                </a:gs>
                <a:gs pos="14286">
                  <a:srgbClr val="434000">
                    <a:alpha val="30764"/>
                  </a:srgbClr>
                </a:gs>
                <a:gs pos="28571">
                  <a:srgbClr val="434000">
                    <a:alpha val="24833"/>
                  </a:srgbClr>
                </a:gs>
                <a:gs pos="42857">
                  <a:srgbClr val="434000">
                    <a:alpha val="17075"/>
                  </a:srgbClr>
                </a:gs>
                <a:gs pos="57143">
                  <a:srgbClr val="434000">
                    <a:alpha val="9855"/>
                  </a:srgbClr>
                </a:gs>
                <a:gs pos="71429">
                  <a:srgbClr val="434000">
                    <a:alpha val="4740"/>
                  </a:srgbClr>
                </a:gs>
                <a:gs pos="85714">
                  <a:srgbClr val="434000">
                    <a:alpha val="1902"/>
                  </a:srgbClr>
                </a:gs>
                <a:gs pos="100000">
                  <a:srgbClr val="43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9590338">
              <a:off x="498953" y="3333452"/>
              <a:ext cx="549671" cy="249397"/>
            </a:xfrm>
            <a:prstGeom prst="ellipse">
              <a:avLst/>
            </a:prstGeom>
            <a:gradFill>
              <a:gsLst>
                <a:gs pos="0">
                  <a:srgbClr val="FF9371">
                    <a:alpha val="32968"/>
                  </a:srgbClr>
                </a:gs>
                <a:gs pos="14286">
                  <a:srgbClr val="FF9371">
                    <a:alpha val="30764"/>
                  </a:srgbClr>
                </a:gs>
                <a:gs pos="28571">
                  <a:srgbClr val="FF9371">
                    <a:alpha val="24833"/>
                  </a:srgbClr>
                </a:gs>
                <a:gs pos="42857">
                  <a:srgbClr val="FF9371">
                    <a:alpha val="17075"/>
                  </a:srgbClr>
                </a:gs>
                <a:gs pos="57143">
                  <a:srgbClr val="FF9371">
                    <a:alpha val="9855"/>
                  </a:srgbClr>
                </a:gs>
                <a:gs pos="71429">
                  <a:srgbClr val="FF9371">
                    <a:alpha val="4740"/>
                  </a:srgbClr>
                </a:gs>
                <a:gs pos="85714">
                  <a:srgbClr val="FF9371">
                    <a:alpha val="1902"/>
                  </a:srgbClr>
                </a:gs>
                <a:gs pos="100000">
                  <a:srgbClr val="FF93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312495">
              <a:off x="2218228" y="2191859"/>
              <a:ext cx="729332" cy="943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4325365">
              <a:off x="2271153" y="1569490"/>
              <a:ext cx="435043" cy="294880"/>
            </a:xfrm>
            <a:prstGeom prst="ellipse">
              <a:avLst/>
            </a:prstGeom>
            <a:gradFill>
              <a:gsLst>
                <a:gs pos="0">
                  <a:srgbClr val="F1F9FF">
                    <a:alpha val="32968"/>
                  </a:srgbClr>
                </a:gs>
                <a:gs pos="14286">
                  <a:srgbClr val="F1F9FF">
                    <a:alpha val="30764"/>
                  </a:srgbClr>
                </a:gs>
                <a:gs pos="28571">
                  <a:srgbClr val="F1F9FF">
                    <a:alpha val="24833"/>
                  </a:srgbClr>
                </a:gs>
                <a:gs pos="42857">
                  <a:srgbClr val="F1F9FF">
                    <a:alpha val="17075"/>
                  </a:srgbClr>
                </a:gs>
                <a:gs pos="57143">
                  <a:srgbClr val="F1F9FF">
                    <a:alpha val="9855"/>
                  </a:srgbClr>
                </a:gs>
                <a:gs pos="71429">
                  <a:srgbClr val="F1F9FF">
                    <a:alpha val="4740"/>
                  </a:srgbClr>
                </a:gs>
                <a:gs pos="85714">
                  <a:srgbClr val="F1F9FF">
                    <a:alpha val="1902"/>
                  </a:srgbClr>
                </a:gs>
                <a:gs pos="100000">
                  <a:srgbClr val="F1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3457152">
              <a:off x="187238" y="3331126"/>
              <a:ext cx="564411" cy="494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434611">
              <a:off x="1986884" y="2411478"/>
              <a:ext cx="342020" cy="39148"/>
            </a:xfrm>
            <a:prstGeom prst="ellipse">
              <a:avLst/>
            </a:prstGeom>
            <a:gradFill>
              <a:gsLst>
                <a:gs pos="0">
                  <a:srgbClr val="E95700">
                    <a:alpha val="32968"/>
                  </a:srgbClr>
                </a:gs>
                <a:gs pos="14286">
                  <a:srgbClr val="E95700">
                    <a:alpha val="30764"/>
                  </a:srgbClr>
                </a:gs>
                <a:gs pos="28571">
                  <a:srgbClr val="E95700">
                    <a:alpha val="24833"/>
                  </a:srgbClr>
                </a:gs>
                <a:gs pos="42857">
                  <a:srgbClr val="E95700">
                    <a:alpha val="17075"/>
                  </a:srgbClr>
                </a:gs>
                <a:gs pos="57143">
                  <a:srgbClr val="E95700">
                    <a:alpha val="9855"/>
                  </a:srgbClr>
                </a:gs>
                <a:gs pos="71429">
                  <a:srgbClr val="E95700">
                    <a:alpha val="4740"/>
                  </a:srgbClr>
                </a:gs>
                <a:gs pos="85714">
                  <a:srgbClr val="E95700">
                    <a:alpha val="1902"/>
                  </a:srgbClr>
                </a:gs>
                <a:gs pos="100000">
                  <a:srgbClr val="E9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8373396">
              <a:off x="2103936" y="1697426"/>
              <a:ext cx="288946" cy="111293"/>
            </a:xfrm>
            <a:prstGeom prst="ellipse">
              <a:avLst/>
            </a:prstGeom>
            <a:gradFill>
              <a:gsLst>
                <a:gs pos="0">
                  <a:srgbClr val="E55F1F">
                    <a:alpha val="32968"/>
                  </a:srgbClr>
                </a:gs>
                <a:gs pos="14286">
                  <a:srgbClr val="E55F1F">
                    <a:alpha val="30764"/>
                  </a:srgbClr>
                </a:gs>
                <a:gs pos="28571">
                  <a:srgbClr val="E55F1F">
                    <a:alpha val="24833"/>
                  </a:srgbClr>
                </a:gs>
                <a:gs pos="42857">
                  <a:srgbClr val="E55F1F">
                    <a:alpha val="17075"/>
                  </a:srgbClr>
                </a:gs>
                <a:gs pos="57143">
                  <a:srgbClr val="E55F1F">
                    <a:alpha val="9855"/>
                  </a:srgbClr>
                </a:gs>
                <a:gs pos="71429">
                  <a:srgbClr val="E55F1F">
                    <a:alpha val="4740"/>
                  </a:srgbClr>
                </a:gs>
                <a:gs pos="85714">
                  <a:srgbClr val="E55F1F">
                    <a:alpha val="1902"/>
                  </a:srgbClr>
                </a:gs>
                <a:gs pos="100000">
                  <a:srgbClr val="E55F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4968378">
              <a:off x="-241343" y="-17663"/>
              <a:ext cx="749518" cy="227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574031">
              <a:off x="2346725" y="2030194"/>
              <a:ext cx="802936" cy="4638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96807">
              <a:off x="38959" y="383175"/>
              <a:ext cx="767520" cy="55328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4913495">
              <a:off x="2830043" y="203286"/>
              <a:ext cx="525461" cy="889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7313481">
              <a:off x="1340908" y="2260056"/>
              <a:ext cx="798724" cy="129554"/>
            </a:xfrm>
            <a:prstGeom prst="ellipse">
              <a:avLst/>
            </a:prstGeom>
            <a:gradFill>
              <a:gsLst>
                <a:gs pos="0">
                  <a:srgbClr val="3A0000">
                    <a:alpha val="32968"/>
                  </a:srgbClr>
                </a:gs>
                <a:gs pos="14286">
                  <a:srgbClr val="3A0000">
                    <a:alpha val="30764"/>
                  </a:srgbClr>
                </a:gs>
                <a:gs pos="28571">
                  <a:srgbClr val="3A0000">
                    <a:alpha val="24833"/>
                  </a:srgbClr>
                </a:gs>
                <a:gs pos="42857">
                  <a:srgbClr val="3A0000">
                    <a:alpha val="17075"/>
                  </a:srgbClr>
                </a:gs>
                <a:gs pos="57143">
                  <a:srgbClr val="3A0000">
                    <a:alpha val="9855"/>
                  </a:srgbClr>
                </a:gs>
                <a:gs pos="71429">
                  <a:srgbClr val="3A0000">
                    <a:alpha val="4740"/>
                  </a:srgbClr>
                </a:gs>
                <a:gs pos="85714">
                  <a:srgbClr val="3A0000">
                    <a:alpha val="1902"/>
                  </a:srgbClr>
                </a:gs>
                <a:gs pos="100000">
                  <a:srgbClr val="3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9024939">
              <a:off x="324581" y="3213872"/>
              <a:ext cx="724002" cy="153133"/>
            </a:xfrm>
            <a:prstGeom prst="ellipse">
              <a:avLst/>
            </a:prstGeom>
            <a:gradFill>
              <a:gsLst>
                <a:gs pos="0">
                  <a:srgbClr val="FFD89B">
                    <a:alpha val="32968"/>
                  </a:srgbClr>
                </a:gs>
                <a:gs pos="14286">
                  <a:srgbClr val="FFD89B">
                    <a:alpha val="30764"/>
                  </a:srgbClr>
                </a:gs>
                <a:gs pos="28571">
                  <a:srgbClr val="FFD89B">
                    <a:alpha val="24833"/>
                  </a:srgbClr>
                </a:gs>
                <a:gs pos="42857">
                  <a:srgbClr val="FFD89B">
                    <a:alpha val="17075"/>
                  </a:srgbClr>
                </a:gs>
                <a:gs pos="57143">
                  <a:srgbClr val="FFD89B">
                    <a:alpha val="9855"/>
                  </a:srgbClr>
                </a:gs>
                <a:gs pos="71429">
                  <a:srgbClr val="FFD89B">
                    <a:alpha val="4740"/>
                  </a:srgbClr>
                </a:gs>
                <a:gs pos="85714">
                  <a:srgbClr val="FFD89B">
                    <a:alpha val="1902"/>
                  </a:srgbClr>
                </a:gs>
                <a:gs pos="100000">
                  <a:srgbClr val="FFD8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3098231">
              <a:off x="1875501" y="1253593"/>
              <a:ext cx="633124" cy="284585"/>
            </a:xfrm>
            <a:prstGeom prst="ellipse">
              <a:avLst/>
            </a:prstGeom>
            <a:gradFill>
              <a:gsLst>
                <a:gs pos="0">
                  <a:srgbClr val="F9ECE6">
                    <a:alpha val="32968"/>
                  </a:srgbClr>
                </a:gs>
                <a:gs pos="14286">
                  <a:srgbClr val="F9ECE6">
                    <a:alpha val="30764"/>
                  </a:srgbClr>
                </a:gs>
                <a:gs pos="28571">
                  <a:srgbClr val="F9ECE6">
                    <a:alpha val="24833"/>
                  </a:srgbClr>
                </a:gs>
                <a:gs pos="42857">
                  <a:srgbClr val="F9ECE6">
                    <a:alpha val="17075"/>
                  </a:srgbClr>
                </a:gs>
                <a:gs pos="57143">
                  <a:srgbClr val="F9ECE6">
                    <a:alpha val="9855"/>
                  </a:srgbClr>
                </a:gs>
                <a:gs pos="71429">
                  <a:srgbClr val="F9ECE6">
                    <a:alpha val="4740"/>
                  </a:srgbClr>
                </a:gs>
                <a:gs pos="85714">
                  <a:srgbClr val="F9ECE6">
                    <a:alpha val="1902"/>
                  </a:srgbClr>
                </a:gs>
                <a:gs pos="100000">
                  <a:srgbClr val="F9EC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8242312">
              <a:off x="925294" y="1143615"/>
              <a:ext cx="706038" cy="578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9090766">
              <a:off x="51571" y="3234101"/>
              <a:ext cx="645894" cy="62353"/>
            </a:xfrm>
            <a:prstGeom prst="ellipse">
              <a:avLst/>
            </a:prstGeom>
            <a:gradFill>
              <a:gsLst>
                <a:gs pos="0">
                  <a:srgbClr val="000009">
                    <a:alpha val="32968"/>
                  </a:srgbClr>
                </a:gs>
                <a:gs pos="14286">
                  <a:srgbClr val="000009">
                    <a:alpha val="30764"/>
                  </a:srgbClr>
                </a:gs>
                <a:gs pos="28571">
                  <a:srgbClr val="000009">
                    <a:alpha val="24833"/>
                  </a:srgbClr>
                </a:gs>
                <a:gs pos="42857">
                  <a:srgbClr val="000009">
                    <a:alpha val="17075"/>
                  </a:srgbClr>
                </a:gs>
                <a:gs pos="57143">
                  <a:srgbClr val="000009">
                    <a:alpha val="9855"/>
                  </a:srgbClr>
                </a:gs>
                <a:gs pos="71429">
                  <a:srgbClr val="000009">
                    <a:alpha val="4740"/>
                  </a:srgbClr>
                </a:gs>
                <a:gs pos="85714">
                  <a:srgbClr val="000009">
                    <a:alpha val="1902"/>
                  </a:srgbClr>
                </a:gs>
                <a:gs pos="100000">
                  <a:srgbClr val="00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4521203">
              <a:off x="2207737" y="1893406"/>
              <a:ext cx="617838" cy="162880"/>
            </a:xfrm>
            <a:prstGeom prst="ellipse">
              <a:avLst/>
            </a:prstGeom>
            <a:gradFill>
              <a:gsLst>
                <a:gs pos="0">
                  <a:srgbClr val="F2F9FF">
                    <a:alpha val="27713"/>
                  </a:srgbClr>
                </a:gs>
                <a:gs pos="14286">
                  <a:srgbClr val="F2F9FF">
                    <a:alpha val="25790"/>
                  </a:srgbClr>
                </a:gs>
                <a:gs pos="28571">
                  <a:srgbClr val="F2F9FF">
                    <a:alpha val="20673"/>
                  </a:srgbClr>
                </a:gs>
                <a:gs pos="42857">
                  <a:srgbClr val="F2F9FF">
                    <a:alpha val="14093"/>
                  </a:srgbClr>
                </a:gs>
                <a:gs pos="57143">
                  <a:srgbClr val="F2F9FF">
                    <a:alpha val="8073"/>
                  </a:srgbClr>
                </a:gs>
                <a:gs pos="71429">
                  <a:srgbClr val="F2F9FF">
                    <a:alpha val="3863"/>
                  </a:srgbClr>
                </a:gs>
                <a:gs pos="85714">
                  <a:srgbClr val="F2F9FF">
                    <a:alpha val="1546"/>
                  </a:srgbClr>
                </a:gs>
                <a:gs pos="100000">
                  <a:srgbClr val="F2F9FF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7437136">
              <a:off x="1292505" y="2182191"/>
              <a:ext cx="362276" cy="337921"/>
            </a:xfrm>
            <a:prstGeom prst="ellipse">
              <a:avLst/>
            </a:prstGeom>
            <a:gradFill>
              <a:gsLst>
                <a:gs pos="0">
                  <a:srgbClr val="BE4B00">
                    <a:alpha val="21835"/>
                  </a:srgbClr>
                </a:gs>
                <a:gs pos="14286">
                  <a:srgbClr val="BE4B00">
                    <a:alpha val="20262"/>
                  </a:srgbClr>
                </a:gs>
                <a:gs pos="28571">
                  <a:srgbClr val="BE4B00">
                    <a:alpha val="16122"/>
                  </a:srgbClr>
                </a:gs>
                <a:gs pos="42857">
                  <a:srgbClr val="BE4B00">
                    <a:alpha val="10891"/>
                  </a:srgbClr>
                </a:gs>
                <a:gs pos="57143">
                  <a:srgbClr val="BE4B00">
                    <a:alpha val="6190"/>
                  </a:srgbClr>
                </a:gs>
                <a:gs pos="71429">
                  <a:srgbClr val="BE4B00">
                    <a:alpha val="2947"/>
                  </a:srgbClr>
                </a:gs>
                <a:gs pos="85714">
                  <a:srgbClr val="BE4B00">
                    <a:alpha val="1176"/>
                  </a:srgbClr>
                </a:gs>
                <a:gs pos="100000">
                  <a:srgbClr val="BE4B00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783094">
              <a:off x="756441" y="3098079"/>
              <a:ext cx="318771" cy="189269"/>
            </a:xfrm>
            <a:prstGeom prst="ellipse">
              <a:avLst/>
            </a:prstGeom>
            <a:gradFill>
              <a:gsLst>
                <a:gs pos="0">
                  <a:srgbClr val="FFFF6C">
                    <a:alpha val="32968"/>
                  </a:srgbClr>
                </a:gs>
                <a:gs pos="14286">
                  <a:srgbClr val="FFFF6C">
                    <a:alpha val="30764"/>
                  </a:srgbClr>
                </a:gs>
                <a:gs pos="28571">
                  <a:srgbClr val="FFFF6C">
                    <a:alpha val="24833"/>
                  </a:srgbClr>
                </a:gs>
                <a:gs pos="42857">
                  <a:srgbClr val="FFFF6C">
                    <a:alpha val="17075"/>
                  </a:srgbClr>
                </a:gs>
                <a:gs pos="57143">
                  <a:srgbClr val="FFFF6C">
                    <a:alpha val="9855"/>
                  </a:srgbClr>
                </a:gs>
                <a:gs pos="71429">
                  <a:srgbClr val="FFFF6C">
                    <a:alpha val="4740"/>
                  </a:srgbClr>
                </a:gs>
                <a:gs pos="85714">
                  <a:srgbClr val="FFFF6C">
                    <a:alpha val="1902"/>
                  </a:srgbClr>
                </a:gs>
                <a:gs pos="100000">
                  <a:srgbClr val="FFFF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10683970">
              <a:off x="1261233" y="674365"/>
              <a:ext cx="264589" cy="53451"/>
            </a:xfrm>
            <a:prstGeom prst="ellipse">
              <a:avLst/>
            </a:prstGeom>
            <a:gradFill>
              <a:gsLst>
                <a:gs pos="0">
                  <a:srgbClr val="091000">
                    <a:alpha val="25576"/>
                  </a:srgbClr>
                </a:gs>
                <a:gs pos="14286">
                  <a:srgbClr val="091000">
                    <a:alpha val="23777"/>
                  </a:srgbClr>
                </a:gs>
                <a:gs pos="28571">
                  <a:srgbClr val="091000">
                    <a:alpha val="19007"/>
                  </a:srgbClr>
                </a:gs>
                <a:gs pos="42857">
                  <a:srgbClr val="091000">
                    <a:alpha val="12914"/>
                  </a:srgbClr>
                </a:gs>
                <a:gs pos="57143">
                  <a:srgbClr val="091000">
                    <a:alpha val="7376"/>
                  </a:srgbClr>
                </a:gs>
                <a:gs pos="71429">
                  <a:srgbClr val="091000">
                    <a:alpha val="3523"/>
                  </a:srgbClr>
                </a:gs>
                <a:gs pos="85714">
                  <a:srgbClr val="091000">
                    <a:alpha val="1408"/>
                  </a:srgbClr>
                </a:gs>
                <a:gs pos="100000">
                  <a:srgbClr val="0910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6497193">
              <a:off x="1172607" y="2985359"/>
              <a:ext cx="361574" cy="353860"/>
            </a:xfrm>
            <a:prstGeom prst="ellipse">
              <a:avLst/>
            </a:prstGeom>
            <a:gradFill>
              <a:gsLst>
                <a:gs pos="0">
                  <a:srgbClr val="B90000">
                    <a:alpha val="32968"/>
                  </a:srgbClr>
                </a:gs>
                <a:gs pos="14286">
                  <a:srgbClr val="B90000">
                    <a:alpha val="30764"/>
                  </a:srgbClr>
                </a:gs>
                <a:gs pos="28571">
                  <a:srgbClr val="B90000">
                    <a:alpha val="24833"/>
                  </a:srgbClr>
                </a:gs>
                <a:gs pos="42857">
                  <a:srgbClr val="B90000">
                    <a:alpha val="17075"/>
                  </a:srgbClr>
                </a:gs>
                <a:gs pos="57143">
                  <a:srgbClr val="B90000">
                    <a:alpha val="9855"/>
                  </a:srgbClr>
                </a:gs>
                <a:gs pos="71429">
                  <a:srgbClr val="B90000">
                    <a:alpha val="4740"/>
                  </a:srgbClr>
                </a:gs>
                <a:gs pos="85714">
                  <a:srgbClr val="B90000">
                    <a:alpha val="1902"/>
                  </a:srgbClr>
                </a:gs>
                <a:gs pos="100000">
                  <a:srgbClr val="B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483398">
              <a:off x="355946" y="2777224"/>
              <a:ext cx="857895" cy="573018"/>
            </a:xfrm>
            <a:prstGeom prst="ellipse">
              <a:avLst/>
            </a:prstGeom>
            <a:gradFill>
              <a:gsLst>
                <a:gs pos="0">
                  <a:srgbClr val="FF6200">
                    <a:alpha val="32968"/>
                  </a:srgbClr>
                </a:gs>
                <a:gs pos="14286">
                  <a:srgbClr val="FF6200">
                    <a:alpha val="30764"/>
                  </a:srgbClr>
                </a:gs>
                <a:gs pos="28571">
                  <a:srgbClr val="FF6200">
                    <a:alpha val="24833"/>
                  </a:srgbClr>
                </a:gs>
                <a:gs pos="42857">
                  <a:srgbClr val="FF6200">
                    <a:alpha val="17075"/>
                  </a:srgbClr>
                </a:gs>
                <a:gs pos="57143">
                  <a:srgbClr val="FF6200">
                    <a:alpha val="9855"/>
                  </a:srgbClr>
                </a:gs>
                <a:gs pos="71429">
                  <a:srgbClr val="FF6200">
                    <a:alpha val="4740"/>
                  </a:srgbClr>
                </a:gs>
                <a:gs pos="85714">
                  <a:srgbClr val="FF6200">
                    <a:alpha val="1902"/>
                  </a:srgbClr>
                </a:gs>
                <a:gs pos="100000">
                  <a:srgbClr val="FF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7961509">
              <a:off x="93233" y="2385314"/>
              <a:ext cx="504277" cy="216805"/>
            </a:xfrm>
            <a:prstGeom prst="ellipse">
              <a:avLst/>
            </a:prstGeom>
            <a:gradFill>
              <a:gsLst>
                <a:gs pos="0">
                  <a:srgbClr val="FFCEBE">
                    <a:alpha val="28361"/>
                  </a:srgbClr>
                </a:gs>
                <a:gs pos="14286">
                  <a:srgbClr val="FFCEBE">
                    <a:alpha val="26402"/>
                  </a:srgbClr>
                </a:gs>
                <a:gs pos="28571">
                  <a:srgbClr val="FFCEBE">
                    <a:alpha val="21181"/>
                  </a:srgbClr>
                </a:gs>
                <a:gs pos="42857">
                  <a:srgbClr val="FFCEBE">
                    <a:alpha val="14455"/>
                  </a:srgbClr>
                </a:gs>
                <a:gs pos="57143">
                  <a:srgbClr val="FFCEBE">
                    <a:alpha val="8287"/>
                  </a:srgbClr>
                </a:gs>
                <a:gs pos="71429">
                  <a:srgbClr val="FFCEBE">
                    <a:alpha val="3969"/>
                  </a:srgbClr>
                </a:gs>
                <a:gs pos="85714">
                  <a:srgbClr val="FFCEBE">
                    <a:alpha val="1589"/>
                  </a:srgbClr>
                </a:gs>
                <a:gs pos="100000">
                  <a:srgbClr val="FFCEBE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9603619">
              <a:off x="3021493" y="3326584"/>
              <a:ext cx="759815" cy="502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3567667">
              <a:off x="666094" y="1783656"/>
              <a:ext cx="320262" cy="221074"/>
            </a:xfrm>
            <a:prstGeom prst="ellipse">
              <a:avLst/>
            </a:prstGeom>
            <a:gradFill>
              <a:gsLst>
                <a:gs pos="0">
                  <a:srgbClr val="ABC0B1">
                    <a:alpha val="10084"/>
                  </a:srgbClr>
                </a:gs>
                <a:gs pos="14286">
                  <a:srgbClr val="ABC0B1">
                    <a:alpha val="9308"/>
                  </a:srgbClr>
                </a:gs>
                <a:gs pos="28571">
                  <a:srgbClr val="ABC0B1">
                    <a:alpha val="7305"/>
                  </a:srgbClr>
                </a:gs>
                <a:gs pos="42857">
                  <a:srgbClr val="ABC0B1">
                    <a:alpha val="4854"/>
                  </a:srgbClr>
                </a:gs>
                <a:gs pos="57143">
                  <a:srgbClr val="ABC0B1">
                    <a:alpha val="2719"/>
                  </a:srgbClr>
                </a:gs>
                <a:gs pos="71429">
                  <a:srgbClr val="ABC0B1">
                    <a:alpha val="1282"/>
                  </a:srgbClr>
                </a:gs>
                <a:gs pos="85714">
                  <a:srgbClr val="ABC0B1">
                    <a:alpha val="509"/>
                  </a:srgbClr>
                </a:gs>
                <a:gs pos="100000">
                  <a:srgbClr val="ABC0B1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10520650">
              <a:off x="930890" y="2544272"/>
              <a:ext cx="587633" cy="65950"/>
            </a:xfrm>
            <a:prstGeom prst="ellipse">
              <a:avLst/>
            </a:prstGeom>
            <a:gradFill>
              <a:gsLst>
                <a:gs pos="0">
                  <a:srgbClr val="390080">
                    <a:alpha val="32968"/>
                  </a:srgbClr>
                </a:gs>
                <a:gs pos="14286">
                  <a:srgbClr val="390080">
                    <a:alpha val="30764"/>
                  </a:srgbClr>
                </a:gs>
                <a:gs pos="28571">
                  <a:srgbClr val="390080">
                    <a:alpha val="24833"/>
                  </a:srgbClr>
                </a:gs>
                <a:gs pos="42857">
                  <a:srgbClr val="390080">
                    <a:alpha val="17075"/>
                  </a:srgbClr>
                </a:gs>
                <a:gs pos="57143">
                  <a:srgbClr val="390080">
                    <a:alpha val="9855"/>
                  </a:srgbClr>
                </a:gs>
                <a:gs pos="71429">
                  <a:srgbClr val="390080">
                    <a:alpha val="4740"/>
                  </a:srgbClr>
                </a:gs>
                <a:gs pos="85714">
                  <a:srgbClr val="390080">
                    <a:alpha val="1902"/>
                  </a:srgbClr>
                </a:gs>
                <a:gs pos="100000">
                  <a:srgbClr val="39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-8765428">
              <a:off x="960469" y="1890563"/>
              <a:ext cx="356051" cy="6997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6302288">
              <a:off x="2407135" y="2417261"/>
              <a:ext cx="217530" cy="119782"/>
            </a:xfrm>
            <a:prstGeom prst="ellipse">
              <a:avLst/>
            </a:prstGeom>
            <a:gradFill>
              <a:gsLst>
                <a:gs pos="0">
                  <a:srgbClr val="FFFF83">
                    <a:alpha val="32968"/>
                  </a:srgbClr>
                </a:gs>
                <a:gs pos="14286">
                  <a:srgbClr val="FFFF83">
                    <a:alpha val="30764"/>
                  </a:srgbClr>
                </a:gs>
                <a:gs pos="28571">
                  <a:srgbClr val="FFFF83">
                    <a:alpha val="24833"/>
                  </a:srgbClr>
                </a:gs>
                <a:gs pos="42857">
                  <a:srgbClr val="FFFF83">
                    <a:alpha val="17075"/>
                  </a:srgbClr>
                </a:gs>
                <a:gs pos="57143">
                  <a:srgbClr val="FFFF83">
                    <a:alpha val="9855"/>
                  </a:srgbClr>
                </a:gs>
                <a:gs pos="71429">
                  <a:srgbClr val="FFFF83">
                    <a:alpha val="4740"/>
                  </a:srgbClr>
                </a:gs>
                <a:gs pos="85714">
                  <a:srgbClr val="FFFF83">
                    <a:alpha val="1902"/>
                  </a:srgbClr>
                </a:gs>
                <a:gs pos="100000">
                  <a:srgbClr val="FFFF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5295289">
              <a:off x="491099" y="2904451"/>
              <a:ext cx="761075" cy="216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9725649">
              <a:off x="1537452" y="-42803"/>
              <a:ext cx="476616" cy="197281"/>
            </a:xfrm>
            <a:prstGeom prst="ellipse">
              <a:avLst/>
            </a:prstGeom>
            <a:gradFill>
              <a:gsLst>
                <a:gs pos="0">
                  <a:srgbClr val="FBFBFD">
                    <a:alpha val="32968"/>
                  </a:srgbClr>
                </a:gs>
                <a:gs pos="14286">
                  <a:srgbClr val="FBFBFD">
                    <a:alpha val="30764"/>
                  </a:srgbClr>
                </a:gs>
                <a:gs pos="28571">
                  <a:srgbClr val="FBFBFD">
                    <a:alpha val="24833"/>
                  </a:srgbClr>
                </a:gs>
                <a:gs pos="42857">
                  <a:srgbClr val="FBFBFD">
                    <a:alpha val="17075"/>
                  </a:srgbClr>
                </a:gs>
                <a:gs pos="57143">
                  <a:srgbClr val="FBFBFD">
                    <a:alpha val="9855"/>
                  </a:srgbClr>
                </a:gs>
                <a:gs pos="71429">
                  <a:srgbClr val="FBFBFD">
                    <a:alpha val="4740"/>
                  </a:srgbClr>
                </a:gs>
                <a:gs pos="85714">
                  <a:srgbClr val="FBFBFD">
                    <a:alpha val="1902"/>
                  </a:srgbClr>
                </a:gs>
                <a:gs pos="100000">
                  <a:srgbClr val="FBFB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7975769">
              <a:off x="1867213" y="896746"/>
              <a:ext cx="366095" cy="241934"/>
            </a:xfrm>
            <a:prstGeom prst="ellipse">
              <a:avLst/>
            </a:prstGeom>
            <a:gradFill>
              <a:gsLst>
                <a:gs pos="0">
                  <a:srgbClr val="E6DDD8">
                    <a:alpha val="29042"/>
                  </a:srgbClr>
                </a:gs>
                <a:gs pos="14286">
                  <a:srgbClr val="E6DDD8">
                    <a:alpha val="27046"/>
                  </a:srgbClr>
                </a:gs>
                <a:gs pos="28571">
                  <a:srgbClr val="E6DDD8">
                    <a:alpha val="21717"/>
                  </a:srgbClr>
                </a:gs>
                <a:gs pos="42857">
                  <a:srgbClr val="E6DDD8">
                    <a:alpha val="14836"/>
                  </a:srgbClr>
                </a:gs>
                <a:gs pos="57143">
                  <a:srgbClr val="E6DDD8">
                    <a:alpha val="8514"/>
                  </a:srgbClr>
                </a:gs>
                <a:gs pos="71429">
                  <a:srgbClr val="E6DDD8">
                    <a:alpha val="4080"/>
                  </a:srgbClr>
                </a:gs>
                <a:gs pos="85714">
                  <a:srgbClr val="E6DDD8">
                    <a:alpha val="1634"/>
                  </a:srgbClr>
                </a:gs>
                <a:gs pos="100000">
                  <a:srgbClr val="E6DDD8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3787826">
              <a:off x="597893" y="1794928"/>
              <a:ext cx="471237" cy="34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10062136">
              <a:off x="1862944" y="1605978"/>
              <a:ext cx="324545" cy="228990"/>
            </a:xfrm>
            <a:prstGeom prst="ellipse">
              <a:avLst/>
            </a:prstGeom>
            <a:gradFill>
              <a:gsLst>
                <a:gs pos="0">
                  <a:srgbClr val="95C800">
                    <a:alpha val="1377"/>
                  </a:srgbClr>
                </a:gs>
                <a:gs pos="14286">
                  <a:srgbClr val="95C800">
                    <a:alpha val="1267"/>
                  </a:srgbClr>
                </a:gs>
                <a:gs pos="28571">
                  <a:srgbClr val="95C800">
                    <a:alpha val="985"/>
                  </a:srgbClr>
                </a:gs>
                <a:gs pos="42857">
                  <a:srgbClr val="95C800">
                    <a:alpha val="647"/>
                  </a:srgbClr>
                </a:gs>
                <a:gs pos="57143">
                  <a:srgbClr val="95C800">
                    <a:alpha val="359"/>
                  </a:srgbClr>
                </a:gs>
                <a:gs pos="71429">
                  <a:srgbClr val="95C800">
                    <a:alpha val="168"/>
                  </a:srgbClr>
                </a:gs>
                <a:gs pos="85714">
                  <a:srgbClr val="95C800">
                    <a:alpha val="67"/>
                  </a:srgbClr>
                </a:gs>
                <a:gs pos="100000">
                  <a:srgbClr val="95C8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-9514140">
              <a:off x="844785" y="2945324"/>
              <a:ext cx="471902" cy="159945"/>
            </a:xfrm>
            <a:prstGeom prst="ellipse">
              <a:avLst/>
            </a:prstGeom>
            <a:gradFill>
              <a:gsLst>
                <a:gs pos="0">
                  <a:srgbClr val="E75500">
                    <a:alpha val="32968"/>
                  </a:srgbClr>
                </a:gs>
                <a:gs pos="14286">
                  <a:srgbClr val="E75500">
                    <a:alpha val="30764"/>
                  </a:srgbClr>
                </a:gs>
                <a:gs pos="28571">
                  <a:srgbClr val="E75500">
                    <a:alpha val="24833"/>
                  </a:srgbClr>
                </a:gs>
                <a:gs pos="42857">
                  <a:srgbClr val="E75500">
                    <a:alpha val="17075"/>
                  </a:srgbClr>
                </a:gs>
                <a:gs pos="57143">
                  <a:srgbClr val="E75500">
                    <a:alpha val="9855"/>
                  </a:srgbClr>
                </a:gs>
                <a:gs pos="71429">
                  <a:srgbClr val="E75500">
                    <a:alpha val="4740"/>
                  </a:srgbClr>
                </a:gs>
                <a:gs pos="85714">
                  <a:srgbClr val="E75500">
                    <a:alpha val="1902"/>
                  </a:srgbClr>
                </a:gs>
                <a:gs pos="100000">
                  <a:srgbClr val="E75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-8696985">
              <a:off x="1023277" y="1772328"/>
              <a:ext cx="731629" cy="378582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116177">
              <a:off x="-128782" y="2908619"/>
              <a:ext cx="441488" cy="78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-8743887">
              <a:off x="867428" y="2829799"/>
              <a:ext cx="397191" cy="84770"/>
            </a:xfrm>
            <a:prstGeom prst="ellipse">
              <a:avLst/>
            </a:prstGeom>
            <a:gradFill>
              <a:gsLst>
                <a:gs pos="0">
                  <a:srgbClr val="4C00D4">
                    <a:alpha val="23114"/>
                  </a:srgbClr>
                </a:gs>
                <a:gs pos="14286">
                  <a:srgbClr val="4C00D4">
                    <a:alpha val="21462"/>
                  </a:srgbClr>
                </a:gs>
                <a:gs pos="28571">
                  <a:srgbClr val="4C00D4">
                    <a:alpha val="17104"/>
                  </a:srgbClr>
                </a:gs>
                <a:gs pos="42857">
                  <a:srgbClr val="4C00D4">
                    <a:alpha val="11577"/>
                  </a:srgbClr>
                </a:gs>
                <a:gs pos="57143">
                  <a:srgbClr val="4C00D4">
                    <a:alpha val="6590"/>
                  </a:srgbClr>
                </a:gs>
                <a:gs pos="71429">
                  <a:srgbClr val="4C00D4">
                    <a:alpha val="3141"/>
                  </a:srgbClr>
                </a:gs>
                <a:gs pos="85714">
                  <a:srgbClr val="4C00D4">
                    <a:alpha val="1254"/>
                  </a:srgbClr>
                </a:gs>
                <a:gs pos="100000">
                  <a:srgbClr val="4C00D4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8882023">
              <a:off x="901375" y="3046286"/>
              <a:ext cx="354320" cy="327414"/>
            </a:xfrm>
            <a:prstGeom prst="ellipse">
              <a:avLst/>
            </a:prstGeom>
            <a:gradFill>
              <a:gsLst>
                <a:gs pos="0">
                  <a:srgbClr val="B00000">
                    <a:alpha val="32968"/>
                  </a:srgbClr>
                </a:gs>
                <a:gs pos="14286">
                  <a:srgbClr val="B00000">
                    <a:alpha val="30764"/>
                  </a:srgbClr>
                </a:gs>
                <a:gs pos="28571">
                  <a:srgbClr val="B00000">
                    <a:alpha val="24833"/>
                  </a:srgbClr>
                </a:gs>
                <a:gs pos="42857">
                  <a:srgbClr val="B00000">
                    <a:alpha val="17075"/>
                  </a:srgbClr>
                </a:gs>
                <a:gs pos="57143">
                  <a:srgbClr val="B00000">
                    <a:alpha val="9855"/>
                  </a:srgbClr>
                </a:gs>
                <a:gs pos="71429">
                  <a:srgbClr val="B00000">
                    <a:alpha val="4740"/>
                  </a:srgbClr>
                </a:gs>
                <a:gs pos="85714">
                  <a:srgbClr val="B00000">
                    <a:alpha val="1902"/>
                  </a:srgbClr>
                </a:gs>
                <a:gs pos="100000">
                  <a:srgbClr val="B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8067186">
              <a:off x="66635" y="3171882"/>
              <a:ext cx="536173" cy="91241"/>
            </a:xfrm>
            <a:prstGeom prst="ellipse">
              <a:avLst/>
            </a:prstGeom>
            <a:gradFill>
              <a:gsLst>
                <a:gs pos="0">
                  <a:srgbClr val="FF6600">
                    <a:alpha val="32968"/>
                  </a:srgbClr>
                </a:gs>
                <a:gs pos="14286">
                  <a:srgbClr val="FF6600">
                    <a:alpha val="30764"/>
                  </a:srgbClr>
                </a:gs>
                <a:gs pos="28571">
                  <a:srgbClr val="FF6600">
                    <a:alpha val="24833"/>
                  </a:srgbClr>
                </a:gs>
                <a:gs pos="42857">
                  <a:srgbClr val="FF6600">
                    <a:alpha val="17075"/>
                  </a:srgbClr>
                </a:gs>
                <a:gs pos="57143">
                  <a:srgbClr val="FF6600">
                    <a:alpha val="9855"/>
                  </a:srgbClr>
                </a:gs>
                <a:gs pos="71429">
                  <a:srgbClr val="FF6600">
                    <a:alpha val="4740"/>
                  </a:srgbClr>
                </a:gs>
                <a:gs pos="85714">
                  <a:srgbClr val="FF6600">
                    <a:alpha val="1902"/>
                  </a:srgbClr>
                </a:gs>
                <a:gs pos="100000">
                  <a:srgbClr val="FF6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5452779">
              <a:off x="2429534" y="1517967"/>
              <a:ext cx="206900" cy="61009"/>
            </a:xfrm>
            <a:prstGeom prst="ellipse">
              <a:avLst/>
            </a:prstGeom>
            <a:gradFill>
              <a:gsLst>
                <a:gs pos="0">
                  <a:srgbClr val="002100">
                    <a:alpha val="18705"/>
                  </a:srgbClr>
                </a:gs>
                <a:gs pos="14286">
                  <a:srgbClr val="002100">
                    <a:alpha val="17332"/>
                  </a:srgbClr>
                </a:gs>
                <a:gs pos="28571">
                  <a:srgbClr val="002100">
                    <a:alpha val="13738"/>
                  </a:srgbClr>
                </a:gs>
                <a:gs pos="42857">
                  <a:srgbClr val="002100">
                    <a:alpha val="9238"/>
                  </a:srgbClr>
                </a:gs>
                <a:gs pos="57143">
                  <a:srgbClr val="002100">
                    <a:alpha val="5230"/>
                  </a:srgbClr>
                </a:gs>
                <a:gs pos="71429">
                  <a:srgbClr val="002100">
                    <a:alpha val="2483"/>
                  </a:srgbClr>
                </a:gs>
                <a:gs pos="85714">
                  <a:srgbClr val="002100">
                    <a:alpha val="989"/>
                  </a:srgbClr>
                </a:gs>
                <a:gs pos="100000">
                  <a:srgbClr val="0021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8242110">
              <a:off x="1181609" y="2841892"/>
              <a:ext cx="361944" cy="52062"/>
            </a:xfrm>
            <a:prstGeom prst="ellipse">
              <a:avLst/>
            </a:prstGeom>
            <a:gradFill>
              <a:gsLst>
                <a:gs pos="0">
                  <a:srgbClr val="625C56">
                    <a:alpha val="32968"/>
                  </a:srgbClr>
                </a:gs>
                <a:gs pos="14286">
                  <a:srgbClr val="625C56">
                    <a:alpha val="30764"/>
                  </a:srgbClr>
                </a:gs>
                <a:gs pos="28571">
                  <a:srgbClr val="625C56">
                    <a:alpha val="24833"/>
                  </a:srgbClr>
                </a:gs>
                <a:gs pos="42857">
                  <a:srgbClr val="625C56">
                    <a:alpha val="17075"/>
                  </a:srgbClr>
                </a:gs>
                <a:gs pos="57143">
                  <a:srgbClr val="625C56">
                    <a:alpha val="9855"/>
                  </a:srgbClr>
                </a:gs>
                <a:gs pos="71429">
                  <a:srgbClr val="625C56">
                    <a:alpha val="4740"/>
                  </a:srgbClr>
                </a:gs>
                <a:gs pos="85714">
                  <a:srgbClr val="625C56">
                    <a:alpha val="1902"/>
                  </a:srgbClr>
                </a:gs>
                <a:gs pos="100000">
                  <a:srgbClr val="625C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7437815">
              <a:off x="152824" y="2275267"/>
              <a:ext cx="467943" cy="94858"/>
            </a:xfrm>
            <a:prstGeom prst="ellipse">
              <a:avLst/>
            </a:prstGeom>
            <a:gradFill>
              <a:gsLst>
                <a:gs pos="0">
                  <a:srgbClr val="FF7400">
                    <a:alpha val="18515"/>
                  </a:srgbClr>
                </a:gs>
                <a:gs pos="14286">
                  <a:srgbClr val="FF7400">
                    <a:alpha val="17154"/>
                  </a:srgbClr>
                </a:gs>
                <a:gs pos="28571">
                  <a:srgbClr val="FF7400">
                    <a:alpha val="13594"/>
                  </a:srgbClr>
                </a:gs>
                <a:gs pos="42857">
                  <a:srgbClr val="FF7400">
                    <a:alpha val="9139"/>
                  </a:srgbClr>
                </a:gs>
                <a:gs pos="57143">
                  <a:srgbClr val="FF7400">
                    <a:alpha val="5172"/>
                  </a:srgbClr>
                </a:gs>
                <a:gs pos="71429">
                  <a:srgbClr val="FF7400">
                    <a:alpha val="2455"/>
                  </a:srgbClr>
                </a:gs>
                <a:gs pos="85714">
                  <a:srgbClr val="FF7400">
                    <a:alpha val="978"/>
                  </a:srgbClr>
                </a:gs>
                <a:gs pos="100000">
                  <a:srgbClr val="FF74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763430">
              <a:off x="1890388" y="212086"/>
              <a:ext cx="259595" cy="227568"/>
            </a:xfrm>
            <a:prstGeom prst="ellipse">
              <a:avLst/>
            </a:prstGeom>
            <a:gradFill>
              <a:gsLst>
                <a:gs pos="0">
                  <a:srgbClr val="A07400">
                    <a:alpha val="3663"/>
                  </a:srgbClr>
                </a:gs>
                <a:gs pos="14286">
                  <a:srgbClr val="A07400">
                    <a:alpha val="3372"/>
                  </a:srgbClr>
                </a:gs>
                <a:gs pos="28571">
                  <a:srgbClr val="A07400">
                    <a:alpha val="2628"/>
                  </a:srgbClr>
                </a:gs>
                <a:gs pos="42857">
                  <a:srgbClr val="A07400">
                    <a:alpha val="1732"/>
                  </a:srgbClr>
                </a:gs>
                <a:gs pos="57143">
                  <a:srgbClr val="A07400">
                    <a:alpha val="963"/>
                  </a:srgbClr>
                </a:gs>
                <a:gs pos="71429">
                  <a:srgbClr val="A07400">
                    <a:alpha val="452"/>
                  </a:srgbClr>
                </a:gs>
                <a:gs pos="85714">
                  <a:srgbClr val="A07400">
                    <a:alpha val="179"/>
                  </a:srgbClr>
                </a:gs>
                <a:gs pos="100000">
                  <a:srgbClr val="A074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9592689">
              <a:off x="2386406" y="2149129"/>
              <a:ext cx="756996" cy="424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10274335">
              <a:off x="1472263" y="1894856"/>
              <a:ext cx="375251" cy="60142"/>
            </a:xfrm>
            <a:prstGeom prst="ellipse">
              <a:avLst/>
            </a:prstGeom>
            <a:gradFill>
              <a:gsLst>
                <a:gs pos="0">
                  <a:srgbClr val="060028">
                    <a:alpha val="32968"/>
                  </a:srgbClr>
                </a:gs>
                <a:gs pos="14286">
                  <a:srgbClr val="060028">
                    <a:alpha val="30764"/>
                  </a:srgbClr>
                </a:gs>
                <a:gs pos="28571">
                  <a:srgbClr val="060028">
                    <a:alpha val="24833"/>
                  </a:srgbClr>
                </a:gs>
                <a:gs pos="42857">
                  <a:srgbClr val="060028">
                    <a:alpha val="17075"/>
                  </a:srgbClr>
                </a:gs>
                <a:gs pos="57143">
                  <a:srgbClr val="060028">
                    <a:alpha val="9855"/>
                  </a:srgbClr>
                </a:gs>
                <a:gs pos="71429">
                  <a:srgbClr val="060028">
                    <a:alpha val="4740"/>
                  </a:srgbClr>
                </a:gs>
                <a:gs pos="85714">
                  <a:srgbClr val="060028">
                    <a:alpha val="1902"/>
                  </a:srgbClr>
                </a:gs>
                <a:gs pos="100000">
                  <a:srgbClr val="06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2723159">
              <a:off x="2147919" y="1453910"/>
              <a:ext cx="349744" cy="284284"/>
            </a:xfrm>
            <a:prstGeom prst="ellipse">
              <a:avLst/>
            </a:prstGeom>
            <a:gradFill>
              <a:gsLst>
                <a:gs pos="0">
                  <a:srgbClr val="E6CEC3">
                    <a:alpha val="32968"/>
                  </a:srgbClr>
                </a:gs>
                <a:gs pos="14286">
                  <a:srgbClr val="E6CEC3">
                    <a:alpha val="30764"/>
                  </a:srgbClr>
                </a:gs>
                <a:gs pos="28571">
                  <a:srgbClr val="E6CEC3">
                    <a:alpha val="24833"/>
                  </a:srgbClr>
                </a:gs>
                <a:gs pos="42857">
                  <a:srgbClr val="E6CEC3">
                    <a:alpha val="17075"/>
                  </a:srgbClr>
                </a:gs>
                <a:gs pos="57143">
                  <a:srgbClr val="E6CEC3">
                    <a:alpha val="9855"/>
                  </a:srgbClr>
                </a:gs>
                <a:gs pos="71429">
                  <a:srgbClr val="E6CEC3">
                    <a:alpha val="4740"/>
                  </a:srgbClr>
                </a:gs>
                <a:gs pos="85714">
                  <a:srgbClr val="E6CEC3">
                    <a:alpha val="1902"/>
                  </a:srgbClr>
                </a:gs>
                <a:gs pos="100000">
                  <a:srgbClr val="E6CE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7453968">
              <a:off x="1161160" y="2858950"/>
              <a:ext cx="600975" cy="104689"/>
            </a:xfrm>
            <a:prstGeom prst="ellipse">
              <a:avLst/>
            </a:prstGeom>
            <a:gradFill>
              <a:gsLst>
                <a:gs pos="0">
                  <a:srgbClr val="F36C39">
                    <a:alpha val="32968"/>
                  </a:srgbClr>
                </a:gs>
                <a:gs pos="14286">
                  <a:srgbClr val="F36C39">
                    <a:alpha val="30764"/>
                  </a:srgbClr>
                </a:gs>
                <a:gs pos="28571">
                  <a:srgbClr val="F36C39">
                    <a:alpha val="24833"/>
                  </a:srgbClr>
                </a:gs>
                <a:gs pos="42857">
                  <a:srgbClr val="F36C39">
                    <a:alpha val="17075"/>
                  </a:srgbClr>
                </a:gs>
                <a:gs pos="57143">
                  <a:srgbClr val="F36C39">
                    <a:alpha val="9855"/>
                  </a:srgbClr>
                </a:gs>
                <a:gs pos="71429">
                  <a:srgbClr val="F36C39">
                    <a:alpha val="4740"/>
                  </a:srgbClr>
                </a:gs>
                <a:gs pos="85714">
                  <a:srgbClr val="F36C39">
                    <a:alpha val="1902"/>
                  </a:srgbClr>
                </a:gs>
                <a:gs pos="100000">
                  <a:srgbClr val="F36C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8272489">
              <a:off x="3487509" y="3550752"/>
              <a:ext cx="314043" cy="187111"/>
            </a:xfrm>
            <a:prstGeom prst="ellipse">
              <a:avLst/>
            </a:prstGeom>
            <a:gradFill>
              <a:gsLst>
                <a:gs pos="0">
                  <a:srgbClr val="00001B">
                    <a:alpha val="32968"/>
                  </a:srgbClr>
                </a:gs>
                <a:gs pos="14286">
                  <a:srgbClr val="00001B">
                    <a:alpha val="30764"/>
                  </a:srgbClr>
                </a:gs>
                <a:gs pos="28571">
                  <a:srgbClr val="00001B">
                    <a:alpha val="24833"/>
                  </a:srgbClr>
                </a:gs>
                <a:gs pos="42857">
                  <a:srgbClr val="00001B">
                    <a:alpha val="17075"/>
                  </a:srgbClr>
                </a:gs>
                <a:gs pos="57143">
                  <a:srgbClr val="00001B">
                    <a:alpha val="9855"/>
                  </a:srgbClr>
                </a:gs>
                <a:gs pos="71429">
                  <a:srgbClr val="00001B">
                    <a:alpha val="4740"/>
                  </a:srgbClr>
                </a:gs>
                <a:gs pos="85714">
                  <a:srgbClr val="00001B">
                    <a:alpha val="1902"/>
                  </a:srgbClr>
                </a:gs>
                <a:gs pos="100000">
                  <a:srgbClr val="00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411373">
              <a:off x="2853597" y="256620"/>
              <a:ext cx="490699" cy="74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-8596014">
              <a:off x="2653584" y="2627384"/>
              <a:ext cx="829404" cy="3522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2964495">
              <a:off x="-170529" y="2284854"/>
              <a:ext cx="737422" cy="112273"/>
            </a:xfrm>
            <a:prstGeom prst="ellipse">
              <a:avLst/>
            </a:prstGeom>
            <a:gradFill>
              <a:gsLst>
                <a:gs pos="0">
                  <a:srgbClr val="9C0000">
                    <a:alpha val="32883"/>
                  </a:srgbClr>
                </a:gs>
                <a:gs pos="14286">
                  <a:srgbClr val="9C0000">
                    <a:alpha val="30683"/>
                  </a:srgbClr>
                </a:gs>
                <a:gs pos="28571">
                  <a:srgbClr val="9C0000">
                    <a:alpha val="24765"/>
                  </a:srgbClr>
                </a:gs>
                <a:gs pos="42857">
                  <a:srgbClr val="9C0000">
                    <a:alpha val="17026"/>
                  </a:srgbClr>
                </a:gs>
                <a:gs pos="57143">
                  <a:srgbClr val="9C0000">
                    <a:alpha val="9825"/>
                  </a:srgbClr>
                </a:gs>
                <a:gs pos="71429">
                  <a:srgbClr val="9C0000">
                    <a:alpha val="4726"/>
                  </a:srgbClr>
                </a:gs>
                <a:gs pos="85714">
                  <a:srgbClr val="9C0000">
                    <a:alpha val="1896"/>
                  </a:srgbClr>
                </a:gs>
                <a:gs pos="100000">
                  <a:srgbClr val="9C00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2710108">
              <a:off x="1576202" y="898859"/>
              <a:ext cx="300075" cy="33093"/>
            </a:xfrm>
            <a:prstGeom prst="ellipse">
              <a:avLst/>
            </a:prstGeom>
            <a:gradFill>
              <a:gsLst>
                <a:gs pos="0">
                  <a:srgbClr val="7D490A">
                    <a:alpha val="32497"/>
                  </a:srgbClr>
                </a:gs>
                <a:gs pos="14286">
                  <a:srgbClr val="7D490A">
                    <a:alpha val="30317"/>
                  </a:srgbClr>
                </a:gs>
                <a:gs pos="28571">
                  <a:srgbClr val="7D490A">
                    <a:alpha val="24456"/>
                  </a:srgbClr>
                </a:gs>
                <a:gs pos="42857">
                  <a:srgbClr val="7D490A">
                    <a:alpha val="16803"/>
                  </a:srgbClr>
                </a:gs>
                <a:gs pos="57143">
                  <a:srgbClr val="7D490A">
                    <a:alpha val="9691"/>
                  </a:srgbClr>
                </a:gs>
                <a:gs pos="71429">
                  <a:srgbClr val="7D490A">
                    <a:alpha val="4659"/>
                  </a:srgbClr>
                </a:gs>
                <a:gs pos="85714">
                  <a:srgbClr val="7D490A">
                    <a:alpha val="1869"/>
                  </a:srgbClr>
                </a:gs>
                <a:gs pos="100000">
                  <a:srgbClr val="7D490A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3537982">
              <a:off x="434911" y="2967449"/>
              <a:ext cx="729236" cy="133334"/>
            </a:xfrm>
            <a:prstGeom prst="ellipse">
              <a:avLst/>
            </a:prstGeom>
            <a:gradFill>
              <a:gsLst>
                <a:gs pos="0">
                  <a:srgbClr val="FF5A00">
                    <a:alpha val="32968"/>
                  </a:srgbClr>
                </a:gs>
                <a:gs pos="14286">
                  <a:srgbClr val="FF5A00">
                    <a:alpha val="30764"/>
                  </a:srgbClr>
                </a:gs>
                <a:gs pos="28571">
                  <a:srgbClr val="FF5A00">
                    <a:alpha val="24833"/>
                  </a:srgbClr>
                </a:gs>
                <a:gs pos="42857">
                  <a:srgbClr val="FF5A00">
                    <a:alpha val="17075"/>
                  </a:srgbClr>
                </a:gs>
                <a:gs pos="57143">
                  <a:srgbClr val="FF5A00">
                    <a:alpha val="9855"/>
                  </a:srgbClr>
                </a:gs>
                <a:gs pos="71429">
                  <a:srgbClr val="FF5A00">
                    <a:alpha val="4740"/>
                  </a:srgbClr>
                </a:gs>
                <a:gs pos="85714">
                  <a:srgbClr val="FF5A00">
                    <a:alpha val="1902"/>
                  </a:srgbClr>
                </a:gs>
                <a:gs pos="100000">
                  <a:srgbClr val="FF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9397657">
              <a:off x="1234782" y="3093172"/>
              <a:ext cx="660534" cy="82846"/>
            </a:xfrm>
            <a:prstGeom prst="ellipse">
              <a:avLst/>
            </a:prstGeom>
            <a:gradFill>
              <a:gsLst>
                <a:gs pos="0">
                  <a:srgbClr val="E86B37">
                    <a:alpha val="32968"/>
                  </a:srgbClr>
                </a:gs>
                <a:gs pos="14286">
                  <a:srgbClr val="E86B37">
                    <a:alpha val="30764"/>
                  </a:srgbClr>
                </a:gs>
                <a:gs pos="28571">
                  <a:srgbClr val="E86B37">
                    <a:alpha val="24833"/>
                  </a:srgbClr>
                </a:gs>
                <a:gs pos="42857">
                  <a:srgbClr val="E86B37">
                    <a:alpha val="17075"/>
                  </a:srgbClr>
                </a:gs>
                <a:gs pos="57143">
                  <a:srgbClr val="E86B37">
                    <a:alpha val="9855"/>
                  </a:srgbClr>
                </a:gs>
                <a:gs pos="71429">
                  <a:srgbClr val="E86B37">
                    <a:alpha val="4740"/>
                  </a:srgbClr>
                </a:gs>
                <a:gs pos="85714">
                  <a:srgbClr val="E86B37">
                    <a:alpha val="1902"/>
                  </a:srgbClr>
                </a:gs>
                <a:gs pos="100000">
                  <a:srgbClr val="E86B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245523">
              <a:off x="780819" y="1670953"/>
              <a:ext cx="610539" cy="171088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6733308">
              <a:off x="1076866" y="3540859"/>
              <a:ext cx="701987" cy="145942"/>
            </a:xfrm>
            <a:prstGeom prst="ellipse">
              <a:avLst/>
            </a:prstGeom>
            <a:gradFill>
              <a:gsLst>
                <a:gs pos="0">
                  <a:srgbClr val="F98158">
                    <a:alpha val="32968"/>
                  </a:srgbClr>
                </a:gs>
                <a:gs pos="14286">
                  <a:srgbClr val="F98158">
                    <a:alpha val="30764"/>
                  </a:srgbClr>
                </a:gs>
                <a:gs pos="28571">
                  <a:srgbClr val="F98158">
                    <a:alpha val="24833"/>
                  </a:srgbClr>
                </a:gs>
                <a:gs pos="42857">
                  <a:srgbClr val="F98158">
                    <a:alpha val="17075"/>
                  </a:srgbClr>
                </a:gs>
                <a:gs pos="57143">
                  <a:srgbClr val="F98158">
                    <a:alpha val="9855"/>
                  </a:srgbClr>
                </a:gs>
                <a:gs pos="71429">
                  <a:srgbClr val="F98158">
                    <a:alpha val="4740"/>
                  </a:srgbClr>
                </a:gs>
                <a:gs pos="85714">
                  <a:srgbClr val="F98158">
                    <a:alpha val="1902"/>
                  </a:srgbClr>
                </a:gs>
                <a:gs pos="100000">
                  <a:srgbClr val="F981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8523833">
              <a:off x="1228294" y="1033219"/>
              <a:ext cx="489390" cy="191616"/>
            </a:xfrm>
            <a:prstGeom prst="ellipse">
              <a:avLst/>
            </a:prstGeom>
            <a:gradFill>
              <a:gsLst>
                <a:gs pos="0">
                  <a:srgbClr val="FFE1C9">
                    <a:alpha val="32968"/>
                  </a:srgbClr>
                </a:gs>
                <a:gs pos="14286">
                  <a:srgbClr val="FFE1C9">
                    <a:alpha val="30764"/>
                  </a:srgbClr>
                </a:gs>
                <a:gs pos="28571">
                  <a:srgbClr val="FFE1C9">
                    <a:alpha val="24833"/>
                  </a:srgbClr>
                </a:gs>
                <a:gs pos="42857">
                  <a:srgbClr val="FFE1C9">
                    <a:alpha val="17075"/>
                  </a:srgbClr>
                </a:gs>
                <a:gs pos="57143">
                  <a:srgbClr val="FFE1C9">
                    <a:alpha val="9855"/>
                  </a:srgbClr>
                </a:gs>
                <a:gs pos="71429">
                  <a:srgbClr val="FFE1C9">
                    <a:alpha val="4740"/>
                  </a:srgbClr>
                </a:gs>
                <a:gs pos="85714">
                  <a:srgbClr val="FFE1C9">
                    <a:alpha val="1902"/>
                  </a:srgbClr>
                </a:gs>
                <a:gs pos="100000">
                  <a:srgbClr val="FFE1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6195908">
              <a:off x="1763589" y="2891952"/>
              <a:ext cx="560745" cy="11351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5754380">
              <a:off x="2673842" y="190731"/>
              <a:ext cx="761593" cy="210718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3994169">
              <a:off x="-152911" y="501866"/>
              <a:ext cx="768633" cy="3366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10137625">
              <a:off x="175373" y="3087494"/>
              <a:ext cx="558784" cy="152141"/>
            </a:xfrm>
            <a:prstGeom prst="ellipse">
              <a:avLst/>
            </a:prstGeom>
            <a:gradFill>
              <a:gsLst>
                <a:gs pos="0">
                  <a:srgbClr val="FFAD78">
                    <a:alpha val="32968"/>
                  </a:srgbClr>
                </a:gs>
                <a:gs pos="14286">
                  <a:srgbClr val="FFAD78">
                    <a:alpha val="30764"/>
                  </a:srgbClr>
                </a:gs>
                <a:gs pos="28571">
                  <a:srgbClr val="FFAD78">
                    <a:alpha val="24833"/>
                  </a:srgbClr>
                </a:gs>
                <a:gs pos="42857">
                  <a:srgbClr val="FFAD78">
                    <a:alpha val="17075"/>
                  </a:srgbClr>
                </a:gs>
                <a:gs pos="57143">
                  <a:srgbClr val="FFAD78">
                    <a:alpha val="9855"/>
                  </a:srgbClr>
                </a:gs>
                <a:gs pos="71429">
                  <a:srgbClr val="FFAD78">
                    <a:alpha val="4740"/>
                  </a:srgbClr>
                </a:gs>
                <a:gs pos="85714">
                  <a:srgbClr val="FFAD78">
                    <a:alpha val="1902"/>
                  </a:srgbClr>
                </a:gs>
                <a:gs pos="100000">
                  <a:srgbClr val="FFAD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945868">
              <a:off x="245166" y="3277109"/>
              <a:ext cx="255910" cy="246251"/>
            </a:xfrm>
            <a:prstGeom prst="ellipse">
              <a:avLst/>
            </a:prstGeom>
            <a:gradFill>
              <a:gsLst>
                <a:gs pos="0">
                  <a:srgbClr val="A50000">
                    <a:alpha val="32968"/>
                  </a:srgbClr>
                </a:gs>
                <a:gs pos="14286">
                  <a:srgbClr val="A50000">
                    <a:alpha val="30764"/>
                  </a:srgbClr>
                </a:gs>
                <a:gs pos="28571">
                  <a:srgbClr val="A50000">
                    <a:alpha val="24833"/>
                  </a:srgbClr>
                </a:gs>
                <a:gs pos="42857">
                  <a:srgbClr val="A50000">
                    <a:alpha val="17075"/>
                  </a:srgbClr>
                </a:gs>
                <a:gs pos="57143">
                  <a:srgbClr val="A50000">
                    <a:alpha val="9855"/>
                  </a:srgbClr>
                </a:gs>
                <a:gs pos="71429">
                  <a:srgbClr val="A50000">
                    <a:alpha val="4740"/>
                  </a:srgbClr>
                </a:gs>
                <a:gs pos="85714">
                  <a:srgbClr val="A50000">
                    <a:alpha val="1902"/>
                  </a:srgbClr>
                </a:gs>
                <a:gs pos="100000">
                  <a:srgbClr val="A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3715063">
              <a:off x="-180497" y="2774364"/>
              <a:ext cx="501595" cy="77062"/>
            </a:xfrm>
            <a:prstGeom prst="ellipse">
              <a:avLst/>
            </a:prstGeom>
            <a:gradFill>
              <a:gsLst>
                <a:gs pos="0">
                  <a:srgbClr val="DEF3FE">
                    <a:alpha val="30268"/>
                  </a:srgbClr>
                </a:gs>
                <a:gs pos="14286">
                  <a:srgbClr val="DEF3FE">
                    <a:alpha val="28204"/>
                  </a:srgbClr>
                </a:gs>
                <a:gs pos="28571">
                  <a:srgbClr val="DEF3FE">
                    <a:alpha val="22684"/>
                  </a:srgbClr>
                </a:gs>
                <a:gs pos="42857">
                  <a:srgbClr val="DEF3FE">
                    <a:alpha val="15528"/>
                  </a:srgbClr>
                </a:gs>
                <a:gs pos="57143">
                  <a:srgbClr val="DEF3FE">
                    <a:alpha val="8927"/>
                  </a:srgbClr>
                </a:gs>
                <a:gs pos="71429">
                  <a:srgbClr val="DEF3FE">
                    <a:alpha val="4283"/>
                  </a:srgbClr>
                </a:gs>
                <a:gs pos="85714">
                  <a:srgbClr val="DEF3FE">
                    <a:alpha val="1716"/>
                  </a:srgbClr>
                </a:gs>
                <a:gs pos="100000">
                  <a:srgbClr val="DEF3FE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4996945">
              <a:off x="382740" y="1176322"/>
              <a:ext cx="350599" cy="209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10428694">
              <a:off x="789634" y="3132786"/>
              <a:ext cx="237587" cy="195306"/>
            </a:xfrm>
            <a:prstGeom prst="ellipse">
              <a:avLst/>
            </a:prstGeom>
            <a:gradFill>
              <a:gsLst>
                <a:gs pos="0">
                  <a:srgbClr val="E3BCFF">
                    <a:alpha val="3878"/>
                  </a:srgbClr>
                </a:gs>
                <a:gs pos="14286">
                  <a:srgbClr val="E3BCFF">
                    <a:alpha val="3570"/>
                  </a:srgbClr>
                </a:gs>
                <a:gs pos="28571">
                  <a:srgbClr val="E3BCFF">
                    <a:alpha val="2783"/>
                  </a:srgbClr>
                </a:gs>
                <a:gs pos="42857">
                  <a:srgbClr val="E3BCFF">
                    <a:alpha val="1834"/>
                  </a:srgbClr>
                </a:gs>
                <a:gs pos="57143">
                  <a:srgbClr val="E3BCFF">
                    <a:alpha val="1021"/>
                  </a:srgbClr>
                </a:gs>
                <a:gs pos="71429">
                  <a:srgbClr val="E3BCFF">
                    <a:alpha val="479"/>
                  </a:srgbClr>
                </a:gs>
                <a:gs pos="85714">
                  <a:srgbClr val="E3BCFF">
                    <a:alpha val="190"/>
                  </a:srgbClr>
                </a:gs>
                <a:gs pos="100000">
                  <a:srgbClr val="E3BCFF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3378854">
              <a:off x="-285223" y="1379831"/>
              <a:ext cx="657211" cy="179483"/>
            </a:xfrm>
            <a:prstGeom prst="ellipse">
              <a:avLst/>
            </a:prstGeom>
            <a:gradFill>
              <a:gsLst>
                <a:gs pos="0">
                  <a:srgbClr val="DDDAE3">
                    <a:alpha val="32710"/>
                  </a:srgbClr>
                </a:gs>
                <a:gs pos="14286">
                  <a:srgbClr val="DDDAE3">
                    <a:alpha val="30519"/>
                  </a:srgbClr>
                </a:gs>
                <a:gs pos="28571">
                  <a:srgbClr val="DDDAE3">
                    <a:alpha val="24627"/>
                  </a:srgbClr>
                </a:gs>
                <a:gs pos="42857">
                  <a:srgbClr val="DDDAE3">
                    <a:alpha val="16926"/>
                  </a:srgbClr>
                </a:gs>
                <a:gs pos="57143">
                  <a:srgbClr val="DDDAE3">
                    <a:alpha val="9765"/>
                  </a:srgbClr>
                </a:gs>
                <a:gs pos="71429">
                  <a:srgbClr val="DDDAE3">
                    <a:alpha val="4696"/>
                  </a:srgbClr>
                </a:gs>
                <a:gs pos="85714">
                  <a:srgbClr val="DDDAE3">
                    <a:alpha val="1884"/>
                  </a:srgbClr>
                </a:gs>
                <a:gs pos="100000">
                  <a:srgbClr val="DDDAE3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7750548">
              <a:off x="771953" y="2564494"/>
              <a:ext cx="505347" cy="72911"/>
            </a:xfrm>
            <a:prstGeom prst="ellipse">
              <a:avLst/>
            </a:prstGeom>
            <a:gradFill>
              <a:gsLst>
                <a:gs pos="0">
                  <a:srgbClr val="0000A4">
                    <a:alpha val="32968"/>
                  </a:srgbClr>
                </a:gs>
                <a:gs pos="14286">
                  <a:srgbClr val="0000A4">
                    <a:alpha val="30764"/>
                  </a:srgbClr>
                </a:gs>
                <a:gs pos="28571">
                  <a:srgbClr val="0000A4">
                    <a:alpha val="24833"/>
                  </a:srgbClr>
                </a:gs>
                <a:gs pos="42857">
                  <a:srgbClr val="0000A4">
                    <a:alpha val="17075"/>
                  </a:srgbClr>
                </a:gs>
                <a:gs pos="57143">
                  <a:srgbClr val="0000A4">
                    <a:alpha val="9855"/>
                  </a:srgbClr>
                </a:gs>
                <a:gs pos="71429">
                  <a:srgbClr val="0000A4">
                    <a:alpha val="4740"/>
                  </a:srgbClr>
                </a:gs>
                <a:gs pos="85714">
                  <a:srgbClr val="0000A4">
                    <a:alpha val="1902"/>
                  </a:srgbClr>
                </a:gs>
                <a:gs pos="100000">
                  <a:srgbClr val="0000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542541">
              <a:off x="1357111" y="2867379"/>
              <a:ext cx="497237" cy="124006"/>
            </a:xfrm>
            <a:prstGeom prst="ellipse">
              <a:avLst/>
            </a:prstGeom>
            <a:gradFill>
              <a:gsLst>
                <a:gs pos="0">
                  <a:srgbClr val="FF8854">
                    <a:alpha val="32968"/>
                  </a:srgbClr>
                </a:gs>
                <a:gs pos="14286">
                  <a:srgbClr val="FF8854">
                    <a:alpha val="30764"/>
                  </a:srgbClr>
                </a:gs>
                <a:gs pos="28571">
                  <a:srgbClr val="FF8854">
                    <a:alpha val="24833"/>
                  </a:srgbClr>
                </a:gs>
                <a:gs pos="42857">
                  <a:srgbClr val="FF8854">
                    <a:alpha val="17075"/>
                  </a:srgbClr>
                </a:gs>
                <a:gs pos="57143">
                  <a:srgbClr val="FF8854">
                    <a:alpha val="9855"/>
                  </a:srgbClr>
                </a:gs>
                <a:gs pos="71429">
                  <a:srgbClr val="FF8854">
                    <a:alpha val="4740"/>
                  </a:srgbClr>
                </a:gs>
                <a:gs pos="85714">
                  <a:srgbClr val="FF8854">
                    <a:alpha val="1902"/>
                  </a:srgbClr>
                </a:gs>
                <a:gs pos="100000">
                  <a:srgbClr val="FF88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3516421">
              <a:off x="2681342" y="341334"/>
              <a:ext cx="544407" cy="276740"/>
            </a:xfrm>
            <a:prstGeom prst="ellipse">
              <a:avLst/>
            </a:prstGeom>
            <a:gradFill>
              <a:gsLst>
                <a:gs pos="0">
                  <a:srgbClr val="D0A100">
                    <a:alpha val="32968"/>
                  </a:srgbClr>
                </a:gs>
                <a:gs pos="14286">
                  <a:srgbClr val="D0A100">
                    <a:alpha val="30764"/>
                  </a:srgbClr>
                </a:gs>
                <a:gs pos="28571">
                  <a:srgbClr val="D0A100">
                    <a:alpha val="24833"/>
                  </a:srgbClr>
                </a:gs>
                <a:gs pos="42857">
                  <a:srgbClr val="D0A100">
                    <a:alpha val="17075"/>
                  </a:srgbClr>
                </a:gs>
                <a:gs pos="57143">
                  <a:srgbClr val="D0A100">
                    <a:alpha val="9855"/>
                  </a:srgbClr>
                </a:gs>
                <a:gs pos="71429">
                  <a:srgbClr val="D0A100">
                    <a:alpha val="4740"/>
                  </a:srgbClr>
                </a:gs>
                <a:gs pos="85714">
                  <a:srgbClr val="D0A100">
                    <a:alpha val="1902"/>
                  </a:srgbClr>
                </a:gs>
                <a:gs pos="100000">
                  <a:srgbClr val="D0A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2962802">
              <a:off x="3165744" y="2856682"/>
              <a:ext cx="321093" cy="195772"/>
            </a:xfrm>
            <a:prstGeom prst="ellipse">
              <a:avLst/>
            </a:prstGeom>
            <a:gradFill>
              <a:gsLst>
                <a:gs pos="0">
                  <a:srgbClr val="003F00">
                    <a:alpha val="32968"/>
                  </a:srgbClr>
                </a:gs>
                <a:gs pos="14286">
                  <a:srgbClr val="003F00">
                    <a:alpha val="30764"/>
                  </a:srgbClr>
                </a:gs>
                <a:gs pos="28571">
                  <a:srgbClr val="003F00">
                    <a:alpha val="24833"/>
                  </a:srgbClr>
                </a:gs>
                <a:gs pos="42857">
                  <a:srgbClr val="003F00">
                    <a:alpha val="17075"/>
                  </a:srgbClr>
                </a:gs>
                <a:gs pos="57143">
                  <a:srgbClr val="003F00">
                    <a:alpha val="9855"/>
                  </a:srgbClr>
                </a:gs>
                <a:gs pos="71429">
                  <a:srgbClr val="003F00">
                    <a:alpha val="4740"/>
                  </a:srgbClr>
                </a:gs>
                <a:gs pos="85714">
                  <a:srgbClr val="003F00">
                    <a:alpha val="1902"/>
                  </a:srgbClr>
                </a:gs>
                <a:gs pos="100000">
                  <a:srgbClr val="003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9220132">
              <a:off x="334059" y="3200286"/>
              <a:ext cx="595658" cy="612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6059720">
              <a:off x="881040" y="3067172"/>
              <a:ext cx="314077" cy="215349"/>
            </a:xfrm>
            <a:prstGeom prst="ellipse">
              <a:avLst/>
            </a:prstGeom>
            <a:gradFill>
              <a:gsLst>
                <a:gs pos="0">
                  <a:srgbClr val="C63B00">
                    <a:alpha val="29997"/>
                  </a:srgbClr>
                </a:gs>
                <a:gs pos="14286">
                  <a:srgbClr val="C63B00">
                    <a:alpha val="27948"/>
                  </a:srgbClr>
                </a:gs>
                <a:gs pos="28571">
                  <a:srgbClr val="C63B00">
                    <a:alpha val="22470"/>
                  </a:srgbClr>
                </a:gs>
                <a:gs pos="42857">
                  <a:srgbClr val="C63B00">
                    <a:alpha val="15375"/>
                  </a:srgbClr>
                </a:gs>
                <a:gs pos="57143">
                  <a:srgbClr val="C63B00">
                    <a:alpha val="8835"/>
                  </a:srgbClr>
                </a:gs>
                <a:gs pos="71429">
                  <a:srgbClr val="C63B00">
                    <a:alpha val="4237"/>
                  </a:srgbClr>
                </a:gs>
                <a:gs pos="85714">
                  <a:srgbClr val="C63B00">
                    <a:alpha val="1698"/>
                  </a:srgbClr>
                </a:gs>
                <a:gs pos="100000">
                  <a:srgbClr val="C63B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4633462">
              <a:off x="1407834" y="3544390"/>
              <a:ext cx="695335" cy="109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5670464">
              <a:off x="1425154" y="1334051"/>
              <a:ext cx="741455" cy="497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043809">
              <a:off x="1570978" y="439036"/>
              <a:ext cx="260716" cy="254509"/>
            </a:xfrm>
            <a:prstGeom prst="ellipse">
              <a:avLst/>
            </a:prstGeom>
            <a:gradFill>
              <a:gsLst>
                <a:gs pos="0">
                  <a:srgbClr val="D26500">
                    <a:alpha val="5312"/>
                  </a:srgbClr>
                </a:gs>
                <a:gs pos="14286">
                  <a:srgbClr val="D26500">
                    <a:alpha val="4893"/>
                  </a:srgbClr>
                </a:gs>
                <a:gs pos="28571">
                  <a:srgbClr val="D26500">
                    <a:alpha val="3821"/>
                  </a:srgbClr>
                </a:gs>
                <a:gs pos="42857">
                  <a:srgbClr val="D26500">
                    <a:alpha val="2523"/>
                  </a:srgbClr>
                </a:gs>
                <a:gs pos="57143">
                  <a:srgbClr val="D26500">
                    <a:alpha val="1406"/>
                  </a:srgbClr>
                </a:gs>
                <a:gs pos="71429">
                  <a:srgbClr val="D26500">
                    <a:alpha val="661"/>
                  </a:srgbClr>
                </a:gs>
                <a:gs pos="85714">
                  <a:srgbClr val="D26500">
                    <a:alpha val="262"/>
                  </a:srgbClr>
                </a:gs>
                <a:gs pos="100000">
                  <a:srgbClr val="D265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3741242">
              <a:off x="1631856" y="2214482"/>
              <a:ext cx="509210" cy="154301"/>
            </a:xfrm>
            <a:prstGeom prst="ellipse">
              <a:avLst/>
            </a:prstGeom>
            <a:gradFill>
              <a:gsLst>
                <a:gs pos="0">
                  <a:srgbClr val="FF520F">
                    <a:alpha val="27053"/>
                  </a:srgbClr>
                </a:gs>
                <a:gs pos="14286">
                  <a:srgbClr val="FF520F">
                    <a:alpha val="25168"/>
                  </a:srgbClr>
                </a:gs>
                <a:gs pos="28571">
                  <a:srgbClr val="FF520F">
                    <a:alpha val="20157"/>
                  </a:srgbClr>
                </a:gs>
                <a:gs pos="42857">
                  <a:srgbClr val="FF520F">
                    <a:alpha val="13727"/>
                  </a:srgbClr>
                </a:gs>
                <a:gs pos="57143">
                  <a:srgbClr val="FF520F">
                    <a:alpha val="7856"/>
                  </a:srgbClr>
                </a:gs>
                <a:gs pos="71429">
                  <a:srgbClr val="FF520F">
                    <a:alpha val="3757"/>
                  </a:srgbClr>
                </a:gs>
                <a:gs pos="85714">
                  <a:srgbClr val="FF520F">
                    <a:alpha val="1503"/>
                  </a:srgbClr>
                </a:gs>
                <a:gs pos="100000">
                  <a:srgbClr val="FF520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6186838">
              <a:off x="854914" y="1095286"/>
              <a:ext cx="766992" cy="2537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7865648">
              <a:off x="2386962" y="1338074"/>
              <a:ext cx="579063" cy="80888"/>
            </a:xfrm>
            <a:prstGeom prst="ellipse">
              <a:avLst/>
            </a:prstGeom>
            <a:gradFill>
              <a:gsLst>
                <a:gs pos="0">
                  <a:srgbClr val="FFF5FC">
                    <a:alpha val="32968"/>
                  </a:srgbClr>
                </a:gs>
                <a:gs pos="14286">
                  <a:srgbClr val="FFF5FC">
                    <a:alpha val="30764"/>
                  </a:srgbClr>
                </a:gs>
                <a:gs pos="28571">
                  <a:srgbClr val="FFF5FC">
                    <a:alpha val="24833"/>
                  </a:srgbClr>
                </a:gs>
                <a:gs pos="42857">
                  <a:srgbClr val="FFF5FC">
                    <a:alpha val="17075"/>
                  </a:srgbClr>
                </a:gs>
                <a:gs pos="57143">
                  <a:srgbClr val="FFF5FC">
                    <a:alpha val="9855"/>
                  </a:srgbClr>
                </a:gs>
                <a:gs pos="71429">
                  <a:srgbClr val="FFF5FC">
                    <a:alpha val="4740"/>
                  </a:srgbClr>
                </a:gs>
                <a:gs pos="85714">
                  <a:srgbClr val="FFF5FC">
                    <a:alpha val="1902"/>
                  </a:srgbClr>
                </a:gs>
                <a:gs pos="100000">
                  <a:srgbClr val="FFF5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2902605">
              <a:off x="887300" y="1752356"/>
              <a:ext cx="789767" cy="293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3672465">
              <a:off x="-223177" y="365566"/>
              <a:ext cx="745431" cy="214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6814931">
              <a:off x="1885755" y="719153"/>
              <a:ext cx="416023" cy="612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8266268">
              <a:off x="-130729" y="934792"/>
              <a:ext cx="383259" cy="184493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5383101">
              <a:off x="2368510" y="937407"/>
              <a:ext cx="702187" cy="87095"/>
            </a:xfrm>
            <a:prstGeom prst="ellipse">
              <a:avLst/>
            </a:prstGeom>
            <a:gradFill>
              <a:gsLst>
                <a:gs pos="0">
                  <a:srgbClr val="F6F2FF">
                    <a:alpha val="32968"/>
                  </a:srgbClr>
                </a:gs>
                <a:gs pos="14286">
                  <a:srgbClr val="F6F2FF">
                    <a:alpha val="30764"/>
                  </a:srgbClr>
                </a:gs>
                <a:gs pos="28571">
                  <a:srgbClr val="F6F2FF">
                    <a:alpha val="24833"/>
                  </a:srgbClr>
                </a:gs>
                <a:gs pos="42857">
                  <a:srgbClr val="F6F2FF">
                    <a:alpha val="17075"/>
                  </a:srgbClr>
                </a:gs>
                <a:gs pos="57143">
                  <a:srgbClr val="F6F2FF">
                    <a:alpha val="9855"/>
                  </a:srgbClr>
                </a:gs>
                <a:gs pos="71429">
                  <a:srgbClr val="F6F2FF">
                    <a:alpha val="4740"/>
                  </a:srgbClr>
                </a:gs>
                <a:gs pos="85714">
                  <a:srgbClr val="F6F2FF">
                    <a:alpha val="1902"/>
                  </a:srgbClr>
                </a:gs>
                <a:gs pos="100000">
                  <a:srgbClr val="F6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5158079">
              <a:off x="3381069" y="3111351"/>
              <a:ext cx="369590" cy="91307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8830778">
              <a:off x="881625" y="1705055"/>
              <a:ext cx="715877" cy="264092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8612858">
              <a:off x="57488" y="3259969"/>
              <a:ext cx="552861" cy="836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7950270">
              <a:off x="700700" y="2086283"/>
              <a:ext cx="266574" cy="214258"/>
            </a:xfrm>
            <a:prstGeom prst="ellipse">
              <a:avLst/>
            </a:prstGeom>
            <a:gradFill>
              <a:gsLst>
                <a:gs pos="0">
                  <a:srgbClr val="E3E3A6">
                    <a:alpha val="9672"/>
                  </a:srgbClr>
                </a:gs>
                <a:gs pos="14286">
                  <a:srgbClr val="E3E3A6">
                    <a:alpha val="8926"/>
                  </a:srgbClr>
                </a:gs>
                <a:gs pos="28571">
                  <a:srgbClr val="E3E3A6">
                    <a:alpha val="7002"/>
                  </a:srgbClr>
                </a:gs>
                <a:gs pos="42857">
                  <a:srgbClr val="E3E3A6">
                    <a:alpha val="4650"/>
                  </a:srgbClr>
                </a:gs>
                <a:gs pos="57143">
                  <a:srgbClr val="E3E3A6">
                    <a:alpha val="2604"/>
                  </a:srgbClr>
                </a:gs>
                <a:gs pos="71429">
                  <a:srgbClr val="E3E3A6">
                    <a:alpha val="1227"/>
                  </a:srgbClr>
                </a:gs>
                <a:gs pos="85714">
                  <a:srgbClr val="E3E3A6">
                    <a:alpha val="487"/>
                  </a:srgbClr>
                </a:gs>
                <a:gs pos="100000">
                  <a:srgbClr val="E3E3A6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9932414">
              <a:off x="1936597" y="2675521"/>
              <a:ext cx="386810" cy="196864"/>
            </a:xfrm>
            <a:prstGeom prst="ellipse">
              <a:avLst/>
            </a:prstGeom>
            <a:gradFill>
              <a:gsLst>
                <a:gs pos="0">
                  <a:srgbClr val="FF6100">
                    <a:alpha val="31569"/>
                  </a:srgbClr>
                </a:gs>
                <a:gs pos="14286">
                  <a:srgbClr val="FF6100">
                    <a:alpha val="29437"/>
                  </a:srgbClr>
                </a:gs>
                <a:gs pos="28571">
                  <a:srgbClr val="FF6100">
                    <a:alpha val="23717"/>
                  </a:srgbClr>
                </a:gs>
                <a:gs pos="42857">
                  <a:srgbClr val="FF6100">
                    <a:alpha val="16270"/>
                  </a:srgbClr>
                </a:gs>
                <a:gs pos="57143">
                  <a:srgbClr val="FF6100">
                    <a:alpha val="9371"/>
                  </a:srgbClr>
                </a:gs>
                <a:gs pos="71429">
                  <a:srgbClr val="FF6100">
                    <a:alpha val="4501"/>
                  </a:srgbClr>
                </a:gs>
                <a:gs pos="85714">
                  <a:srgbClr val="FF6100">
                    <a:alpha val="1805"/>
                  </a:srgbClr>
                </a:gs>
                <a:gs pos="100000">
                  <a:srgbClr val="FF61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8869400">
              <a:off x="1393984" y="3354168"/>
              <a:ext cx="330392" cy="65740"/>
            </a:xfrm>
            <a:prstGeom prst="ellipse">
              <a:avLst/>
            </a:prstGeom>
            <a:gradFill>
              <a:gsLst>
                <a:gs pos="0">
                  <a:srgbClr val="D50000">
                    <a:alpha val="9959"/>
                  </a:srgbClr>
                </a:gs>
                <a:gs pos="14286">
                  <a:srgbClr val="D50000">
                    <a:alpha val="9192"/>
                  </a:srgbClr>
                </a:gs>
                <a:gs pos="28571">
                  <a:srgbClr val="D50000">
                    <a:alpha val="7213"/>
                  </a:srgbClr>
                </a:gs>
                <a:gs pos="42857">
                  <a:srgbClr val="D50000">
                    <a:alpha val="4792"/>
                  </a:srgbClr>
                </a:gs>
                <a:gs pos="57143">
                  <a:srgbClr val="D50000">
                    <a:alpha val="2684"/>
                  </a:srgbClr>
                </a:gs>
                <a:gs pos="71429">
                  <a:srgbClr val="D50000">
                    <a:alpha val="1266"/>
                  </a:srgbClr>
                </a:gs>
                <a:gs pos="85714">
                  <a:srgbClr val="D50000">
                    <a:alpha val="502"/>
                  </a:srgbClr>
                </a:gs>
                <a:gs pos="100000">
                  <a:srgbClr val="D500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6214661">
              <a:off x="1236953" y="228546"/>
              <a:ext cx="274201" cy="866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9384000">
              <a:off x="161290" y="3593881"/>
              <a:ext cx="763440" cy="85099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-10144987">
              <a:off x="-193699" y="66870"/>
              <a:ext cx="754757" cy="406976"/>
            </a:xfrm>
            <a:prstGeom prst="ellipse">
              <a:avLst/>
            </a:prstGeom>
            <a:gradFill>
              <a:gsLst>
                <a:gs pos="0">
                  <a:srgbClr val="1B0068">
                    <a:alpha val="32968"/>
                  </a:srgbClr>
                </a:gs>
                <a:gs pos="14286">
                  <a:srgbClr val="1B0068">
                    <a:alpha val="30764"/>
                  </a:srgbClr>
                </a:gs>
                <a:gs pos="28571">
                  <a:srgbClr val="1B0068">
                    <a:alpha val="24833"/>
                  </a:srgbClr>
                </a:gs>
                <a:gs pos="42857">
                  <a:srgbClr val="1B0068">
                    <a:alpha val="17075"/>
                  </a:srgbClr>
                </a:gs>
                <a:gs pos="57143">
                  <a:srgbClr val="1B0068">
                    <a:alpha val="9855"/>
                  </a:srgbClr>
                </a:gs>
                <a:gs pos="71429">
                  <a:srgbClr val="1B0068">
                    <a:alpha val="4740"/>
                  </a:srgbClr>
                </a:gs>
                <a:gs pos="85714">
                  <a:srgbClr val="1B0068">
                    <a:alpha val="1902"/>
                  </a:srgbClr>
                </a:gs>
                <a:gs pos="100000">
                  <a:srgbClr val="1B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3411837">
              <a:off x="757567" y="3018370"/>
              <a:ext cx="332916" cy="219662"/>
            </a:xfrm>
            <a:prstGeom prst="ellipse">
              <a:avLst/>
            </a:prstGeom>
            <a:gradFill>
              <a:gsLst>
                <a:gs pos="0">
                  <a:srgbClr val="810000">
                    <a:alpha val="30459"/>
                  </a:srgbClr>
                </a:gs>
                <a:gs pos="14286">
                  <a:srgbClr val="810000">
                    <a:alpha val="28386"/>
                  </a:srgbClr>
                </a:gs>
                <a:gs pos="28571">
                  <a:srgbClr val="810000">
                    <a:alpha val="22836"/>
                  </a:srgbClr>
                </a:gs>
                <a:gs pos="42857">
                  <a:srgbClr val="810000">
                    <a:alpha val="15637"/>
                  </a:srgbClr>
                </a:gs>
                <a:gs pos="57143">
                  <a:srgbClr val="810000">
                    <a:alpha val="8992"/>
                  </a:srgbClr>
                </a:gs>
                <a:gs pos="71429">
                  <a:srgbClr val="810000">
                    <a:alpha val="4314"/>
                  </a:srgbClr>
                </a:gs>
                <a:gs pos="85714">
                  <a:srgbClr val="810000">
                    <a:alpha val="1729"/>
                  </a:srgbClr>
                </a:gs>
                <a:gs pos="100000">
                  <a:srgbClr val="810000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10054086">
              <a:off x="1493950" y="1947426"/>
              <a:ext cx="753016" cy="2066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9538193">
              <a:off x="1038388" y="3518715"/>
              <a:ext cx="341265" cy="844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6286614">
              <a:off x="1845817" y="642141"/>
              <a:ext cx="493324" cy="1110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9508386">
              <a:off x="1482422" y="3493430"/>
              <a:ext cx="344349" cy="243639"/>
            </a:xfrm>
            <a:prstGeom prst="ellipse">
              <a:avLst/>
            </a:prstGeom>
            <a:gradFill>
              <a:gsLst>
                <a:gs pos="0">
                  <a:srgbClr val="3F2B00">
                    <a:alpha val="32968"/>
                  </a:srgbClr>
                </a:gs>
                <a:gs pos="14286">
                  <a:srgbClr val="3F2B00">
                    <a:alpha val="30764"/>
                  </a:srgbClr>
                </a:gs>
                <a:gs pos="28571">
                  <a:srgbClr val="3F2B00">
                    <a:alpha val="24833"/>
                  </a:srgbClr>
                </a:gs>
                <a:gs pos="42857">
                  <a:srgbClr val="3F2B00">
                    <a:alpha val="17075"/>
                  </a:srgbClr>
                </a:gs>
                <a:gs pos="57143">
                  <a:srgbClr val="3F2B00">
                    <a:alpha val="9855"/>
                  </a:srgbClr>
                </a:gs>
                <a:gs pos="71429">
                  <a:srgbClr val="3F2B00">
                    <a:alpha val="4740"/>
                  </a:srgbClr>
                </a:gs>
                <a:gs pos="85714">
                  <a:srgbClr val="3F2B00">
                    <a:alpha val="1902"/>
                  </a:srgbClr>
                </a:gs>
                <a:gs pos="100000">
                  <a:srgbClr val="3F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9933144">
              <a:off x="1711153" y="3418200"/>
              <a:ext cx="244614" cy="237481"/>
            </a:xfrm>
            <a:prstGeom prst="ellipse">
              <a:avLst/>
            </a:prstGeom>
            <a:gradFill>
              <a:gsLst>
                <a:gs pos="0">
                  <a:srgbClr val="FF0000">
                    <a:alpha val="1204"/>
                  </a:srgbClr>
                </a:gs>
                <a:gs pos="14286">
                  <a:srgbClr val="FF0000">
                    <a:alpha val="1107"/>
                  </a:srgbClr>
                </a:gs>
                <a:gs pos="28571">
                  <a:srgbClr val="FF0000">
                    <a:alpha val="861"/>
                  </a:srgbClr>
                </a:gs>
                <a:gs pos="42857">
                  <a:srgbClr val="FF0000">
                    <a:alpha val="565"/>
                  </a:srgbClr>
                </a:gs>
                <a:gs pos="57143">
                  <a:srgbClr val="FF0000">
                    <a:alpha val="314"/>
                  </a:srgbClr>
                </a:gs>
                <a:gs pos="71429">
                  <a:srgbClr val="FF0000">
                    <a:alpha val="147"/>
                  </a:srgbClr>
                </a:gs>
                <a:gs pos="85714">
                  <a:srgbClr val="FF0000">
                    <a:alpha val="58"/>
                  </a:srgbClr>
                </a:gs>
                <a:gs pos="100000">
                  <a:srgbClr val="FF00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-8900293">
              <a:off x="1071079" y="1775292"/>
              <a:ext cx="331735" cy="21715"/>
            </a:xfrm>
            <a:prstGeom prst="ellipse">
              <a:avLst/>
            </a:prstGeom>
            <a:gradFill>
              <a:gsLst>
                <a:gs pos="0">
                  <a:srgbClr val="FFE7FF">
                    <a:alpha val="32968"/>
                  </a:srgbClr>
                </a:gs>
                <a:gs pos="14286">
                  <a:srgbClr val="FFE7FF">
                    <a:alpha val="30764"/>
                  </a:srgbClr>
                </a:gs>
                <a:gs pos="28571">
                  <a:srgbClr val="FFE7FF">
                    <a:alpha val="24833"/>
                  </a:srgbClr>
                </a:gs>
                <a:gs pos="42857">
                  <a:srgbClr val="FFE7FF">
                    <a:alpha val="17075"/>
                  </a:srgbClr>
                </a:gs>
                <a:gs pos="57143">
                  <a:srgbClr val="FFE7FF">
                    <a:alpha val="9855"/>
                  </a:srgbClr>
                </a:gs>
                <a:gs pos="71429">
                  <a:srgbClr val="FFE7FF">
                    <a:alpha val="4740"/>
                  </a:srgbClr>
                </a:gs>
                <a:gs pos="85714">
                  <a:srgbClr val="FFE7FF">
                    <a:alpha val="1902"/>
                  </a:srgbClr>
                </a:gs>
                <a:gs pos="100000">
                  <a:srgbClr val="FF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8438875">
              <a:off x="3112724" y="2775774"/>
              <a:ext cx="275411" cy="181687"/>
            </a:xfrm>
            <a:prstGeom prst="ellipse">
              <a:avLst/>
            </a:prstGeom>
            <a:gradFill>
              <a:gsLst>
                <a:gs pos="0">
                  <a:srgbClr val="003C00">
                    <a:alpha val="32968"/>
                  </a:srgbClr>
                </a:gs>
                <a:gs pos="14286">
                  <a:srgbClr val="003C00">
                    <a:alpha val="30764"/>
                  </a:srgbClr>
                </a:gs>
                <a:gs pos="28571">
                  <a:srgbClr val="003C00">
                    <a:alpha val="24833"/>
                  </a:srgbClr>
                </a:gs>
                <a:gs pos="42857">
                  <a:srgbClr val="003C00">
                    <a:alpha val="17075"/>
                  </a:srgbClr>
                </a:gs>
                <a:gs pos="57143">
                  <a:srgbClr val="003C00">
                    <a:alpha val="9855"/>
                  </a:srgbClr>
                </a:gs>
                <a:gs pos="71429">
                  <a:srgbClr val="003C00">
                    <a:alpha val="4740"/>
                  </a:srgbClr>
                </a:gs>
                <a:gs pos="85714">
                  <a:srgbClr val="003C00">
                    <a:alpha val="1902"/>
                  </a:srgbClr>
                </a:gs>
                <a:gs pos="100000">
                  <a:srgbClr val="00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10547778">
              <a:off x="341633" y="3498378"/>
              <a:ext cx="588294" cy="114810"/>
            </a:xfrm>
            <a:prstGeom prst="ellipse">
              <a:avLst/>
            </a:prstGeom>
            <a:gradFill>
              <a:gsLst>
                <a:gs pos="0">
                  <a:srgbClr val="FF8F5B">
                    <a:alpha val="32968"/>
                  </a:srgbClr>
                </a:gs>
                <a:gs pos="14286">
                  <a:srgbClr val="FF8F5B">
                    <a:alpha val="30764"/>
                  </a:srgbClr>
                </a:gs>
                <a:gs pos="28571">
                  <a:srgbClr val="FF8F5B">
                    <a:alpha val="24833"/>
                  </a:srgbClr>
                </a:gs>
                <a:gs pos="42857">
                  <a:srgbClr val="FF8F5B">
                    <a:alpha val="17075"/>
                  </a:srgbClr>
                </a:gs>
                <a:gs pos="57143">
                  <a:srgbClr val="FF8F5B">
                    <a:alpha val="9855"/>
                  </a:srgbClr>
                </a:gs>
                <a:gs pos="71429">
                  <a:srgbClr val="FF8F5B">
                    <a:alpha val="4740"/>
                  </a:srgbClr>
                </a:gs>
                <a:gs pos="85714">
                  <a:srgbClr val="FF8F5B">
                    <a:alpha val="1902"/>
                  </a:srgbClr>
                </a:gs>
                <a:gs pos="100000">
                  <a:srgbClr val="FF8F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10269638">
              <a:off x="1476668" y="1959257"/>
              <a:ext cx="477492" cy="117158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7571808">
              <a:off x="3068220" y="1790837"/>
              <a:ext cx="309042" cy="172483"/>
            </a:xfrm>
            <a:prstGeom prst="ellipse">
              <a:avLst/>
            </a:prstGeom>
            <a:gradFill>
              <a:gsLst>
                <a:gs pos="0">
                  <a:srgbClr val="002600">
                    <a:alpha val="32968"/>
                  </a:srgbClr>
                </a:gs>
                <a:gs pos="14286">
                  <a:srgbClr val="002600">
                    <a:alpha val="30764"/>
                  </a:srgbClr>
                </a:gs>
                <a:gs pos="28571">
                  <a:srgbClr val="002600">
                    <a:alpha val="24833"/>
                  </a:srgbClr>
                </a:gs>
                <a:gs pos="42857">
                  <a:srgbClr val="002600">
                    <a:alpha val="17075"/>
                  </a:srgbClr>
                </a:gs>
                <a:gs pos="57143">
                  <a:srgbClr val="002600">
                    <a:alpha val="9855"/>
                  </a:srgbClr>
                </a:gs>
                <a:gs pos="71429">
                  <a:srgbClr val="002600">
                    <a:alpha val="4740"/>
                  </a:srgbClr>
                </a:gs>
                <a:gs pos="85714">
                  <a:srgbClr val="002600">
                    <a:alpha val="1902"/>
                  </a:srgbClr>
                </a:gs>
                <a:gs pos="100000">
                  <a:srgbClr val="00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901960">
              <a:off x="1310266" y="3129880"/>
              <a:ext cx="486312" cy="215028"/>
            </a:xfrm>
            <a:prstGeom prst="ellipse">
              <a:avLst/>
            </a:prstGeom>
            <a:gradFill>
              <a:gsLst>
                <a:gs pos="0">
                  <a:srgbClr val="A76609">
                    <a:alpha val="32968"/>
                  </a:srgbClr>
                </a:gs>
                <a:gs pos="14286">
                  <a:srgbClr val="A76609">
                    <a:alpha val="30764"/>
                  </a:srgbClr>
                </a:gs>
                <a:gs pos="28571">
                  <a:srgbClr val="A76609">
                    <a:alpha val="24833"/>
                  </a:srgbClr>
                </a:gs>
                <a:gs pos="42857">
                  <a:srgbClr val="A76609">
                    <a:alpha val="17075"/>
                  </a:srgbClr>
                </a:gs>
                <a:gs pos="57143">
                  <a:srgbClr val="A76609">
                    <a:alpha val="9855"/>
                  </a:srgbClr>
                </a:gs>
                <a:gs pos="71429">
                  <a:srgbClr val="A76609">
                    <a:alpha val="4740"/>
                  </a:srgbClr>
                </a:gs>
                <a:gs pos="85714">
                  <a:srgbClr val="A76609">
                    <a:alpha val="1902"/>
                  </a:srgbClr>
                </a:gs>
                <a:gs pos="100000">
                  <a:srgbClr val="A766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7862980">
              <a:off x="2102713" y="2477560"/>
              <a:ext cx="626493" cy="10647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4042025">
              <a:off x="165661" y="3062538"/>
              <a:ext cx="237603" cy="214090"/>
            </a:xfrm>
            <a:prstGeom prst="ellipse">
              <a:avLst/>
            </a:prstGeom>
            <a:gradFill>
              <a:gsLst>
                <a:gs pos="0">
                  <a:srgbClr val="D465D2">
                    <a:alpha val="2526"/>
                  </a:srgbClr>
                </a:gs>
                <a:gs pos="14286">
                  <a:srgbClr val="D465D2">
                    <a:alpha val="2324"/>
                  </a:srgbClr>
                </a:gs>
                <a:gs pos="28571">
                  <a:srgbClr val="D465D2">
                    <a:alpha val="1809"/>
                  </a:srgbClr>
                </a:gs>
                <a:gs pos="42857">
                  <a:srgbClr val="D465D2">
                    <a:alpha val="1190"/>
                  </a:srgbClr>
                </a:gs>
                <a:gs pos="57143">
                  <a:srgbClr val="D465D2">
                    <a:alpha val="661"/>
                  </a:srgbClr>
                </a:gs>
                <a:gs pos="71429">
                  <a:srgbClr val="D465D2">
                    <a:alpha val="310"/>
                  </a:srgbClr>
                </a:gs>
                <a:gs pos="85714">
                  <a:srgbClr val="D465D2">
                    <a:alpha val="123"/>
                  </a:srgbClr>
                </a:gs>
                <a:gs pos="100000">
                  <a:srgbClr val="D465D2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4651295">
              <a:off x="2113596" y="2364389"/>
              <a:ext cx="444528" cy="89239"/>
            </a:xfrm>
            <a:prstGeom prst="ellipse">
              <a:avLst/>
            </a:prstGeom>
            <a:gradFill>
              <a:gsLst>
                <a:gs pos="0">
                  <a:srgbClr val="FFA969">
                    <a:alpha val="32968"/>
                  </a:srgbClr>
                </a:gs>
                <a:gs pos="14286">
                  <a:srgbClr val="FFA969">
                    <a:alpha val="30764"/>
                  </a:srgbClr>
                </a:gs>
                <a:gs pos="28571">
                  <a:srgbClr val="FFA969">
                    <a:alpha val="24833"/>
                  </a:srgbClr>
                </a:gs>
                <a:gs pos="42857">
                  <a:srgbClr val="FFA969">
                    <a:alpha val="17075"/>
                  </a:srgbClr>
                </a:gs>
                <a:gs pos="57143">
                  <a:srgbClr val="FFA969">
                    <a:alpha val="9855"/>
                  </a:srgbClr>
                </a:gs>
                <a:gs pos="71429">
                  <a:srgbClr val="FFA969">
                    <a:alpha val="4740"/>
                  </a:srgbClr>
                </a:gs>
                <a:gs pos="85714">
                  <a:srgbClr val="FFA969">
                    <a:alpha val="1902"/>
                  </a:srgbClr>
                </a:gs>
                <a:gs pos="100000">
                  <a:srgbClr val="FFA9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6278840">
              <a:off x="1239401" y="2575822"/>
              <a:ext cx="634760" cy="209421"/>
            </a:xfrm>
            <a:prstGeom prst="ellipse">
              <a:avLst/>
            </a:prstGeom>
            <a:gradFill>
              <a:gsLst>
                <a:gs pos="0">
                  <a:srgbClr val="F56000">
                    <a:alpha val="32968"/>
                  </a:srgbClr>
                </a:gs>
                <a:gs pos="14286">
                  <a:srgbClr val="F56000">
                    <a:alpha val="30764"/>
                  </a:srgbClr>
                </a:gs>
                <a:gs pos="28571">
                  <a:srgbClr val="F56000">
                    <a:alpha val="24833"/>
                  </a:srgbClr>
                </a:gs>
                <a:gs pos="42857">
                  <a:srgbClr val="F56000">
                    <a:alpha val="17075"/>
                  </a:srgbClr>
                </a:gs>
                <a:gs pos="57143">
                  <a:srgbClr val="F56000">
                    <a:alpha val="9855"/>
                  </a:srgbClr>
                </a:gs>
                <a:gs pos="71429">
                  <a:srgbClr val="F56000">
                    <a:alpha val="4740"/>
                  </a:srgbClr>
                </a:gs>
                <a:gs pos="85714">
                  <a:srgbClr val="F56000">
                    <a:alpha val="1902"/>
                  </a:srgbClr>
                </a:gs>
                <a:gs pos="100000">
                  <a:srgbClr val="F5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10780105">
              <a:off x="2769751" y="1588727"/>
              <a:ext cx="745617" cy="376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10456357">
              <a:off x="92363" y="2450280"/>
              <a:ext cx="431249" cy="54660"/>
            </a:xfrm>
            <a:prstGeom prst="ellipse">
              <a:avLst/>
            </a:prstGeom>
            <a:gradFill>
              <a:gsLst>
                <a:gs pos="0">
                  <a:srgbClr val="F8DCD0">
                    <a:alpha val="32968"/>
                  </a:srgbClr>
                </a:gs>
                <a:gs pos="14286">
                  <a:srgbClr val="F8DCD0">
                    <a:alpha val="30764"/>
                  </a:srgbClr>
                </a:gs>
                <a:gs pos="28571">
                  <a:srgbClr val="F8DCD0">
                    <a:alpha val="24833"/>
                  </a:srgbClr>
                </a:gs>
                <a:gs pos="42857">
                  <a:srgbClr val="F8DCD0">
                    <a:alpha val="17075"/>
                  </a:srgbClr>
                </a:gs>
                <a:gs pos="57143">
                  <a:srgbClr val="F8DCD0">
                    <a:alpha val="9855"/>
                  </a:srgbClr>
                </a:gs>
                <a:gs pos="71429">
                  <a:srgbClr val="F8DCD0">
                    <a:alpha val="4740"/>
                  </a:srgbClr>
                </a:gs>
                <a:gs pos="85714">
                  <a:srgbClr val="F8DCD0">
                    <a:alpha val="1902"/>
                  </a:srgbClr>
                </a:gs>
                <a:gs pos="100000">
                  <a:srgbClr val="F8DC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810957">
              <a:off x="468060" y="2321990"/>
              <a:ext cx="704147" cy="136476"/>
            </a:xfrm>
            <a:prstGeom prst="ellipse">
              <a:avLst/>
            </a:prstGeom>
            <a:gradFill>
              <a:gsLst>
                <a:gs pos="0">
                  <a:srgbClr val="FF7E21">
                    <a:alpha val="32968"/>
                  </a:srgbClr>
                </a:gs>
                <a:gs pos="14286">
                  <a:srgbClr val="FF7E21">
                    <a:alpha val="30764"/>
                  </a:srgbClr>
                </a:gs>
                <a:gs pos="28571">
                  <a:srgbClr val="FF7E21">
                    <a:alpha val="24833"/>
                  </a:srgbClr>
                </a:gs>
                <a:gs pos="42857">
                  <a:srgbClr val="FF7E21">
                    <a:alpha val="17075"/>
                  </a:srgbClr>
                </a:gs>
                <a:gs pos="57143">
                  <a:srgbClr val="FF7E21">
                    <a:alpha val="9855"/>
                  </a:srgbClr>
                </a:gs>
                <a:gs pos="71429">
                  <a:srgbClr val="FF7E21">
                    <a:alpha val="4740"/>
                  </a:srgbClr>
                </a:gs>
                <a:gs pos="85714">
                  <a:srgbClr val="FF7E21">
                    <a:alpha val="1902"/>
                  </a:srgbClr>
                </a:gs>
                <a:gs pos="100000">
                  <a:srgbClr val="FF7E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2813547">
              <a:off x="579529" y="2260711"/>
              <a:ext cx="334627" cy="153295"/>
            </a:xfrm>
            <a:prstGeom prst="ellipse">
              <a:avLst/>
            </a:prstGeom>
            <a:gradFill>
              <a:gsLst>
                <a:gs pos="0">
                  <a:srgbClr val="FFD590">
                    <a:alpha val="32424"/>
                  </a:srgbClr>
                </a:gs>
                <a:gs pos="14286">
                  <a:srgbClr val="FFD590">
                    <a:alpha val="30248"/>
                  </a:srgbClr>
                </a:gs>
                <a:gs pos="28571">
                  <a:srgbClr val="FFD590">
                    <a:alpha val="24398"/>
                  </a:srgbClr>
                </a:gs>
                <a:gs pos="42857">
                  <a:srgbClr val="FFD590">
                    <a:alpha val="16761"/>
                  </a:srgbClr>
                </a:gs>
                <a:gs pos="57143">
                  <a:srgbClr val="FFD590">
                    <a:alpha val="9666"/>
                  </a:srgbClr>
                </a:gs>
                <a:gs pos="71429">
                  <a:srgbClr val="FFD590">
                    <a:alpha val="4647"/>
                  </a:srgbClr>
                </a:gs>
                <a:gs pos="85714">
                  <a:srgbClr val="FFD590">
                    <a:alpha val="1864"/>
                  </a:srgbClr>
                </a:gs>
                <a:gs pos="100000">
                  <a:srgbClr val="FFD59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4588997">
              <a:off x="2089289" y="2121516"/>
              <a:ext cx="788926" cy="134413"/>
            </a:xfrm>
            <a:prstGeom prst="ellipse">
              <a:avLst/>
            </a:prstGeom>
            <a:gradFill>
              <a:gsLst>
                <a:gs pos="0">
                  <a:srgbClr val="FF9668">
                    <a:alpha val="32968"/>
                  </a:srgbClr>
                </a:gs>
                <a:gs pos="14286">
                  <a:srgbClr val="FF9668">
                    <a:alpha val="30764"/>
                  </a:srgbClr>
                </a:gs>
                <a:gs pos="28571">
                  <a:srgbClr val="FF9668">
                    <a:alpha val="24833"/>
                  </a:srgbClr>
                </a:gs>
                <a:gs pos="42857">
                  <a:srgbClr val="FF9668">
                    <a:alpha val="17075"/>
                  </a:srgbClr>
                </a:gs>
                <a:gs pos="57143">
                  <a:srgbClr val="FF9668">
                    <a:alpha val="9855"/>
                  </a:srgbClr>
                </a:gs>
                <a:gs pos="71429">
                  <a:srgbClr val="FF9668">
                    <a:alpha val="4740"/>
                  </a:srgbClr>
                </a:gs>
                <a:gs pos="85714">
                  <a:srgbClr val="FF9668">
                    <a:alpha val="1902"/>
                  </a:srgbClr>
                </a:gs>
                <a:gs pos="100000">
                  <a:srgbClr val="FF96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9078344">
              <a:off x="1731650" y="2070481"/>
              <a:ext cx="681798" cy="179235"/>
            </a:xfrm>
            <a:prstGeom prst="ellipse">
              <a:avLst/>
            </a:prstGeom>
            <a:gradFill>
              <a:gsLst>
                <a:gs pos="0">
                  <a:srgbClr val="FF9F4C">
                    <a:alpha val="32968"/>
                  </a:srgbClr>
                </a:gs>
                <a:gs pos="14286">
                  <a:srgbClr val="FF9F4C">
                    <a:alpha val="30764"/>
                  </a:srgbClr>
                </a:gs>
                <a:gs pos="28571">
                  <a:srgbClr val="FF9F4C">
                    <a:alpha val="24833"/>
                  </a:srgbClr>
                </a:gs>
                <a:gs pos="42857">
                  <a:srgbClr val="FF9F4C">
                    <a:alpha val="17075"/>
                  </a:srgbClr>
                </a:gs>
                <a:gs pos="57143">
                  <a:srgbClr val="FF9F4C">
                    <a:alpha val="9855"/>
                  </a:srgbClr>
                </a:gs>
                <a:gs pos="71429">
                  <a:srgbClr val="FF9F4C">
                    <a:alpha val="4740"/>
                  </a:srgbClr>
                </a:gs>
                <a:gs pos="85714">
                  <a:srgbClr val="FF9F4C">
                    <a:alpha val="1902"/>
                  </a:srgbClr>
                </a:gs>
                <a:gs pos="100000">
                  <a:srgbClr val="FF9F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8491846">
              <a:off x="754116" y="3154244"/>
              <a:ext cx="736570" cy="1756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9105393">
              <a:off x="1672895" y="298413"/>
              <a:ext cx="585401" cy="328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-10015080">
              <a:off x="-170562" y="138707"/>
              <a:ext cx="732793" cy="349593"/>
            </a:xfrm>
            <a:prstGeom prst="ellipse">
              <a:avLst/>
            </a:prstGeom>
            <a:gradFill>
              <a:gsLst>
                <a:gs pos="0">
                  <a:srgbClr val="0F0062">
                    <a:alpha val="32968"/>
                  </a:srgbClr>
                </a:gs>
                <a:gs pos="14286">
                  <a:srgbClr val="0F0062">
                    <a:alpha val="30764"/>
                  </a:srgbClr>
                </a:gs>
                <a:gs pos="28571">
                  <a:srgbClr val="0F0062">
                    <a:alpha val="24833"/>
                  </a:srgbClr>
                </a:gs>
                <a:gs pos="42857">
                  <a:srgbClr val="0F0062">
                    <a:alpha val="17075"/>
                  </a:srgbClr>
                </a:gs>
                <a:gs pos="57143">
                  <a:srgbClr val="0F0062">
                    <a:alpha val="9855"/>
                  </a:srgbClr>
                </a:gs>
                <a:gs pos="71429">
                  <a:srgbClr val="0F0062">
                    <a:alpha val="4740"/>
                  </a:srgbClr>
                </a:gs>
                <a:gs pos="85714">
                  <a:srgbClr val="0F0062">
                    <a:alpha val="1902"/>
                  </a:srgbClr>
                </a:gs>
                <a:gs pos="100000">
                  <a:srgbClr val="0F00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4384207">
              <a:off x="1799583" y="364646"/>
              <a:ext cx="533587" cy="1130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6251918">
              <a:off x="2396407" y="281016"/>
              <a:ext cx="746846" cy="105102"/>
            </a:xfrm>
            <a:prstGeom prst="ellipse">
              <a:avLst/>
            </a:prstGeom>
            <a:gradFill>
              <a:gsLst>
                <a:gs pos="0">
                  <a:srgbClr val="F6F4FF">
                    <a:alpha val="26265"/>
                  </a:srgbClr>
                </a:gs>
                <a:gs pos="14286">
                  <a:srgbClr val="F6F4FF">
                    <a:alpha val="24426"/>
                  </a:srgbClr>
                </a:gs>
                <a:gs pos="28571">
                  <a:srgbClr val="F6F4FF">
                    <a:alpha val="19543"/>
                  </a:srgbClr>
                </a:gs>
                <a:gs pos="42857">
                  <a:srgbClr val="F6F4FF">
                    <a:alpha val="13292"/>
                  </a:srgbClr>
                </a:gs>
                <a:gs pos="57143">
                  <a:srgbClr val="F6F4FF">
                    <a:alpha val="7599"/>
                  </a:srgbClr>
                </a:gs>
                <a:gs pos="71429">
                  <a:srgbClr val="F6F4FF">
                    <a:alpha val="3632"/>
                  </a:srgbClr>
                </a:gs>
                <a:gs pos="85714">
                  <a:srgbClr val="F6F4FF">
                    <a:alpha val="1452"/>
                  </a:srgbClr>
                </a:gs>
                <a:gs pos="100000">
                  <a:srgbClr val="F6F4FF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765431">
              <a:off x="185383" y="3528812"/>
              <a:ext cx="529025" cy="74561"/>
            </a:xfrm>
            <a:prstGeom prst="ellipse">
              <a:avLst/>
            </a:prstGeom>
            <a:gradFill>
              <a:gsLst>
                <a:gs pos="0">
                  <a:srgbClr val="FFA048">
                    <a:alpha val="32968"/>
                  </a:srgbClr>
                </a:gs>
                <a:gs pos="14286">
                  <a:srgbClr val="FFA048">
                    <a:alpha val="30764"/>
                  </a:srgbClr>
                </a:gs>
                <a:gs pos="28571">
                  <a:srgbClr val="FFA048">
                    <a:alpha val="24833"/>
                  </a:srgbClr>
                </a:gs>
                <a:gs pos="42857">
                  <a:srgbClr val="FFA048">
                    <a:alpha val="17075"/>
                  </a:srgbClr>
                </a:gs>
                <a:gs pos="57143">
                  <a:srgbClr val="FFA048">
                    <a:alpha val="9855"/>
                  </a:srgbClr>
                </a:gs>
                <a:gs pos="71429">
                  <a:srgbClr val="FFA048">
                    <a:alpha val="4740"/>
                  </a:srgbClr>
                </a:gs>
                <a:gs pos="85714">
                  <a:srgbClr val="FFA048">
                    <a:alpha val="1902"/>
                  </a:srgbClr>
                </a:gs>
                <a:gs pos="100000">
                  <a:srgbClr val="FFA0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9637370">
              <a:off x="158472" y="3186318"/>
              <a:ext cx="695948" cy="33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240581">
              <a:off x="482838" y="3393580"/>
              <a:ext cx="366215" cy="72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189457">
              <a:off x="1974412" y="2169275"/>
              <a:ext cx="721577" cy="107079"/>
            </a:xfrm>
            <a:prstGeom prst="ellipse">
              <a:avLst/>
            </a:prstGeom>
            <a:gradFill>
              <a:gsLst>
                <a:gs pos="0">
                  <a:srgbClr val="FFB17D">
                    <a:alpha val="32968"/>
                  </a:srgbClr>
                </a:gs>
                <a:gs pos="14286">
                  <a:srgbClr val="FFB17D">
                    <a:alpha val="30764"/>
                  </a:srgbClr>
                </a:gs>
                <a:gs pos="28571">
                  <a:srgbClr val="FFB17D">
                    <a:alpha val="24833"/>
                  </a:srgbClr>
                </a:gs>
                <a:gs pos="42857">
                  <a:srgbClr val="FFB17D">
                    <a:alpha val="17075"/>
                  </a:srgbClr>
                </a:gs>
                <a:gs pos="57143">
                  <a:srgbClr val="FFB17D">
                    <a:alpha val="9855"/>
                  </a:srgbClr>
                </a:gs>
                <a:gs pos="71429">
                  <a:srgbClr val="FFB17D">
                    <a:alpha val="4740"/>
                  </a:srgbClr>
                </a:gs>
                <a:gs pos="85714">
                  <a:srgbClr val="FFB17D">
                    <a:alpha val="1902"/>
                  </a:srgbClr>
                </a:gs>
                <a:gs pos="100000">
                  <a:srgbClr val="FFB1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312063">
              <a:off x="1770522" y="519939"/>
              <a:ext cx="615937" cy="166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8306585">
              <a:off x="885135" y="1486401"/>
              <a:ext cx="490621" cy="72104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356205">
              <a:off x="2668626" y="808551"/>
              <a:ext cx="818093" cy="102810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8474918">
              <a:off x="1006607" y="1710219"/>
              <a:ext cx="271923" cy="19989"/>
            </a:xfrm>
            <a:prstGeom prst="ellipse">
              <a:avLst/>
            </a:prstGeom>
            <a:gradFill>
              <a:gsLst>
                <a:gs pos="0">
                  <a:srgbClr val="FFE9FC">
                    <a:alpha val="32968"/>
                  </a:srgbClr>
                </a:gs>
                <a:gs pos="14286">
                  <a:srgbClr val="FFE9FC">
                    <a:alpha val="30764"/>
                  </a:srgbClr>
                </a:gs>
                <a:gs pos="28571">
                  <a:srgbClr val="FFE9FC">
                    <a:alpha val="24833"/>
                  </a:srgbClr>
                </a:gs>
                <a:gs pos="42857">
                  <a:srgbClr val="FFE9FC">
                    <a:alpha val="17075"/>
                  </a:srgbClr>
                </a:gs>
                <a:gs pos="57143">
                  <a:srgbClr val="FFE9FC">
                    <a:alpha val="9855"/>
                  </a:srgbClr>
                </a:gs>
                <a:gs pos="71429">
                  <a:srgbClr val="FFE9FC">
                    <a:alpha val="4740"/>
                  </a:srgbClr>
                </a:gs>
                <a:gs pos="85714">
                  <a:srgbClr val="FFE9FC">
                    <a:alpha val="1902"/>
                  </a:srgbClr>
                </a:gs>
                <a:gs pos="100000">
                  <a:srgbClr val="FFE9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4478324">
              <a:off x="-6061" y="50358"/>
              <a:ext cx="692118" cy="76055"/>
            </a:xfrm>
            <a:prstGeom prst="ellipse">
              <a:avLst/>
            </a:prstGeom>
            <a:gradFill>
              <a:gsLst>
                <a:gs pos="0">
                  <a:srgbClr val="D0C7CB">
                    <a:alpha val="25674"/>
                  </a:srgbClr>
                </a:gs>
                <a:gs pos="14286">
                  <a:srgbClr val="D0C7CB">
                    <a:alpha val="23868"/>
                  </a:srgbClr>
                </a:gs>
                <a:gs pos="28571">
                  <a:srgbClr val="D0C7CB">
                    <a:alpha val="19083"/>
                  </a:srgbClr>
                </a:gs>
                <a:gs pos="42857">
                  <a:srgbClr val="D0C7CB">
                    <a:alpha val="12967"/>
                  </a:srgbClr>
                </a:gs>
                <a:gs pos="57143">
                  <a:srgbClr val="D0C7CB">
                    <a:alpha val="7407"/>
                  </a:srgbClr>
                </a:gs>
                <a:gs pos="71429">
                  <a:srgbClr val="D0C7CB">
                    <a:alpha val="3538"/>
                  </a:srgbClr>
                </a:gs>
                <a:gs pos="85714">
                  <a:srgbClr val="D0C7CB">
                    <a:alpha val="1414"/>
                  </a:srgbClr>
                </a:gs>
                <a:gs pos="100000">
                  <a:srgbClr val="D0C7CB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5701974">
              <a:off x="1953865" y="1735800"/>
              <a:ext cx="216192" cy="45566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6440312">
              <a:off x="2383670" y="2984277"/>
              <a:ext cx="794449" cy="5091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5375583">
              <a:off x="2862530" y="596678"/>
              <a:ext cx="511602" cy="56573"/>
            </a:xfrm>
            <a:prstGeom prst="ellipse">
              <a:avLst/>
            </a:prstGeom>
            <a:gradFill>
              <a:gsLst>
                <a:gs pos="0">
                  <a:srgbClr val="FAF4FF">
                    <a:alpha val="32968"/>
                  </a:srgbClr>
                </a:gs>
                <a:gs pos="14286">
                  <a:srgbClr val="FAF4FF">
                    <a:alpha val="30764"/>
                  </a:srgbClr>
                </a:gs>
                <a:gs pos="28571">
                  <a:srgbClr val="FAF4FF">
                    <a:alpha val="24833"/>
                  </a:srgbClr>
                </a:gs>
                <a:gs pos="42857">
                  <a:srgbClr val="FAF4FF">
                    <a:alpha val="17075"/>
                  </a:srgbClr>
                </a:gs>
                <a:gs pos="57143">
                  <a:srgbClr val="FAF4FF">
                    <a:alpha val="9855"/>
                  </a:srgbClr>
                </a:gs>
                <a:gs pos="71429">
                  <a:srgbClr val="FAF4FF">
                    <a:alpha val="4740"/>
                  </a:srgbClr>
                </a:gs>
                <a:gs pos="85714">
                  <a:srgbClr val="FAF4FF">
                    <a:alpha val="1902"/>
                  </a:srgbClr>
                </a:gs>
                <a:gs pos="100000">
                  <a:srgbClr val="FA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4941692">
              <a:off x="642137" y="2846268"/>
              <a:ext cx="582961" cy="105586"/>
            </a:xfrm>
            <a:prstGeom prst="ellipse">
              <a:avLst/>
            </a:prstGeom>
            <a:gradFill>
              <a:gsLst>
                <a:gs pos="0">
                  <a:srgbClr val="FFBF4D">
                    <a:alpha val="32968"/>
                  </a:srgbClr>
                </a:gs>
                <a:gs pos="14286">
                  <a:srgbClr val="FFBF4D">
                    <a:alpha val="30764"/>
                  </a:srgbClr>
                </a:gs>
                <a:gs pos="28571">
                  <a:srgbClr val="FFBF4D">
                    <a:alpha val="24833"/>
                  </a:srgbClr>
                </a:gs>
                <a:gs pos="42857">
                  <a:srgbClr val="FFBF4D">
                    <a:alpha val="17075"/>
                  </a:srgbClr>
                </a:gs>
                <a:gs pos="57143">
                  <a:srgbClr val="FFBF4D">
                    <a:alpha val="9855"/>
                  </a:srgbClr>
                </a:gs>
                <a:gs pos="71429">
                  <a:srgbClr val="FFBF4D">
                    <a:alpha val="4740"/>
                  </a:srgbClr>
                </a:gs>
                <a:gs pos="85714">
                  <a:srgbClr val="FFBF4D">
                    <a:alpha val="1902"/>
                  </a:srgbClr>
                </a:gs>
                <a:gs pos="100000">
                  <a:srgbClr val="FFBF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5192002">
              <a:off x="711490" y="595591"/>
              <a:ext cx="741667" cy="69249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238200">
              <a:off x="1816656" y="2120605"/>
              <a:ext cx="603317" cy="233130"/>
            </a:xfrm>
            <a:prstGeom prst="ellipse">
              <a:avLst/>
            </a:prstGeom>
            <a:gradFill>
              <a:gsLst>
                <a:gs pos="0">
                  <a:srgbClr val="5E2300">
                    <a:alpha val="32968"/>
                  </a:srgbClr>
                </a:gs>
                <a:gs pos="14286">
                  <a:srgbClr val="5E2300">
                    <a:alpha val="30764"/>
                  </a:srgbClr>
                </a:gs>
                <a:gs pos="28571">
                  <a:srgbClr val="5E2300">
                    <a:alpha val="24833"/>
                  </a:srgbClr>
                </a:gs>
                <a:gs pos="42857">
                  <a:srgbClr val="5E2300">
                    <a:alpha val="17075"/>
                  </a:srgbClr>
                </a:gs>
                <a:gs pos="57143">
                  <a:srgbClr val="5E2300">
                    <a:alpha val="9855"/>
                  </a:srgbClr>
                </a:gs>
                <a:gs pos="71429">
                  <a:srgbClr val="5E2300">
                    <a:alpha val="4740"/>
                  </a:srgbClr>
                </a:gs>
                <a:gs pos="85714">
                  <a:srgbClr val="5E2300">
                    <a:alpha val="1902"/>
                  </a:srgbClr>
                </a:gs>
                <a:gs pos="100000">
                  <a:srgbClr val="5E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-10262710">
              <a:off x="395375" y="3298557"/>
              <a:ext cx="478871" cy="106677"/>
            </a:xfrm>
            <a:prstGeom prst="ellipse">
              <a:avLst/>
            </a:prstGeom>
            <a:gradFill>
              <a:gsLst>
                <a:gs pos="0">
                  <a:srgbClr val="FFCC96">
                    <a:alpha val="32968"/>
                  </a:srgbClr>
                </a:gs>
                <a:gs pos="14286">
                  <a:srgbClr val="FFCC96">
                    <a:alpha val="30764"/>
                  </a:srgbClr>
                </a:gs>
                <a:gs pos="28571">
                  <a:srgbClr val="FFCC96">
                    <a:alpha val="24833"/>
                  </a:srgbClr>
                </a:gs>
                <a:gs pos="42857">
                  <a:srgbClr val="FFCC96">
                    <a:alpha val="17075"/>
                  </a:srgbClr>
                </a:gs>
                <a:gs pos="57143">
                  <a:srgbClr val="FFCC96">
                    <a:alpha val="9855"/>
                  </a:srgbClr>
                </a:gs>
                <a:gs pos="71429">
                  <a:srgbClr val="FFCC96">
                    <a:alpha val="4740"/>
                  </a:srgbClr>
                </a:gs>
                <a:gs pos="85714">
                  <a:srgbClr val="FFCC96">
                    <a:alpha val="1902"/>
                  </a:srgbClr>
                </a:gs>
                <a:gs pos="100000">
                  <a:srgbClr val="FFCC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087151">
              <a:off x="2176918" y="1932438"/>
              <a:ext cx="542377" cy="49727"/>
            </a:xfrm>
            <a:prstGeom prst="ellipse">
              <a:avLst/>
            </a:prstGeom>
            <a:gradFill>
              <a:gsLst>
                <a:gs pos="0">
                  <a:srgbClr val="D35A00">
                    <a:alpha val="32955"/>
                  </a:srgbClr>
                </a:gs>
                <a:gs pos="14286">
                  <a:srgbClr val="D35A00">
                    <a:alpha val="30751"/>
                  </a:srgbClr>
                </a:gs>
                <a:gs pos="28571">
                  <a:srgbClr val="D35A00">
                    <a:alpha val="24822"/>
                  </a:srgbClr>
                </a:gs>
                <a:gs pos="42857">
                  <a:srgbClr val="D35A00">
                    <a:alpha val="17068"/>
                  </a:srgbClr>
                </a:gs>
                <a:gs pos="57143">
                  <a:srgbClr val="D35A00">
                    <a:alpha val="9850"/>
                  </a:srgbClr>
                </a:gs>
                <a:gs pos="71429">
                  <a:srgbClr val="D35A00">
                    <a:alpha val="4738"/>
                  </a:srgbClr>
                </a:gs>
                <a:gs pos="85714">
                  <a:srgbClr val="D35A00">
                    <a:alpha val="1901"/>
                  </a:srgbClr>
                </a:gs>
                <a:gs pos="100000">
                  <a:srgbClr val="D3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2719785">
              <a:off x="-175737" y="3501832"/>
              <a:ext cx="744729" cy="191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10186967">
              <a:off x="1556502" y="1278094"/>
              <a:ext cx="290817" cy="86835"/>
            </a:xfrm>
            <a:prstGeom prst="ellipse">
              <a:avLst/>
            </a:prstGeom>
            <a:gradFill>
              <a:gsLst>
                <a:gs pos="0">
                  <a:srgbClr val="FFFFB9">
                    <a:alpha val="32968"/>
                  </a:srgbClr>
                </a:gs>
                <a:gs pos="14286">
                  <a:srgbClr val="FFFFB9">
                    <a:alpha val="30764"/>
                  </a:srgbClr>
                </a:gs>
                <a:gs pos="28571">
                  <a:srgbClr val="FFFFB9">
                    <a:alpha val="24833"/>
                  </a:srgbClr>
                </a:gs>
                <a:gs pos="42857">
                  <a:srgbClr val="FFFFB9">
                    <a:alpha val="17075"/>
                  </a:srgbClr>
                </a:gs>
                <a:gs pos="57143">
                  <a:srgbClr val="FFFFB9">
                    <a:alpha val="9855"/>
                  </a:srgbClr>
                </a:gs>
                <a:gs pos="71429">
                  <a:srgbClr val="FFFFB9">
                    <a:alpha val="4740"/>
                  </a:srgbClr>
                </a:gs>
                <a:gs pos="85714">
                  <a:srgbClr val="FFFFB9">
                    <a:alpha val="1902"/>
                  </a:srgbClr>
                </a:gs>
                <a:gs pos="100000">
                  <a:srgbClr val="FFFF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9409842">
              <a:off x="1275738" y="270456"/>
              <a:ext cx="341003" cy="57250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004870">
              <a:off x="2291978" y="1973917"/>
              <a:ext cx="852388" cy="325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10026470">
              <a:off x="1409232" y="1811780"/>
              <a:ext cx="554570" cy="85235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10047531">
              <a:off x="2597654" y="1894455"/>
              <a:ext cx="795890" cy="472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8402708">
              <a:off x="1160249" y="2929395"/>
              <a:ext cx="459330" cy="44106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6753973">
              <a:off x="1672051" y="1109137"/>
              <a:ext cx="388458" cy="39022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10704147">
              <a:off x="1116261" y="1207732"/>
              <a:ext cx="754269" cy="3879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5319919">
              <a:off x="1740882" y="3161713"/>
              <a:ext cx="836813" cy="5240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4147917">
              <a:off x="600875" y="1598541"/>
              <a:ext cx="739544" cy="39084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5380764">
              <a:off x="-224582" y="166612"/>
              <a:ext cx="756456" cy="239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9598637">
              <a:off x="1305018" y="1209694"/>
              <a:ext cx="243692" cy="129257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10538346">
              <a:off x="606913" y="3149612"/>
              <a:ext cx="377770" cy="73135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10372329">
              <a:off x="1914751" y="2003711"/>
              <a:ext cx="614362" cy="462787"/>
            </a:xfrm>
            <a:prstGeom prst="ellipse">
              <a:avLst/>
            </a:prstGeom>
            <a:gradFill>
              <a:gsLst>
                <a:gs pos="0">
                  <a:srgbClr val="FF4F00">
                    <a:alpha val="32968"/>
                  </a:srgbClr>
                </a:gs>
                <a:gs pos="14286">
                  <a:srgbClr val="FF4F00">
                    <a:alpha val="30764"/>
                  </a:srgbClr>
                </a:gs>
                <a:gs pos="28571">
                  <a:srgbClr val="FF4F00">
                    <a:alpha val="24833"/>
                  </a:srgbClr>
                </a:gs>
                <a:gs pos="42857">
                  <a:srgbClr val="FF4F00">
                    <a:alpha val="17075"/>
                  </a:srgbClr>
                </a:gs>
                <a:gs pos="57143">
                  <a:srgbClr val="FF4F00">
                    <a:alpha val="9855"/>
                  </a:srgbClr>
                </a:gs>
                <a:gs pos="71429">
                  <a:srgbClr val="FF4F00">
                    <a:alpha val="4740"/>
                  </a:srgbClr>
                </a:gs>
                <a:gs pos="85714">
                  <a:srgbClr val="FF4F00">
                    <a:alpha val="1902"/>
                  </a:srgbClr>
                </a:gs>
                <a:gs pos="100000">
                  <a:srgbClr val="FF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10108057">
              <a:off x="907289" y="2978574"/>
              <a:ext cx="802590" cy="132487"/>
            </a:xfrm>
            <a:prstGeom prst="ellipse">
              <a:avLst/>
            </a:prstGeom>
            <a:gradFill>
              <a:gsLst>
                <a:gs pos="0">
                  <a:srgbClr val="DA5E24">
                    <a:alpha val="32968"/>
                  </a:srgbClr>
                </a:gs>
                <a:gs pos="14286">
                  <a:srgbClr val="DA5E24">
                    <a:alpha val="30764"/>
                  </a:srgbClr>
                </a:gs>
                <a:gs pos="28571">
                  <a:srgbClr val="DA5E24">
                    <a:alpha val="24833"/>
                  </a:srgbClr>
                </a:gs>
                <a:gs pos="42857">
                  <a:srgbClr val="DA5E24">
                    <a:alpha val="17075"/>
                  </a:srgbClr>
                </a:gs>
                <a:gs pos="57143">
                  <a:srgbClr val="DA5E24">
                    <a:alpha val="9855"/>
                  </a:srgbClr>
                </a:gs>
                <a:gs pos="71429">
                  <a:srgbClr val="DA5E24">
                    <a:alpha val="4740"/>
                  </a:srgbClr>
                </a:gs>
                <a:gs pos="85714">
                  <a:srgbClr val="DA5E24">
                    <a:alpha val="1902"/>
                  </a:srgbClr>
                </a:gs>
                <a:gs pos="100000">
                  <a:srgbClr val="DA5E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3131526">
              <a:off x="884579" y="817573"/>
              <a:ext cx="606254" cy="114590"/>
            </a:xfrm>
            <a:prstGeom prst="ellipse">
              <a:avLst/>
            </a:prstGeom>
            <a:gradFill>
              <a:gsLst>
                <a:gs pos="0">
                  <a:srgbClr val="F6F4F7">
                    <a:alpha val="32968"/>
                  </a:srgbClr>
                </a:gs>
                <a:gs pos="14286">
                  <a:srgbClr val="F6F4F7">
                    <a:alpha val="30764"/>
                  </a:srgbClr>
                </a:gs>
                <a:gs pos="28571">
                  <a:srgbClr val="F6F4F7">
                    <a:alpha val="24833"/>
                  </a:srgbClr>
                </a:gs>
                <a:gs pos="42857">
                  <a:srgbClr val="F6F4F7">
                    <a:alpha val="17075"/>
                  </a:srgbClr>
                </a:gs>
                <a:gs pos="57143">
                  <a:srgbClr val="F6F4F7">
                    <a:alpha val="9855"/>
                  </a:srgbClr>
                </a:gs>
                <a:gs pos="71429">
                  <a:srgbClr val="F6F4F7">
                    <a:alpha val="4740"/>
                  </a:srgbClr>
                </a:gs>
                <a:gs pos="85714">
                  <a:srgbClr val="F6F4F7">
                    <a:alpha val="1902"/>
                  </a:srgbClr>
                </a:gs>
                <a:gs pos="100000">
                  <a:srgbClr val="F6F4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325768">
              <a:off x="531103" y="2319899"/>
              <a:ext cx="787231" cy="62981"/>
            </a:xfrm>
            <a:prstGeom prst="ellipse">
              <a:avLst/>
            </a:prstGeom>
            <a:gradFill>
              <a:gsLst>
                <a:gs pos="0">
                  <a:srgbClr val="FFA873">
                    <a:alpha val="32968"/>
                  </a:srgbClr>
                </a:gs>
                <a:gs pos="14286">
                  <a:srgbClr val="FFA873">
                    <a:alpha val="30764"/>
                  </a:srgbClr>
                </a:gs>
                <a:gs pos="28571">
                  <a:srgbClr val="FFA873">
                    <a:alpha val="24833"/>
                  </a:srgbClr>
                </a:gs>
                <a:gs pos="42857">
                  <a:srgbClr val="FFA873">
                    <a:alpha val="17075"/>
                  </a:srgbClr>
                </a:gs>
                <a:gs pos="57143">
                  <a:srgbClr val="FFA873">
                    <a:alpha val="9855"/>
                  </a:srgbClr>
                </a:gs>
                <a:gs pos="71429">
                  <a:srgbClr val="FFA873">
                    <a:alpha val="4740"/>
                  </a:srgbClr>
                </a:gs>
                <a:gs pos="85714">
                  <a:srgbClr val="FFA873">
                    <a:alpha val="1902"/>
                  </a:srgbClr>
                </a:gs>
                <a:gs pos="100000">
                  <a:srgbClr val="FFA8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6686393">
              <a:off x="745834" y="289262"/>
              <a:ext cx="700389" cy="138694"/>
            </a:xfrm>
            <a:prstGeom prst="ellipse">
              <a:avLst/>
            </a:prstGeom>
            <a:gradFill>
              <a:gsLst>
                <a:gs pos="0">
                  <a:srgbClr val="EBE6F1">
                    <a:alpha val="32968"/>
                  </a:srgbClr>
                </a:gs>
                <a:gs pos="14286">
                  <a:srgbClr val="EBE6F1">
                    <a:alpha val="30764"/>
                  </a:srgbClr>
                </a:gs>
                <a:gs pos="28571">
                  <a:srgbClr val="EBE6F1">
                    <a:alpha val="24833"/>
                  </a:srgbClr>
                </a:gs>
                <a:gs pos="42857">
                  <a:srgbClr val="EBE6F1">
                    <a:alpha val="17075"/>
                  </a:srgbClr>
                </a:gs>
                <a:gs pos="57143">
                  <a:srgbClr val="EBE6F1">
                    <a:alpha val="9855"/>
                  </a:srgbClr>
                </a:gs>
                <a:gs pos="71429">
                  <a:srgbClr val="EBE6F1">
                    <a:alpha val="4740"/>
                  </a:srgbClr>
                </a:gs>
                <a:gs pos="85714">
                  <a:srgbClr val="EBE6F1">
                    <a:alpha val="1902"/>
                  </a:srgbClr>
                </a:gs>
                <a:gs pos="100000">
                  <a:srgbClr val="EBE6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9152798">
              <a:off x="807098" y="2447517"/>
              <a:ext cx="589743" cy="82261"/>
            </a:xfrm>
            <a:prstGeom prst="ellipse">
              <a:avLst/>
            </a:prstGeom>
            <a:gradFill>
              <a:gsLst>
                <a:gs pos="0">
                  <a:srgbClr val="F86400">
                    <a:alpha val="32968"/>
                  </a:srgbClr>
                </a:gs>
                <a:gs pos="14286">
                  <a:srgbClr val="F86400">
                    <a:alpha val="30764"/>
                  </a:srgbClr>
                </a:gs>
                <a:gs pos="28571">
                  <a:srgbClr val="F86400">
                    <a:alpha val="24833"/>
                  </a:srgbClr>
                </a:gs>
                <a:gs pos="42857">
                  <a:srgbClr val="F86400">
                    <a:alpha val="17075"/>
                  </a:srgbClr>
                </a:gs>
                <a:gs pos="57143">
                  <a:srgbClr val="F86400">
                    <a:alpha val="9855"/>
                  </a:srgbClr>
                </a:gs>
                <a:gs pos="71429">
                  <a:srgbClr val="F86400">
                    <a:alpha val="4740"/>
                  </a:srgbClr>
                </a:gs>
                <a:gs pos="85714">
                  <a:srgbClr val="F86400">
                    <a:alpha val="1902"/>
                  </a:srgbClr>
                </a:gs>
                <a:gs pos="100000">
                  <a:srgbClr val="F8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5421509">
              <a:off x="2991625" y="3219801"/>
              <a:ext cx="755131" cy="481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7310865">
              <a:off x="1707986" y="2264321"/>
              <a:ext cx="665418" cy="62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5503773">
              <a:off x="2340956" y="71114"/>
              <a:ext cx="444979" cy="179355"/>
            </a:xfrm>
            <a:prstGeom prst="ellipse">
              <a:avLst/>
            </a:prstGeom>
            <a:gradFill>
              <a:gsLst>
                <a:gs pos="0">
                  <a:srgbClr val="DDC9C8">
                    <a:alpha val="32968"/>
                  </a:srgbClr>
                </a:gs>
                <a:gs pos="14286">
                  <a:srgbClr val="DDC9C8">
                    <a:alpha val="30764"/>
                  </a:srgbClr>
                </a:gs>
                <a:gs pos="28571">
                  <a:srgbClr val="DDC9C8">
                    <a:alpha val="24833"/>
                  </a:srgbClr>
                </a:gs>
                <a:gs pos="42857">
                  <a:srgbClr val="DDC9C8">
                    <a:alpha val="17075"/>
                  </a:srgbClr>
                </a:gs>
                <a:gs pos="57143">
                  <a:srgbClr val="DDC9C8">
                    <a:alpha val="9855"/>
                  </a:srgbClr>
                </a:gs>
                <a:gs pos="71429">
                  <a:srgbClr val="DDC9C8">
                    <a:alpha val="4740"/>
                  </a:srgbClr>
                </a:gs>
                <a:gs pos="85714">
                  <a:srgbClr val="DDC9C8">
                    <a:alpha val="1902"/>
                  </a:srgbClr>
                </a:gs>
                <a:gs pos="100000">
                  <a:srgbClr val="DDC9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3272670">
              <a:off x="2899391" y="2885446"/>
              <a:ext cx="816375" cy="3082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3685763">
              <a:off x="1807927" y="456953"/>
              <a:ext cx="416037" cy="220603"/>
            </a:xfrm>
            <a:prstGeom prst="ellipse">
              <a:avLst/>
            </a:prstGeom>
            <a:gradFill>
              <a:gsLst>
                <a:gs pos="0">
                  <a:srgbClr val="8C7200">
                    <a:alpha val="32968"/>
                  </a:srgbClr>
                </a:gs>
                <a:gs pos="14286">
                  <a:srgbClr val="8C7200">
                    <a:alpha val="30764"/>
                  </a:srgbClr>
                </a:gs>
                <a:gs pos="28571">
                  <a:srgbClr val="8C7200">
                    <a:alpha val="24833"/>
                  </a:srgbClr>
                </a:gs>
                <a:gs pos="42857">
                  <a:srgbClr val="8C7200">
                    <a:alpha val="17075"/>
                  </a:srgbClr>
                </a:gs>
                <a:gs pos="57143">
                  <a:srgbClr val="8C7200">
                    <a:alpha val="9855"/>
                  </a:srgbClr>
                </a:gs>
                <a:gs pos="71429">
                  <a:srgbClr val="8C7200">
                    <a:alpha val="4740"/>
                  </a:srgbClr>
                </a:gs>
                <a:gs pos="85714">
                  <a:srgbClr val="8C7200">
                    <a:alpha val="1902"/>
                  </a:srgbClr>
                </a:gs>
                <a:gs pos="100000">
                  <a:srgbClr val="8C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2963520">
              <a:off x="2826282" y="2820379"/>
              <a:ext cx="865231" cy="285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-10074848">
              <a:off x="1037279" y="1564464"/>
              <a:ext cx="838445" cy="251112"/>
            </a:xfrm>
            <a:prstGeom prst="ellipse">
              <a:avLst/>
            </a:prstGeom>
            <a:gradFill>
              <a:gsLst>
                <a:gs pos="0">
                  <a:srgbClr val="001B00">
                    <a:alpha val="32968"/>
                  </a:srgbClr>
                </a:gs>
                <a:gs pos="14286">
                  <a:srgbClr val="001B00">
                    <a:alpha val="30764"/>
                  </a:srgbClr>
                </a:gs>
                <a:gs pos="28571">
                  <a:srgbClr val="001B00">
                    <a:alpha val="24833"/>
                  </a:srgbClr>
                </a:gs>
                <a:gs pos="42857">
                  <a:srgbClr val="001B00">
                    <a:alpha val="17075"/>
                  </a:srgbClr>
                </a:gs>
                <a:gs pos="57143">
                  <a:srgbClr val="001B00">
                    <a:alpha val="9855"/>
                  </a:srgbClr>
                </a:gs>
                <a:gs pos="71429">
                  <a:srgbClr val="001B00">
                    <a:alpha val="4740"/>
                  </a:srgbClr>
                </a:gs>
                <a:gs pos="85714">
                  <a:srgbClr val="001B00">
                    <a:alpha val="1902"/>
                  </a:srgbClr>
                </a:gs>
                <a:gs pos="100000">
                  <a:srgbClr val="00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3126691">
              <a:off x="-285063" y="3502422"/>
              <a:ext cx="701816" cy="60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-8138501">
              <a:off x="304081" y="3360018"/>
              <a:ext cx="340182" cy="142545"/>
            </a:xfrm>
            <a:prstGeom prst="ellipse">
              <a:avLst/>
            </a:prstGeom>
            <a:gradFill>
              <a:gsLst>
                <a:gs pos="0">
                  <a:srgbClr val="FF9E60">
                    <a:alpha val="32968"/>
                  </a:srgbClr>
                </a:gs>
                <a:gs pos="14286">
                  <a:srgbClr val="FF9E60">
                    <a:alpha val="30764"/>
                  </a:srgbClr>
                </a:gs>
                <a:gs pos="28571">
                  <a:srgbClr val="FF9E60">
                    <a:alpha val="24833"/>
                  </a:srgbClr>
                </a:gs>
                <a:gs pos="42857">
                  <a:srgbClr val="FF9E60">
                    <a:alpha val="17075"/>
                  </a:srgbClr>
                </a:gs>
                <a:gs pos="57143">
                  <a:srgbClr val="FF9E60">
                    <a:alpha val="9855"/>
                  </a:srgbClr>
                </a:gs>
                <a:gs pos="71429">
                  <a:srgbClr val="FF9E60">
                    <a:alpha val="4740"/>
                  </a:srgbClr>
                </a:gs>
                <a:gs pos="85714">
                  <a:srgbClr val="FF9E60">
                    <a:alpha val="1902"/>
                  </a:srgbClr>
                </a:gs>
                <a:gs pos="100000">
                  <a:srgbClr val="FF9E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10311526">
              <a:off x="1316984" y="1279915"/>
              <a:ext cx="461238" cy="69752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8753229">
              <a:off x="406424" y="3567870"/>
              <a:ext cx="796208" cy="68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485161">
              <a:off x="1951123" y="2897043"/>
              <a:ext cx="832741" cy="3911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6229599">
              <a:off x="882791" y="613310"/>
              <a:ext cx="768236" cy="124669"/>
            </a:xfrm>
            <a:prstGeom prst="ellipse">
              <a:avLst/>
            </a:prstGeom>
            <a:gradFill>
              <a:gsLst>
                <a:gs pos="0">
                  <a:srgbClr val="1B0000">
                    <a:alpha val="32968"/>
                  </a:srgbClr>
                </a:gs>
                <a:gs pos="14286">
                  <a:srgbClr val="1B0000">
                    <a:alpha val="30764"/>
                  </a:srgbClr>
                </a:gs>
                <a:gs pos="28571">
                  <a:srgbClr val="1B0000">
                    <a:alpha val="24833"/>
                  </a:srgbClr>
                </a:gs>
                <a:gs pos="42857">
                  <a:srgbClr val="1B0000">
                    <a:alpha val="17075"/>
                  </a:srgbClr>
                </a:gs>
                <a:gs pos="57143">
                  <a:srgbClr val="1B0000">
                    <a:alpha val="9855"/>
                  </a:srgbClr>
                </a:gs>
                <a:gs pos="71429">
                  <a:srgbClr val="1B0000">
                    <a:alpha val="4740"/>
                  </a:srgbClr>
                </a:gs>
                <a:gs pos="85714">
                  <a:srgbClr val="1B0000">
                    <a:alpha val="1902"/>
                  </a:srgbClr>
                </a:gs>
                <a:gs pos="100000">
                  <a:srgbClr val="1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281541">
              <a:off x="-209663" y="277245"/>
              <a:ext cx="746327" cy="1913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4239400">
              <a:off x="578467" y="2208933"/>
              <a:ext cx="436188" cy="128791"/>
            </a:xfrm>
            <a:prstGeom prst="ellipse">
              <a:avLst/>
            </a:prstGeom>
            <a:gradFill>
              <a:gsLst>
                <a:gs pos="0">
                  <a:srgbClr val="FFCD93">
                    <a:alpha val="32968"/>
                  </a:srgbClr>
                </a:gs>
                <a:gs pos="14286">
                  <a:srgbClr val="FFCD93">
                    <a:alpha val="30764"/>
                  </a:srgbClr>
                </a:gs>
                <a:gs pos="28571">
                  <a:srgbClr val="FFCD93">
                    <a:alpha val="24833"/>
                  </a:srgbClr>
                </a:gs>
                <a:gs pos="42857">
                  <a:srgbClr val="FFCD93">
                    <a:alpha val="17075"/>
                  </a:srgbClr>
                </a:gs>
                <a:gs pos="57143">
                  <a:srgbClr val="FFCD93">
                    <a:alpha val="9855"/>
                  </a:srgbClr>
                </a:gs>
                <a:gs pos="71429">
                  <a:srgbClr val="FFCD93">
                    <a:alpha val="4740"/>
                  </a:srgbClr>
                </a:gs>
                <a:gs pos="85714">
                  <a:srgbClr val="FFCD93">
                    <a:alpha val="1902"/>
                  </a:srgbClr>
                </a:gs>
                <a:gs pos="100000">
                  <a:srgbClr val="FFCD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4632655">
              <a:off x="1206123" y="2474707"/>
              <a:ext cx="616998" cy="172778"/>
            </a:xfrm>
            <a:prstGeom prst="ellipse">
              <a:avLst/>
            </a:prstGeom>
            <a:gradFill>
              <a:gsLst>
                <a:gs pos="0">
                  <a:srgbClr val="FF9676">
                    <a:alpha val="32968"/>
                  </a:srgbClr>
                </a:gs>
                <a:gs pos="14286">
                  <a:srgbClr val="FF9676">
                    <a:alpha val="30764"/>
                  </a:srgbClr>
                </a:gs>
                <a:gs pos="28571">
                  <a:srgbClr val="FF9676">
                    <a:alpha val="24833"/>
                  </a:srgbClr>
                </a:gs>
                <a:gs pos="42857">
                  <a:srgbClr val="FF9676">
                    <a:alpha val="17075"/>
                  </a:srgbClr>
                </a:gs>
                <a:gs pos="57143">
                  <a:srgbClr val="FF9676">
                    <a:alpha val="9855"/>
                  </a:srgbClr>
                </a:gs>
                <a:gs pos="71429">
                  <a:srgbClr val="FF9676">
                    <a:alpha val="4740"/>
                  </a:srgbClr>
                </a:gs>
                <a:gs pos="85714">
                  <a:srgbClr val="FF9676">
                    <a:alpha val="1902"/>
                  </a:srgbClr>
                </a:gs>
                <a:gs pos="100000">
                  <a:srgbClr val="FF96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10749905">
              <a:off x="475455" y="3008358"/>
              <a:ext cx="603581" cy="125179"/>
            </a:xfrm>
            <a:prstGeom prst="ellipse">
              <a:avLst/>
            </a:prstGeom>
            <a:gradFill>
              <a:gsLst>
                <a:gs pos="0">
                  <a:srgbClr val="B01500">
                    <a:alpha val="32968"/>
                  </a:srgbClr>
                </a:gs>
                <a:gs pos="14286">
                  <a:srgbClr val="B01500">
                    <a:alpha val="30764"/>
                  </a:srgbClr>
                </a:gs>
                <a:gs pos="28571">
                  <a:srgbClr val="B01500">
                    <a:alpha val="24833"/>
                  </a:srgbClr>
                </a:gs>
                <a:gs pos="42857">
                  <a:srgbClr val="B01500">
                    <a:alpha val="17075"/>
                  </a:srgbClr>
                </a:gs>
                <a:gs pos="57143">
                  <a:srgbClr val="B01500">
                    <a:alpha val="9855"/>
                  </a:srgbClr>
                </a:gs>
                <a:gs pos="71429">
                  <a:srgbClr val="B01500">
                    <a:alpha val="4740"/>
                  </a:srgbClr>
                </a:gs>
                <a:gs pos="85714">
                  <a:srgbClr val="B01500">
                    <a:alpha val="1902"/>
                  </a:srgbClr>
                </a:gs>
                <a:gs pos="100000">
                  <a:srgbClr val="B0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6058841">
              <a:off x="2474762" y="1125892"/>
              <a:ext cx="740923" cy="153663"/>
            </a:xfrm>
            <a:prstGeom prst="ellipse">
              <a:avLst/>
            </a:prstGeom>
            <a:gradFill>
              <a:gsLst>
                <a:gs pos="0">
                  <a:srgbClr val="F9FFFB">
                    <a:alpha val="16170"/>
                  </a:srgbClr>
                </a:gs>
                <a:gs pos="14286">
                  <a:srgbClr val="F9FFFB">
                    <a:alpha val="14966"/>
                  </a:srgbClr>
                </a:gs>
                <a:gs pos="28571">
                  <a:srgbClr val="F9FFFB">
                    <a:alpha val="11827"/>
                  </a:srgbClr>
                </a:gs>
                <a:gs pos="42857">
                  <a:srgbClr val="F9FFFB">
                    <a:alpha val="7925"/>
                  </a:srgbClr>
                </a:gs>
                <a:gs pos="57143">
                  <a:srgbClr val="F9FFFB">
                    <a:alpha val="4472"/>
                  </a:srgbClr>
                </a:gs>
                <a:gs pos="71429">
                  <a:srgbClr val="F9FFFB">
                    <a:alpha val="2119"/>
                  </a:srgbClr>
                </a:gs>
                <a:gs pos="85714">
                  <a:srgbClr val="F9FFFB">
                    <a:alpha val="843"/>
                  </a:srgbClr>
                </a:gs>
                <a:gs pos="100000">
                  <a:srgbClr val="F9FFF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6366058">
              <a:off x="181474" y="2396536"/>
              <a:ext cx="413485" cy="109789"/>
            </a:xfrm>
            <a:prstGeom prst="ellipse">
              <a:avLst/>
            </a:prstGeom>
            <a:gradFill>
              <a:gsLst>
                <a:gs pos="0">
                  <a:srgbClr val="640000">
                    <a:alpha val="32968"/>
                  </a:srgbClr>
                </a:gs>
                <a:gs pos="14286">
                  <a:srgbClr val="640000">
                    <a:alpha val="30764"/>
                  </a:srgbClr>
                </a:gs>
                <a:gs pos="28571">
                  <a:srgbClr val="640000">
                    <a:alpha val="24833"/>
                  </a:srgbClr>
                </a:gs>
                <a:gs pos="42857">
                  <a:srgbClr val="640000">
                    <a:alpha val="17075"/>
                  </a:srgbClr>
                </a:gs>
                <a:gs pos="57143">
                  <a:srgbClr val="640000">
                    <a:alpha val="9855"/>
                  </a:srgbClr>
                </a:gs>
                <a:gs pos="71429">
                  <a:srgbClr val="640000">
                    <a:alpha val="4740"/>
                  </a:srgbClr>
                </a:gs>
                <a:gs pos="85714">
                  <a:srgbClr val="640000">
                    <a:alpha val="1902"/>
                  </a:srgbClr>
                </a:gs>
                <a:gs pos="100000">
                  <a:srgbClr val="6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10709071">
              <a:off x="1017358" y="2476600"/>
              <a:ext cx="416619" cy="52642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845064">
              <a:off x="584995" y="2577475"/>
              <a:ext cx="750517" cy="93911"/>
            </a:xfrm>
            <a:prstGeom prst="ellipse">
              <a:avLst/>
            </a:prstGeom>
            <a:gradFill>
              <a:gsLst>
                <a:gs pos="0">
                  <a:srgbClr val="F06200">
                    <a:alpha val="32968"/>
                  </a:srgbClr>
                </a:gs>
                <a:gs pos="14286">
                  <a:srgbClr val="F06200">
                    <a:alpha val="30764"/>
                  </a:srgbClr>
                </a:gs>
                <a:gs pos="28571">
                  <a:srgbClr val="F06200">
                    <a:alpha val="24833"/>
                  </a:srgbClr>
                </a:gs>
                <a:gs pos="42857">
                  <a:srgbClr val="F06200">
                    <a:alpha val="17075"/>
                  </a:srgbClr>
                </a:gs>
                <a:gs pos="57143">
                  <a:srgbClr val="F06200">
                    <a:alpha val="9855"/>
                  </a:srgbClr>
                </a:gs>
                <a:gs pos="71429">
                  <a:srgbClr val="F06200">
                    <a:alpha val="4740"/>
                  </a:srgbClr>
                </a:gs>
                <a:gs pos="85714">
                  <a:srgbClr val="F06200">
                    <a:alpha val="1902"/>
                  </a:srgbClr>
                </a:gs>
                <a:gs pos="100000">
                  <a:srgbClr val="F0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615132">
              <a:off x="150124" y="475102"/>
              <a:ext cx="636588" cy="94630"/>
            </a:xfrm>
            <a:prstGeom prst="ellipse">
              <a:avLst/>
            </a:prstGeom>
            <a:gradFill>
              <a:gsLst>
                <a:gs pos="0">
                  <a:srgbClr val="FFFEEA">
                    <a:alpha val="32968"/>
                  </a:srgbClr>
                </a:gs>
                <a:gs pos="14286">
                  <a:srgbClr val="FFFEEA">
                    <a:alpha val="30764"/>
                  </a:srgbClr>
                </a:gs>
                <a:gs pos="28571">
                  <a:srgbClr val="FFFEEA">
                    <a:alpha val="24833"/>
                  </a:srgbClr>
                </a:gs>
                <a:gs pos="42857">
                  <a:srgbClr val="FFFEEA">
                    <a:alpha val="17075"/>
                  </a:srgbClr>
                </a:gs>
                <a:gs pos="57143">
                  <a:srgbClr val="FFFEEA">
                    <a:alpha val="9855"/>
                  </a:srgbClr>
                </a:gs>
                <a:gs pos="71429">
                  <a:srgbClr val="FFFEEA">
                    <a:alpha val="4740"/>
                  </a:srgbClr>
                </a:gs>
                <a:gs pos="85714">
                  <a:srgbClr val="FFFEEA">
                    <a:alpha val="1902"/>
                  </a:srgbClr>
                </a:gs>
                <a:gs pos="100000">
                  <a:srgbClr val="FFFE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063502">
              <a:off x="1545558" y="1352300"/>
              <a:ext cx="771469" cy="149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9483822">
              <a:off x="1283781" y="331302"/>
              <a:ext cx="460616" cy="269832"/>
            </a:xfrm>
            <a:prstGeom prst="ellipse">
              <a:avLst/>
            </a:prstGeom>
            <a:gradFill>
              <a:gsLst>
                <a:gs pos="0">
                  <a:srgbClr val="674100">
                    <a:alpha val="32968"/>
                  </a:srgbClr>
                </a:gs>
                <a:gs pos="14286">
                  <a:srgbClr val="674100">
                    <a:alpha val="30764"/>
                  </a:srgbClr>
                </a:gs>
                <a:gs pos="28571">
                  <a:srgbClr val="674100">
                    <a:alpha val="24833"/>
                  </a:srgbClr>
                </a:gs>
                <a:gs pos="42857">
                  <a:srgbClr val="674100">
                    <a:alpha val="17075"/>
                  </a:srgbClr>
                </a:gs>
                <a:gs pos="57143">
                  <a:srgbClr val="674100">
                    <a:alpha val="9855"/>
                  </a:srgbClr>
                </a:gs>
                <a:gs pos="71429">
                  <a:srgbClr val="674100">
                    <a:alpha val="4740"/>
                  </a:srgbClr>
                </a:gs>
                <a:gs pos="85714">
                  <a:srgbClr val="674100">
                    <a:alpha val="1902"/>
                  </a:srgbClr>
                </a:gs>
                <a:gs pos="100000">
                  <a:srgbClr val="674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10360412">
              <a:off x="985387" y="975223"/>
              <a:ext cx="474431" cy="123275"/>
            </a:xfrm>
            <a:prstGeom prst="ellipse">
              <a:avLst/>
            </a:prstGeom>
            <a:gradFill>
              <a:gsLst>
                <a:gs pos="0">
                  <a:srgbClr val="FFF6FF">
                    <a:alpha val="32968"/>
                  </a:srgbClr>
                </a:gs>
                <a:gs pos="14286">
                  <a:srgbClr val="FFF6FF">
                    <a:alpha val="30764"/>
                  </a:srgbClr>
                </a:gs>
                <a:gs pos="28571">
                  <a:srgbClr val="FFF6FF">
                    <a:alpha val="24833"/>
                  </a:srgbClr>
                </a:gs>
                <a:gs pos="42857">
                  <a:srgbClr val="FFF6FF">
                    <a:alpha val="17075"/>
                  </a:srgbClr>
                </a:gs>
                <a:gs pos="57143">
                  <a:srgbClr val="FFF6FF">
                    <a:alpha val="9855"/>
                  </a:srgbClr>
                </a:gs>
                <a:gs pos="71429">
                  <a:srgbClr val="FFF6FF">
                    <a:alpha val="4740"/>
                  </a:srgbClr>
                </a:gs>
                <a:gs pos="85714">
                  <a:srgbClr val="FFF6FF">
                    <a:alpha val="1902"/>
                  </a:srgbClr>
                </a:gs>
                <a:gs pos="100000">
                  <a:srgbClr val="FF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5244434">
              <a:off x="1598306" y="883380"/>
              <a:ext cx="526051" cy="114242"/>
            </a:xfrm>
            <a:prstGeom prst="ellipse">
              <a:avLst/>
            </a:prstGeom>
            <a:gradFill>
              <a:gsLst>
                <a:gs pos="0">
                  <a:srgbClr val="926C36">
                    <a:alpha val="32968"/>
                  </a:srgbClr>
                </a:gs>
                <a:gs pos="14286">
                  <a:srgbClr val="926C36">
                    <a:alpha val="30764"/>
                  </a:srgbClr>
                </a:gs>
                <a:gs pos="28571">
                  <a:srgbClr val="926C36">
                    <a:alpha val="24833"/>
                  </a:srgbClr>
                </a:gs>
                <a:gs pos="42857">
                  <a:srgbClr val="926C36">
                    <a:alpha val="17075"/>
                  </a:srgbClr>
                </a:gs>
                <a:gs pos="57143">
                  <a:srgbClr val="926C36">
                    <a:alpha val="9855"/>
                  </a:srgbClr>
                </a:gs>
                <a:gs pos="71429">
                  <a:srgbClr val="926C36">
                    <a:alpha val="4740"/>
                  </a:srgbClr>
                </a:gs>
                <a:gs pos="85714">
                  <a:srgbClr val="926C36">
                    <a:alpha val="1902"/>
                  </a:srgbClr>
                </a:gs>
                <a:gs pos="100000">
                  <a:srgbClr val="926C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3511660">
              <a:off x="1451229" y="379946"/>
              <a:ext cx="472484" cy="113923"/>
            </a:xfrm>
            <a:prstGeom prst="ellipse">
              <a:avLst/>
            </a:prstGeom>
            <a:gradFill>
              <a:gsLst>
                <a:gs pos="0">
                  <a:srgbClr val="B5A174">
                    <a:alpha val="32968"/>
                  </a:srgbClr>
                </a:gs>
                <a:gs pos="14286">
                  <a:srgbClr val="B5A174">
                    <a:alpha val="30764"/>
                  </a:srgbClr>
                </a:gs>
                <a:gs pos="28571">
                  <a:srgbClr val="B5A174">
                    <a:alpha val="24833"/>
                  </a:srgbClr>
                </a:gs>
                <a:gs pos="42857">
                  <a:srgbClr val="B5A174">
                    <a:alpha val="17075"/>
                  </a:srgbClr>
                </a:gs>
                <a:gs pos="57143">
                  <a:srgbClr val="B5A174">
                    <a:alpha val="9855"/>
                  </a:srgbClr>
                </a:gs>
                <a:gs pos="71429">
                  <a:srgbClr val="B5A174">
                    <a:alpha val="4740"/>
                  </a:srgbClr>
                </a:gs>
                <a:gs pos="85714">
                  <a:srgbClr val="B5A174">
                    <a:alpha val="1902"/>
                  </a:srgbClr>
                </a:gs>
                <a:gs pos="100000">
                  <a:srgbClr val="B5A1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9432325">
              <a:off x="1080996" y="2844715"/>
              <a:ext cx="345067" cy="122598"/>
            </a:xfrm>
            <a:prstGeom prst="ellipse">
              <a:avLst/>
            </a:prstGeom>
            <a:gradFill>
              <a:gsLst>
                <a:gs pos="0">
                  <a:srgbClr val="3B00AA">
                    <a:alpha val="32968"/>
                  </a:srgbClr>
                </a:gs>
                <a:gs pos="14286">
                  <a:srgbClr val="3B00AA">
                    <a:alpha val="30764"/>
                  </a:srgbClr>
                </a:gs>
                <a:gs pos="28571">
                  <a:srgbClr val="3B00AA">
                    <a:alpha val="24833"/>
                  </a:srgbClr>
                </a:gs>
                <a:gs pos="42857">
                  <a:srgbClr val="3B00AA">
                    <a:alpha val="17075"/>
                  </a:srgbClr>
                </a:gs>
                <a:gs pos="57143">
                  <a:srgbClr val="3B00AA">
                    <a:alpha val="9855"/>
                  </a:srgbClr>
                </a:gs>
                <a:gs pos="71429">
                  <a:srgbClr val="3B00AA">
                    <a:alpha val="4740"/>
                  </a:srgbClr>
                </a:gs>
                <a:gs pos="85714">
                  <a:srgbClr val="3B00AA">
                    <a:alpha val="1902"/>
                  </a:srgbClr>
                </a:gs>
                <a:gs pos="100000">
                  <a:srgbClr val="3B00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8916959">
              <a:off x="540372" y="3513256"/>
              <a:ext cx="692301" cy="60166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5368236">
              <a:off x="2641720" y="491134"/>
              <a:ext cx="783817" cy="83401"/>
            </a:xfrm>
            <a:prstGeom prst="ellipse">
              <a:avLst/>
            </a:prstGeom>
            <a:gradFill>
              <a:gsLst>
                <a:gs pos="0">
                  <a:srgbClr val="330000">
                    <a:alpha val="32968"/>
                  </a:srgbClr>
                </a:gs>
                <a:gs pos="14286">
                  <a:srgbClr val="330000">
                    <a:alpha val="30764"/>
                  </a:srgbClr>
                </a:gs>
                <a:gs pos="28571">
                  <a:srgbClr val="330000">
                    <a:alpha val="24833"/>
                  </a:srgbClr>
                </a:gs>
                <a:gs pos="42857">
                  <a:srgbClr val="330000">
                    <a:alpha val="17075"/>
                  </a:srgbClr>
                </a:gs>
                <a:gs pos="57143">
                  <a:srgbClr val="330000">
                    <a:alpha val="9855"/>
                  </a:srgbClr>
                </a:gs>
                <a:gs pos="71429">
                  <a:srgbClr val="330000">
                    <a:alpha val="4740"/>
                  </a:srgbClr>
                </a:gs>
                <a:gs pos="85714">
                  <a:srgbClr val="330000">
                    <a:alpha val="1902"/>
                  </a:srgbClr>
                </a:gs>
                <a:gs pos="100000">
                  <a:srgbClr val="3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4111237">
              <a:off x="-257743" y="2589249"/>
              <a:ext cx="570931" cy="151780"/>
            </a:xfrm>
            <a:prstGeom prst="ellipse">
              <a:avLst/>
            </a:prstGeom>
            <a:gradFill>
              <a:gsLst>
                <a:gs pos="0">
                  <a:srgbClr val="EDF0FF">
                    <a:alpha val="32968"/>
                  </a:srgbClr>
                </a:gs>
                <a:gs pos="14286">
                  <a:srgbClr val="EDF0FF">
                    <a:alpha val="30764"/>
                  </a:srgbClr>
                </a:gs>
                <a:gs pos="28571">
                  <a:srgbClr val="EDF0FF">
                    <a:alpha val="24833"/>
                  </a:srgbClr>
                </a:gs>
                <a:gs pos="42857">
                  <a:srgbClr val="EDF0FF">
                    <a:alpha val="17075"/>
                  </a:srgbClr>
                </a:gs>
                <a:gs pos="57143">
                  <a:srgbClr val="EDF0FF">
                    <a:alpha val="9855"/>
                  </a:srgbClr>
                </a:gs>
                <a:gs pos="71429">
                  <a:srgbClr val="EDF0FF">
                    <a:alpha val="4740"/>
                  </a:srgbClr>
                </a:gs>
                <a:gs pos="85714">
                  <a:srgbClr val="EDF0FF">
                    <a:alpha val="1902"/>
                  </a:srgbClr>
                </a:gs>
                <a:gs pos="100000">
                  <a:srgbClr val="ED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10050267">
              <a:off x="355455" y="3138682"/>
              <a:ext cx="656665" cy="31185"/>
            </a:xfrm>
            <a:prstGeom prst="ellipse">
              <a:avLst/>
            </a:prstGeom>
            <a:gradFill>
              <a:gsLst>
                <a:gs pos="0">
                  <a:srgbClr val="930000">
                    <a:alpha val="32968"/>
                  </a:srgbClr>
                </a:gs>
                <a:gs pos="14286">
                  <a:srgbClr val="930000">
                    <a:alpha val="30764"/>
                  </a:srgbClr>
                </a:gs>
                <a:gs pos="28571">
                  <a:srgbClr val="930000">
                    <a:alpha val="24833"/>
                  </a:srgbClr>
                </a:gs>
                <a:gs pos="42857">
                  <a:srgbClr val="930000">
                    <a:alpha val="17075"/>
                  </a:srgbClr>
                </a:gs>
                <a:gs pos="57143">
                  <a:srgbClr val="930000">
                    <a:alpha val="9855"/>
                  </a:srgbClr>
                </a:gs>
                <a:gs pos="71429">
                  <a:srgbClr val="930000">
                    <a:alpha val="4740"/>
                  </a:srgbClr>
                </a:gs>
                <a:gs pos="85714">
                  <a:srgbClr val="930000">
                    <a:alpha val="1902"/>
                  </a:srgbClr>
                </a:gs>
                <a:gs pos="100000">
                  <a:srgbClr val="9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10661766">
              <a:off x="2299406" y="-93083"/>
              <a:ext cx="384413" cy="187039"/>
            </a:xfrm>
            <a:prstGeom prst="ellipse">
              <a:avLst/>
            </a:prstGeom>
            <a:gradFill>
              <a:gsLst>
                <a:gs pos="0">
                  <a:srgbClr val="F1ECE4">
                    <a:alpha val="32968"/>
                  </a:srgbClr>
                </a:gs>
                <a:gs pos="14286">
                  <a:srgbClr val="F1ECE4">
                    <a:alpha val="30764"/>
                  </a:srgbClr>
                </a:gs>
                <a:gs pos="28571">
                  <a:srgbClr val="F1ECE4">
                    <a:alpha val="24833"/>
                  </a:srgbClr>
                </a:gs>
                <a:gs pos="42857">
                  <a:srgbClr val="F1ECE4">
                    <a:alpha val="17075"/>
                  </a:srgbClr>
                </a:gs>
                <a:gs pos="57143">
                  <a:srgbClr val="F1ECE4">
                    <a:alpha val="9855"/>
                  </a:srgbClr>
                </a:gs>
                <a:gs pos="71429">
                  <a:srgbClr val="F1ECE4">
                    <a:alpha val="4740"/>
                  </a:srgbClr>
                </a:gs>
                <a:gs pos="85714">
                  <a:srgbClr val="F1ECE4">
                    <a:alpha val="1902"/>
                  </a:srgbClr>
                </a:gs>
                <a:gs pos="100000">
                  <a:srgbClr val="F1EC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2891666">
              <a:off x="1678981" y="345839"/>
              <a:ext cx="489870" cy="92441"/>
            </a:xfrm>
            <a:prstGeom prst="ellipse">
              <a:avLst/>
            </a:prstGeom>
            <a:gradFill>
              <a:gsLst>
                <a:gs pos="0">
                  <a:srgbClr val="000000">
                    <a:alpha val="30932"/>
                  </a:srgbClr>
                </a:gs>
                <a:gs pos="14286">
                  <a:srgbClr val="000000">
                    <a:alpha val="28833"/>
                  </a:srgbClr>
                </a:gs>
                <a:gs pos="28571">
                  <a:srgbClr val="000000">
                    <a:alpha val="23211"/>
                  </a:srgbClr>
                </a:gs>
                <a:gs pos="42857">
                  <a:srgbClr val="000000">
                    <a:alpha val="15906"/>
                  </a:srgbClr>
                </a:gs>
                <a:gs pos="57143">
                  <a:srgbClr val="000000">
                    <a:alpha val="9153"/>
                  </a:srgbClr>
                </a:gs>
                <a:gs pos="71429">
                  <a:srgbClr val="000000">
                    <a:alpha val="4394"/>
                  </a:srgbClr>
                </a:gs>
                <a:gs pos="85714">
                  <a:srgbClr val="000000">
                    <a:alpha val="1761"/>
                  </a:srgbClr>
                </a:gs>
                <a:gs pos="100000">
                  <a:srgbClr val="0000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4794628">
              <a:off x="2483301" y="1999736"/>
              <a:ext cx="787955" cy="1310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6615402">
              <a:off x="1094739" y="3572632"/>
              <a:ext cx="552203" cy="43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5357455">
              <a:off x="2003205" y="2126715"/>
              <a:ext cx="796653" cy="107564"/>
            </a:xfrm>
            <a:prstGeom prst="ellipse">
              <a:avLst/>
            </a:prstGeom>
            <a:gradFill>
              <a:gsLst>
                <a:gs pos="0">
                  <a:srgbClr val="560000">
                    <a:alpha val="32968"/>
                  </a:srgbClr>
                </a:gs>
                <a:gs pos="14286">
                  <a:srgbClr val="560000">
                    <a:alpha val="30764"/>
                  </a:srgbClr>
                </a:gs>
                <a:gs pos="28571">
                  <a:srgbClr val="560000">
                    <a:alpha val="24833"/>
                  </a:srgbClr>
                </a:gs>
                <a:gs pos="42857">
                  <a:srgbClr val="560000">
                    <a:alpha val="17075"/>
                  </a:srgbClr>
                </a:gs>
                <a:gs pos="57143">
                  <a:srgbClr val="560000">
                    <a:alpha val="9855"/>
                  </a:srgbClr>
                </a:gs>
                <a:gs pos="71429">
                  <a:srgbClr val="560000">
                    <a:alpha val="4740"/>
                  </a:srgbClr>
                </a:gs>
                <a:gs pos="85714">
                  <a:srgbClr val="560000">
                    <a:alpha val="1902"/>
                  </a:srgbClr>
                </a:gs>
                <a:gs pos="100000">
                  <a:srgbClr val="5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2928603">
              <a:off x="2920556" y="1412917"/>
              <a:ext cx="575498" cy="83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6427967">
              <a:off x="1045833" y="1358767"/>
              <a:ext cx="644427" cy="4562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2723053">
              <a:off x="742256" y="1622370"/>
              <a:ext cx="764094" cy="60653"/>
            </a:xfrm>
            <a:prstGeom prst="ellipse">
              <a:avLst/>
            </a:prstGeom>
            <a:gradFill>
              <a:gsLst>
                <a:gs pos="0">
                  <a:srgbClr val="370013">
                    <a:alpha val="32968"/>
                  </a:srgbClr>
                </a:gs>
                <a:gs pos="14286">
                  <a:srgbClr val="370013">
                    <a:alpha val="30764"/>
                  </a:srgbClr>
                </a:gs>
                <a:gs pos="28571">
                  <a:srgbClr val="370013">
                    <a:alpha val="24833"/>
                  </a:srgbClr>
                </a:gs>
                <a:gs pos="42857">
                  <a:srgbClr val="370013">
                    <a:alpha val="17075"/>
                  </a:srgbClr>
                </a:gs>
                <a:gs pos="57143">
                  <a:srgbClr val="370013">
                    <a:alpha val="9855"/>
                  </a:srgbClr>
                </a:gs>
                <a:gs pos="71429">
                  <a:srgbClr val="370013">
                    <a:alpha val="4740"/>
                  </a:srgbClr>
                </a:gs>
                <a:gs pos="85714">
                  <a:srgbClr val="370013">
                    <a:alpha val="1902"/>
                  </a:srgbClr>
                </a:gs>
                <a:gs pos="100000">
                  <a:srgbClr val="37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325395">
              <a:off x="2853809" y="1511284"/>
              <a:ext cx="851729" cy="103528"/>
            </a:xfrm>
            <a:prstGeom prst="ellipse">
              <a:avLst/>
            </a:prstGeom>
            <a:gradFill>
              <a:gsLst>
                <a:gs pos="0">
                  <a:srgbClr val="E5D8D0">
                    <a:alpha val="32968"/>
                  </a:srgbClr>
                </a:gs>
                <a:gs pos="14286">
                  <a:srgbClr val="E5D8D0">
                    <a:alpha val="30764"/>
                  </a:srgbClr>
                </a:gs>
                <a:gs pos="28571">
                  <a:srgbClr val="E5D8D0">
                    <a:alpha val="24833"/>
                  </a:srgbClr>
                </a:gs>
                <a:gs pos="42857">
                  <a:srgbClr val="E5D8D0">
                    <a:alpha val="17075"/>
                  </a:srgbClr>
                </a:gs>
                <a:gs pos="57143">
                  <a:srgbClr val="E5D8D0">
                    <a:alpha val="9855"/>
                  </a:srgbClr>
                </a:gs>
                <a:gs pos="71429">
                  <a:srgbClr val="E5D8D0">
                    <a:alpha val="4740"/>
                  </a:srgbClr>
                </a:gs>
                <a:gs pos="85714">
                  <a:srgbClr val="E5D8D0">
                    <a:alpha val="1902"/>
                  </a:srgbClr>
                </a:gs>
                <a:gs pos="100000">
                  <a:srgbClr val="E5D8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3886561">
              <a:off x="572642" y="1626326"/>
              <a:ext cx="526227" cy="147436"/>
            </a:xfrm>
            <a:prstGeom prst="ellipse">
              <a:avLst/>
            </a:prstGeom>
            <a:gradFill>
              <a:gsLst>
                <a:gs pos="0">
                  <a:srgbClr val="FF8350">
                    <a:alpha val="32968"/>
                  </a:srgbClr>
                </a:gs>
                <a:gs pos="14286">
                  <a:srgbClr val="FF8350">
                    <a:alpha val="30764"/>
                  </a:srgbClr>
                </a:gs>
                <a:gs pos="28571">
                  <a:srgbClr val="FF8350">
                    <a:alpha val="24833"/>
                  </a:srgbClr>
                </a:gs>
                <a:gs pos="42857">
                  <a:srgbClr val="FF8350">
                    <a:alpha val="17075"/>
                  </a:srgbClr>
                </a:gs>
                <a:gs pos="57143">
                  <a:srgbClr val="FF8350">
                    <a:alpha val="9855"/>
                  </a:srgbClr>
                </a:gs>
                <a:gs pos="71429">
                  <a:srgbClr val="FF8350">
                    <a:alpha val="4740"/>
                  </a:srgbClr>
                </a:gs>
                <a:gs pos="85714">
                  <a:srgbClr val="FF8350">
                    <a:alpha val="1902"/>
                  </a:srgbClr>
                </a:gs>
                <a:gs pos="100000">
                  <a:srgbClr val="FF83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5286648">
              <a:off x="1006067" y="1462833"/>
              <a:ext cx="666197" cy="3024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10772995">
              <a:off x="624755" y="3153845"/>
              <a:ext cx="450888" cy="50664"/>
            </a:xfrm>
            <a:prstGeom prst="ellipse">
              <a:avLst/>
            </a:prstGeom>
            <a:gradFill>
              <a:gsLst>
                <a:gs pos="0">
                  <a:srgbClr val="840000">
                    <a:alpha val="32968"/>
                  </a:srgbClr>
                </a:gs>
                <a:gs pos="14286">
                  <a:srgbClr val="840000">
                    <a:alpha val="30764"/>
                  </a:srgbClr>
                </a:gs>
                <a:gs pos="28571">
                  <a:srgbClr val="840000">
                    <a:alpha val="24833"/>
                  </a:srgbClr>
                </a:gs>
                <a:gs pos="42857">
                  <a:srgbClr val="840000">
                    <a:alpha val="17075"/>
                  </a:srgbClr>
                </a:gs>
                <a:gs pos="57143">
                  <a:srgbClr val="840000">
                    <a:alpha val="9855"/>
                  </a:srgbClr>
                </a:gs>
                <a:gs pos="71429">
                  <a:srgbClr val="840000">
                    <a:alpha val="4740"/>
                  </a:srgbClr>
                </a:gs>
                <a:gs pos="85714">
                  <a:srgbClr val="840000">
                    <a:alpha val="1902"/>
                  </a:srgbClr>
                </a:gs>
                <a:gs pos="100000">
                  <a:srgbClr val="8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5560571">
              <a:off x="1052646" y="341515"/>
              <a:ext cx="343884" cy="163106"/>
            </a:xfrm>
            <a:prstGeom prst="ellipse">
              <a:avLst/>
            </a:prstGeom>
            <a:gradFill>
              <a:gsLst>
                <a:gs pos="0">
                  <a:srgbClr val="412A00">
                    <a:alpha val="32968"/>
                  </a:srgbClr>
                </a:gs>
                <a:gs pos="14286">
                  <a:srgbClr val="412A00">
                    <a:alpha val="30764"/>
                  </a:srgbClr>
                </a:gs>
                <a:gs pos="28571">
                  <a:srgbClr val="412A00">
                    <a:alpha val="24833"/>
                  </a:srgbClr>
                </a:gs>
                <a:gs pos="42857">
                  <a:srgbClr val="412A00">
                    <a:alpha val="17075"/>
                  </a:srgbClr>
                </a:gs>
                <a:gs pos="57143">
                  <a:srgbClr val="412A00">
                    <a:alpha val="9855"/>
                  </a:srgbClr>
                </a:gs>
                <a:gs pos="71429">
                  <a:srgbClr val="412A00">
                    <a:alpha val="4740"/>
                  </a:srgbClr>
                </a:gs>
                <a:gs pos="85714">
                  <a:srgbClr val="412A00">
                    <a:alpha val="1902"/>
                  </a:srgbClr>
                </a:gs>
                <a:gs pos="100000">
                  <a:srgbClr val="41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9472531">
              <a:off x="369571" y="3003587"/>
              <a:ext cx="717513" cy="80901"/>
            </a:xfrm>
            <a:prstGeom prst="ellipse">
              <a:avLst/>
            </a:prstGeom>
            <a:gradFill>
              <a:gsLst>
                <a:gs pos="0">
                  <a:srgbClr val="A92800">
                    <a:alpha val="32968"/>
                  </a:srgbClr>
                </a:gs>
                <a:gs pos="14286">
                  <a:srgbClr val="A92800">
                    <a:alpha val="30764"/>
                  </a:srgbClr>
                </a:gs>
                <a:gs pos="28571">
                  <a:srgbClr val="A92800">
                    <a:alpha val="24833"/>
                  </a:srgbClr>
                </a:gs>
                <a:gs pos="42857">
                  <a:srgbClr val="A92800">
                    <a:alpha val="17075"/>
                  </a:srgbClr>
                </a:gs>
                <a:gs pos="57143">
                  <a:srgbClr val="A92800">
                    <a:alpha val="9855"/>
                  </a:srgbClr>
                </a:gs>
                <a:gs pos="71429">
                  <a:srgbClr val="A92800">
                    <a:alpha val="4740"/>
                  </a:srgbClr>
                </a:gs>
                <a:gs pos="85714">
                  <a:srgbClr val="A92800">
                    <a:alpha val="1902"/>
                  </a:srgbClr>
                </a:gs>
                <a:gs pos="100000">
                  <a:srgbClr val="A92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8976797">
              <a:off x="1673270" y="2030389"/>
              <a:ext cx="738460" cy="55352"/>
            </a:xfrm>
            <a:prstGeom prst="ellipse">
              <a:avLst/>
            </a:prstGeom>
            <a:gradFill>
              <a:gsLst>
                <a:gs pos="0">
                  <a:srgbClr val="FF7100">
                    <a:alpha val="32968"/>
                  </a:srgbClr>
                </a:gs>
                <a:gs pos="14286">
                  <a:srgbClr val="FF7100">
                    <a:alpha val="30764"/>
                  </a:srgbClr>
                </a:gs>
                <a:gs pos="28571">
                  <a:srgbClr val="FF7100">
                    <a:alpha val="24833"/>
                  </a:srgbClr>
                </a:gs>
                <a:gs pos="42857">
                  <a:srgbClr val="FF7100">
                    <a:alpha val="17075"/>
                  </a:srgbClr>
                </a:gs>
                <a:gs pos="57143">
                  <a:srgbClr val="FF7100">
                    <a:alpha val="9855"/>
                  </a:srgbClr>
                </a:gs>
                <a:gs pos="71429">
                  <a:srgbClr val="FF7100">
                    <a:alpha val="4740"/>
                  </a:srgbClr>
                </a:gs>
                <a:gs pos="85714">
                  <a:srgbClr val="FF7100">
                    <a:alpha val="1902"/>
                  </a:srgbClr>
                </a:gs>
                <a:gs pos="100000">
                  <a:srgbClr val="FF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3396185">
              <a:off x="1138080" y="3456279"/>
              <a:ext cx="746952" cy="179168"/>
            </a:xfrm>
            <a:prstGeom prst="ellipse">
              <a:avLst/>
            </a:prstGeom>
            <a:gradFill>
              <a:gsLst>
                <a:gs pos="0">
                  <a:srgbClr val="FF5300">
                    <a:alpha val="26694"/>
                  </a:srgbClr>
                </a:gs>
                <a:gs pos="14286">
                  <a:srgbClr val="FF5300">
                    <a:alpha val="24829"/>
                  </a:srgbClr>
                </a:gs>
                <a:gs pos="28571">
                  <a:srgbClr val="FF5300">
                    <a:alpha val="19877"/>
                  </a:srgbClr>
                </a:gs>
                <a:gs pos="42857">
                  <a:srgbClr val="FF5300">
                    <a:alpha val="13529"/>
                  </a:srgbClr>
                </a:gs>
                <a:gs pos="57143">
                  <a:srgbClr val="FF5300">
                    <a:alpha val="7738"/>
                  </a:srgbClr>
                </a:gs>
                <a:gs pos="71429">
                  <a:srgbClr val="FF5300">
                    <a:alpha val="3700"/>
                  </a:srgbClr>
                </a:gs>
                <a:gs pos="85714">
                  <a:srgbClr val="FF5300">
                    <a:alpha val="1480"/>
                  </a:srgbClr>
                </a:gs>
                <a:gs pos="100000">
                  <a:srgbClr val="FF5300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10120442">
              <a:off x="1408269" y="1244703"/>
              <a:ext cx="315033" cy="549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5558414">
              <a:off x="2591892" y="380959"/>
              <a:ext cx="507140" cy="76974"/>
            </a:xfrm>
            <a:prstGeom prst="ellipse">
              <a:avLst/>
            </a:prstGeom>
            <a:gradFill>
              <a:gsLst>
                <a:gs pos="0">
                  <a:srgbClr val="001C00">
                    <a:alpha val="29876"/>
                  </a:srgbClr>
                </a:gs>
                <a:gs pos="14286">
                  <a:srgbClr val="001C00">
                    <a:alpha val="27834"/>
                  </a:srgbClr>
                </a:gs>
                <a:gs pos="28571">
                  <a:srgbClr val="001C00">
                    <a:alpha val="22375"/>
                  </a:srgbClr>
                </a:gs>
                <a:gs pos="42857">
                  <a:srgbClr val="001C00">
                    <a:alpha val="15306"/>
                  </a:srgbClr>
                </a:gs>
                <a:gs pos="57143">
                  <a:srgbClr val="001C00">
                    <a:alpha val="8794"/>
                  </a:srgbClr>
                </a:gs>
                <a:gs pos="71429">
                  <a:srgbClr val="001C00">
                    <a:alpha val="4217"/>
                  </a:srgbClr>
                </a:gs>
                <a:gs pos="85714">
                  <a:srgbClr val="001C00">
                    <a:alpha val="1689"/>
                  </a:srgbClr>
                </a:gs>
                <a:gs pos="100000">
                  <a:srgbClr val="001C00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8660775">
              <a:off x="191024" y="2144451"/>
              <a:ext cx="246785" cy="106601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7281020">
              <a:off x="-218551" y="1145897"/>
              <a:ext cx="473977" cy="180345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5202479">
              <a:off x="1318398" y="2681200"/>
              <a:ext cx="661971" cy="134574"/>
            </a:xfrm>
            <a:prstGeom prst="ellipse">
              <a:avLst/>
            </a:prstGeom>
            <a:gradFill>
              <a:gsLst>
                <a:gs pos="0">
                  <a:srgbClr val="F95F00">
                    <a:alpha val="22982"/>
                  </a:srgbClr>
                </a:gs>
                <a:gs pos="14286">
                  <a:srgbClr val="F95F00">
                    <a:alpha val="21338"/>
                  </a:srgbClr>
                </a:gs>
                <a:gs pos="28571">
                  <a:srgbClr val="F95F00">
                    <a:alpha val="17002"/>
                  </a:srgbClr>
                </a:gs>
                <a:gs pos="42857">
                  <a:srgbClr val="F95F00">
                    <a:alpha val="11506"/>
                  </a:srgbClr>
                </a:gs>
                <a:gs pos="57143">
                  <a:srgbClr val="F95F00">
                    <a:alpha val="6549"/>
                  </a:srgbClr>
                </a:gs>
                <a:gs pos="71429">
                  <a:srgbClr val="F95F00">
                    <a:alpha val="3121"/>
                  </a:srgbClr>
                </a:gs>
                <a:gs pos="85714">
                  <a:srgbClr val="F95F00">
                    <a:alpha val="1246"/>
                  </a:srgbClr>
                </a:gs>
                <a:gs pos="100000">
                  <a:srgbClr val="F95F00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2859830">
              <a:off x="1154565" y="2490246"/>
              <a:ext cx="554620" cy="125176"/>
            </a:xfrm>
            <a:prstGeom prst="ellipse">
              <a:avLst/>
            </a:prstGeom>
            <a:gradFill>
              <a:gsLst>
                <a:gs pos="0">
                  <a:srgbClr val="F16A00">
                    <a:alpha val="32934"/>
                  </a:srgbClr>
                </a:gs>
                <a:gs pos="14286">
                  <a:srgbClr val="F16A00">
                    <a:alpha val="30732"/>
                  </a:srgbClr>
                </a:gs>
                <a:gs pos="28571">
                  <a:srgbClr val="F16A00">
                    <a:alpha val="24806"/>
                  </a:srgbClr>
                </a:gs>
                <a:gs pos="42857">
                  <a:srgbClr val="F16A00">
                    <a:alpha val="17056"/>
                  </a:srgbClr>
                </a:gs>
                <a:gs pos="57143">
                  <a:srgbClr val="F16A00">
                    <a:alpha val="9843"/>
                  </a:srgbClr>
                </a:gs>
                <a:gs pos="71429">
                  <a:srgbClr val="F16A00">
                    <a:alpha val="4735"/>
                  </a:srgbClr>
                </a:gs>
                <a:gs pos="85714">
                  <a:srgbClr val="F16A00">
                    <a:alpha val="1900"/>
                  </a:srgbClr>
                </a:gs>
                <a:gs pos="100000">
                  <a:srgbClr val="F1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-8894513">
              <a:off x="507608" y="2141186"/>
              <a:ext cx="316332" cy="157063"/>
            </a:xfrm>
            <a:prstGeom prst="ellipse">
              <a:avLst/>
            </a:prstGeom>
            <a:gradFill>
              <a:gsLst>
                <a:gs pos="0">
                  <a:srgbClr val="FFFDB7">
                    <a:alpha val="32968"/>
                  </a:srgbClr>
                </a:gs>
                <a:gs pos="14286">
                  <a:srgbClr val="FFFDB7">
                    <a:alpha val="30764"/>
                  </a:srgbClr>
                </a:gs>
                <a:gs pos="28571">
                  <a:srgbClr val="FFFDB7">
                    <a:alpha val="24833"/>
                  </a:srgbClr>
                </a:gs>
                <a:gs pos="42857">
                  <a:srgbClr val="FFFDB7">
                    <a:alpha val="17075"/>
                  </a:srgbClr>
                </a:gs>
                <a:gs pos="57143">
                  <a:srgbClr val="FFFDB7">
                    <a:alpha val="9855"/>
                  </a:srgbClr>
                </a:gs>
                <a:gs pos="71429">
                  <a:srgbClr val="FFFDB7">
                    <a:alpha val="4740"/>
                  </a:srgbClr>
                </a:gs>
                <a:gs pos="85714">
                  <a:srgbClr val="FFFDB7">
                    <a:alpha val="1902"/>
                  </a:srgbClr>
                </a:gs>
                <a:gs pos="100000">
                  <a:srgbClr val="FFFD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4131807">
              <a:off x="2757838" y="55540"/>
              <a:ext cx="681665" cy="68138"/>
            </a:xfrm>
            <a:prstGeom prst="ellipse">
              <a:avLst/>
            </a:prstGeom>
            <a:gradFill>
              <a:gsLst>
                <a:gs pos="0">
                  <a:srgbClr val="FFF0EF">
                    <a:alpha val="32968"/>
                  </a:srgbClr>
                </a:gs>
                <a:gs pos="14286">
                  <a:srgbClr val="FFF0EF">
                    <a:alpha val="30764"/>
                  </a:srgbClr>
                </a:gs>
                <a:gs pos="28571">
                  <a:srgbClr val="FFF0EF">
                    <a:alpha val="24833"/>
                  </a:srgbClr>
                </a:gs>
                <a:gs pos="42857">
                  <a:srgbClr val="FFF0EF">
                    <a:alpha val="17075"/>
                  </a:srgbClr>
                </a:gs>
                <a:gs pos="57143">
                  <a:srgbClr val="FFF0EF">
                    <a:alpha val="9855"/>
                  </a:srgbClr>
                </a:gs>
                <a:gs pos="71429">
                  <a:srgbClr val="FFF0EF">
                    <a:alpha val="4740"/>
                  </a:srgbClr>
                </a:gs>
                <a:gs pos="85714">
                  <a:srgbClr val="FFF0EF">
                    <a:alpha val="1902"/>
                  </a:srgbClr>
                </a:gs>
                <a:gs pos="100000">
                  <a:srgbClr val="F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722108">
              <a:off x="1382626" y="187564"/>
              <a:ext cx="718326" cy="64144"/>
            </a:xfrm>
            <a:prstGeom prst="ellipse">
              <a:avLst/>
            </a:prstGeom>
            <a:gradFill>
              <a:gsLst>
                <a:gs pos="0">
                  <a:srgbClr val="594400">
                    <a:alpha val="32968"/>
                  </a:srgbClr>
                </a:gs>
                <a:gs pos="14286">
                  <a:srgbClr val="594400">
                    <a:alpha val="30764"/>
                  </a:srgbClr>
                </a:gs>
                <a:gs pos="28571">
                  <a:srgbClr val="594400">
                    <a:alpha val="24833"/>
                  </a:srgbClr>
                </a:gs>
                <a:gs pos="42857">
                  <a:srgbClr val="594400">
                    <a:alpha val="17075"/>
                  </a:srgbClr>
                </a:gs>
                <a:gs pos="57143">
                  <a:srgbClr val="594400">
                    <a:alpha val="9855"/>
                  </a:srgbClr>
                </a:gs>
                <a:gs pos="71429">
                  <a:srgbClr val="594400">
                    <a:alpha val="4740"/>
                  </a:srgbClr>
                </a:gs>
                <a:gs pos="85714">
                  <a:srgbClr val="594400">
                    <a:alpha val="1902"/>
                  </a:srgbClr>
                </a:gs>
                <a:gs pos="100000">
                  <a:srgbClr val="59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9172784">
              <a:off x="3061874" y="1765911"/>
              <a:ext cx="766160" cy="7280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2854770">
              <a:off x="886372" y="669633"/>
              <a:ext cx="605272" cy="152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9587469">
              <a:off x="489701" y="3457402"/>
              <a:ext cx="762026" cy="60232"/>
            </a:xfrm>
            <a:prstGeom prst="ellipse">
              <a:avLst/>
            </a:prstGeom>
            <a:gradFill>
              <a:gsLst>
                <a:gs pos="0">
                  <a:srgbClr val="F98B62">
                    <a:alpha val="32968"/>
                  </a:srgbClr>
                </a:gs>
                <a:gs pos="14286">
                  <a:srgbClr val="F98B62">
                    <a:alpha val="30764"/>
                  </a:srgbClr>
                </a:gs>
                <a:gs pos="28571">
                  <a:srgbClr val="F98B62">
                    <a:alpha val="24833"/>
                  </a:srgbClr>
                </a:gs>
                <a:gs pos="42857">
                  <a:srgbClr val="F98B62">
                    <a:alpha val="17075"/>
                  </a:srgbClr>
                </a:gs>
                <a:gs pos="57143">
                  <a:srgbClr val="F98B62">
                    <a:alpha val="9855"/>
                  </a:srgbClr>
                </a:gs>
                <a:gs pos="71429">
                  <a:srgbClr val="F98B62">
                    <a:alpha val="4740"/>
                  </a:srgbClr>
                </a:gs>
                <a:gs pos="85714">
                  <a:srgbClr val="F98B62">
                    <a:alpha val="1902"/>
                  </a:srgbClr>
                </a:gs>
                <a:gs pos="100000">
                  <a:srgbClr val="F98B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6627557">
              <a:off x="2413769" y="52491"/>
              <a:ext cx="731196" cy="162703"/>
            </a:xfrm>
            <a:prstGeom prst="ellipse">
              <a:avLst/>
            </a:prstGeom>
            <a:gradFill>
              <a:gsLst>
                <a:gs pos="0">
                  <a:srgbClr val="EADFE4">
                    <a:alpha val="32968"/>
                  </a:srgbClr>
                </a:gs>
                <a:gs pos="14286">
                  <a:srgbClr val="EADFE4">
                    <a:alpha val="30764"/>
                  </a:srgbClr>
                </a:gs>
                <a:gs pos="28571">
                  <a:srgbClr val="EADFE4">
                    <a:alpha val="24833"/>
                  </a:srgbClr>
                </a:gs>
                <a:gs pos="42857">
                  <a:srgbClr val="EADFE4">
                    <a:alpha val="17075"/>
                  </a:srgbClr>
                </a:gs>
                <a:gs pos="57143">
                  <a:srgbClr val="EADFE4">
                    <a:alpha val="9855"/>
                  </a:srgbClr>
                </a:gs>
                <a:gs pos="71429">
                  <a:srgbClr val="EADFE4">
                    <a:alpha val="4740"/>
                  </a:srgbClr>
                </a:gs>
                <a:gs pos="85714">
                  <a:srgbClr val="EADFE4">
                    <a:alpha val="1902"/>
                  </a:srgbClr>
                </a:gs>
                <a:gs pos="100000">
                  <a:srgbClr val="EAD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5721194">
              <a:off x="2412609" y="706450"/>
              <a:ext cx="526928" cy="112127"/>
            </a:xfrm>
            <a:prstGeom prst="ellipse">
              <a:avLst/>
            </a:prstGeom>
            <a:gradFill>
              <a:gsLst>
                <a:gs pos="0">
                  <a:srgbClr val="BFB09C">
                    <a:alpha val="32968"/>
                  </a:srgbClr>
                </a:gs>
                <a:gs pos="14286">
                  <a:srgbClr val="BFB09C">
                    <a:alpha val="30764"/>
                  </a:srgbClr>
                </a:gs>
                <a:gs pos="28571">
                  <a:srgbClr val="BFB09C">
                    <a:alpha val="24833"/>
                  </a:srgbClr>
                </a:gs>
                <a:gs pos="42857">
                  <a:srgbClr val="BFB09C">
                    <a:alpha val="17075"/>
                  </a:srgbClr>
                </a:gs>
                <a:gs pos="57143">
                  <a:srgbClr val="BFB09C">
                    <a:alpha val="9855"/>
                  </a:srgbClr>
                </a:gs>
                <a:gs pos="71429">
                  <a:srgbClr val="BFB09C">
                    <a:alpha val="4740"/>
                  </a:srgbClr>
                </a:gs>
                <a:gs pos="85714">
                  <a:srgbClr val="BFB09C">
                    <a:alpha val="1902"/>
                  </a:srgbClr>
                </a:gs>
                <a:gs pos="100000">
                  <a:srgbClr val="BFB0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10294868">
              <a:off x="1459668" y="246862"/>
              <a:ext cx="303157" cy="60728"/>
            </a:xfrm>
            <a:prstGeom prst="ellipse">
              <a:avLst/>
            </a:prstGeom>
            <a:gradFill>
              <a:gsLst>
                <a:gs pos="0">
                  <a:srgbClr val="F3DFAB">
                    <a:alpha val="32968"/>
                  </a:srgbClr>
                </a:gs>
                <a:gs pos="14286">
                  <a:srgbClr val="F3DFAB">
                    <a:alpha val="30764"/>
                  </a:srgbClr>
                </a:gs>
                <a:gs pos="28571">
                  <a:srgbClr val="F3DFAB">
                    <a:alpha val="24833"/>
                  </a:srgbClr>
                </a:gs>
                <a:gs pos="42857">
                  <a:srgbClr val="F3DFAB">
                    <a:alpha val="17075"/>
                  </a:srgbClr>
                </a:gs>
                <a:gs pos="57143">
                  <a:srgbClr val="F3DFAB">
                    <a:alpha val="9855"/>
                  </a:srgbClr>
                </a:gs>
                <a:gs pos="71429">
                  <a:srgbClr val="F3DFAB">
                    <a:alpha val="4740"/>
                  </a:srgbClr>
                </a:gs>
                <a:gs pos="85714">
                  <a:srgbClr val="F3DFAB">
                    <a:alpha val="1902"/>
                  </a:srgbClr>
                </a:gs>
                <a:gs pos="100000">
                  <a:srgbClr val="F3D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512763">
              <a:off x="1524221" y="1186602"/>
              <a:ext cx="597337" cy="113679"/>
            </a:xfrm>
            <a:prstGeom prst="ellipse">
              <a:avLst/>
            </a:prstGeom>
            <a:gradFill>
              <a:gsLst>
                <a:gs pos="0">
                  <a:srgbClr val="EEC99A">
                    <a:alpha val="30026"/>
                  </a:srgbClr>
                </a:gs>
                <a:gs pos="14286">
                  <a:srgbClr val="EEC99A">
                    <a:alpha val="27976"/>
                  </a:srgbClr>
                </a:gs>
                <a:gs pos="28571">
                  <a:srgbClr val="EEC99A">
                    <a:alpha val="22493"/>
                  </a:srgbClr>
                </a:gs>
                <a:gs pos="42857">
                  <a:srgbClr val="EEC99A">
                    <a:alpha val="15391"/>
                  </a:srgbClr>
                </a:gs>
                <a:gs pos="57143">
                  <a:srgbClr val="EEC99A">
                    <a:alpha val="8845"/>
                  </a:srgbClr>
                </a:gs>
                <a:gs pos="71429">
                  <a:srgbClr val="EEC99A">
                    <a:alpha val="4242"/>
                  </a:srgbClr>
                </a:gs>
                <a:gs pos="85714">
                  <a:srgbClr val="EEC99A">
                    <a:alpha val="1700"/>
                  </a:srgbClr>
                </a:gs>
                <a:gs pos="100000">
                  <a:srgbClr val="EEC99A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8930715">
              <a:off x="1276687" y="3122745"/>
              <a:ext cx="697537" cy="94039"/>
            </a:xfrm>
            <a:prstGeom prst="ellipse">
              <a:avLst/>
            </a:prstGeom>
            <a:gradFill>
              <a:gsLst>
                <a:gs pos="0">
                  <a:srgbClr val="710000">
                    <a:alpha val="32968"/>
                  </a:srgbClr>
                </a:gs>
                <a:gs pos="14286">
                  <a:srgbClr val="710000">
                    <a:alpha val="30764"/>
                  </a:srgbClr>
                </a:gs>
                <a:gs pos="28571">
                  <a:srgbClr val="710000">
                    <a:alpha val="24833"/>
                  </a:srgbClr>
                </a:gs>
                <a:gs pos="42857">
                  <a:srgbClr val="710000">
                    <a:alpha val="17075"/>
                  </a:srgbClr>
                </a:gs>
                <a:gs pos="57143">
                  <a:srgbClr val="710000">
                    <a:alpha val="9855"/>
                  </a:srgbClr>
                </a:gs>
                <a:gs pos="71429">
                  <a:srgbClr val="710000">
                    <a:alpha val="4740"/>
                  </a:srgbClr>
                </a:gs>
                <a:gs pos="85714">
                  <a:srgbClr val="710000">
                    <a:alpha val="1902"/>
                  </a:srgbClr>
                </a:gs>
                <a:gs pos="100000">
                  <a:srgbClr val="7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6268308">
              <a:off x="-189230" y="2320932"/>
              <a:ext cx="768336" cy="68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9925295">
              <a:off x="938004" y="2449041"/>
              <a:ext cx="698412" cy="62274"/>
            </a:xfrm>
            <a:prstGeom prst="ellipse">
              <a:avLst/>
            </a:prstGeom>
            <a:gradFill>
              <a:gsLst>
                <a:gs pos="0">
                  <a:srgbClr val="E76A2E">
                    <a:alpha val="32968"/>
                  </a:srgbClr>
                </a:gs>
                <a:gs pos="14286">
                  <a:srgbClr val="E76A2E">
                    <a:alpha val="30764"/>
                  </a:srgbClr>
                </a:gs>
                <a:gs pos="28571">
                  <a:srgbClr val="E76A2E">
                    <a:alpha val="24833"/>
                  </a:srgbClr>
                </a:gs>
                <a:gs pos="42857">
                  <a:srgbClr val="E76A2E">
                    <a:alpha val="17075"/>
                  </a:srgbClr>
                </a:gs>
                <a:gs pos="57143">
                  <a:srgbClr val="E76A2E">
                    <a:alpha val="9855"/>
                  </a:srgbClr>
                </a:gs>
                <a:gs pos="71429">
                  <a:srgbClr val="E76A2E">
                    <a:alpha val="4740"/>
                  </a:srgbClr>
                </a:gs>
                <a:gs pos="85714">
                  <a:srgbClr val="E76A2E">
                    <a:alpha val="1902"/>
                  </a:srgbClr>
                </a:gs>
                <a:gs pos="100000">
                  <a:srgbClr val="E76A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4857762">
              <a:off x="2970044" y="1859331"/>
              <a:ext cx="271887" cy="1397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3606232">
              <a:off x="551940" y="2151038"/>
              <a:ext cx="535749" cy="35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4741719">
              <a:off x="2427281" y="3057816"/>
              <a:ext cx="871400" cy="572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10436462">
              <a:off x="24990" y="2819952"/>
              <a:ext cx="663167" cy="134244"/>
            </a:xfrm>
            <a:prstGeom prst="ellipse">
              <a:avLst/>
            </a:prstGeom>
            <a:gradFill>
              <a:gsLst>
                <a:gs pos="0">
                  <a:srgbClr val="FFB881">
                    <a:alpha val="32968"/>
                  </a:srgbClr>
                </a:gs>
                <a:gs pos="14286">
                  <a:srgbClr val="FFB881">
                    <a:alpha val="30764"/>
                  </a:srgbClr>
                </a:gs>
                <a:gs pos="28571">
                  <a:srgbClr val="FFB881">
                    <a:alpha val="24833"/>
                  </a:srgbClr>
                </a:gs>
                <a:gs pos="42857">
                  <a:srgbClr val="FFB881">
                    <a:alpha val="17075"/>
                  </a:srgbClr>
                </a:gs>
                <a:gs pos="57143">
                  <a:srgbClr val="FFB881">
                    <a:alpha val="9855"/>
                  </a:srgbClr>
                </a:gs>
                <a:gs pos="71429">
                  <a:srgbClr val="FFB881">
                    <a:alpha val="4740"/>
                  </a:srgbClr>
                </a:gs>
                <a:gs pos="85714">
                  <a:srgbClr val="FFB881">
                    <a:alpha val="1902"/>
                  </a:srgbClr>
                </a:gs>
                <a:gs pos="100000">
                  <a:srgbClr val="FFB8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9499609">
              <a:off x="364165" y="2211158"/>
              <a:ext cx="401236" cy="148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6519448">
              <a:off x="-123764" y="2158777"/>
              <a:ext cx="691004" cy="110478"/>
            </a:xfrm>
            <a:prstGeom prst="ellipse">
              <a:avLst/>
            </a:prstGeom>
            <a:gradFill>
              <a:gsLst>
                <a:gs pos="0">
                  <a:srgbClr val="000024">
                    <a:alpha val="32968"/>
                  </a:srgbClr>
                </a:gs>
                <a:gs pos="14286">
                  <a:srgbClr val="000024">
                    <a:alpha val="30764"/>
                  </a:srgbClr>
                </a:gs>
                <a:gs pos="28571">
                  <a:srgbClr val="000024">
                    <a:alpha val="24833"/>
                  </a:srgbClr>
                </a:gs>
                <a:gs pos="42857">
                  <a:srgbClr val="000024">
                    <a:alpha val="17075"/>
                  </a:srgbClr>
                </a:gs>
                <a:gs pos="57143">
                  <a:srgbClr val="000024">
                    <a:alpha val="9855"/>
                  </a:srgbClr>
                </a:gs>
                <a:gs pos="71429">
                  <a:srgbClr val="000024">
                    <a:alpha val="4740"/>
                  </a:srgbClr>
                </a:gs>
                <a:gs pos="85714">
                  <a:srgbClr val="000024">
                    <a:alpha val="1902"/>
                  </a:srgbClr>
                </a:gs>
                <a:gs pos="100000">
                  <a:srgbClr val="0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9662974">
              <a:off x="909562" y="3073780"/>
              <a:ext cx="809525" cy="55705"/>
            </a:xfrm>
            <a:prstGeom prst="ellipse">
              <a:avLst/>
            </a:prstGeom>
            <a:gradFill>
              <a:gsLst>
                <a:gs pos="0">
                  <a:srgbClr val="FF8953">
                    <a:alpha val="32968"/>
                  </a:srgbClr>
                </a:gs>
                <a:gs pos="14286">
                  <a:srgbClr val="FF8953">
                    <a:alpha val="30764"/>
                  </a:srgbClr>
                </a:gs>
                <a:gs pos="28571">
                  <a:srgbClr val="FF8953">
                    <a:alpha val="24833"/>
                  </a:srgbClr>
                </a:gs>
                <a:gs pos="42857">
                  <a:srgbClr val="FF8953">
                    <a:alpha val="17075"/>
                  </a:srgbClr>
                </a:gs>
                <a:gs pos="57143">
                  <a:srgbClr val="FF8953">
                    <a:alpha val="9855"/>
                  </a:srgbClr>
                </a:gs>
                <a:gs pos="71429">
                  <a:srgbClr val="FF8953">
                    <a:alpha val="4740"/>
                  </a:srgbClr>
                </a:gs>
                <a:gs pos="85714">
                  <a:srgbClr val="FF8953">
                    <a:alpha val="1902"/>
                  </a:srgbClr>
                </a:gs>
                <a:gs pos="100000">
                  <a:srgbClr val="FF89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996731">
              <a:off x="1720284" y="2974182"/>
              <a:ext cx="779863" cy="395042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-10355859">
              <a:off x="1434641" y="289156"/>
              <a:ext cx="413727" cy="54364"/>
            </a:xfrm>
            <a:prstGeom prst="ellipse">
              <a:avLst/>
            </a:prstGeom>
            <a:gradFill>
              <a:gsLst>
                <a:gs pos="0">
                  <a:srgbClr val="E8D2A1">
                    <a:alpha val="32968"/>
                  </a:srgbClr>
                </a:gs>
                <a:gs pos="14286">
                  <a:srgbClr val="E8D2A1">
                    <a:alpha val="30764"/>
                  </a:srgbClr>
                </a:gs>
                <a:gs pos="28571">
                  <a:srgbClr val="E8D2A1">
                    <a:alpha val="24833"/>
                  </a:srgbClr>
                </a:gs>
                <a:gs pos="42857">
                  <a:srgbClr val="E8D2A1">
                    <a:alpha val="17075"/>
                  </a:srgbClr>
                </a:gs>
                <a:gs pos="57143">
                  <a:srgbClr val="E8D2A1">
                    <a:alpha val="9855"/>
                  </a:srgbClr>
                </a:gs>
                <a:gs pos="71429">
                  <a:srgbClr val="E8D2A1">
                    <a:alpha val="4740"/>
                  </a:srgbClr>
                </a:gs>
                <a:gs pos="85714">
                  <a:srgbClr val="E8D2A1">
                    <a:alpha val="1902"/>
                  </a:srgbClr>
                </a:gs>
                <a:gs pos="100000">
                  <a:srgbClr val="E8D2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3457913">
              <a:off x="-92731" y="1309925"/>
              <a:ext cx="813108" cy="77708"/>
            </a:xfrm>
            <a:prstGeom prst="ellipse">
              <a:avLst/>
            </a:prstGeom>
            <a:gradFill>
              <a:gsLst>
                <a:gs pos="0">
                  <a:srgbClr val="9C0000">
                    <a:alpha val="32968"/>
                  </a:srgbClr>
                </a:gs>
                <a:gs pos="14286">
                  <a:srgbClr val="9C0000">
                    <a:alpha val="30764"/>
                  </a:srgbClr>
                </a:gs>
                <a:gs pos="28571">
                  <a:srgbClr val="9C0000">
                    <a:alpha val="24833"/>
                  </a:srgbClr>
                </a:gs>
                <a:gs pos="42857">
                  <a:srgbClr val="9C0000">
                    <a:alpha val="17075"/>
                  </a:srgbClr>
                </a:gs>
                <a:gs pos="57143">
                  <a:srgbClr val="9C0000">
                    <a:alpha val="9855"/>
                  </a:srgbClr>
                </a:gs>
                <a:gs pos="71429">
                  <a:srgbClr val="9C0000">
                    <a:alpha val="4740"/>
                  </a:srgbClr>
                </a:gs>
                <a:gs pos="85714">
                  <a:srgbClr val="9C0000">
                    <a:alpha val="1902"/>
                  </a:srgbClr>
                </a:gs>
                <a:gs pos="100000">
                  <a:srgbClr val="9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-8155438">
              <a:off x="900313" y="1492294"/>
              <a:ext cx="516670" cy="3335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6792152">
              <a:off x="1194978" y="179253"/>
              <a:ext cx="418157" cy="141346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821996">
              <a:off x="-279944" y="2939741"/>
              <a:ext cx="779368" cy="464975"/>
            </a:xfrm>
            <a:prstGeom prst="ellipse">
              <a:avLst/>
            </a:prstGeom>
            <a:gradFill>
              <a:gsLst>
                <a:gs pos="0">
                  <a:srgbClr val="AC0000">
                    <a:alpha val="32968"/>
                  </a:srgbClr>
                </a:gs>
                <a:gs pos="14286">
                  <a:srgbClr val="AC0000">
                    <a:alpha val="30764"/>
                  </a:srgbClr>
                </a:gs>
                <a:gs pos="28571">
                  <a:srgbClr val="AC0000">
                    <a:alpha val="24833"/>
                  </a:srgbClr>
                </a:gs>
                <a:gs pos="42857">
                  <a:srgbClr val="AC0000">
                    <a:alpha val="17075"/>
                  </a:srgbClr>
                </a:gs>
                <a:gs pos="57143">
                  <a:srgbClr val="AC0000">
                    <a:alpha val="9855"/>
                  </a:srgbClr>
                </a:gs>
                <a:gs pos="71429">
                  <a:srgbClr val="AC0000">
                    <a:alpha val="4740"/>
                  </a:srgbClr>
                </a:gs>
                <a:gs pos="85714">
                  <a:srgbClr val="AC0000">
                    <a:alpha val="1902"/>
                  </a:srgbClr>
                </a:gs>
                <a:gs pos="100000">
                  <a:srgbClr val="A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327608">
              <a:off x="2917019" y="3197322"/>
              <a:ext cx="737760" cy="697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6166388">
              <a:off x="2086026" y="1811905"/>
              <a:ext cx="408607" cy="205611"/>
            </a:xfrm>
            <a:prstGeom prst="ellipse">
              <a:avLst/>
            </a:prstGeom>
            <a:gradFill>
              <a:gsLst>
                <a:gs pos="0">
                  <a:srgbClr val="DFC1A4">
                    <a:alpha val="27670"/>
                  </a:srgbClr>
                </a:gs>
                <a:gs pos="14286">
                  <a:srgbClr val="DFC1A4">
                    <a:alpha val="25750"/>
                  </a:srgbClr>
                </a:gs>
                <a:gs pos="28571">
                  <a:srgbClr val="DFC1A4">
                    <a:alpha val="20640"/>
                  </a:srgbClr>
                </a:gs>
                <a:gs pos="42857">
                  <a:srgbClr val="DFC1A4">
                    <a:alpha val="14069"/>
                  </a:srgbClr>
                </a:gs>
                <a:gs pos="57143">
                  <a:srgbClr val="DFC1A4">
                    <a:alpha val="8059"/>
                  </a:srgbClr>
                </a:gs>
                <a:gs pos="71429">
                  <a:srgbClr val="DFC1A4">
                    <a:alpha val="3857"/>
                  </a:srgbClr>
                </a:gs>
                <a:gs pos="85714">
                  <a:srgbClr val="DFC1A4">
                    <a:alpha val="1543"/>
                  </a:srgbClr>
                </a:gs>
                <a:gs pos="100000">
                  <a:srgbClr val="DFC1A4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5821357">
              <a:off x="2543907" y="168705"/>
              <a:ext cx="621745" cy="78451"/>
            </a:xfrm>
            <a:prstGeom prst="ellipse">
              <a:avLst/>
            </a:prstGeom>
            <a:gradFill>
              <a:gsLst>
                <a:gs pos="0">
                  <a:srgbClr val="544400">
                    <a:alpha val="32968"/>
                  </a:srgbClr>
                </a:gs>
                <a:gs pos="14286">
                  <a:srgbClr val="544400">
                    <a:alpha val="30764"/>
                  </a:srgbClr>
                </a:gs>
                <a:gs pos="28571">
                  <a:srgbClr val="544400">
                    <a:alpha val="24833"/>
                  </a:srgbClr>
                </a:gs>
                <a:gs pos="42857">
                  <a:srgbClr val="544400">
                    <a:alpha val="17075"/>
                  </a:srgbClr>
                </a:gs>
                <a:gs pos="57143">
                  <a:srgbClr val="544400">
                    <a:alpha val="9855"/>
                  </a:srgbClr>
                </a:gs>
                <a:gs pos="71429">
                  <a:srgbClr val="544400">
                    <a:alpha val="4740"/>
                  </a:srgbClr>
                </a:gs>
                <a:gs pos="85714">
                  <a:srgbClr val="544400">
                    <a:alpha val="1902"/>
                  </a:srgbClr>
                </a:gs>
                <a:gs pos="100000">
                  <a:srgbClr val="54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8737907">
              <a:off x="1587471" y="1001106"/>
              <a:ext cx="251611" cy="31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998979">
              <a:off x="2086857" y="-70380"/>
              <a:ext cx="594980" cy="221176"/>
            </a:xfrm>
            <a:prstGeom prst="ellipse">
              <a:avLst/>
            </a:prstGeom>
            <a:gradFill>
              <a:gsLst>
                <a:gs pos="0">
                  <a:srgbClr val="E3E0E7">
                    <a:alpha val="32968"/>
                  </a:srgbClr>
                </a:gs>
                <a:gs pos="14286">
                  <a:srgbClr val="E3E0E7">
                    <a:alpha val="30764"/>
                  </a:srgbClr>
                </a:gs>
                <a:gs pos="28571">
                  <a:srgbClr val="E3E0E7">
                    <a:alpha val="24833"/>
                  </a:srgbClr>
                </a:gs>
                <a:gs pos="42857">
                  <a:srgbClr val="E3E0E7">
                    <a:alpha val="17075"/>
                  </a:srgbClr>
                </a:gs>
                <a:gs pos="57143">
                  <a:srgbClr val="E3E0E7">
                    <a:alpha val="9855"/>
                  </a:srgbClr>
                </a:gs>
                <a:gs pos="71429">
                  <a:srgbClr val="E3E0E7">
                    <a:alpha val="4740"/>
                  </a:srgbClr>
                </a:gs>
                <a:gs pos="85714">
                  <a:srgbClr val="E3E0E7">
                    <a:alpha val="1902"/>
                  </a:srgbClr>
                </a:gs>
                <a:gs pos="100000">
                  <a:srgbClr val="E3E0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10302137">
              <a:off x="2406836" y="2459000"/>
              <a:ext cx="623349" cy="571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3245064">
              <a:off x="1771440" y="1189334"/>
              <a:ext cx="212918" cy="113453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-10582489">
              <a:off x="964813" y="3532043"/>
              <a:ext cx="326628" cy="207668"/>
            </a:xfrm>
            <a:prstGeom prst="ellipse">
              <a:avLst/>
            </a:prstGeom>
            <a:gradFill>
              <a:gsLst>
                <a:gs pos="0">
                  <a:srgbClr val="5000A3">
                    <a:alpha val="32968"/>
                  </a:srgbClr>
                </a:gs>
                <a:gs pos="14286">
                  <a:srgbClr val="5000A3">
                    <a:alpha val="30764"/>
                  </a:srgbClr>
                </a:gs>
                <a:gs pos="28571">
                  <a:srgbClr val="5000A3">
                    <a:alpha val="24833"/>
                  </a:srgbClr>
                </a:gs>
                <a:gs pos="42857">
                  <a:srgbClr val="5000A3">
                    <a:alpha val="17075"/>
                  </a:srgbClr>
                </a:gs>
                <a:gs pos="57143">
                  <a:srgbClr val="5000A3">
                    <a:alpha val="9855"/>
                  </a:srgbClr>
                </a:gs>
                <a:gs pos="71429">
                  <a:srgbClr val="5000A3">
                    <a:alpha val="4740"/>
                  </a:srgbClr>
                </a:gs>
                <a:gs pos="85714">
                  <a:srgbClr val="5000A3">
                    <a:alpha val="1902"/>
                  </a:srgbClr>
                </a:gs>
                <a:gs pos="100000">
                  <a:srgbClr val="5000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3257291">
              <a:off x="894937" y="3312228"/>
              <a:ext cx="353387" cy="96402"/>
            </a:xfrm>
            <a:prstGeom prst="ellipse">
              <a:avLst/>
            </a:prstGeom>
            <a:gradFill>
              <a:gsLst>
                <a:gs pos="0">
                  <a:srgbClr val="E24600">
                    <a:alpha val="32968"/>
                  </a:srgbClr>
                </a:gs>
                <a:gs pos="14286">
                  <a:srgbClr val="E24600">
                    <a:alpha val="30764"/>
                  </a:srgbClr>
                </a:gs>
                <a:gs pos="28571">
                  <a:srgbClr val="E24600">
                    <a:alpha val="24833"/>
                  </a:srgbClr>
                </a:gs>
                <a:gs pos="42857">
                  <a:srgbClr val="E24600">
                    <a:alpha val="17075"/>
                  </a:srgbClr>
                </a:gs>
                <a:gs pos="57143">
                  <a:srgbClr val="E24600">
                    <a:alpha val="9855"/>
                  </a:srgbClr>
                </a:gs>
                <a:gs pos="71429">
                  <a:srgbClr val="E24600">
                    <a:alpha val="4740"/>
                  </a:srgbClr>
                </a:gs>
                <a:gs pos="85714">
                  <a:srgbClr val="E24600">
                    <a:alpha val="1902"/>
                  </a:srgbClr>
                </a:gs>
                <a:gs pos="100000">
                  <a:srgbClr val="E2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3717386">
              <a:off x="-35298" y="3314116"/>
              <a:ext cx="774316" cy="2864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3350540">
              <a:off x="160363" y="1130016"/>
              <a:ext cx="776485" cy="64581"/>
            </a:xfrm>
            <a:prstGeom prst="ellipse">
              <a:avLst/>
            </a:prstGeom>
            <a:gradFill>
              <a:gsLst>
                <a:gs pos="0">
                  <a:srgbClr val="F5FFF0">
                    <a:alpha val="32968"/>
                  </a:srgbClr>
                </a:gs>
                <a:gs pos="14286">
                  <a:srgbClr val="F5FFF0">
                    <a:alpha val="30764"/>
                  </a:srgbClr>
                </a:gs>
                <a:gs pos="28571">
                  <a:srgbClr val="F5FFF0">
                    <a:alpha val="24833"/>
                  </a:srgbClr>
                </a:gs>
                <a:gs pos="42857">
                  <a:srgbClr val="F5FFF0">
                    <a:alpha val="17075"/>
                  </a:srgbClr>
                </a:gs>
                <a:gs pos="57143">
                  <a:srgbClr val="F5FFF0">
                    <a:alpha val="9855"/>
                  </a:srgbClr>
                </a:gs>
                <a:gs pos="71429">
                  <a:srgbClr val="F5FFF0">
                    <a:alpha val="4740"/>
                  </a:srgbClr>
                </a:gs>
                <a:gs pos="85714">
                  <a:srgbClr val="F5FFF0">
                    <a:alpha val="1902"/>
                  </a:srgbClr>
                </a:gs>
                <a:gs pos="100000">
                  <a:srgbClr val="F5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4935769">
              <a:off x="2022681" y="2311872"/>
              <a:ext cx="821336" cy="1557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8409989">
              <a:off x="900970" y="181493"/>
              <a:ext cx="721410" cy="112163"/>
            </a:xfrm>
            <a:prstGeom prst="ellipse">
              <a:avLst/>
            </a:prstGeom>
            <a:gradFill>
              <a:gsLst>
                <a:gs pos="0">
                  <a:srgbClr val="E0E2E8">
                    <a:alpha val="32968"/>
                  </a:srgbClr>
                </a:gs>
                <a:gs pos="14286">
                  <a:srgbClr val="E0E2E8">
                    <a:alpha val="30764"/>
                  </a:srgbClr>
                </a:gs>
                <a:gs pos="28571">
                  <a:srgbClr val="E0E2E8">
                    <a:alpha val="24833"/>
                  </a:srgbClr>
                </a:gs>
                <a:gs pos="42857">
                  <a:srgbClr val="E0E2E8">
                    <a:alpha val="17075"/>
                  </a:srgbClr>
                </a:gs>
                <a:gs pos="57143">
                  <a:srgbClr val="E0E2E8">
                    <a:alpha val="9855"/>
                  </a:srgbClr>
                </a:gs>
                <a:gs pos="71429">
                  <a:srgbClr val="E0E2E8">
                    <a:alpha val="4740"/>
                  </a:srgbClr>
                </a:gs>
                <a:gs pos="85714">
                  <a:srgbClr val="E0E2E8">
                    <a:alpha val="1902"/>
                  </a:srgbClr>
                </a:gs>
                <a:gs pos="100000">
                  <a:srgbClr val="E0E2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4142920">
              <a:off x="516183" y="2986100"/>
              <a:ext cx="690247" cy="71976"/>
            </a:xfrm>
            <a:prstGeom prst="ellipse">
              <a:avLst/>
            </a:prstGeom>
            <a:gradFill>
              <a:gsLst>
                <a:gs pos="0">
                  <a:srgbClr val="00002B">
                    <a:alpha val="32968"/>
                  </a:srgbClr>
                </a:gs>
                <a:gs pos="14286">
                  <a:srgbClr val="00002B">
                    <a:alpha val="30764"/>
                  </a:srgbClr>
                </a:gs>
                <a:gs pos="28571">
                  <a:srgbClr val="00002B">
                    <a:alpha val="24833"/>
                  </a:srgbClr>
                </a:gs>
                <a:gs pos="42857">
                  <a:srgbClr val="00002B">
                    <a:alpha val="17075"/>
                  </a:srgbClr>
                </a:gs>
                <a:gs pos="57143">
                  <a:srgbClr val="00002B">
                    <a:alpha val="9855"/>
                  </a:srgbClr>
                </a:gs>
                <a:gs pos="71429">
                  <a:srgbClr val="00002B">
                    <a:alpha val="4740"/>
                  </a:srgbClr>
                </a:gs>
                <a:gs pos="85714">
                  <a:srgbClr val="00002B">
                    <a:alpha val="1902"/>
                  </a:srgbClr>
                </a:gs>
                <a:gs pos="100000">
                  <a:srgbClr val="0000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8221238">
              <a:off x="2130020" y="574512"/>
              <a:ext cx="546924" cy="158770"/>
            </a:xfrm>
            <a:prstGeom prst="ellipse">
              <a:avLst/>
            </a:prstGeom>
            <a:gradFill>
              <a:gsLst>
                <a:gs pos="0">
                  <a:srgbClr val="600024">
                    <a:alpha val="32968"/>
                  </a:srgbClr>
                </a:gs>
                <a:gs pos="14286">
                  <a:srgbClr val="600024">
                    <a:alpha val="30764"/>
                  </a:srgbClr>
                </a:gs>
                <a:gs pos="28571">
                  <a:srgbClr val="600024">
                    <a:alpha val="24833"/>
                  </a:srgbClr>
                </a:gs>
                <a:gs pos="42857">
                  <a:srgbClr val="600024">
                    <a:alpha val="17075"/>
                  </a:srgbClr>
                </a:gs>
                <a:gs pos="57143">
                  <a:srgbClr val="600024">
                    <a:alpha val="9855"/>
                  </a:srgbClr>
                </a:gs>
                <a:gs pos="71429">
                  <a:srgbClr val="600024">
                    <a:alpha val="4740"/>
                  </a:srgbClr>
                </a:gs>
                <a:gs pos="85714">
                  <a:srgbClr val="600024">
                    <a:alpha val="1902"/>
                  </a:srgbClr>
                </a:gs>
                <a:gs pos="100000">
                  <a:srgbClr val="6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5356960">
              <a:off x="2842677" y="916965"/>
              <a:ext cx="838409" cy="63825"/>
            </a:xfrm>
            <a:prstGeom prst="ellipse">
              <a:avLst/>
            </a:prstGeom>
            <a:gradFill>
              <a:gsLst>
                <a:gs pos="0">
                  <a:srgbClr val="E9DDD7">
                    <a:alpha val="29715"/>
                  </a:srgbClr>
                </a:gs>
                <a:gs pos="14286">
                  <a:srgbClr val="E9DDD7">
                    <a:alpha val="27682"/>
                  </a:srgbClr>
                </a:gs>
                <a:gs pos="28571">
                  <a:srgbClr val="E9DDD7">
                    <a:alpha val="22248"/>
                  </a:srgbClr>
                </a:gs>
                <a:gs pos="42857">
                  <a:srgbClr val="E9DDD7">
                    <a:alpha val="15216"/>
                  </a:srgbClr>
                </a:gs>
                <a:gs pos="57143">
                  <a:srgbClr val="E9DDD7">
                    <a:alpha val="8740"/>
                  </a:srgbClr>
                </a:gs>
                <a:gs pos="71429">
                  <a:srgbClr val="E9DDD7">
                    <a:alpha val="4191"/>
                  </a:srgbClr>
                </a:gs>
                <a:gs pos="85714">
                  <a:srgbClr val="E9DDD7">
                    <a:alpha val="1679"/>
                  </a:srgbClr>
                </a:gs>
                <a:gs pos="100000">
                  <a:srgbClr val="E9DDD7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4330124">
              <a:off x="309847" y="1897078"/>
              <a:ext cx="750466" cy="155928"/>
            </a:xfrm>
            <a:prstGeom prst="ellipse">
              <a:avLst/>
            </a:prstGeom>
            <a:gradFill>
              <a:gsLst>
                <a:gs pos="0">
                  <a:srgbClr val="F2FFB8">
                    <a:alpha val="32968"/>
                  </a:srgbClr>
                </a:gs>
                <a:gs pos="14286">
                  <a:srgbClr val="F2FFB8">
                    <a:alpha val="30764"/>
                  </a:srgbClr>
                </a:gs>
                <a:gs pos="28571">
                  <a:srgbClr val="F2FFB8">
                    <a:alpha val="24833"/>
                  </a:srgbClr>
                </a:gs>
                <a:gs pos="42857">
                  <a:srgbClr val="F2FFB8">
                    <a:alpha val="17075"/>
                  </a:srgbClr>
                </a:gs>
                <a:gs pos="57143">
                  <a:srgbClr val="F2FFB8">
                    <a:alpha val="9855"/>
                  </a:srgbClr>
                </a:gs>
                <a:gs pos="71429">
                  <a:srgbClr val="F2FFB8">
                    <a:alpha val="4740"/>
                  </a:srgbClr>
                </a:gs>
                <a:gs pos="85714">
                  <a:srgbClr val="F2FFB8">
                    <a:alpha val="1902"/>
                  </a:srgbClr>
                </a:gs>
                <a:gs pos="100000">
                  <a:srgbClr val="F2FF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10117417">
              <a:off x="237738" y="2896427"/>
              <a:ext cx="533503" cy="273088"/>
            </a:xfrm>
            <a:prstGeom prst="ellipse">
              <a:avLst/>
            </a:prstGeom>
            <a:gradFill>
              <a:gsLst>
                <a:gs pos="0">
                  <a:srgbClr val="FFD681">
                    <a:alpha val="32968"/>
                  </a:srgbClr>
                </a:gs>
                <a:gs pos="14286">
                  <a:srgbClr val="FFD681">
                    <a:alpha val="30764"/>
                  </a:srgbClr>
                </a:gs>
                <a:gs pos="28571">
                  <a:srgbClr val="FFD681">
                    <a:alpha val="24833"/>
                  </a:srgbClr>
                </a:gs>
                <a:gs pos="42857">
                  <a:srgbClr val="FFD681">
                    <a:alpha val="17075"/>
                  </a:srgbClr>
                </a:gs>
                <a:gs pos="57143">
                  <a:srgbClr val="FFD681">
                    <a:alpha val="9855"/>
                  </a:srgbClr>
                </a:gs>
                <a:gs pos="71429">
                  <a:srgbClr val="FFD681">
                    <a:alpha val="4740"/>
                  </a:srgbClr>
                </a:gs>
                <a:gs pos="85714">
                  <a:srgbClr val="FFD681">
                    <a:alpha val="1902"/>
                  </a:srgbClr>
                </a:gs>
                <a:gs pos="100000">
                  <a:srgbClr val="FFD6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3359867">
              <a:off x="-96419" y="3489304"/>
              <a:ext cx="274321" cy="92125"/>
            </a:xfrm>
            <a:prstGeom prst="ellipse">
              <a:avLst/>
            </a:prstGeom>
            <a:gradFill>
              <a:gsLst>
                <a:gs pos="0">
                  <a:srgbClr val="F6FBFF">
                    <a:alpha val="32968"/>
                  </a:srgbClr>
                </a:gs>
                <a:gs pos="14286">
                  <a:srgbClr val="F6FBFF">
                    <a:alpha val="30764"/>
                  </a:srgbClr>
                </a:gs>
                <a:gs pos="28571">
                  <a:srgbClr val="F6FBFF">
                    <a:alpha val="24833"/>
                  </a:srgbClr>
                </a:gs>
                <a:gs pos="42857">
                  <a:srgbClr val="F6FBFF">
                    <a:alpha val="17075"/>
                  </a:srgbClr>
                </a:gs>
                <a:gs pos="57143">
                  <a:srgbClr val="F6FBFF">
                    <a:alpha val="9855"/>
                  </a:srgbClr>
                </a:gs>
                <a:gs pos="71429">
                  <a:srgbClr val="F6FBFF">
                    <a:alpha val="4740"/>
                  </a:srgbClr>
                </a:gs>
                <a:gs pos="85714">
                  <a:srgbClr val="F6FBFF">
                    <a:alpha val="1902"/>
                  </a:srgbClr>
                </a:gs>
                <a:gs pos="100000">
                  <a:srgbClr val="F6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8894482">
              <a:off x="642400" y="3239949"/>
              <a:ext cx="500914" cy="135608"/>
            </a:xfrm>
            <a:prstGeom prst="ellipse">
              <a:avLst/>
            </a:prstGeom>
            <a:gradFill>
              <a:gsLst>
                <a:gs pos="0">
                  <a:srgbClr val="FFB766">
                    <a:alpha val="29398"/>
                  </a:srgbClr>
                </a:gs>
                <a:gs pos="14286">
                  <a:srgbClr val="FFB766">
                    <a:alpha val="27382"/>
                  </a:srgbClr>
                </a:gs>
                <a:gs pos="28571">
                  <a:srgbClr val="FFB766">
                    <a:alpha val="21997"/>
                  </a:srgbClr>
                </a:gs>
                <a:gs pos="42857">
                  <a:srgbClr val="FFB766">
                    <a:alpha val="15037"/>
                  </a:srgbClr>
                </a:gs>
                <a:gs pos="57143">
                  <a:srgbClr val="FFB766">
                    <a:alpha val="8633"/>
                  </a:srgbClr>
                </a:gs>
                <a:gs pos="71429">
                  <a:srgbClr val="FFB766">
                    <a:alpha val="4138"/>
                  </a:srgbClr>
                </a:gs>
                <a:gs pos="85714">
                  <a:srgbClr val="FFB766">
                    <a:alpha val="1657"/>
                  </a:srgbClr>
                </a:gs>
                <a:gs pos="100000">
                  <a:srgbClr val="FFB766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223670">
              <a:off x="-40103" y="3423311"/>
              <a:ext cx="696694" cy="83219"/>
            </a:xfrm>
            <a:prstGeom prst="ellipse">
              <a:avLst/>
            </a:prstGeom>
            <a:gradFill>
              <a:gsLst>
                <a:gs pos="0">
                  <a:srgbClr val="F55D00">
                    <a:alpha val="32538"/>
                  </a:srgbClr>
                </a:gs>
                <a:gs pos="14286">
                  <a:srgbClr val="F55D00">
                    <a:alpha val="30356"/>
                  </a:srgbClr>
                </a:gs>
                <a:gs pos="28571">
                  <a:srgbClr val="F55D00">
                    <a:alpha val="24489"/>
                  </a:srgbClr>
                </a:gs>
                <a:gs pos="42857">
                  <a:srgbClr val="F55D00">
                    <a:alpha val="16827"/>
                  </a:srgbClr>
                </a:gs>
                <a:gs pos="57143">
                  <a:srgbClr val="F55D00">
                    <a:alpha val="9705"/>
                  </a:srgbClr>
                </a:gs>
                <a:gs pos="71429">
                  <a:srgbClr val="F55D00">
                    <a:alpha val="4666"/>
                  </a:srgbClr>
                </a:gs>
                <a:gs pos="85714">
                  <a:srgbClr val="F55D00">
                    <a:alpha val="1872"/>
                  </a:srgbClr>
                </a:gs>
                <a:gs pos="100000">
                  <a:srgbClr val="F55D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8560061">
              <a:off x="228101" y="1860234"/>
              <a:ext cx="621616" cy="249099"/>
            </a:xfrm>
            <a:prstGeom prst="ellipse">
              <a:avLst/>
            </a:prstGeom>
            <a:gradFill>
              <a:gsLst>
                <a:gs pos="0">
                  <a:srgbClr val="E8EFC5">
                    <a:alpha val="32968"/>
                  </a:srgbClr>
                </a:gs>
                <a:gs pos="14286">
                  <a:srgbClr val="E8EFC5">
                    <a:alpha val="30764"/>
                  </a:srgbClr>
                </a:gs>
                <a:gs pos="28571">
                  <a:srgbClr val="E8EFC5">
                    <a:alpha val="24833"/>
                  </a:srgbClr>
                </a:gs>
                <a:gs pos="42857">
                  <a:srgbClr val="E8EFC5">
                    <a:alpha val="17075"/>
                  </a:srgbClr>
                </a:gs>
                <a:gs pos="57143">
                  <a:srgbClr val="E8EFC5">
                    <a:alpha val="9855"/>
                  </a:srgbClr>
                </a:gs>
                <a:gs pos="71429">
                  <a:srgbClr val="E8EFC5">
                    <a:alpha val="4740"/>
                  </a:srgbClr>
                </a:gs>
                <a:gs pos="85714">
                  <a:srgbClr val="E8EFC5">
                    <a:alpha val="1902"/>
                  </a:srgbClr>
                </a:gs>
                <a:gs pos="100000">
                  <a:srgbClr val="E8E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4194576">
              <a:off x="-3548" y="2991737"/>
              <a:ext cx="386123" cy="103796"/>
            </a:xfrm>
            <a:prstGeom prst="ellipse">
              <a:avLst/>
            </a:prstGeom>
            <a:gradFill>
              <a:gsLst>
                <a:gs pos="0">
                  <a:srgbClr val="FF8A57">
                    <a:alpha val="32968"/>
                  </a:srgbClr>
                </a:gs>
                <a:gs pos="14286">
                  <a:srgbClr val="FF8A57">
                    <a:alpha val="30764"/>
                  </a:srgbClr>
                </a:gs>
                <a:gs pos="28571">
                  <a:srgbClr val="FF8A57">
                    <a:alpha val="24833"/>
                  </a:srgbClr>
                </a:gs>
                <a:gs pos="42857">
                  <a:srgbClr val="FF8A57">
                    <a:alpha val="17075"/>
                  </a:srgbClr>
                </a:gs>
                <a:gs pos="57143">
                  <a:srgbClr val="FF8A57">
                    <a:alpha val="9855"/>
                  </a:srgbClr>
                </a:gs>
                <a:gs pos="71429">
                  <a:srgbClr val="FF8A57">
                    <a:alpha val="4740"/>
                  </a:srgbClr>
                </a:gs>
                <a:gs pos="85714">
                  <a:srgbClr val="FF8A57">
                    <a:alpha val="1902"/>
                  </a:srgbClr>
                </a:gs>
                <a:gs pos="100000">
                  <a:srgbClr val="FF8A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5586609">
              <a:off x="3098218" y="1003304"/>
              <a:ext cx="534509" cy="138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5296701">
              <a:off x="1844930" y="1868208"/>
              <a:ext cx="717190" cy="97283"/>
            </a:xfrm>
            <a:prstGeom prst="ellipse">
              <a:avLst/>
            </a:prstGeom>
            <a:gradFill>
              <a:gsLst>
                <a:gs pos="0">
                  <a:srgbClr val="FF8F5E">
                    <a:alpha val="32968"/>
                  </a:srgbClr>
                </a:gs>
                <a:gs pos="14286">
                  <a:srgbClr val="FF8F5E">
                    <a:alpha val="30764"/>
                  </a:srgbClr>
                </a:gs>
                <a:gs pos="28571">
                  <a:srgbClr val="FF8F5E">
                    <a:alpha val="24833"/>
                  </a:srgbClr>
                </a:gs>
                <a:gs pos="42857">
                  <a:srgbClr val="FF8F5E">
                    <a:alpha val="17075"/>
                  </a:srgbClr>
                </a:gs>
                <a:gs pos="57143">
                  <a:srgbClr val="FF8F5E">
                    <a:alpha val="9855"/>
                  </a:srgbClr>
                </a:gs>
                <a:gs pos="71429">
                  <a:srgbClr val="FF8F5E">
                    <a:alpha val="4740"/>
                  </a:srgbClr>
                </a:gs>
                <a:gs pos="85714">
                  <a:srgbClr val="FF8F5E">
                    <a:alpha val="1902"/>
                  </a:srgbClr>
                </a:gs>
                <a:gs pos="100000">
                  <a:srgbClr val="FF8F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10212550">
              <a:off x="1477357" y="176873"/>
              <a:ext cx="426841" cy="98656"/>
            </a:xfrm>
            <a:prstGeom prst="ellipse">
              <a:avLst/>
            </a:prstGeom>
            <a:gradFill>
              <a:gsLst>
                <a:gs pos="0">
                  <a:srgbClr val="FCEBBF">
                    <a:alpha val="30455"/>
                  </a:srgbClr>
                </a:gs>
                <a:gs pos="14286">
                  <a:srgbClr val="FCEBBF">
                    <a:alpha val="28382"/>
                  </a:srgbClr>
                </a:gs>
                <a:gs pos="28571">
                  <a:srgbClr val="FCEBBF">
                    <a:alpha val="22833"/>
                  </a:srgbClr>
                </a:gs>
                <a:gs pos="42857">
                  <a:srgbClr val="FCEBBF">
                    <a:alpha val="15634"/>
                  </a:srgbClr>
                </a:gs>
                <a:gs pos="57143">
                  <a:srgbClr val="FCEBBF">
                    <a:alpha val="8990"/>
                  </a:srgbClr>
                </a:gs>
                <a:gs pos="71429">
                  <a:srgbClr val="FCEBBF">
                    <a:alpha val="4314"/>
                  </a:srgbClr>
                </a:gs>
                <a:gs pos="85714">
                  <a:srgbClr val="FCEBBF">
                    <a:alpha val="1729"/>
                  </a:srgbClr>
                </a:gs>
                <a:gs pos="100000">
                  <a:srgbClr val="FCEBBF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-9584807">
              <a:off x="1215661" y="1774378"/>
              <a:ext cx="483975" cy="839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9365413">
              <a:off x="2861929" y="3202570"/>
              <a:ext cx="746732" cy="700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3220115">
              <a:off x="650700" y="1069046"/>
              <a:ext cx="378942" cy="192762"/>
            </a:xfrm>
            <a:prstGeom prst="ellipse">
              <a:avLst/>
            </a:prstGeom>
            <a:gradFill>
              <a:gsLst>
                <a:gs pos="0">
                  <a:srgbClr val="FFFFFF">
                    <a:alpha val="9968"/>
                  </a:srgbClr>
                </a:gs>
                <a:gs pos="14286">
                  <a:srgbClr val="FFFFFF">
                    <a:alpha val="9200"/>
                  </a:srgbClr>
                </a:gs>
                <a:gs pos="28571">
                  <a:srgbClr val="FFFFFF">
                    <a:alpha val="7220"/>
                  </a:srgbClr>
                </a:gs>
                <a:gs pos="42857">
                  <a:srgbClr val="FFFFFF">
                    <a:alpha val="4796"/>
                  </a:srgbClr>
                </a:gs>
                <a:gs pos="57143">
                  <a:srgbClr val="FFFFFF">
                    <a:alpha val="2687"/>
                  </a:srgbClr>
                </a:gs>
                <a:gs pos="71429">
                  <a:srgbClr val="FFFFFF">
                    <a:alpha val="1267"/>
                  </a:srgbClr>
                </a:gs>
                <a:gs pos="85714">
                  <a:srgbClr val="FFFFFF">
                    <a:alpha val="503"/>
                  </a:srgbClr>
                </a:gs>
                <a:gs pos="100000">
                  <a:srgbClr val="FFFFFF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5623665">
              <a:off x="1282722" y="2921953"/>
              <a:ext cx="803130" cy="37217"/>
            </a:xfrm>
            <a:prstGeom prst="ellipse">
              <a:avLst/>
            </a:prstGeom>
            <a:gradFill>
              <a:gsLst>
                <a:gs pos="0">
                  <a:srgbClr val="BD0000">
                    <a:alpha val="32968"/>
                  </a:srgbClr>
                </a:gs>
                <a:gs pos="14286">
                  <a:srgbClr val="BD0000">
                    <a:alpha val="30764"/>
                  </a:srgbClr>
                </a:gs>
                <a:gs pos="28571">
                  <a:srgbClr val="BD0000">
                    <a:alpha val="24833"/>
                  </a:srgbClr>
                </a:gs>
                <a:gs pos="42857">
                  <a:srgbClr val="BD0000">
                    <a:alpha val="17075"/>
                  </a:srgbClr>
                </a:gs>
                <a:gs pos="57143">
                  <a:srgbClr val="BD0000">
                    <a:alpha val="9855"/>
                  </a:srgbClr>
                </a:gs>
                <a:gs pos="71429">
                  <a:srgbClr val="BD0000">
                    <a:alpha val="4740"/>
                  </a:srgbClr>
                </a:gs>
                <a:gs pos="85714">
                  <a:srgbClr val="BD0000">
                    <a:alpha val="1902"/>
                  </a:srgbClr>
                </a:gs>
                <a:gs pos="100000">
                  <a:srgbClr val="B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9279327">
              <a:off x="2141497" y="2465419"/>
              <a:ext cx="805303" cy="588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5461534">
              <a:off x="1267411" y="213067"/>
              <a:ext cx="241971" cy="1333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-10658992">
              <a:off x="1601822" y="2080810"/>
              <a:ext cx="712026" cy="145617"/>
            </a:xfrm>
            <a:prstGeom prst="ellipse">
              <a:avLst/>
            </a:prstGeom>
            <a:gradFill>
              <a:gsLst>
                <a:gs pos="0">
                  <a:srgbClr val="FF0000">
                    <a:alpha val="7555"/>
                  </a:srgbClr>
                </a:gs>
                <a:gs pos="14286">
                  <a:srgbClr val="FF0000">
                    <a:alpha val="6965"/>
                  </a:srgbClr>
                </a:gs>
                <a:gs pos="28571">
                  <a:srgbClr val="FF0000">
                    <a:alpha val="5452"/>
                  </a:srgbClr>
                </a:gs>
                <a:gs pos="42857">
                  <a:srgbClr val="FF0000">
                    <a:alpha val="3610"/>
                  </a:srgbClr>
                </a:gs>
                <a:gs pos="57143">
                  <a:srgbClr val="FF0000">
                    <a:alpha val="2017"/>
                  </a:srgbClr>
                </a:gs>
                <a:gs pos="71429">
                  <a:srgbClr val="FF0000">
                    <a:alpha val="949"/>
                  </a:srgbClr>
                </a:gs>
                <a:gs pos="85714">
                  <a:srgbClr val="FF0000">
                    <a:alpha val="376"/>
                  </a:srgbClr>
                </a:gs>
                <a:gs pos="100000">
                  <a:srgbClr val="FF00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3124421">
              <a:off x="986679" y="1268349"/>
              <a:ext cx="698514" cy="4699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-10304395">
              <a:off x="1066409" y="2023248"/>
              <a:ext cx="844302" cy="1102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5188921">
              <a:off x="2549502" y="288683"/>
              <a:ext cx="608950" cy="72384"/>
            </a:xfrm>
            <a:prstGeom prst="ellipse">
              <a:avLst/>
            </a:prstGeom>
            <a:gradFill>
              <a:gsLst>
                <a:gs pos="0">
                  <a:srgbClr val="755600">
                    <a:alpha val="32968"/>
                  </a:srgbClr>
                </a:gs>
                <a:gs pos="14286">
                  <a:srgbClr val="755600">
                    <a:alpha val="30764"/>
                  </a:srgbClr>
                </a:gs>
                <a:gs pos="28571">
                  <a:srgbClr val="755600">
                    <a:alpha val="24833"/>
                  </a:srgbClr>
                </a:gs>
                <a:gs pos="42857">
                  <a:srgbClr val="755600">
                    <a:alpha val="17075"/>
                  </a:srgbClr>
                </a:gs>
                <a:gs pos="57143">
                  <a:srgbClr val="755600">
                    <a:alpha val="9855"/>
                  </a:srgbClr>
                </a:gs>
                <a:gs pos="71429">
                  <a:srgbClr val="755600">
                    <a:alpha val="4740"/>
                  </a:srgbClr>
                </a:gs>
                <a:gs pos="85714">
                  <a:srgbClr val="755600">
                    <a:alpha val="1902"/>
                  </a:srgbClr>
                </a:gs>
                <a:gs pos="100000">
                  <a:srgbClr val="755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4008314">
              <a:off x="1493054" y="3268948"/>
              <a:ext cx="591448" cy="659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3046519">
              <a:off x="424512" y="2257052"/>
              <a:ext cx="511077" cy="226508"/>
            </a:xfrm>
            <a:prstGeom prst="ellipse">
              <a:avLst/>
            </a:prstGeom>
            <a:gradFill>
              <a:gsLst>
                <a:gs pos="0">
                  <a:srgbClr val="006A00">
                    <a:alpha val="32968"/>
                  </a:srgbClr>
                </a:gs>
                <a:gs pos="14286">
                  <a:srgbClr val="006A00">
                    <a:alpha val="30764"/>
                  </a:srgbClr>
                </a:gs>
                <a:gs pos="28571">
                  <a:srgbClr val="006A00">
                    <a:alpha val="24833"/>
                  </a:srgbClr>
                </a:gs>
                <a:gs pos="42857">
                  <a:srgbClr val="006A00">
                    <a:alpha val="17075"/>
                  </a:srgbClr>
                </a:gs>
                <a:gs pos="57143">
                  <a:srgbClr val="006A00">
                    <a:alpha val="9855"/>
                  </a:srgbClr>
                </a:gs>
                <a:gs pos="71429">
                  <a:srgbClr val="006A00">
                    <a:alpha val="4740"/>
                  </a:srgbClr>
                </a:gs>
                <a:gs pos="85714">
                  <a:srgbClr val="006A00">
                    <a:alpha val="1902"/>
                  </a:srgbClr>
                </a:gs>
                <a:gs pos="100000">
                  <a:srgbClr val="00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8359980">
              <a:off x="533174" y="1127105"/>
              <a:ext cx="470029" cy="246393"/>
            </a:xfrm>
            <a:prstGeom prst="ellipse">
              <a:avLst/>
            </a:prstGeom>
            <a:gradFill>
              <a:gsLst>
                <a:gs pos="0">
                  <a:srgbClr val="D5DCE6">
                    <a:alpha val="29709"/>
                  </a:srgbClr>
                </a:gs>
                <a:gs pos="14286">
                  <a:srgbClr val="D5DCE6">
                    <a:alpha val="27676"/>
                  </a:srgbClr>
                </a:gs>
                <a:gs pos="28571">
                  <a:srgbClr val="D5DCE6">
                    <a:alpha val="22242"/>
                  </a:srgbClr>
                </a:gs>
                <a:gs pos="42857">
                  <a:srgbClr val="D5DCE6">
                    <a:alpha val="15212"/>
                  </a:srgbClr>
                </a:gs>
                <a:gs pos="57143">
                  <a:srgbClr val="D5DCE6">
                    <a:alpha val="8738"/>
                  </a:srgbClr>
                </a:gs>
                <a:gs pos="71429">
                  <a:srgbClr val="D5DCE6">
                    <a:alpha val="4190"/>
                  </a:srgbClr>
                </a:gs>
                <a:gs pos="85714">
                  <a:srgbClr val="D5DCE6">
                    <a:alpha val="1678"/>
                  </a:srgbClr>
                </a:gs>
                <a:gs pos="100000">
                  <a:srgbClr val="D5DCE6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4898707">
              <a:off x="283325" y="2628346"/>
              <a:ext cx="267379" cy="62989"/>
            </a:xfrm>
            <a:prstGeom prst="ellipse">
              <a:avLst/>
            </a:prstGeom>
            <a:gradFill>
              <a:gsLst>
                <a:gs pos="0">
                  <a:srgbClr val="FEEFC7">
                    <a:alpha val="32968"/>
                  </a:srgbClr>
                </a:gs>
                <a:gs pos="14286">
                  <a:srgbClr val="FEEFC7">
                    <a:alpha val="30764"/>
                  </a:srgbClr>
                </a:gs>
                <a:gs pos="28571">
                  <a:srgbClr val="FEEFC7">
                    <a:alpha val="24833"/>
                  </a:srgbClr>
                </a:gs>
                <a:gs pos="42857">
                  <a:srgbClr val="FEEFC7">
                    <a:alpha val="17075"/>
                  </a:srgbClr>
                </a:gs>
                <a:gs pos="57143">
                  <a:srgbClr val="FEEFC7">
                    <a:alpha val="9855"/>
                  </a:srgbClr>
                </a:gs>
                <a:gs pos="71429">
                  <a:srgbClr val="FEEFC7">
                    <a:alpha val="4740"/>
                  </a:srgbClr>
                </a:gs>
                <a:gs pos="85714">
                  <a:srgbClr val="FEEFC7">
                    <a:alpha val="1902"/>
                  </a:srgbClr>
                </a:gs>
                <a:gs pos="100000">
                  <a:srgbClr val="FEEF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10671284">
              <a:off x="1200365" y="1293224"/>
              <a:ext cx="741466" cy="247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3101058">
              <a:off x="2093980" y="2140"/>
              <a:ext cx="551327" cy="325015"/>
            </a:xfrm>
            <a:prstGeom prst="ellipse">
              <a:avLst/>
            </a:prstGeom>
            <a:gradFill>
              <a:gsLst>
                <a:gs pos="0">
                  <a:srgbClr val="DED2C5">
                    <a:alpha val="32968"/>
                  </a:srgbClr>
                </a:gs>
                <a:gs pos="14286">
                  <a:srgbClr val="DED2C5">
                    <a:alpha val="30764"/>
                  </a:srgbClr>
                </a:gs>
                <a:gs pos="28571">
                  <a:srgbClr val="DED2C5">
                    <a:alpha val="24833"/>
                  </a:srgbClr>
                </a:gs>
                <a:gs pos="42857">
                  <a:srgbClr val="DED2C5">
                    <a:alpha val="17075"/>
                  </a:srgbClr>
                </a:gs>
                <a:gs pos="57143">
                  <a:srgbClr val="DED2C5">
                    <a:alpha val="9855"/>
                  </a:srgbClr>
                </a:gs>
                <a:gs pos="71429">
                  <a:srgbClr val="DED2C5">
                    <a:alpha val="4740"/>
                  </a:srgbClr>
                </a:gs>
                <a:gs pos="85714">
                  <a:srgbClr val="DED2C5">
                    <a:alpha val="1902"/>
                  </a:srgbClr>
                </a:gs>
                <a:gs pos="100000">
                  <a:srgbClr val="DED2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10371541">
              <a:off x="1907963" y="2295160"/>
              <a:ext cx="495257" cy="152224"/>
            </a:xfrm>
            <a:prstGeom prst="ellipse">
              <a:avLst/>
            </a:prstGeom>
            <a:gradFill>
              <a:gsLst>
                <a:gs pos="0">
                  <a:srgbClr val="D44400">
                    <a:alpha val="32968"/>
                  </a:srgbClr>
                </a:gs>
                <a:gs pos="14286">
                  <a:srgbClr val="D44400">
                    <a:alpha val="30764"/>
                  </a:srgbClr>
                </a:gs>
                <a:gs pos="28571">
                  <a:srgbClr val="D44400">
                    <a:alpha val="24833"/>
                  </a:srgbClr>
                </a:gs>
                <a:gs pos="42857">
                  <a:srgbClr val="D44400">
                    <a:alpha val="17075"/>
                  </a:srgbClr>
                </a:gs>
                <a:gs pos="57143">
                  <a:srgbClr val="D44400">
                    <a:alpha val="9855"/>
                  </a:srgbClr>
                </a:gs>
                <a:gs pos="71429">
                  <a:srgbClr val="D44400">
                    <a:alpha val="4740"/>
                  </a:srgbClr>
                </a:gs>
                <a:gs pos="85714">
                  <a:srgbClr val="D44400">
                    <a:alpha val="1902"/>
                  </a:srgbClr>
                </a:gs>
                <a:gs pos="100000">
                  <a:srgbClr val="D4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7260446">
              <a:off x="-240376" y="126898"/>
              <a:ext cx="507210" cy="227678"/>
            </a:xfrm>
            <a:prstGeom prst="ellipse">
              <a:avLst/>
            </a:prstGeom>
            <a:gradFill>
              <a:gsLst>
                <a:gs pos="0">
                  <a:srgbClr val="00008A">
                    <a:alpha val="32968"/>
                  </a:srgbClr>
                </a:gs>
                <a:gs pos="14286">
                  <a:srgbClr val="00008A">
                    <a:alpha val="30764"/>
                  </a:srgbClr>
                </a:gs>
                <a:gs pos="28571">
                  <a:srgbClr val="00008A">
                    <a:alpha val="24833"/>
                  </a:srgbClr>
                </a:gs>
                <a:gs pos="42857">
                  <a:srgbClr val="00008A">
                    <a:alpha val="17075"/>
                  </a:srgbClr>
                </a:gs>
                <a:gs pos="57143">
                  <a:srgbClr val="00008A">
                    <a:alpha val="9855"/>
                  </a:srgbClr>
                </a:gs>
                <a:gs pos="71429">
                  <a:srgbClr val="00008A">
                    <a:alpha val="4740"/>
                  </a:srgbClr>
                </a:gs>
                <a:gs pos="85714">
                  <a:srgbClr val="00008A">
                    <a:alpha val="1902"/>
                  </a:srgbClr>
                </a:gs>
                <a:gs pos="100000">
                  <a:srgbClr val="0000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4505606">
              <a:off x="688992" y="2042317"/>
              <a:ext cx="667643" cy="142689"/>
            </a:xfrm>
            <a:prstGeom prst="ellipse">
              <a:avLst/>
            </a:prstGeom>
            <a:gradFill>
              <a:gsLst>
                <a:gs pos="0">
                  <a:srgbClr val="D4CA9F">
                    <a:alpha val="32968"/>
                  </a:srgbClr>
                </a:gs>
                <a:gs pos="14286">
                  <a:srgbClr val="D4CA9F">
                    <a:alpha val="30764"/>
                  </a:srgbClr>
                </a:gs>
                <a:gs pos="28571">
                  <a:srgbClr val="D4CA9F">
                    <a:alpha val="24833"/>
                  </a:srgbClr>
                </a:gs>
                <a:gs pos="42857">
                  <a:srgbClr val="D4CA9F">
                    <a:alpha val="17075"/>
                  </a:srgbClr>
                </a:gs>
                <a:gs pos="57143">
                  <a:srgbClr val="D4CA9F">
                    <a:alpha val="9855"/>
                  </a:srgbClr>
                </a:gs>
                <a:gs pos="71429">
                  <a:srgbClr val="D4CA9F">
                    <a:alpha val="4740"/>
                  </a:srgbClr>
                </a:gs>
                <a:gs pos="85714">
                  <a:srgbClr val="D4CA9F">
                    <a:alpha val="1902"/>
                  </a:srgbClr>
                </a:gs>
                <a:gs pos="100000">
                  <a:srgbClr val="D4CA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8495771">
              <a:off x="1708633" y="797676"/>
              <a:ext cx="532144" cy="134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4833977">
              <a:off x="2743393" y="3097733"/>
              <a:ext cx="641343" cy="2866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3617572">
              <a:off x="324144" y="2294759"/>
              <a:ext cx="481419" cy="395563"/>
            </a:xfrm>
            <a:prstGeom prst="ellipse">
              <a:avLst/>
            </a:prstGeom>
            <a:gradFill>
              <a:gsLst>
                <a:gs pos="0">
                  <a:srgbClr val="D6F9BE">
                    <a:alpha val="32968"/>
                  </a:srgbClr>
                </a:gs>
                <a:gs pos="14286">
                  <a:srgbClr val="D6F9BE">
                    <a:alpha val="30764"/>
                  </a:srgbClr>
                </a:gs>
                <a:gs pos="28571">
                  <a:srgbClr val="D6F9BE">
                    <a:alpha val="24833"/>
                  </a:srgbClr>
                </a:gs>
                <a:gs pos="42857">
                  <a:srgbClr val="D6F9BE">
                    <a:alpha val="17075"/>
                  </a:srgbClr>
                </a:gs>
                <a:gs pos="57143">
                  <a:srgbClr val="D6F9BE">
                    <a:alpha val="9855"/>
                  </a:srgbClr>
                </a:gs>
                <a:gs pos="71429">
                  <a:srgbClr val="D6F9BE">
                    <a:alpha val="4740"/>
                  </a:srgbClr>
                </a:gs>
                <a:gs pos="85714">
                  <a:srgbClr val="D6F9BE">
                    <a:alpha val="1902"/>
                  </a:srgbClr>
                </a:gs>
                <a:gs pos="100000">
                  <a:srgbClr val="D6F9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10009579">
              <a:off x="1861664" y="-12824"/>
              <a:ext cx="480785" cy="189763"/>
            </a:xfrm>
            <a:prstGeom prst="ellipse">
              <a:avLst/>
            </a:prstGeom>
            <a:gradFill>
              <a:gsLst>
                <a:gs pos="0">
                  <a:srgbClr val="4E0000">
                    <a:alpha val="32968"/>
                  </a:srgbClr>
                </a:gs>
                <a:gs pos="14286">
                  <a:srgbClr val="4E0000">
                    <a:alpha val="30764"/>
                  </a:srgbClr>
                </a:gs>
                <a:gs pos="28571">
                  <a:srgbClr val="4E0000">
                    <a:alpha val="24833"/>
                  </a:srgbClr>
                </a:gs>
                <a:gs pos="42857">
                  <a:srgbClr val="4E0000">
                    <a:alpha val="17075"/>
                  </a:srgbClr>
                </a:gs>
                <a:gs pos="57143">
                  <a:srgbClr val="4E0000">
                    <a:alpha val="9855"/>
                  </a:srgbClr>
                </a:gs>
                <a:gs pos="71429">
                  <a:srgbClr val="4E0000">
                    <a:alpha val="4740"/>
                  </a:srgbClr>
                </a:gs>
                <a:gs pos="85714">
                  <a:srgbClr val="4E0000">
                    <a:alpha val="1902"/>
                  </a:srgbClr>
                </a:gs>
                <a:gs pos="100000">
                  <a:srgbClr val="4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5348876">
              <a:off x="2827588" y="1346994"/>
              <a:ext cx="813313" cy="44416"/>
            </a:xfrm>
            <a:prstGeom prst="ellipse">
              <a:avLst/>
            </a:prstGeom>
            <a:gradFill>
              <a:gsLst>
                <a:gs pos="0">
                  <a:srgbClr val="0E1600">
                    <a:alpha val="32192"/>
                  </a:srgbClr>
                </a:gs>
                <a:gs pos="14286">
                  <a:srgbClr val="0E1600">
                    <a:alpha val="30027"/>
                  </a:srgbClr>
                </a:gs>
                <a:gs pos="28571">
                  <a:srgbClr val="0E1600">
                    <a:alpha val="24213"/>
                  </a:srgbClr>
                </a:gs>
                <a:gs pos="42857">
                  <a:srgbClr val="0E1600">
                    <a:alpha val="16627"/>
                  </a:srgbClr>
                </a:gs>
                <a:gs pos="57143">
                  <a:srgbClr val="0E1600">
                    <a:alpha val="9585"/>
                  </a:srgbClr>
                </a:gs>
                <a:gs pos="71429">
                  <a:srgbClr val="0E1600">
                    <a:alpha val="4607"/>
                  </a:srgbClr>
                </a:gs>
                <a:gs pos="85714">
                  <a:srgbClr val="0E1600">
                    <a:alpha val="1848"/>
                  </a:srgbClr>
                </a:gs>
                <a:gs pos="100000">
                  <a:srgbClr val="0E16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257890">
              <a:off x="1456098" y="3484441"/>
              <a:ext cx="513803" cy="2661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8567603">
              <a:off x="820755" y="2345770"/>
              <a:ext cx="457438" cy="192859"/>
            </a:xfrm>
            <a:prstGeom prst="ellipse">
              <a:avLst/>
            </a:prstGeom>
            <a:gradFill>
              <a:gsLst>
                <a:gs pos="0">
                  <a:srgbClr val="FF965C">
                    <a:alpha val="32968"/>
                  </a:srgbClr>
                </a:gs>
                <a:gs pos="14286">
                  <a:srgbClr val="FF965C">
                    <a:alpha val="30764"/>
                  </a:srgbClr>
                </a:gs>
                <a:gs pos="28571">
                  <a:srgbClr val="FF965C">
                    <a:alpha val="24833"/>
                  </a:srgbClr>
                </a:gs>
                <a:gs pos="42857">
                  <a:srgbClr val="FF965C">
                    <a:alpha val="17075"/>
                  </a:srgbClr>
                </a:gs>
                <a:gs pos="57143">
                  <a:srgbClr val="FF965C">
                    <a:alpha val="9855"/>
                  </a:srgbClr>
                </a:gs>
                <a:gs pos="71429">
                  <a:srgbClr val="FF965C">
                    <a:alpha val="4740"/>
                  </a:srgbClr>
                </a:gs>
                <a:gs pos="85714">
                  <a:srgbClr val="FF965C">
                    <a:alpha val="1902"/>
                  </a:srgbClr>
                </a:gs>
                <a:gs pos="100000">
                  <a:srgbClr val="FF96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5078107">
              <a:off x="2523902" y="1304313"/>
              <a:ext cx="779836" cy="91482"/>
            </a:xfrm>
            <a:prstGeom prst="ellipse">
              <a:avLst/>
            </a:prstGeom>
            <a:gradFill>
              <a:gsLst>
                <a:gs pos="0">
                  <a:srgbClr val="2F3600">
                    <a:alpha val="32968"/>
                  </a:srgbClr>
                </a:gs>
                <a:gs pos="14286">
                  <a:srgbClr val="2F3600">
                    <a:alpha val="30764"/>
                  </a:srgbClr>
                </a:gs>
                <a:gs pos="28571">
                  <a:srgbClr val="2F3600">
                    <a:alpha val="24833"/>
                  </a:srgbClr>
                </a:gs>
                <a:gs pos="42857">
                  <a:srgbClr val="2F3600">
                    <a:alpha val="17075"/>
                  </a:srgbClr>
                </a:gs>
                <a:gs pos="57143">
                  <a:srgbClr val="2F3600">
                    <a:alpha val="9855"/>
                  </a:srgbClr>
                </a:gs>
                <a:gs pos="71429">
                  <a:srgbClr val="2F3600">
                    <a:alpha val="4740"/>
                  </a:srgbClr>
                </a:gs>
                <a:gs pos="85714">
                  <a:srgbClr val="2F3600">
                    <a:alpha val="1902"/>
                  </a:srgbClr>
                </a:gs>
                <a:gs pos="100000">
                  <a:srgbClr val="2F3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8912182">
              <a:off x="968329" y="2022972"/>
              <a:ext cx="703772" cy="66649"/>
            </a:xfrm>
            <a:prstGeom prst="ellipse">
              <a:avLst/>
            </a:prstGeom>
            <a:gradFill>
              <a:gsLst>
                <a:gs pos="0">
                  <a:srgbClr val="FF5C07">
                    <a:alpha val="32968"/>
                  </a:srgbClr>
                </a:gs>
                <a:gs pos="14286">
                  <a:srgbClr val="FF5C07">
                    <a:alpha val="30764"/>
                  </a:srgbClr>
                </a:gs>
                <a:gs pos="28571">
                  <a:srgbClr val="FF5C07">
                    <a:alpha val="24833"/>
                  </a:srgbClr>
                </a:gs>
                <a:gs pos="42857">
                  <a:srgbClr val="FF5C07">
                    <a:alpha val="17075"/>
                  </a:srgbClr>
                </a:gs>
                <a:gs pos="57143">
                  <a:srgbClr val="FF5C07">
                    <a:alpha val="9855"/>
                  </a:srgbClr>
                </a:gs>
                <a:gs pos="71429">
                  <a:srgbClr val="FF5C07">
                    <a:alpha val="4740"/>
                  </a:srgbClr>
                </a:gs>
                <a:gs pos="85714">
                  <a:srgbClr val="FF5C07">
                    <a:alpha val="1902"/>
                  </a:srgbClr>
                </a:gs>
                <a:gs pos="100000">
                  <a:srgbClr val="FF5C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-9596188">
              <a:off x="1436673" y="545049"/>
              <a:ext cx="717248" cy="82995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3534697">
              <a:off x="12277" y="1573623"/>
              <a:ext cx="824246" cy="92923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3642600">
              <a:off x="-344511" y="2922778"/>
              <a:ext cx="849799" cy="195272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931085">
              <a:off x="1033630" y="32182"/>
              <a:ext cx="493155" cy="204745"/>
            </a:xfrm>
            <a:prstGeom prst="ellipse">
              <a:avLst/>
            </a:prstGeom>
            <a:gradFill>
              <a:gsLst>
                <a:gs pos="0">
                  <a:srgbClr val="FAFEFF">
                    <a:alpha val="32968"/>
                  </a:srgbClr>
                </a:gs>
                <a:gs pos="14286">
                  <a:srgbClr val="FAFEFF">
                    <a:alpha val="30764"/>
                  </a:srgbClr>
                </a:gs>
                <a:gs pos="28571">
                  <a:srgbClr val="FAFEFF">
                    <a:alpha val="24833"/>
                  </a:srgbClr>
                </a:gs>
                <a:gs pos="42857">
                  <a:srgbClr val="FAFEFF">
                    <a:alpha val="17075"/>
                  </a:srgbClr>
                </a:gs>
                <a:gs pos="57143">
                  <a:srgbClr val="FAFEFF">
                    <a:alpha val="9855"/>
                  </a:srgbClr>
                </a:gs>
                <a:gs pos="71429">
                  <a:srgbClr val="FAFEFF">
                    <a:alpha val="4740"/>
                  </a:srgbClr>
                </a:gs>
                <a:gs pos="85714">
                  <a:srgbClr val="FAFEFF">
                    <a:alpha val="1902"/>
                  </a:srgbClr>
                </a:gs>
                <a:gs pos="100000">
                  <a:srgbClr val="FA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4073803">
              <a:off x="295476" y="2526519"/>
              <a:ext cx="673619" cy="201647"/>
            </a:xfrm>
            <a:prstGeom prst="ellipse">
              <a:avLst/>
            </a:prstGeom>
            <a:gradFill>
              <a:gsLst>
                <a:gs pos="0">
                  <a:srgbClr val="8B2900">
                    <a:alpha val="32968"/>
                  </a:srgbClr>
                </a:gs>
                <a:gs pos="14286">
                  <a:srgbClr val="8B2900">
                    <a:alpha val="30764"/>
                  </a:srgbClr>
                </a:gs>
                <a:gs pos="28571">
                  <a:srgbClr val="8B2900">
                    <a:alpha val="24833"/>
                  </a:srgbClr>
                </a:gs>
                <a:gs pos="42857">
                  <a:srgbClr val="8B2900">
                    <a:alpha val="17075"/>
                  </a:srgbClr>
                </a:gs>
                <a:gs pos="57143">
                  <a:srgbClr val="8B2900">
                    <a:alpha val="9855"/>
                  </a:srgbClr>
                </a:gs>
                <a:gs pos="71429">
                  <a:srgbClr val="8B2900">
                    <a:alpha val="4740"/>
                  </a:srgbClr>
                </a:gs>
                <a:gs pos="85714">
                  <a:srgbClr val="8B2900">
                    <a:alpha val="1902"/>
                  </a:srgbClr>
                </a:gs>
                <a:gs pos="100000">
                  <a:srgbClr val="8B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5741615">
              <a:off x="2383132" y="431575"/>
              <a:ext cx="539200" cy="255259"/>
            </a:xfrm>
            <a:prstGeom prst="ellipse">
              <a:avLst/>
            </a:prstGeom>
            <a:gradFill>
              <a:gsLst>
                <a:gs pos="0">
                  <a:srgbClr val="FFFCF4">
                    <a:alpha val="23292"/>
                  </a:srgbClr>
                </a:gs>
                <a:gs pos="14286">
                  <a:srgbClr val="FFFCF4">
                    <a:alpha val="21629"/>
                  </a:srgbClr>
                </a:gs>
                <a:gs pos="28571">
                  <a:srgbClr val="FFFCF4">
                    <a:alpha val="17240"/>
                  </a:srgbClr>
                </a:gs>
                <a:gs pos="42857">
                  <a:srgbClr val="FFFCF4">
                    <a:alpha val="11673"/>
                  </a:srgbClr>
                </a:gs>
                <a:gs pos="57143">
                  <a:srgbClr val="FFFCF4">
                    <a:alpha val="6646"/>
                  </a:srgbClr>
                </a:gs>
                <a:gs pos="71429">
                  <a:srgbClr val="FFFCF4">
                    <a:alpha val="3168"/>
                  </a:srgbClr>
                </a:gs>
                <a:gs pos="85714">
                  <a:srgbClr val="FFFCF4">
                    <a:alpha val="1265"/>
                  </a:srgbClr>
                </a:gs>
                <a:gs pos="100000">
                  <a:srgbClr val="FFFCF4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5661634">
              <a:off x="1295725" y="2535541"/>
              <a:ext cx="655030" cy="1578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9532325">
              <a:off x="2530054" y="2526057"/>
              <a:ext cx="448403" cy="1227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4142217">
              <a:off x="2742159" y="24872"/>
              <a:ext cx="792746" cy="129141"/>
            </a:xfrm>
            <a:prstGeom prst="ellipse">
              <a:avLst/>
            </a:prstGeom>
            <a:gradFill>
              <a:gsLst>
                <a:gs pos="0">
                  <a:srgbClr val="E6DDD9">
                    <a:alpha val="32968"/>
                  </a:srgbClr>
                </a:gs>
                <a:gs pos="14286">
                  <a:srgbClr val="E6DDD9">
                    <a:alpha val="30764"/>
                  </a:srgbClr>
                </a:gs>
                <a:gs pos="28571">
                  <a:srgbClr val="E6DDD9">
                    <a:alpha val="24833"/>
                  </a:srgbClr>
                </a:gs>
                <a:gs pos="42857">
                  <a:srgbClr val="E6DDD9">
                    <a:alpha val="17075"/>
                  </a:srgbClr>
                </a:gs>
                <a:gs pos="57143">
                  <a:srgbClr val="E6DDD9">
                    <a:alpha val="9855"/>
                  </a:srgbClr>
                </a:gs>
                <a:gs pos="71429">
                  <a:srgbClr val="E6DDD9">
                    <a:alpha val="4740"/>
                  </a:srgbClr>
                </a:gs>
                <a:gs pos="85714">
                  <a:srgbClr val="E6DDD9">
                    <a:alpha val="1902"/>
                  </a:srgbClr>
                </a:gs>
                <a:gs pos="100000">
                  <a:srgbClr val="E6DD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10585536">
              <a:off x="2498420" y="2452072"/>
              <a:ext cx="599432" cy="798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8235638">
              <a:off x="1424817" y="1225843"/>
              <a:ext cx="699520" cy="6471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6236025">
              <a:off x="986206" y="-55141"/>
              <a:ext cx="620831" cy="231157"/>
            </a:xfrm>
            <a:prstGeom prst="ellipse">
              <a:avLst/>
            </a:prstGeom>
            <a:gradFill>
              <a:gsLst>
                <a:gs pos="0">
                  <a:srgbClr val="785200">
                    <a:alpha val="24569"/>
                  </a:srgbClr>
                </a:gs>
                <a:gs pos="14286">
                  <a:srgbClr val="785200">
                    <a:alpha val="22829"/>
                  </a:srgbClr>
                </a:gs>
                <a:gs pos="28571">
                  <a:srgbClr val="785200">
                    <a:alpha val="18226"/>
                  </a:srgbClr>
                </a:gs>
                <a:gs pos="42857">
                  <a:srgbClr val="785200">
                    <a:alpha val="12364"/>
                  </a:srgbClr>
                </a:gs>
                <a:gs pos="57143">
                  <a:srgbClr val="785200">
                    <a:alpha val="7052"/>
                  </a:srgbClr>
                </a:gs>
                <a:gs pos="71429">
                  <a:srgbClr val="785200">
                    <a:alpha val="3365"/>
                  </a:srgbClr>
                </a:gs>
                <a:gs pos="85714">
                  <a:srgbClr val="785200">
                    <a:alpha val="1345"/>
                  </a:srgbClr>
                </a:gs>
                <a:gs pos="100000">
                  <a:srgbClr val="785200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4491381">
              <a:off x="3131626" y="2729964"/>
              <a:ext cx="880980" cy="281840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6701974">
              <a:off x="1925531" y="2760105"/>
              <a:ext cx="764338" cy="560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5272529">
              <a:off x="2792726" y="1090886"/>
              <a:ext cx="673686" cy="76314"/>
            </a:xfrm>
            <a:prstGeom prst="ellipse">
              <a:avLst/>
            </a:prstGeom>
            <a:gradFill>
              <a:gsLst>
                <a:gs pos="0">
                  <a:srgbClr val="F0EEE5">
                    <a:alpha val="32968"/>
                  </a:srgbClr>
                </a:gs>
                <a:gs pos="14286">
                  <a:srgbClr val="F0EEE5">
                    <a:alpha val="30764"/>
                  </a:srgbClr>
                </a:gs>
                <a:gs pos="28571">
                  <a:srgbClr val="F0EEE5">
                    <a:alpha val="24833"/>
                  </a:srgbClr>
                </a:gs>
                <a:gs pos="42857">
                  <a:srgbClr val="F0EEE5">
                    <a:alpha val="17075"/>
                  </a:srgbClr>
                </a:gs>
                <a:gs pos="57143">
                  <a:srgbClr val="F0EEE5">
                    <a:alpha val="9855"/>
                  </a:srgbClr>
                </a:gs>
                <a:gs pos="71429">
                  <a:srgbClr val="F0EEE5">
                    <a:alpha val="4740"/>
                  </a:srgbClr>
                </a:gs>
                <a:gs pos="85714">
                  <a:srgbClr val="F0EEE5">
                    <a:alpha val="1902"/>
                  </a:srgbClr>
                </a:gs>
                <a:gs pos="100000">
                  <a:srgbClr val="F0EE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4095895">
              <a:off x="-304198" y="2044123"/>
              <a:ext cx="786678" cy="208259"/>
            </a:xfrm>
            <a:prstGeom prst="ellipse">
              <a:avLst/>
            </a:prstGeom>
            <a:gradFill>
              <a:gsLst>
                <a:gs pos="0">
                  <a:srgbClr val="810000">
                    <a:alpha val="32968"/>
                  </a:srgbClr>
                </a:gs>
                <a:gs pos="14286">
                  <a:srgbClr val="810000">
                    <a:alpha val="30764"/>
                  </a:srgbClr>
                </a:gs>
                <a:gs pos="28571">
                  <a:srgbClr val="810000">
                    <a:alpha val="24833"/>
                  </a:srgbClr>
                </a:gs>
                <a:gs pos="42857">
                  <a:srgbClr val="810000">
                    <a:alpha val="17075"/>
                  </a:srgbClr>
                </a:gs>
                <a:gs pos="57143">
                  <a:srgbClr val="810000">
                    <a:alpha val="9855"/>
                  </a:srgbClr>
                </a:gs>
                <a:gs pos="71429">
                  <a:srgbClr val="810000">
                    <a:alpha val="4740"/>
                  </a:srgbClr>
                </a:gs>
                <a:gs pos="85714">
                  <a:srgbClr val="810000">
                    <a:alpha val="1902"/>
                  </a:srgbClr>
                </a:gs>
                <a:gs pos="100000">
                  <a:srgbClr val="8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7732771">
              <a:off x="1995400" y="2587098"/>
              <a:ext cx="769602" cy="6276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9293871">
              <a:off x="765845" y="990348"/>
              <a:ext cx="654560" cy="141864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10222341">
              <a:off x="1320149" y="1300933"/>
              <a:ext cx="701640" cy="634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4555410">
              <a:off x="2984851" y="1360167"/>
              <a:ext cx="712947" cy="238916"/>
            </a:xfrm>
            <a:prstGeom prst="ellipse">
              <a:avLst/>
            </a:prstGeom>
            <a:gradFill>
              <a:gsLst>
                <a:gs pos="0">
                  <a:srgbClr val="F3EAE1">
                    <a:alpha val="32968"/>
                  </a:srgbClr>
                </a:gs>
                <a:gs pos="14286">
                  <a:srgbClr val="F3EAE1">
                    <a:alpha val="30764"/>
                  </a:srgbClr>
                </a:gs>
                <a:gs pos="28571">
                  <a:srgbClr val="F3EAE1">
                    <a:alpha val="24833"/>
                  </a:srgbClr>
                </a:gs>
                <a:gs pos="42857">
                  <a:srgbClr val="F3EAE1">
                    <a:alpha val="17075"/>
                  </a:srgbClr>
                </a:gs>
                <a:gs pos="57143">
                  <a:srgbClr val="F3EAE1">
                    <a:alpha val="9855"/>
                  </a:srgbClr>
                </a:gs>
                <a:gs pos="71429">
                  <a:srgbClr val="F3EAE1">
                    <a:alpha val="4740"/>
                  </a:srgbClr>
                </a:gs>
                <a:gs pos="85714">
                  <a:srgbClr val="F3EAE1">
                    <a:alpha val="1902"/>
                  </a:srgbClr>
                </a:gs>
                <a:gs pos="100000">
                  <a:srgbClr val="F3EA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9765204">
              <a:off x="780835" y="3294083"/>
              <a:ext cx="359284" cy="189545"/>
            </a:xfrm>
            <a:prstGeom prst="ellipse">
              <a:avLst/>
            </a:prstGeom>
            <a:gradFill>
              <a:gsLst>
                <a:gs pos="0">
                  <a:srgbClr val="FF8B3E">
                    <a:alpha val="32968"/>
                  </a:srgbClr>
                </a:gs>
                <a:gs pos="14286">
                  <a:srgbClr val="FF8B3E">
                    <a:alpha val="30764"/>
                  </a:srgbClr>
                </a:gs>
                <a:gs pos="28571">
                  <a:srgbClr val="FF8B3E">
                    <a:alpha val="24833"/>
                  </a:srgbClr>
                </a:gs>
                <a:gs pos="42857">
                  <a:srgbClr val="FF8B3E">
                    <a:alpha val="17075"/>
                  </a:srgbClr>
                </a:gs>
                <a:gs pos="57143">
                  <a:srgbClr val="FF8B3E">
                    <a:alpha val="9855"/>
                  </a:srgbClr>
                </a:gs>
                <a:gs pos="71429">
                  <a:srgbClr val="FF8B3E">
                    <a:alpha val="4740"/>
                  </a:srgbClr>
                </a:gs>
                <a:gs pos="85714">
                  <a:srgbClr val="FF8B3E">
                    <a:alpha val="1902"/>
                  </a:srgbClr>
                </a:gs>
                <a:gs pos="100000">
                  <a:srgbClr val="FF8B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9716028">
              <a:off x="2597342" y="3249473"/>
              <a:ext cx="755219" cy="663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4639736">
              <a:off x="30258" y="179094"/>
              <a:ext cx="772610" cy="128102"/>
            </a:xfrm>
            <a:prstGeom prst="ellipse">
              <a:avLst/>
            </a:prstGeom>
            <a:gradFill>
              <a:gsLst>
                <a:gs pos="0">
                  <a:srgbClr val="FFF0E2">
                    <a:alpha val="32968"/>
                  </a:srgbClr>
                </a:gs>
                <a:gs pos="14286">
                  <a:srgbClr val="FFF0E2">
                    <a:alpha val="30764"/>
                  </a:srgbClr>
                </a:gs>
                <a:gs pos="28571">
                  <a:srgbClr val="FFF0E2">
                    <a:alpha val="24833"/>
                  </a:srgbClr>
                </a:gs>
                <a:gs pos="42857">
                  <a:srgbClr val="FFF0E2">
                    <a:alpha val="17075"/>
                  </a:srgbClr>
                </a:gs>
                <a:gs pos="57143">
                  <a:srgbClr val="FFF0E2">
                    <a:alpha val="9855"/>
                  </a:srgbClr>
                </a:gs>
                <a:gs pos="71429">
                  <a:srgbClr val="FFF0E2">
                    <a:alpha val="4740"/>
                  </a:srgbClr>
                </a:gs>
                <a:gs pos="85714">
                  <a:srgbClr val="FFF0E2">
                    <a:alpha val="1902"/>
                  </a:srgbClr>
                </a:gs>
                <a:gs pos="100000">
                  <a:srgbClr val="FFF0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-10352971">
              <a:off x="2764925" y="1849100"/>
              <a:ext cx="755749" cy="7159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9164118">
              <a:off x="1381037" y="1244921"/>
              <a:ext cx="716731" cy="660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3257697">
              <a:off x="-268984" y="1698298"/>
              <a:ext cx="879822" cy="76043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5525520">
              <a:off x="1745217" y="738121"/>
              <a:ext cx="433913" cy="134080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4415138">
              <a:off x="563476" y="455657"/>
              <a:ext cx="551282" cy="296779"/>
            </a:xfrm>
            <a:prstGeom prst="ellipse">
              <a:avLst/>
            </a:prstGeom>
            <a:gradFill>
              <a:gsLst>
                <a:gs pos="0">
                  <a:srgbClr val="D0C7C2">
                    <a:alpha val="32968"/>
                  </a:srgbClr>
                </a:gs>
                <a:gs pos="14286">
                  <a:srgbClr val="D0C7C2">
                    <a:alpha val="30764"/>
                  </a:srgbClr>
                </a:gs>
                <a:gs pos="28571">
                  <a:srgbClr val="D0C7C2">
                    <a:alpha val="24833"/>
                  </a:srgbClr>
                </a:gs>
                <a:gs pos="42857">
                  <a:srgbClr val="D0C7C2">
                    <a:alpha val="17075"/>
                  </a:srgbClr>
                </a:gs>
                <a:gs pos="57143">
                  <a:srgbClr val="D0C7C2">
                    <a:alpha val="9855"/>
                  </a:srgbClr>
                </a:gs>
                <a:gs pos="71429">
                  <a:srgbClr val="D0C7C2">
                    <a:alpha val="4740"/>
                  </a:srgbClr>
                </a:gs>
                <a:gs pos="85714">
                  <a:srgbClr val="D0C7C2">
                    <a:alpha val="1902"/>
                  </a:srgbClr>
                </a:gs>
                <a:gs pos="100000">
                  <a:srgbClr val="D0C7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-9912007">
              <a:off x="2670523" y="2308457"/>
              <a:ext cx="777165" cy="2222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10494743">
              <a:off x="2784543" y="3323685"/>
              <a:ext cx="750881" cy="5248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10679914">
              <a:off x="2489392" y="2539194"/>
              <a:ext cx="780306" cy="6426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3343126">
              <a:off x="-275989" y="3320485"/>
              <a:ext cx="766983" cy="2328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5352218">
              <a:off x="-324770" y="513773"/>
              <a:ext cx="810242" cy="241331"/>
            </a:xfrm>
            <a:prstGeom prst="ellipse">
              <a:avLst/>
            </a:prstGeom>
            <a:gradFill>
              <a:gsLst>
                <a:gs pos="0">
                  <a:srgbClr val="0000D3">
                    <a:alpha val="32968"/>
                  </a:srgbClr>
                </a:gs>
                <a:gs pos="14286">
                  <a:srgbClr val="0000D3">
                    <a:alpha val="30764"/>
                  </a:srgbClr>
                </a:gs>
                <a:gs pos="28571">
                  <a:srgbClr val="0000D3">
                    <a:alpha val="24833"/>
                  </a:srgbClr>
                </a:gs>
                <a:gs pos="42857">
                  <a:srgbClr val="0000D3">
                    <a:alpha val="17075"/>
                  </a:srgbClr>
                </a:gs>
                <a:gs pos="57143">
                  <a:srgbClr val="0000D3">
                    <a:alpha val="9855"/>
                  </a:srgbClr>
                </a:gs>
                <a:gs pos="71429">
                  <a:srgbClr val="0000D3">
                    <a:alpha val="4740"/>
                  </a:srgbClr>
                </a:gs>
                <a:gs pos="85714">
                  <a:srgbClr val="0000D3">
                    <a:alpha val="1902"/>
                  </a:srgbClr>
                </a:gs>
                <a:gs pos="100000">
                  <a:srgbClr val="0000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4781853">
              <a:off x="3213965" y="2709557"/>
              <a:ext cx="766341" cy="325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6108434">
              <a:off x="3174871" y="1758291"/>
              <a:ext cx="767652" cy="744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7877273">
              <a:off x="158908" y="684001"/>
              <a:ext cx="478368" cy="106749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-10528536">
              <a:off x="2662618" y="3317675"/>
              <a:ext cx="771491" cy="541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5376016">
              <a:off x="-235275" y="1426323"/>
              <a:ext cx="776100" cy="95836"/>
            </a:xfrm>
            <a:prstGeom prst="ellipse">
              <a:avLst/>
            </a:prstGeom>
            <a:gradFill>
              <a:gsLst>
                <a:gs pos="0">
                  <a:srgbClr val="121700">
                    <a:alpha val="23115"/>
                  </a:srgbClr>
                </a:gs>
                <a:gs pos="14286">
                  <a:srgbClr val="121700">
                    <a:alpha val="21463"/>
                  </a:srgbClr>
                </a:gs>
                <a:gs pos="28571">
                  <a:srgbClr val="121700">
                    <a:alpha val="17104"/>
                  </a:srgbClr>
                </a:gs>
                <a:gs pos="42857">
                  <a:srgbClr val="121700">
                    <a:alpha val="11577"/>
                  </a:srgbClr>
                </a:gs>
                <a:gs pos="57143">
                  <a:srgbClr val="121700">
                    <a:alpha val="6591"/>
                  </a:srgbClr>
                </a:gs>
                <a:gs pos="71429">
                  <a:srgbClr val="121700">
                    <a:alpha val="3141"/>
                  </a:srgbClr>
                </a:gs>
                <a:gs pos="85714">
                  <a:srgbClr val="121700">
                    <a:alpha val="1254"/>
                  </a:srgbClr>
                </a:gs>
                <a:gs pos="100000">
                  <a:srgbClr val="121700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-10626681">
              <a:off x="2090800" y="3153987"/>
              <a:ext cx="785800" cy="7478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-8464717">
              <a:off x="3005374" y="2316024"/>
              <a:ext cx="781323" cy="4129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4668934">
              <a:off x="113003" y="337417"/>
              <a:ext cx="809164" cy="209223"/>
            </a:xfrm>
            <a:prstGeom prst="ellipse">
              <a:avLst/>
            </a:prstGeom>
            <a:gradFill>
              <a:gsLst>
                <a:gs pos="0">
                  <a:srgbClr val="FFF3DF">
                    <a:alpha val="32968"/>
                  </a:srgbClr>
                </a:gs>
                <a:gs pos="14286">
                  <a:srgbClr val="FFF3DF">
                    <a:alpha val="30764"/>
                  </a:srgbClr>
                </a:gs>
                <a:gs pos="28571">
                  <a:srgbClr val="FFF3DF">
                    <a:alpha val="24833"/>
                  </a:srgbClr>
                </a:gs>
                <a:gs pos="42857">
                  <a:srgbClr val="FFF3DF">
                    <a:alpha val="17075"/>
                  </a:srgbClr>
                </a:gs>
                <a:gs pos="57143">
                  <a:srgbClr val="FFF3DF">
                    <a:alpha val="9855"/>
                  </a:srgbClr>
                </a:gs>
                <a:gs pos="71429">
                  <a:srgbClr val="FFF3DF">
                    <a:alpha val="4740"/>
                  </a:srgbClr>
                </a:gs>
                <a:gs pos="85714">
                  <a:srgbClr val="FFF3DF">
                    <a:alpha val="1902"/>
                  </a:srgbClr>
                </a:gs>
                <a:gs pos="100000">
                  <a:srgbClr val="FFF3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10421221">
              <a:off x="305324" y="-179949"/>
              <a:ext cx="549212" cy="400064"/>
            </a:xfrm>
            <a:prstGeom prst="ellipse">
              <a:avLst/>
            </a:prstGeom>
            <a:gradFill>
              <a:gsLst>
                <a:gs pos="0">
                  <a:srgbClr val="CDF1FF">
                    <a:alpha val="13570"/>
                  </a:srgbClr>
                </a:gs>
                <a:gs pos="14286">
                  <a:srgbClr val="CDF1FF">
                    <a:alpha val="12544"/>
                  </a:srgbClr>
                </a:gs>
                <a:gs pos="28571">
                  <a:srgbClr val="CDF1FF">
                    <a:alpha val="9884"/>
                  </a:srgbClr>
                </a:gs>
                <a:gs pos="42857">
                  <a:srgbClr val="CDF1FF">
                    <a:alpha val="6598"/>
                  </a:srgbClr>
                </a:gs>
                <a:gs pos="57143">
                  <a:srgbClr val="CDF1FF">
                    <a:alpha val="3712"/>
                  </a:srgbClr>
                </a:gs>
                <a:gs pos="71429">
                  <a:srgbClr val="CDF1FF">
                    <a:alpha val="1755"/>
                  </a:srgbClr>
                </a:gs>
                <a:gs pos="85714">
                  <a:srgbClr val="CDF1FF">
                    <a:alpha val="698"/>
                  </a:srgbClr>
                </a:gs>
                <a:gs pos="100000">
                  <a:srgbClr val="CDF1FF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7848834">
              <a:off x="427300" y="-95643"/>
              <a:ext cx="598108" cy="411605"/>
            </a:xfrm>
            <a:prstGeom prst="ellipse">
              <a:avLst/>
            </a:prstGeom>
            <a:gradFill>
              <a:gsLst>
                <a:gs pos="0">
                  <a:srgbClr val="E5F4FF">
                    <a:alpha val="32968"/>
                  </a:srgbClr>
                </a:gs>
                <a:gs pos="14286">
                  <a:srgbClr val="E5F4FF">
                    <a:alpha val="30764"/>
                  </a:srgbClr>
                </a:gs>
                <a:gs pos="28571">
                  <a:srgbClr val="E5F4FF">
                    <a:alpha val="24833"/>
                  </a:srgbClr>
                </a:gs>
                <a:gs pos="42857">
                  <a:srgbClr val="E5F4FF">
                    <a:alpha val="17075"/>
                  </a:srgbClr>
                </a:gs>
                <a:gs pos="57143">
                  <a:srgbClr val="E5F4FF">
                    <a:alpha val="9855"/>
                  </a:srgbClr>
                </a:gs>
                <a:gs pos="71429">
                  <a:srgbClr val="E5F4FF">
                    <a:alpha val="4740"/>
                  </a:srgbClr>
                </a:gs>
                <a:gs pos="85714">
                  <a:srgbClr val="E5F4FF">
                    <a:alpha val="1902"/>
                  </a:srgbClr>
                </a:gs>
                <a:gs pos="100000">
                  <a:srgbClr val="E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9445571">
              <a:off x="2326282" y="3116697"/>
              <a:ext cx="793263" cy="7606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3709178">
              <a:off x="3175038" y="2316839"/>
              <a:ext cx="784995" cy="5684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3239269">
              <a:off x="3159826" y="2089075"/>
              <a:ext cx="759460" cy="728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2947172">
              <a:off x="-247099" y="3467078"/>
              <a:ext cx="821165" cy="163112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8336589">
              <a:off x="3133086" y="1533774"/>
              <a:ext cx="565040" cy="276807"/>
            </a:xfrm>
            <a:prstGeom prst="ellipse">
              <a:avLst/>
            </a:prstGeom>
            <a:gradFill>
              <a:gsLst>
                <a:gs pos="0">
                  <a:srgbClr val="FFFEF4">
                    <a:alpha val="32968"/>
                  </a:srgbClr>
                </a:gs>
                <a:gs pos="14286">
                  <a:srgbClr val="FFFEF4">
                    <a:alpha val="30764"/>
                  </a:srgbClr>
                </a:gs>
                <a:gs pos="28571">
                  <a:srgbClr val="FFFEF4">
                    <a:alpha val="24833"/>
                  </a:srgbClr>
                </a:gs>
                <a:gs pos="42857">
                  <a:srgbClr val="FFFEF4">
                    <a:alpha val="17075"/>
                  </a:srgbClr>
                </a:gs>
                <a:gs pos="57143">
                  <a:srgbClr val="FFFEF4">
                    <a:alpha val="9855"/>
                  </a:srgbClr>
                </a:gs>
                <a:gs pos="71429">
                  <a:srgbClr val="FFFEF4">
                    <a:alpha val="4740"/>
                  </a:srgbClr>
                </a:gs>
                <a:gs pos="85714">
                  <a:srgbClr val="FFFEF4">
                    <a:alpha val="1902"/>
                  </a:srgbClr>
                </a:gs>
                <a:gs pos="100000">
                  <a:srgbClr val="FFFE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3728659">
              <a:off x="5740" y="1374535"/>
              <a:ext cx="843949" cy="209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4605450">
              <a:off x="3136131" y="247207"/>
              <a:ext cx="548500" cy="243291"/>
            </a:xfrm>
            <a:prstGeom prst="ellipse">
              <a:avLst/>
            </a:prstGeom>
            <a:gradFill>
              <a:gsLst>
                <a:gs pos="0">
                  <a:srgbClr val="B9B7B8">
                    <a:alpha val="32968"/>
                  </a:srgbClr>
                </a:gs>
                <a:gs pos="14286">
                  <a:srgbClr val="B9B7B8">
                    <a:alpha val="30764"/>
                  </a:srgbClr>
                </a:gs>
                <a:gs pos="28571">
                  <a:srgbClr val="B9B7B8">
                    <a:alpha val="24833"/>
                  </a:srgbClr>
                </a:gs>
                <a:gs pos="42857">
                  <a:srgbClr val="B9B7B8">
                    <a:alpha val="17075"/>
                  </a:srgbClr>
                </a:gs>
                <a:gs pos="57143">
                  <a:srgbClr val="B9B7B8">
                    <a:alpha val="9855"/>
                  </a:srgbClr>
                </a:gs>
                <a:gs pos="71429">
                  <a:srgbClr val="B9B7B8">
                    <a:alpha val="4740"/>
                  </a:srgbClr>
                </a:gs>
                <a:gs pos="85714">
                  <a:srgbClr val="B9B7B8">
                    <a:alpha val="1902"/>
                  </a:srgbClr>
                </a:gs>
                <a:gs pos="100000">
                  <a:srgbClr val="B9B7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4312999">
              <a:off x="206113" y="1375878"/>
              <a:ext cx="818544" cy="111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9116549">
              <a:off x="747688" y="1083878"/>
              <a:ext cx="720825" cy="202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7406508">
              <a:off x="-75773" y="1072736"/>
              <a:ext cx="249144" cy="84352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5220791">
              <a:off x="2996374" y="80662"/>
              <a:ext cx="602063" cy="175846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5945107">
              <a:off x="-290788" y="3055539"/>
              <a:ext cx="677897" cy="363441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5242426">
              <a:off x="3298908" y="1392949"/>
              <a:ext cx="668626" cy="374606"/>
            </a:xfrm>
            <a:prstGeom prst="ellipse">
              <a:avLst/>
            </a:prstGeom>
            <a:gradFill>
              <a:gsLst>
                <a:gs pos="0">
                  <a:srgbClr val="B9BAB2">
                    <a:alpha val="32968"/>
                  </a:srgbClr>
                </a:gs>
                <a:gs pos="14286">
                  <a:srgbClr val="B9BAB2">
                    <a:alpha val="30764"/>
                  </a:srgbClr>
                </a:gs>
                <a:gs pos="28571">
                  <a:srgbClr val="B9BAB2">
                    <a:alpha val="24833"/>
                  </a:srgbClr>
                </a:gs>
                <a:gs pos="42857">
                  <a:srgbClr val="B9BAB2">
                    <a:alpha val="17075"/>
                  </a:srgbClr>
                </a:gs>
                <a:gs pos="57143">
                  <a:srgbClr val="B9BAB2">
                    <a:alpha val="9855"/>
                  </a:srgbClr>
                </a:gs>
                <a:gs pos="71429">
                  <a:srgbClr val="B9BAB2">
                    <a:alpha val="4740"/>
                  </a:srgbClr>
                </a:gs>
                <a:gs pos="85714">
                  <a:srgbClr val="B9BAB2">
                    <a:alpha val="1902"/>
                  </a:srgbClr>
                </a:gs>
                <a:gs pos="100000">
                  <a:srgbClr val="B9BA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5099597">
              <a:off x="3174774" y="41844"/>
              <a:ext cx="614267" cy="365000"/>
            </a:xfrm>
            <a:prstGeom prst="ellipse">
              <a:avLst/>
            </a:prstGeom>
            <a:gradFill>
              <a:gsLst>
                <a:gs pos="0">
                  <a:srgbClr val="D9C5BF">
                    <a:alpha val="32494"/>
                  </a:srgbClr>
                </a:gs>
                <a:gs pos="14286">
                  <a:srgbClr val="D9C5BF">
                    <a:alpha val="30314"/>
                  </a:srgbClr>
                </a:gs>
                <a:gs pos="28571">
                  <a:srgbClr val="D9C5BF">
                    <a:alpha val="24454"/>
                  </a:srgbClr>
                </a:gs>
                <a:gs pos="42857">
                  <a:srgbClr val="D9C5BF">
                    <a:alpha val="16801"/>
                  </a:srgbClr>
                </a:gs>
                <a:gs pos="57143">
                  <a:srgbClr val="D9C5BF">
                    <a:alpha val="9690"/>
                  </a:srgbClr>
                </a:gs>
                <a:gs pos="71429">
                  <a:srgbClr val="D9C5BF">
                    <a:alpha val="4659"/>
                  </a:srgbClr>
                </a:gs>
                <a:gs pos="85714">
                  <a:srgbClr val="D9C5BF">
                    <a:alpha val="1869"/>
                  </a:srgbClr>
                </a:gs>
                <a:gs pos="100000">
                  <a:srgbClr val="D9C5BF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9840817">
              <a:off x="2212188" y="3048990"/>
              <a:ext cx="1033145" cy="9655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10130274">
              <a:off x="2150657" y="3084182"/>
              <a:ext cx="1042531" cy="897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-9759445">
              <a:off x="1841838" y="3059107"/>
              <a:ext cx="1021006" cy="9690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6662540">
              <a:off x="1660149" y="3191409"/>
              <a:ext cx="1021899" cy="7295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10284973">
              <a:off x="1361452" y="3480376"/>
              <a:ext cx="528242" cy="142698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8707345">
              <a:off x="683378" y="3472013"/>
              <a:ext cx="661463" cy="246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8708030">
              <a:off x="676649" y="3474532"/>
              <a:ext cx="670997" cy="243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8736217">
              <a:off x="191528" y="3438972"/>
              <a:ext cx="651296" cy="193286"/>
            </a:xfrm>
            <a:prstGeom prst="ellipse">
              <a:avLst/>
            </a:prstGeom>
            <a:gradFill>
              <a:gsLst>
                <a:gs pos="0">
                  <a:srgbClr val="FF0200">
                    <a:alpha val="19450"/>
                  </a:srgbClr>
                </a:gs>
                <a:gs pos="14286">
                  <a:srgbClr val="FF0200">
                    <a:alpha val="18029"/>
                  </a:srgbClr>
                </a:gs>
                <a:gs pos="28571">
                  <a:srgbClr val="FF0200">
                    <a:alpha val="14303"/>
                  </a:srgbClr>
                </a:gs>
                <a:gs pos="42857">
                  <a:srgbClr val="FF0200">
                    <a:alpha val="9629"/>
                  </a:srgbClr>
                </a:gs>
                <a:gs pos="57143">
                  <a:srgbClr val="FF0200">
                    <a:alpha val="5456"/>
                  </a:srgbClr>
                </a:gs>
                <a:gs pos="71429">
                  <a:srgbClr val="FF0200">
                    <a:alpha val="2592"/>
                  </a:srgbClr>
                </a:gs>
                <a:gs pos="85714">
                  <a:srgbClr val="FF0200">
                    <a:alpha val="1033"/>
                  </a:srgbClr>
                </a:gs>
                <a:gs pos="100000">
                  <a:srgbClr val="FF02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3263765">
              <a:off x="-139123" y="3391810"/>
              <a:ext cx="910953" cy="349983"/>
            </a:xfrm>
            <a:prstGeom prst="ellipse">
              <a:avLst/>
            </a:prstGeom>
            <a:gradFill>
              <a:gsLst>
                <a:gs pos="0">
                  <a:srgbClr val="A00000">
                    <a:alpha val="32968"/>
                  </a:srgbClr>
                </a:gs>
                <a:gs pos="14286">
                  <a:srgbClr val="A00000">
                    <a:alpha val="30764"/>
                  </a:srgbClr>
                </a:gs>
                <a:gs pos="28571">
                  <a:srgbClr val="A00000">
                    <a:alpha val="24833"/>
                  </a:srgbClr>
                </a:gs>
                <a:gs pos="42857">
                  <a:srgbClr val="A00000">
                    <a:alpha val="17075"/>
                  </a:srgbClr>
                </a:gs>
                <a:gs pos="57143">
                  <a:srgbClr val="A00000">
                    <a:alpha val="9855"/>
                  </a:srgbClr>
                </a:gs>
                <a:gs pos="71429">
                  <a:srgbClr val="A00000">
                    <a:alpha val="4740"/>
                  </a:srgbClr>
                </a:gs>
                <a:gs pos="85714">
                  <a:srgbClr val="A00000">
                    <a:alpha val="1902"/>
                  </a:srgbClr>
                </a:gs>
                <a:gs pos="100000">
                  <a:srgbClr val="A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3772923">
              <a:off x="-342247" y="3216881"/>
              <a:ext cx="943059" cy="520579"/>
            </a:xfrm>
            <a:prstGeom prst="ellipse">
              <a:avLst/>
            </a:prstGeom>
            <a:gradFill>
              <a:gsLst>
                <a:gs pos="0">
                  <a:srgbClr val="850000">
                    <a:alpha val="32968"/>
                  </a:srgbClr>
                </a:gs>
                <a:gs pos="14286">
                  <a:srgbClr val="850000">
                    <a:alpha val="30764"/>
                  </a:srgbClr>
                </a:gs>
                <a:gs pos="28571">
                  <a:srgbClr val="850000">
                    <a:alpha val="24833"/>
                  </a:srgbClr>
                </a:gs>
                <a:gs pos="42857">
                  <a:srgbClr val="850000">
                    <a:alpha val="17075"/>
                  </a:srgbClr>
                </a:gs>
                <a:gs pos="57143">
                  <a:srgbClr val="850000">
                    <a:alpha val="9855"/>
                  </a:srgbClr>
                </a:gs>
                <a:gs pos="71429">
                  <a:srgbClr val="850000">
                    <a:alpha val="4740"/>
                  </a:srgbClr>
                </a:gs>
                <a:gs pos="85714">
                  <a:srgbClr val="850000">
                    <a:alpha val="1902"/>
                  </a:srgbClr>
                </a:gs>
                <a:gs pos="100000">
                  <a:srgbClr val="8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9201660">
              <a:off x="2940256" y="2983853"/>
              <a:ext cx="1001030" cy="930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5030526">
              <a:off x="2822804" y="3103280"/>
              <a:ext cx="993332" cy="501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8806407">
              <a:off x="2692561" y="2977417"/>
              <a:ext cx="1023033" cy="9956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5796625">
              <a:off x="2357508" y="2966185"/>
              <a:ext cx="1028850" cy="985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8961137">
              <a:off x="2250023" y="3014200"/>
              <a:ext cx="1020911" cy="936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-9916333">
              <a:off x="1901242" y="3085122"/>
              <a:ext cx="1030433" cy="8022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2789101">
              <a:off x="1820049" y="3040260"/>
              <a:ext cx="1039526" cy="7782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4123317">
              <a:off x="1758660" y="3023866"/>
              <a:ext cx="1018436" cy="824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6769936">
              <a:off x="1233679" y="3175224"/>
              <a:ext cx="620761" cy="214703"/>
            </a:xfrm>
            <a:prstGeom prst="ellipse">
              <a:avLst/>
            </a:prstGeom>
            <a:gradFill>
              <a:gsLst>
                <a:gs pos="0">
                  <a:srgbClr val="FF2700">
                    <a:alpha val="13624"/>
                  </a:srgbClr>
                </a:gs>
                <a:gs pos="14286">
                  <a:srgbClr val="FF2700">
                    <a:alpha val="12595"/>
                  </a:srgbClr>
                </a:gs>
                <a:gs pos="28571">
                  <a:srgbClr val="FF2700">
                    <a:alpha val="9924"/>
                  </a:srgbClr>
                </a:gs>
                <a:gs pos="42857">
                  <a:srgbClr val="FF2700">
                    <a:alpha val="6626"/>
                  </a:srgbClr>
                </a:gs>
                <a:gs pos="57143">
                  <a:srgbClr val="FF2700">
                    <a:alpha val="3728"/>
                  </a:srgbClr>
                </a:gs>
                <a:gs pos="71429">
                  <a:srgbClr val="FF2700">
                    <a:alpha val="1762"/>
                  </a:srgbClr>
                </a:gs>
                <a:gs pos="85714">
                  <a:srgbClr val="FF2700">
                    <a:alpha val="701"/>
                  </a:srgbClr>
                </a:gs>
                <a:gs pos="100000">
                  <a:srgbClr val="FF2700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-8353149">
              <a:off x="1039068" y="3163289"/>
              <a:ext cx="552785" cy="219454"/>
            </a:xfrm>
            <a:prstGeom prst="ellipse">
              <a:avLst/>
            </a:prstGeom>
            <a:gradFill>
              <a:gsLst>
                <a:gs pos="0">
                  <a:srgbClr val="FF3E00">
                    <a:alpha val="12574"/>
                  </a:srgbClr>
                </a:gs>
                <a:gs pos="14286">
                  <a:srgbClr val="FF3E00">
                    <a:alpha val="11619"/>
                  </a:srgbClr>
                </a:gs>
                <a:gs pos="28571">
                  <a:srgbClr val="FF3E00">
                    <a:alpha val="9144"/>
                  </a:srgbClr>
                </a:gs>
                <a:gs pos="42857">
                  <a:srgbClr val="FF3E00">
                    <a:alpha val="6096"/>
                  </a:srgbClr>
                </a:gs>
                <a:gs pos="57143">
                  <a:srgbClr val="FF3E00">
                    <a:alpha val="3425"/>
                  </a:srgbClr>
                </a:gs>
                <a:gs pos="71429">
                  <a:srgbClr val="FF3E00">
                    <a:alpha val="1618"/>
                  </a:srgbClr>
                </a:gs>
                <a:gs pos="85714">
                  <a:srgbClr val="FF3E00">
                    <a:alpha val="643"/>
                  </a:srgbClr>
                </a:gs>
                <a:gs pos="100000">
                  <a:srgbClr val="FF3E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8779870">
              <a:off x="332814" y="3179936"/>
              <a:ext cx="706064" cy="347946"/>
            </a:xfrm>
            <a:prstGeom prst="ellipse">
              <a:avLst/>
            </a:prstGeom>
            <a:gradFill>
              <a:gsLst>
                <a:gs pos="0">
                  <a:srgbClr val="D70000">
                    <a:alpha val="29223"/>
                  </a:srgbClr>
                </a:gs>
                <a:gs pos="14286">
                  <a:srgbClr val="D70000">
                    <a:alpha val="27216"/>
                  </a:srgbClr>
                </a:gs>
                <a:gs pos="28571">
                  <a:srgbClr val="D70000">
                    <a:alpha val="21859"/>
                  </a:srgbClr>
                </a:gs>
                <a:gs pos="42857">
                  <a:srgbClr val="D70000">
                    <a:alpha val="14938"/>
                  </a:srgbClr>
                </a:gs>
                <a:gs pos="57143">
                  <a:srgbClr val="D70000">
                    <a:alpha val="8575"/>
                  </a:srgbClr>
                </a:gs>
                <a:gs pos="71429">
                  <a:srgbClr val="D70000">
                    <a:alpha val="4109"/>
                  </a:srgbClr>
                </a:gs>
                <a:gs pos="85714">
                  <a:srgbClr val="D70000">
                    <a:alpha val="1646"/>
                  </a:srgbClr>
                </a:gs>
                <a:gs pos="100000">
                  <a:srgbClr val="D70000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8032789">
              <a:off x="88134" y="3230110"/>
              <a:ext cx="861633" cy="281272"/>
            </a:xfrm>
            <a:prstGeom prst="ellipse">
              <a:avLst/>
            </a:prstGeom>
            <a:gradFill>
              <a:gsLst>
                <a:gs pos="0">
                  <a:srgbClr val="E11D00">
                    <a:alpha val="22877"/>
                  </a:srgbClr>
                </a:gs>
                <a:gs pos="14286">
                  <a:srgbClr val="E11D00">
                    <a:alpha val="21239"/>
                  </a:srgbClr>
                </a:gs>
                <a:gs pos="28571">
                  <a:srgbClr val="E11D00">
                    <a:alpha val="16921"/>
                  </a:srgbClr>
                </a:gs>
                <a:gs pos="42857">
                  <a:srgbClr val="E11D00">
                    <a:alpha val="11449"/>
                  </a:srgbClr>
                </a:gs>
                <a:gs pos="57143">
                  <a:srgbClr val="E11D00">
                    <a:alpha val="6516"/>
                  </a:srgbClr>
                </a:gs>
                <a:gs pos="71429">
                  <a:srgbClr val="E11D00">
                    <a:alpha val="3105"/>
                  </a:srgbClr>
                </a:gs>
                <a:gs pos="85714">
                  <a:srgbClr val="E11D00">
                    <a:alpha val="1239"/>
                  </a:srgbClr>
                </a:gs>
                <a:gs pos="100000">
                  <a:srgbClr val="E11D00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7634529">
              <a:off x="-97941" y="3293330"/>
              <a:ext cx="692851" cy="242987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3646188">
              <a:off x="-276652" y="3149115"/>
              <a:ext cx="791352" cy="290013"/>
            </a:xfrm>
            <a:prstGeom prst="ellipse">
              <a:avLst/>
            </a:prstGeom>
            <a:gradFill>
              <a:gsLst>
                <a:gs pos="0">
                  <a:srgbClr val="9C0000">
                    <a:alpha val="32968"/>
                  </a:srgbClr>
                </a:gs>
                <a:gs pos="14286">
                  <a:srgbClr val="9C0000">
                    <a:alpha val="30764"/>
                  </a:srgbClr>
                </a:gs>
                <a:gs pos="28571">
                  <a:srgbClr val="9C0000">
                    <a:alpha val="24833"/>
                  </a:srgbClr>
                </a:gs>
                <a:gs pos="42857">
                  <a:srgbClr val="9C0000">
                    <a:alpha val="17075"/>
                  </a:srgbClr>
                </a:gs>
                <a:gs pos="57143">
                  <a:srgbClr val="9C0000">
                    <a:alpha val="9855"/>
                  </a:srgbClr>
                </a:gs>
                <a:gs pos="71429">
                  <a:srgbClr val="9C0000">
                    <a:alpha val="4740"/>
                  </a:srgbClr>
                </a:gs>
                <a:gs pos="85714">
                  <a:srgbClr val="9C0000">
                    <a:alpha val="1902"/>
                  </a:srgbClr>
                </a:gs>
                <a:gs pos="100000">
                  <a:srgbClr val="9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4998737">
              <a:off x="3130886" y="2947686"/>
              <a:ext cx="992011" cy="308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4167360">
              <a:off x="2805073" y="2973200"/>
              <a:ext cx="999371" cy="469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3106399">
              <a:off x="2686827" y="2826747"/>
              <a:ext cx="1106225" cy="409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6219741">
              <a:off x="2372455" y="2674772"/>
              <a:ext cx="1026307" cy="71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5831108">
              <a:off x="2300167" y="2905622"/>
              <a:ext cx="1022239" cy="552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6743695">
              <a:off x="1808242" y="2723073"/>
              <a:ext cx="1013725" cy="586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4566236">
              <a:off x="1738544" y="2946855"/>
              <a:ext cx="1028713" cy="710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9773372">
              <a:off x="1120152" y="3030905"/>
              <a:ext cx="769269" cy="124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9500607">
              <a:off x="755968" y="3116567"/>
              <a:ext cx="999934" cy="100853"/>
            </a:xfrm>
            <a:prstGeom prst="ellipse">
              <a:avLst/>
            </a:prstGeom>
            <a:gradFill>
              <a:gsLst>
                <a:gs pos="0">
                  <a:srgbClr val="00001B">
                    <a:alpha val="32968"/>
                  </a:srgbClr>
                </a:gs>
                <a:gs pos="14286">
                  <a:srgbClr val="00001B">
                    <a:alpha val="30764"/>
                  </a:srgbClr>
                </a:gs>
                <a:gs pos="28571">
                  <a:srgbClr val="00001B">
                    <a:alpha val="24833"/>
                  </a:srgbClr>
                </a:gs>
                <a:gs pos="42857">
                  <a:srgbClr val="00001B">
                    <a:alpha val="17075"/>
                  </a:srgbClr>
                </a:gs>
                <a:gs pos="57143">
                  <a:srgbClr val="00001B">
                    <a:alpha val="9855"/>
                  </a:srgbClr>
                </a:gs>
                <a:gs pos="71429">
                  <a:srgbClr val="00001B">
                    <a:alpha val="4740"/>
                  </a:srgbClr>
                </a:gs>
                <a:gs pos="85714">
                  <a:srgbClr val="00001B">
                    <a:alpha val="1902"/>
                  </a:srgbClr>
                </a:gs>
                <a:gs pos="100000">
                  <a:srgbClr val="0000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10091894">
              <a:off x="895673" y="3072410"/>
              <a:ext cx="410474" cy="128131"/>
            </a:xfrm>
            <a:prstGeom prst="ellipse">
              <a:avLst/>
            </a:prstGeom>
            <a:gradFill>
              <a:gsLst>
                <a:gs pos="0">
                  <a:srgbClr val="FF9566">
                    <a:alpha val="29406"/>
                  </a:srgbClr>
                </a:gs>
                <a:gs pos="14286">
                  <a:srgbClr val="FF9566">
                    <a:alpha val="27390"/>
                  </a:srgbClr>
                </a:gs>
                <a:gs pos="28571">
                  <a:srgbClr val="FF9566">
                    <a:alpha val="22004"/>
                  </a:srgbClr>
                </a:gs>
                <a:gs pos="42857">
                  <a:srgbClr val="FF9566">
                    <a:alpha val="15041"/>
                  </a:srgbClr>
                </a:gs>
                <a:gs pos="57143">
                  <a:srgbClr val="FF9566">
                    <a:alpha val="8636"/>
                  </a:srgbClr>
                </a:gs>
                <a:gs pos="71429">
                  <a:srgbClr val="FF9566">
                    <a:alpha val="4140"/>
                  </a:srgbClr>
                </a:gs>
                <a:gs pos="85714">
                  <a:srgbClr val="FF9566">
                    <a:alpha val="1658"/>
                  </a:srgbClr>
                </a:gs>
                <a:gs pos="100000">
                  <a:srgbClr val="FF9566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7527525">
              <a:off x="570903" y="3070905"/>
              <a:ext cx="705504" cy="337881"/>
            </a:xfrm>
            <a:prstGeom prst="ellipse">
              <a:avLst/>
            </a:prstGeom>
            <a:gradFill>
              <a:gsLst>
                <a:gs pos="0">
                  <a:srgbClr val="FF0000">
                    <a:alpha val="17150"/>
                  </a:srgbClr>
                </a:gs>
                <a:gs pos="14286">
                  <a:srgbClr val="FF0000">
                    <a:alpha val="15879"/>
                  </a:srgbClr>
                </a:gs>
                <a:gs pos="28571">
                  <a:srgbClr val="FF0000">
                    <a:alpha val="12564"/>
                  </a:srgbClr>
                </a:gs>
                <a:gs pos="42857">
                  <a:srgbClr val="FF0000">
                    <a:alpha val="8430"/>
                  </a:srgbClr>
                </a:gs>
                <a:gs pos="57143">
                  <a:srgbClr val="FF0000">
                    <a:alpha val="4763"/>
                  </a:srgbClr>
                </a:gs>
                <a:gs pos="71429">
                  <a:srgbClr val="FF0000">
                    <a:alpha val="2258"/>
                  </a:srgbClr>
                </a:gs>
                <a:gs pos="85714">
                  <a:srgbClr val="FF0000">
                    <a:alpha val="899"/>
                  </a:srgbClr>
                </a:gs>
                <a:gs pos="100000">
                  <a:srgbClr val="FF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-10268039">
              <a:off x="422352" y="2992394"/>
              <a:ext cx="645930" cy="477972"/>
            </a:xfrm>
            <a:prstGeom prst="ellipse">
              <a:avLst/>
            </a:prstGeom>
            <a:gradFill>
              <a:gsLst>
                <a:gs pos="0">
                  <a:srgbClr val="FF0000">
                    <a:alpha val="3453"/>
                  </a:srgbClr>
                </a:gs>
                <a:gs pos="14286">
                  <a:srgbClr val="FF0000">
                    <a:alpha val="3178"/>
                  </a:srgbClr>
                </a:gs>
                <a:gs pos="28571">
                  <a:srgbClr val="FF0000">
                    <a:alpha val="2476"/>
                  </a:srgbClr>
                </a:gs>
                <a:gs pos="42857">
                  <a:srgbClr val="FF0000">
                    <a:alpha val="1631"/>
                  </a:srgbClr>
                </a:gs>
                <a:gs pos="57143">
                  <a:srgbClr val="FF0000">
                    <a:alpha val="907"/>
                  </a:srgbClr>
                </a:gs>
                <a:gs pos="71429">
                  <a:srgbClr val="FF0000">
                    <a:alpha val="426"/>
                  </a:srgbClr>
                </a:gs>
                <a:gs pos="85714">
                  <a:srgbClr val="FF0000">
                    <a:alpha val="169"/>
                  </a:srgbClr>
                </a:gs>
                <a:gs pos="100000">
                  <a:srgbClr val="FF00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-8471805">
              <a:off x="138089" y="2906923"/>
              <a:ext cx="635421" cy="375688"/>
            </a:xfrm>
            <a:prstGeom prst="ellipse">
              <a:avLst/>
            </a:prstGeom>
            <a:gradFill>
              <a:gsLst>
                <a:gs pos="0">
                  <a:srgbClr val="FF0000">
                    <a:alpha val="12546"/>
                  </a:srgbClr>
                </a:gs>
                <a:gs pos="14286">
                  <a:srgbClr val="FF0000">
                    <a:alpha val="11592"/>
                  </a:srgbClr>
                </a:gs>
                <a:gs pos="28571">
                  <a:srgbClr val="FF0000">
                    <a:alpha val="9123"/>
                  </a:srgbClr>
                </a:gs>
                <a:gs pos="42857">
                  <a:srgbClr val="FF0000">
                    <a:alpha val="6082"/>
                  </a:srgbClr>
                </a:gs>
                <a:gs pos="57143">
                  <a:srgbClr val="FF0000">
                    <a:alpha val="3417"/>
                  </a:srgbClr>
                </a:gs>
                <a:gs pos="71429">
                  <a:srgbClr val="FF0000">
                    <a:alpha val="1614"/>
                  </a:srgbClr>
                </a:gs>
                <a:gs pos="85714">
                  <a:srgbClr val="FF0000">
                    <a:alpha val="642"/>
                  </a:srgbClr>
                </a:gs>
                <a:gs pos="100000">
                  <a:srgbClr val="FF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566758">
              <a:off x="-115964" y="3069841"/>
              <a:ext cx="778753" cy="166040"/>
            </a:xfrm>
            <a:prstGeom prst="ellipse">
              <a:avLst/>
            </a:prstGeom>
            <a:gradFill>
              <a:gsLst>
                <a:gs pos="0">
                  <a:srgbClr val="D96000">
                    <a:alpha val="32968"/>
                  </a:srgbClr>
                </a:gs>
                <a:gs pos="14286">
                  <a:srgbClr val="D96000">
                    <a:alpha val="30764"/>
                  </a:srgbClr>
                </a:gs>
                <a:gs pos="28571">
                  <a:srgbClr val="D96000">
                    <a:alpha val="24833"/>
                  </a:srgbClr>
                </a:gs>
                <a:gs pos="42857">
                  <a:srgbClr val="D96000">
                    <a:alpha val="17075"/>
                  </a:srgbClr>
                </a:gs>
                <a:gs pos="57143">
                  <a:srgbClr val="D96000">
                    <a:alpha val="9855"/>
                  </a:srgbClr>
                </a:gs>
                <a:gs pos="71429">
                  <a:srgbClr val="D96000">
                    <a:alpha val="4740"/>
                  </a:srgbClr>
                </a:gs>
                <a:gs pos="85714">
                  <a:srgbClr val="D96000">
                    <a:alpha val="1902"/>
                  </a:srgbClr>
                </a:gs>
                <a:gs pos="100000">
                  <a:srgbClr val="D9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4559546">
              <a:off x="-424393" y="3058565"/>
              <a:ext cx="986384" cy="265947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4884078">
              <a:off x="3083184" y="2878671"/>
              <a:ext cx="1034806" cy="2591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9366514">
              <a:off x="2512393" y="2612885"/>
              <a:ext cx="990418" cy="5131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-10070220">
              <a:off x="2383702" y="2561173"/>
              <a:ext cx="997413" cy="719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5854665">
              <a:off x="2353580" y="2681111"/>
              <a:ext cx="998060" cy="6910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-9897256">
              <a:off x="2176273" y="2559766"/>
              <a:ext cx="1022037" cy="625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10605587">
              <a:off x="1955566" y="2528725"/>
              <a:ext cx="1000291" cy="641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6710547">
              <a:off x="1717469" y="2745315"/>
              <a:ext cx="1025230" cy="6604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6234778">
              <a:off x="1190601" y="2760379"/>
              <a:ext cx="698006" cy="335282"/>
            </a:xfrm>
            <a:prstGeom prst="ellipse">
              <a:avLst/>
            </a:prstGeom>
            <a:gradFill>
              <a:gsLst>
                <a:gs pos="0">
                  <a:srgbClr val="FD0000">
                    <a:alpha val="1694"/>
                  </a:srgbClr>
                </a:gs>
                <a:gs pos="14286">
                  <a:srgbClr val="FD0000">
                    <a:alpha val="1558"/>
                  </a:srgbClr>
                </a:gs>
                <a:gs pos="28571">
                  <a:srgbClr val="FD0000">
                    <a:alpha val="1212"/>
                  </a:srgbClr>
                </a:gs>
                <a:gs pos="42857">
                  <a:srgbClr val="FD0000">
                    <a:alpha val="796"/>
                  </a:srgbClr>
                </a:gs>
                <a:gs pos="57143">
                  <a:srgbClr val="FD0000">
                    <a:alpha val="442"/>
                  </a:srgbClr>
                </a:gs>
                <a:gs pos="71429">
                  <a:srgbClr val="FD0000">
                    <a:alpha val="207"/>
                  </a:srgbClr>
                </a:gs>
                <a:gs pos="85714">
                  <a:srgbClr val="FD0000">
                    <a:alpha val="82"/>
                  </a:srgbClr>
                </a:gs>
                <a:gs pos="100000">
                  <a:srgbClr val="FD00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5091726">
              <a:off x="545146" y="2851770"/>
              <a:ext cx="779372" cy="15957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519686">
              <a:off x="393520" y="2688814"/>
              <a:ext cx="806638" cy="3956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9022853">
              <a:off x="149072" y="2757879"/>
              <a:ext cx="846568" cy="421002"/>
            </a:xfrm>
            <a:prstGeom prst="ellipse">
              <a:avLst/>
            </a:prstGeom>
            <a:gradFill>
              <a:gsLst>
                <a:gs pos="0">
                  <a:srgbClr val="F50F00">
                    <a:alpha val="32968"/>
                  </a:srgbClr>
                </a:gs>
                <a:gs pos="14286">
                  <a:srgbClr val="F50F00">
                    <a:alpha val="30764"/>
                  </a:srgbClr>
                </a:gs>
                <a:gs pos="28571">
                  <a:srgbClr val="F50F00">
                    <a:alpha val="24833"/>
                  </a:srgbClr>
                </a:gs>
                <a:gs pos="42857">
                  <a:srgbClr val="F50F00">
                    <a:alpha val="17075"/>
                  </a:srgbClr>
                </a:gs>
                <a:gs pos="57143">
                  <a:srgbClr val="F50F00">
                    <a:alpha val="9855"/>
                  </a:srgbClr>
                </a:gs>
                <a:gs pos="71429">
                  <a:srgbClr val="F50F00">
                    <a:alpha val="4740"/>
                  </a:srgbClr>
                </a:gs>
                <a:gs pos="85714">
                  <a:srgbClr val="F50F00">
                    <a:alpha val="1902"/>
                  </a:srgbClr>
                </a:gs>
                <a:gs pos="100000">
                  <a:srgbClr val="F5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5740172">
              <a:off x="-376441" y="2879015"/>
              <a:ext cx="772018" cy="256510"/>
            </a:xfrm>
            <a:prstGeom prst="ellipse">
              <a:avLst/>
            </a:prstGeom>
            <a:gradFill>
              <a:gsLst>
                <a:gs pos="0">
                  <a:srgbClr val="A50000">
                    <a:alpha val="32968"/>
                  </a:srgbClr>
                </a:gs>
                <a:gs pos="14286">
                  <a:srgbClr val="A50000">
                    <a:alpha val="30764"/>
                  </a:srgbClr>
                </a:gs>
                <a:gs pos="28571">
                  <a:srgbClr val="A50000">
                    <a:alpha val="24833"/>
                  </a:srgbClr>
                </a:gs>
                <a:gs pos="42857">
                  <a:srgbClr val="A50000">
                    <a:alpha val="17075"/>
                  </a:srgbClr>
                </a:gs>
                <a:gs pos="57143">
                  <a:srgbClr val="A50000">
                    <a:alpha val="9855"/>
                  </a:srgbClr>
                </a:gs>
                <a:gs pos="71429">
                  <a:srgbClr val="A50000">
                    <a:alpha val="4740"/>
                  </a:srgbClr>
                </a:gs>
                <a:gs pos="85714">
                  <a:srgbClr val="A50000">
                    <a:alpha val="1902"/>
                  </a:srgbClr>
                </a:gs>
                <a:gs pos="100000">
                  <a:srgbClr val="A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3786557">
              <a:off x="3055809" y="2327493"/>
              <a:ext cx="1017034" cy="561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-8804896">
              <a:off x="2579225" y="2644161"/>
              <a:ext cx="976361" cy="4447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-10160951">
              <a:off x="2339036" y="2563888"/>
              <a:ext cx="1023119" cy="682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-10339605">
              <a:off x="2162631" y="2533120"/>
              <a:ext cx="1032382" cy="584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-9940796">
              <a:off x="2072385" y="2537820"/>
              <a:ext cx="1011948" cy="613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6773178">
              <a:off x="1913357" y="2512063"/>
              <a:ext cx="969547" cy="6140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7461809">
              <a:off x="1796595" y="2594619"/>
              <a:ext cx="937659" cy="552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6161770">
              <a:off x="1296737" y="2671244"/>
              <a:ext cx="630021" cy="172642"/>
            </a:xfrm>
            <a:prstGeom prst="ellipse">
              <a:avLst/>
            </a:prstGeom>
            <a:gradFill>
              <a:gsLst>
                <a:gs pos="0">
                  <a:srgbClr val="920A00">
                    <a:alpha val="32968"/>
                  </a:srgbClr>
                </a:gs>
                <a:gs pos="14286">
                  <a:srgbClr val="920A00">
                    <a:alpha val="30764"/>
                  </a:srgbClr>
                </a:gs>
                <a:gs pos="28571">
                  <a:srgbClr val="920A00">
                    <a:alpha val="24833"/>
                  </a:srgbClr>
                </a:gs>
                <a:gs pos="42857">
                  <a:srgbClr val="920A00">
                    <a:alpha val="17075"/>
                  </a:srgbClr>
                </a:gs>
                <a:gs pos="57143">
                  <a:srgbClr val="920A00">
                    <a:alpha val="9855"/>
                  </a:srgbClr>
                </a:gs>
                <a:gs pos="71429">
                  <a:srgbClr val="920A00">
                    <a:alpha val="4740"/>
                  </a:srgbClr>
                </a:gs>
                <a:gs pos="85714">
                  <a:srgbClr val="920A00">
                    <a:alpha val="1902"/>
                  </a:srgbClr>
                </a:gs>
                <a:gs pos="100000">
                  <a:srgbClr val="92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7310535">
              <a:off x="789649" y="2660119"/>
              <a:ext cx="498128" cy="85893"/>
            </a:xfrm>
            <a:prstGeom prst="ellipse">
              <a:avLst/>
            </a:prstGeom>
            <a:gradFill>
              <a:gsLst>
                <a:gs pos="0">
                  <a:srgbClr val="0000E6">
                    <a:alpha val="12385"/>
                  </a:srgbClr>
                </a:gs>
                <a:gs pos="14286">
                  <a:srgbClr val="0000E6">
                    <a:alpha val="11443"/>
                  </a:srgbClr>
                </a:gs>
                <a:gs pos="28571">
                  <a:srgbClr val="0000E6">
                    <a:alpha val="9004"/>
                  </a:srgbClr>
                </a:gs>
                <a:gs pos="42857">
                  <a:srgbClr val="0000E6">
                    <a:alpha val="6001"/>
                  </a:srgbClr>
                </a:gs>
                <a:gs pos="57143">
                  <a:srgbClr val="0000E6">
                    <a:alpha val="3371"/>
                  </a:srgbClr>
                </a:gs>
                <a:gs pos="71429">
                  <a:srgbClr val="0000E6">
                    <a:alpha val="1592"/>
                  </a:srgbClr>
                </a:gs>
                <a:gs pos="85714">
                  <a:srgbClr val="0000E6">
                    <a:alpha val="633"/>
                  </a:srgbClr>
                </a:gs>
                <a:gs pos="100000">
                  <a:srgbClr val="0000E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8845333">
              <a:off x="360464" y="2628616"/>
              <a:ext cx="722357" cy="450457"/>
            </a:xfrm>
            <a:prstGeom prst="ellipse">
              <a:avLst/>
            </a:prstGeom>
            <a:gradFill>
              <a:gsLst>
                <a:gs pos="0">
                  <a:srgbClr val="9A0000">
                    <a:alpha val="32968"/>
                  </a:srgbClr>
                </a:gs>
                <a:gs pos="14286">
                  <a:srgbClr val="9A0000">
                    <a:alpha val="30764"/>
                  </a:srgbClr>
                </a:gs>
                <a:gs pos="28571">
                  <a:srgbClr val="9A0000">
                    <a:alpha val="24833"/>
                  </a:srgbClr>
                </a:gs>
                <a:gs pos="42857">
                  <a:srgbClr val="9A0000">
                    <a:alpha val="17075"/>
                  </a:srgbClr>
                </a:gs>
                <a:gs pos="57143">
                  <a:srgbClr val="9A0000">
                    <a:alpha val="9855"/>
                  </a:srgbClr>
                </a:gs>
                <a:gs pos="71429">
                  <a:srgbClr val="9A0000">
                    <a:alpha val="4740"/>
                  </a:srgbClr>
                </a:gs>
                <a:gs pos="85714">
                  <a:srgbClr val="9A0000">
                    <a:alpha val="1902"/>
                  </a:srgbClr>
                </a:gs>
                <a:gs pos="100000">
                  <a:srgbClr val="9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-8913514">
              <a:off x="200695" y="2585732"/>
              <a:ext cx="652801" cy="355708"/>
            </a:xfrm>
            <a:prstGeom prst="ellipse">
              <a:avLst/>
            </a:prstGeom>
            <a:gradFill>
              <a:gsLst>
                <a:gs pos="0">
                  <a:srgbClr val="FF975B">
                    <a:alpha val="32968"/>
                  </a:srgbClr>
                </a:gs>
                <a:gs pos="14286">
                  <a:srgbClr val="FF975B">
                    <a:alpha val="30764"/>
                  </a:srgbClr>
                </a:gs>
                <a:gs pos="28571">
                  <a:srgbClr val="FF975B">
                    <a:alpha val="24833"/>
                  </a:srgbClr>
                </a:gs>
                <a:gs pos="42857">
                  <a:srgbClr val="FF975B">
                    <a:alpha val="17075"/>
                  </a:srgbClr>
                </a:gs>
                <a:gs pos="57143">
                  <a:srgbClr val="FF975B">
                    <a:alpha val="9855"/>
                  </a:srgbClr>
                </a:gs>
                <a:gs pos="71429">
                  <a:srgbClr val="FF975B">
                    <a:alpha val="4740"/>
                  </a:srgbClr>
                </a:gs>
                <a:gs pos="85714">
                  <a:srgbClr val="FF975B">
                    <a:alpha val="1902"/>
                  </a:srgbClr>
                </a:gs>
                <a:gs pos="100000">
                  <a:srgbClr val="FF975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-8304325">
              <a:off x="-4410" y="2565249"/>
              <a:ext cx="570157" cy="426769"/>
            </a:xfrm>
            <a:prstGeom prst="ellipse">
              <a:avLst/>
            </a:prstGeom>
            <a:gradFill>
              <a:gsLst>
                <a:gs pos="0">
                  <a:srgbClr val="FF5A00">
                    <a:alpha val="20934"/>
                  </a:srgbClr>
                </a:gs>
                <a:gs pos="14286">
                  <a:srgbClr val="FF5A00">
                    <a:alpha val="19417"/>
                  </a:srgbClr>
                </a:gs>
                <a:gs pos="28571">
                  <a:srgbClr val="FF5A00">
                    <a:alpha val="15433"/>
                  </a:srgbClr>
                </a:gs>
                <a:gs pos="42857">
                  <a:srgbClr val="FF5A00">
                    <a:alpha val="10412"/>
                  </a:srgbClr>
                </a:gs>
                <a:gs pos="57143">
                  <a:srgbClr val="FF5A00">
                    <a:alpha val="5910"/>
                  </a:srgbClr>
                </a:gs>
                <a:gs pos="71429">
                  <a:srgbClr val="FF5A00">
                    <a:alpha val="2811"/>
                  </a:srgbClr>
                </a:gs>
                <a:gs pos="85714">
                  <a:srgbClr val="FF5A00">
                    <a:alpha val="1121"/>
                  </a:srgbClr>
                </a:gs>
                <a:gs pos="100000">
                  <a:srgbClr val="FF5A00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3214291">
              <a:off x="3031634" y="2035219"/>
              <a:ext cx="1007657" cy="784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-8319681">
              <a:off x="2934966" y="2219985"/>
              <a:ext cx="1041268" cy="558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6490020">
              <a:off x="2072195" y="2524335"/>
              <a:ext cx="1009193" cy="157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5467354">
              <a:off x="1967476" y="2436769"/>
              <a:ext cx="951135" cy="4402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5279523">
              <a:off x="1172778" y="2326461"/>
              <a:ext cx="707789" cy="309242"/>
            </a:xfrm>
            <a:prstGeom prst="ellipse">
              <a:avLst/>
            </a:prstGeom>
            <a:gradFill>
              <a:gsLst>
                <a:gs pos="0">
                  <a:srgbClr val="D34700">
                    <a:alpha val="22559"/>
                  </a:srgbClr>
                </a:gs>
                <a:gs pos="14286">
                  <a:srgbClr val="D34700">
                    <a:alpha val="20941"/>
                  </a:srgbClr>
                </a:gs>
                <a:gs pos="28571">
                  <a:srgbClr val="D34700">
                    <a:alpha val="16677"/>
                  </a:srgbClr>
                </a:gs>
                <a:gs pos="42857">
                  <a:srgbClr val="D34700">
                    <a:alpha val="11279"/>
                  </a:srgbClr>
                </a:gs>
                <a:gs pos="57143">
                  <a:srgbClr val="D34700">
                    <a:alpha val="6416"/>
                  </a:srgbClr>
                </a:gs>
                <a:gs pos="71429">
                  <a:srgbClr val="D34700">
                    <a:alpha val="3056"/>
                  </a:srgbClr>
                </a:gs>
                <a:gs pos="85714">
                  <a:srgbClr val="D34700">
                    <a:alpha val="1220"/>
                  </a:srgbClr>
                </a:gs>
                <a:gs pos="100000">
                  <a:srgbClr val="D347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10272122">
              <a:off x="484904" y="2251081"/>
              <a:ext cx="882447" cy="419718"/>
            </a:xfrm>
            <a:prstGeom prst="ellipse">
              <a:avLst/>
            </a:prstGeom>
            <a:gradFill>
              <a:gsLst>
                <a:gs pos="0">
                  <a:srgbClr val="D80000">
                    <a:alpha val="11241"/>
                  </a:srgbClr>
                </a:gs>
                <a:gs pos="14286">
                  <a:srgbClr val="D80000">
                    <a:alpha val="10380"/>
                  </a:srgbClr>
                </a:gs>
                <a:gs pos="28571">
                  <a:srgbClr val="D80000">
                    <a:alpha val="8157"/>
                  </a:srgbClr>
                </a:gs>
                <a:gs pos="42857">
                  <a:srgbClr val="D80000">
                    <a:alpha val="5429"/>
                  </a:srgbClr>
                </a:gs>
                <a:gs pos="57143">
                  <a:srgbClr val="D80000">
                    <a:alpha val="3045"/>
                  </a:srgbClr>
                </a:gs>
                <a:gs pos="71429">
                  <a:srgbClr val="D80000">
                    <a:alpha val="1437"/>
                  </a:srgbClr>
                </a:gs>
                <a:gs pos="85714">
                  <a:srgbClr val="D80000">
                    <a:alpha val="571"/>
                  </a:srgbClr>
                </a:gs>
                <a:gs pos="100000">
                  <a:srgbClr val="D80000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4659785">
              <a:off x="342048" y="2429836"/>
              <a:ext cx="801109" cy="374135"/>
            </a:xfrm>
            <a:prstGeom prst="ellipse">
              <a:avLst/>
            </a:prstGeom>
            <a:gradFill>
              <a:gsLst>
                <a:gs pos="0">
                  <a:srgbClr val="F35700">
                    <a:alpha val="32968"/>
                  </a:srgbClr>
                </a:gs>
                <a:gs pos="14286">
                  <a:srgbClr val="F35700">
                    <a:alpha val="30764"/>
                  </a:srgbClr>
                </a:gs>
                <a:gs pos="28571">
                  <a:srgbClr val="F35700">
                    <a:alpha val="24833"/>
                  </a:srgbClr>
                </a:gs>
                <a:gs pos="42857">
                  <a:srgbClr val="F35700">
                    <a:alpha val="17075"/>
                  </a:srgbClr>
                </a:gs>
                <a:gs pos="57143">
                  <a:srgbClr val="F35700">
                    <a:alpha val="9855"/>
                  </a:srgbClr>
                </a:gs>
                <a:gs pos="71429">
                  <a:srgbClr val="F35700">
                    <a:alpha val="4740"/>
                  </a:srgbClr>
                </a:gs>
                <a:gs pos="85714">
                  <a:srgbClr val="F35700">
                    <a:alpha val="1902"/>
                  </a:srgbClr>
                </a:gs>
                <a:gs pos="100000">
                  <a:srgbClr val="F3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5123611">
              <a:off x="123356" y="2261348"/>
              <a:ext cx="816380" cy="630692"/>
            </a:xfrm>
            <a:prstGeom prst="ellipse">
              <a:avLst/>
            </a:prstGeom>
            <a:gradFill>
              <a:gsLst>
                <a:gs pos="0">
                  <a:srgbClr val="FF5200">
                    <a:alpha val="31679"/>
                  </a:srgbClr>
                </a:gs>
                <a:gs pos="14286">
                  <a:srgbClr val="FF5200">
                    <a:alpha val="29541"/>
                  </a:srgbClr>
                </a:gs>
                <a:gs pos="28571">
                  <a:srgbClr val="FF5200">
                    <a:alpha val="23804"/>
                  </a:srgbClr>
                </a:gs>
                <a:gs pos="42857">
                  <a:srgbClr val="FF5200">
                    <a:alpha val="16333"/>
                  </a:srgbClr>
                </a:gs>
                <a:gs pos="57143">
                  <a:srgbClr val="FF5200">
                    <a:alpha val="9408"/>
                  </a:srgbClr>
                </a:gs>
                <a:gs pos="71429">
                  <a:srgbClr val="FF5200">
                    <a:alpha val="4520"/>
                  </a:srgbClr>
                </a:gs>
                <a:gs pos="85714">
                  <a:srgbClr val="FF5200">
                    <a:alpha val="1812"/>
                  </a:srgbClr>
                </a:gs>
                <a:gs pos="100000">
                  <a:srgbClr val="FF520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7070405">
              <a:off x="10718" y="2358543"/>
              <a:ext cx="620213" cy="494175"/>
            </a:xfrm>
            <a:prstGeom prst="ellipse">
              <a:avLst/>
            </a:prstGeom>
            <a:gradFill>
              <a:gsLst>
                <a:gs pos="0">
                  <a:srgbClr val="F66100">
                    <a:alpha val="24957"/>
                  </a:srgbClr>
                </a:gs>
                <a:gs pos="14286">
                  <a:srgbClr val="F66100">
                    <a:alpha val="23194"/>
                  </a:srgbClr>
                </a:gs>
                <a:gs pos="28571">
                  <a:srgbClr val="F66100">
                    <a:alpha val="18527"/>
                  </a:srgbClr>
                </a:gs>
                <a:gs pos="42857">
                  <a:srgbClr val="F66100">
                    <a:alpha val="12576"/>
                  </a:srgbClr>
                </a:gs>
                <a:gs pos="57143">
                  <a:srgbClr val="F66100">
                    <a:alpha val="7176"/>
                  </a:srgbClr>
                </a:gs>
                <a:gs pos="71429">
                  <a:srgbClr val="F66100">
                    <a:alpha val="3426"/>
                  </a:srgbClr>
                </a:gs>
                <a:gs pos="85714">
                  <a:srgbClr val="F66100">
                    <a:alpha val="1369"/>
                  </a:srgbClr>
                </a:gs>
                <a:gs pos="100000">
                  <a:srgbClr val="F66100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3424102">
              <a:off x="-311599" y="2326162"/>
              <a:ext cx="699333" cy="337052"/>
            </a:xfrm>
            <a:prstGeom prst="ellipse">
              <a:avLst/>
            </a:prstGeom>
            <a:gradFill>
              <a:gsLst>
                <a:gs pos="0">
                  <a:srgbClr val="FEF3FF">
                    <a:alpha val="32968"/>
                  </a:srgbClr>
                </a:gs>
                <a:gs pos="14286">
                  <a:srgbClr val="FEF3FF">
                    <a:alpha val="30764"/>
                  </a:srgbClr>
                </a:gs>
                <a:gs pos="28571">
                  <a:srgbClr val="FEF3FF">
                    <a:alpha val="24833"/>
                  </a:srgbClr>
                </a:gs>
                <a:gs pos="42857">
                  <a:srgbClr val="FEF3FF">
                    <a:alpha val="17075"/>
                  </a:srgbClr>
                </a:gs>
                <a:gs pos="57143">
                  <a:srgbClr val="FEF3FF">
                    <a:alpha val="9855"/>
                  </a:srgbClr>
                </a:gs>
                <a:gs pos="71429">
                  <a:srgbClr val="FEF3FF">
                    <a:alpha val="4740"/>
                  </a:srgbClr>
                </a:gs>
                <a:gs pos="85714">
                  <a:srgbClr val="FEF3FF">
                    <a:alpha val="1902"/>
                  </a:srgbClr>
                </a:gs>
                <a:gs pos="100000">
                  <a:srgbClr val="FE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-8314820">
              <a:off x="2966265" y="1796106"/>
              <a:ext cx="1050139" cy="9664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-9624330">
              <a:off x="2868965" y="1808380"/>
              <a:ext cx="1025061" cy="8860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-9559177">
              <a:off x="2699983" y="1937754"/>
              <a:ext cx="1023328" cy="6801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9974226">
              <a:off x="2507253" y="1977056"/>
              <a:ext cx="1009223" cy="5771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-10022045">
              <a:off x="2394325" y="1971192"/>
              <a:ext cx="981535" cy="556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-8947193">
              <a:off x="2104264" y="2230294"/>
              <a:ext cx="539946" cy="311950"/>
            </a:xfrm>
            <a:prstGeom prst="ellipse">
              <a:avLst/>
            </a:prstGeom>
            <a:gradFill>
              <a:gsLst>
                <a:gs pos="0">
                  <a:srgbClr val="FF0000">
                    <a:alpha val="15156"/>
                  </a:srgbClr>
                </a:gs>
                <a:gs pos="14286">
                  <a:srgbClr val="FF0000">
                    <a:alpha val="14021"/>
                  </a:srgbClr>
                </a:gs>
                <a:gs pos="28571">
                  <a:srgbClr val="FF0000">
                    <a:alpha val="11068"/>
                  </a:srgbClr>
                </a:gs>
                <a:gs pos="42857">
                  <a:srgbClr val="FF0000">
                    <a:alpha val="7405"/>
                  </a:srgbClr>
                </a:gs>
                <a:gs pos="57143">
                  <a:srgbClr val="FF0000">
                    <a:alpha val="4173"/>
                  </a:srgbClr>
                </a:gs>
                <a:gs pos="71429">
                  <a:srgbClr val="FF0000">
                    <a:alpha val="1976"/>
                  </a:srgbClr>
                </a:gs>
                <a:gs pos="85714">
                  <a:srgbClr val="FF0000">
                    <a:alpha val="786"/>
                  </a:srgbClr>
                </a:gs>
                <a:gs pos="100000">
                  <a:srgbClr val="FF0000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8705581">
              <a:off x="1859424" y="2233090"/>
              <a:ext cx="340815" cy="211258"/>
            </a:xfrm>
            <a:prstGeom prst="ellipse">
              <a:avLst/>
            </a:prstGeom>
            <a:gradFill>
              <a:gsLst>
                <a:gs pos="0">
                  <a:srgbClr val="FF0000">
                    <a:alpha val="12039"/>
                  </a:srgbClr>
                </a:gs>
                <a:gs pos="14286">
                  <a:srgbClr val="FF0000">
                    <a:alpha val="11122"/>
                  </a:srgbClr>
                </a:gs>
                <a:gs pos="28571">
                  <a:srgbClr val="FF0000">
                    <a:alpha val="8748"/>
                  </a:srgbClr>
                </a:gs>
                <a:gs pos="42857">
                  <a:srgbClr val="FF0000">
                    <a:alpha val="5828"/>
                  </a:srgbClr>
                </a:gs>
                <a:gs pos="57143">
                  <a:srgbClr val="FF0000">
                    <a:alpha val="3272"/>
                  </a:srgbClr>
                </a:gs>
                <a:gs pos="71429">
                  <a:srgbClr val="FF0000">
                    <a:alpha val="1545"/>
                  </a:srgbClr>
                </a:gs>
                <a:gs pos="85714">
                  <a:srgbClr val="FF0000">
                    <a:alpha val="614"/>
                  </a:srgbClr>
                </a:gs>
                <a:gs pos="100000">
                  <a:srgbClr val="FF000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4772243">
              <a:off x="1362769" y="2193575"/>
              <a:ext cx="439762" cy="278033"/>
            </a:xfrm>
            <a:prstGeom prst="ellipse">
              <a:avLst/>
            </a:prstGeom>
            <a:gradFill>
              <a:gsLst>
                <a:gs pos="0">
                  <a:srgbClr val="FF6E00">
                    <a:alpha val="31571"/>
                  </a:srgbClr>
                </a:gs>
                <a:gs pos="14286">
                  <a:srgbClr val="FF6E00">
                    <a:alpha val="29439"/>
                  </a:srgbClr>
                </a:gs>
                <a:gs pos="28571">
                  <a:srgbClr val="FF6E00">
                    <a:alpha val="23718"/>
                  </a:srgbClr>
                </a:gs>
                <a:gs pos="42857">
                  <a:srgbClr val="FF6E00">
                    <a:alpha val="16271"/>
                  </a:srgbClr>
                </a:gs>
                <a:gs pos="57143">
                  <a:srgbClr val="FF6E00">
                    <a:alpha val="9371"/>
                  </a:srgbClr>
                </a:gs>
                <a:gs pos="71429">
                  <a:srgbClr val="FF6E00">
                    <a:alpha val="4502"/>
                  </a:srgbClr>
                </a:gs>
                <a:gs pos="85714">
                  <a:srgbClr val="FF6E00">
                    <a:alpha val="1805"/>
                  </a:srgbClr>
                </a:gs>
                <a:gs pos="100000">
                  <a:srgbClr val="FF6E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-8291607">
              <a:off x="870111" y="2183808"/>
              <a:ext cx="881117" cy="310275"/>
            </a:xfrm>
            <a:prstGeom prst="ellipse">
              <a:avLst/>
            </a:prstGeom>
            <a:gradFill>
              <a:gsLst>
                <a:gs pos="0">
                  <a:srgbClr val="FF5D00">
                    <a:alpha val="32968"/>
                  </a:srgbClr>
                </a:gs>
                <a:gs pos="14286">
                  <a:srgbClr val="FF5D00">
                    <a:alpha val="30764"/>
                  </a:srgbClr>
                </a:gs>
                <a:gs pos="28571">
                  <a:srgbClr val="FF5D00">
                    <a:alpha val="24833"/>
                  </a:srgbClr>
                </a:gs>
                <a:gs pos="42857">
                  <a:srgbClr val="FF5D00">
                    <a:alpha val="17075"/>
                  </a:srgbClr>
                </a:gs>
                <a:gs pos="57143">
                  <a:srgbClr val="FF5D00">
                    <a:alpha val="9855"/>
                  </a:srgbClr>
                </a:gs>
                <a:gs pos="71429">
                  <a:srgbClr val="FF5D00">
                    <a:alpha val="4740"/>
                  </a:srgbClr>
                </a:gs>
                <a:gs pos="85714">
                  <a:srgbClr val="FF5D00">
                    <a:alpha val="1902"/>
                  </a:srgbClr>
                </a:gs>
                <a:gs pos="100000">
                  <a:srgbClr val="FF5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-9472135">
              <a:off x="770957" y="2165256"/>
              <a:ext cx="660498" cy="299079"/>
            </a:xfrm>
            <a:prstGeom prst="ellipse">
              <a:avLst/>
            </a:prstGeom>
            <a:gradFill>
              <a:gsLst>
                <a:gs pos="0">
                  <a:srgbClr val="FF7F4B">
                    <a:alpha val="32968"/>
                  </a:srgbClr>
                </a:gs>
                <a:gs pos="14286">
                  <a:srgbClr val="FF7F4B">
                    <a:alpha val="30764"/>
                  </a:srgbClr>
                </a:gs>
                <a:gs pos="28571">
                  <a:srgbClr val="FF7F4B">
                    <a:alpha val="24833"/>
                  </a:srgbClr>
                </a:gs>
                <a:gs pos="42857">
                  <a:srgbClr val="FF7F4B">
                    <a:alpha val="17075"/>
                  </a:srgbClr>
                </a:gs>
                <a:gs pos="57143">
                  <a:srgbClr val="FF7F4B">
                    <a:alpha val="9855"/>
                  </a:srgbClr>
                </a:gs>
                <a:gs pos="71429">
                  <a:srgbClr val="FF7F4B">
                    <a:alpha val="4740"/>
                  </a:srgbClr>
                </a:gs>
                <a:gs pos="85714">
                  <a:srgbClr val="FF7F4B">
                    <a:alpha val="1902"/>
                  </a:srgbClr>
                </a:gs>
                <a:gs pos="100000">
                  <a:srgbClr val="FF7F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4666673">
              <a:off x="453741" y="2288981"/>
              <a:ext cx="777361" cy="285098"/>
            </a:xfrm>
            <a:prstGeom prst="ellipse">
              <a:avLst/>
            </a:prstGeom>
            <a:gradFill>
              <a:gsLst>
                <a:gs pos="0">
                  <a:srgbClr val="000000">
                    <a:alpha val="10991"/>
                  </a:srgbClr>
                </a:gs>
                <a:gs pos="14286">
                  <a:srgbClr val="000000">
                    <a:alpha val="10149"/>
                  </a:srgbClr>
                </a:gs>
                <a:gs pos="28571">
                  <a:srgbClr val="000000">
                    <a:alpha val="7974"/>
                  </a:srgbClr>
                </a:gs>
                <a:gs pos="42857">
                  <a:srgbClr val="000000">
                    <a:alpha val="5305"/>
                  </a:srgbClr>
                </a:gs>
                <a:gs pos="57143">
                  <a:srgbClr val="000000">
                    <a:alpha val="2975"/>
                  </a:srgbClr>
                </a:gs>
                <a:gs pos="71429">
                  <a:srgbClr val="000000">
                    <a:alpha val="1404"/>
                  </a:srgbClr>
                </a:gs>
                <a:gs pos="85714">
                  <a:srgbClr val="000000">
                    <a:alpha val="557"/>
                  </a:srgbClr>
                </a:gs>
                <a:gs pos="100000">
                  <a:srgbClr val="000000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6662519">
              <a:off x="330813" y="2011034"/>
              <a:ext cx="734198" cy="643859"/>
            </a:xfrm>
            <a:prstGeom prst="ellipse">
              <a:avLst/>
            </a:prstGeom>
            <a:gradFill>
              <a:gsLst>
                <a:gs pos="0">
                  <a:srgbClr val="FC0000">
                    <a:alpha val="24785"/>
                  </a:srgbClr>
                </a:gs>
                <a:gs pos="14286">
                  <a:srgbClr val="FC0000">
                    <a:alpha val="23032"/>
                  </a:srgbClr>
                </a:gs>
                <a:gs pos="28571">
                  <a:srgbClr val="FC0000">
                    <a:alpha val="18393"/>
                  </a:srgbClr>
                </a:gs>
                <a:gs pos="42857">
                  <a:srgbClr val="FC0000">
                    <a:alpha val="12482"/>
                  </a:srgbClr>
                </a:gs>
                <a:gs pos="57143">
                  <a:srgbClr val="FC0000">
                    <a:alpha val="7121"/>
                  </a:srgbClr>
                </a:gs>
                <a:gs pos="71429">
                  <a:srgbClr val="FC0000">
                    <a:alpha val="3399"/>
                  </a:srgbClr>
                </a:gs>
                <a:gs pos="85714">
                  <a:srgbClr val="FC0000">
                    <a:alpha val="1358"/>
                  </a:srgbClr>
                </a:gs>
                <a:gs pos="100000">
                  <a:srgbClr val="FC00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7929871">
              <a:off x="122400" y="2194755"/>
              <a:ext cx="681576" cy="403996"/>
            </a:xfrm>
            <a:prstGeom prst="ellipse">
              <a:avLst/>
            </a:prstGeom>
            <a:gradFill>
              <a:gsLst>
                <a:gs pos="0">
                  <a:srgbClr val="FF6000">
                    <a:alpha val="21206"/>
                  </a:srgbClr>
                </a:gs>
                <a:gs pos="14286">
                  <a:srgbClr val="FF6000">
                    <a:alpha val="19672"/>
                  </a:srgbClr>
                </a:gs>
                <a:gs pos="28571">
                  <a:srgbClr val="FF6000">
                    <a:alpha val="15641"/>
                  </a:srgbClr>
                </a:gs>
                <a:gs pos="42857">
                  <a:srgbClr val="FF6000">
                    <a:alpha val="10556"/>
                  </a:srgbClr>
                </a:gs>
                <a:gs pos="57143">
                  <a:srgbClr val="FF6000">
                    <a:alpha val="5994"/>
                  </a:srgbClr>
                </a:gs>
                <a:gs pos="71429">
                  <a:srgbClr val="FF6000">
                    <a:alpha val="2852"/>
                  </a:srgbClr>
                </a:gs>
                <a:gs pos="85714">
                  <a:srgbClr val="FF6000">
                    <a:alpha val="1138"/>
                  </a:srgbClr>
                </a:gs>
                <a:gs pos="100000">
                  <a:srgbClr val="FF60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6327024">
              <a:off x="57261" y="2164747"/>
              <a:ext cx="484059" cy="182597"/>
            </a:xfrm>
            <a:prstGeom prst="ellipse">
              <a:avLst/>
            </a:prstGeom>
            <a:gradFill>
              <a:gsLst>
                <a:gs pos="0">
                  <a:srgbClr val="FF0000">
                    <a:alpha val="22163"/>
                  </a:srgbClr>
                </a:gs>
                <a:gs pos="14286">
                  <a:srgbClr val="FF0000">
                    <a:alpha val="20570"/>
                  </a:srgbClr>
                </a:gs>
                <a:gs pos="28571">
                  <a:srgbClr val="FF0000">
                    <a:alpha val="16373"/>
                  </a:srgbClr>
                </a:gs>
                <a:gs pos="42857">
                  <a:srgbClr val="FF0000">
                    <a:alpha val="11067"/>
                  </a:srgbClr>
                </a:gs>
                <a:gs pos="57143">
                  <a:srgbClr val="FF0000">
                    <a:alpha val="6292"/>
                  </a:srgbClr>
                </a:gs>
                <a:gs pos="71429">
                  <a:srgbClr val="FF0000">
                    <a:alpha val="2996"/>
                  </a:srgbClr>
                </a:gs>
                <a:gs pos="85714">
                  <a:srgbClr val="FF0000">
                    <a:alpha val="1196"/>
                  </a:srgbClr>
                </a:gs>
                <a:gs pos="100000">
                  <a:srgbClr val="FF0000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7730296">
              <a:off x="2998200" y="1677321"/>
              <a:ext cx="1028419" cy="1020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-9326881">
              <a:off x="2938478" y="1747998"/>
              <a:ext cx="1017057" cy="980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-10165331">
              <a:off x="2652107" y="1878676"/>
              <a:ext cx="1015237" cy="712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-10372573">
              <a:off x="2517588" y="1911476"/>
              <a:ext cx="1007248" cy="644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9566203">
              <a:off x="2422883" y="1942560"/>
              <a:ext cx="817123" cy="572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4679328">
              <a:off x="2002974" y="1978566"/>
              <a:ext cx="788978" cy="340761"/>
            </a:xfrm>
            <a:prstGeom prst="ellipse">
              <a:avLst/>
            </a:prstGeom>
            <a:gradFill>
              <a:gsLst>
                <a:gs pos="0">
                  <a:srgbClr val="FF5800">
                    <a:alpha val="16419"/>
                  </a:srgbClr>
                </a:gs>
                <a:gs pos="14286">
                  <a:srgbClr val="FF5800">
                    <a:alpha val="15198"/>
                  </a:srgbClr>
                </a:gs>
                <a:gs pos="28571">
                  <a:srgbClr val="FF5800">
                    <a:alpha val="12014"/>
                  </a:srgbClr>
                </a:gs>
                <a:gs pos="42857">
                  <a:srgbClr val="FF5800">
                    <a:alpha val="8053"/>
                  </a:srgbClr>
                </a:gs>
                <a:gs pos="57143">
                  <a:srgbClr val="FF5800">
                    <a:alpha val="4545"/>
                  </a:srgbClr>
                </a:gs>
                <a:gs pos="71429">
                  <a:srgbClr val="FF5800">
                    <a:alpha val="2154"/>
                  </a:srgbClr>
                </a:gs>
                <a:gs pos="85714">
                  <a:srgbClr val="FF5800">
                    <a:alpha val="857"/>
                  </a:srgbClr>
                </a:gs>
                <a:gs pos="100000">
                  <a:srgbClr val="FF58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7736598">
              <a:off x="1719904" y="1949039"/>
              <a:ext cx="753459" cy="260956"/>
            </a:xfrm>
            <a:prstGeom prst="ellipse">
              <a:avLst/>
            </a:prstGeom>
            <a:gradFill>
              <a:gsLst>
                <a:gs pos="0">
                  <a:srgbClr val="C21400">
                    <a:alpha val="32968"/>
                  </a:srgbClr>
                </a:gs>
                <a:gs pos="14286">
                  <a:srgbClr val="C21400">
                    <a:alpha val="30764"/>
                  </a:srgbClr>
                </a:gs>
                <a:gs pos="28571">
                  <a:srgbClr val="C21400">
                    <a:alpha val="24833"/>
                  </a:srgbClr>
                </a:gs>
                <a:gs pos="42857">
                  <a:srgbClr val="C21400">
                    <a:alpha val="17075"/>
                  </a:srgbClr>
                </a:gs>
                <a:gs pos="57143">
                  <a:srgbClr val="C21400">
                    <a:alpha val="9855"/>
                  </a:srgbClr>
                </a:gs>
                <a:gs pos="71429">
                  <a:srgbClr val="C21400">
                    <a:alpha val="4740"/>
                  </a:srgbClr>
                </a:gs>
                <a:gs pos="85714">
                  <a:srgbClr val="C21400">
                    <a:alpha val="1902"/>
                  </a:srgbClr>
                </a:gs>
                <a:gs pos="100000">
                  <a:srgbClr val="C2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9254136">
              <a:off x="1655048" y="1946614"/>
              <a:ext cx="501532" cy="184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-10340764">
              <a:off x="1132171" y="1863280"/>
              <a:ext cx="882346" cy="3269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-8922286">
              <a:off x="1165276" y="2128110"/>
              <a:ext cx="645733" cy="249947"/>
            </a:xfrm>
            <a:prstGeom prst="ellipse">
              <a:avLst/>
            </a:prstGeom>
            <a:gradFill>
              <a:gsLst>
                <a:gs pos="0">
                  <a:srgbClr val="890B00">
                    <a:alpha val="32968"/>
                  </a:srgbClr>
                </a:gs>
                <a:gs pos="14286">
                  <a:srgbClr val="890B00">
                    <a:alpha val="30764"/>
                  </a:srgbClr>
                </a:gs>
                <a:gs pos="28571">
                  <a:srgbClr val="890B00">
                    <a:alpha val="24833"/>
                  </a:srgbClr>
                </a:gs>
                <a:gs pos="42857">
                  <a:srgbClr val="890B00">
                    <a:alpha val="17075"/>
                  </a:srgbClr>
                </a:gs>
                <a:gs pos="57143">
                  <a:srgbClr val="890B00">
                    <a:alpha val="9855"/>
                  </a:srgbClr>
                </a:gs>
                <a:gs pos="71429">
                  <a:srgbClr val="890B00">
                    <a:alpha val="4740"/>
                  </a:srgbClr>
                </a:gs>
                <a:gs pos="85714">
                  <a:srgbClr val="890B00">
                    <a:alpha val="1902"/>
                  </a:srgbClr>
                </a:gs>
                <a:gs pos="100000">
                  <a:srgbClr val="89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-9154495">
              <a:off x="891690" y="2003821"/>
              <a:ext cx="773883" cy="302277"/>
            </a:xfrm>
            <a:prstGeom prst="ellipse">
              <a:avLst/>
            </a:prstGeom>
            <a:gradFill>
              <a:gsLst>
                <a:gs pos="0">
                  <a:srgbClr val="FF6A00">
                    <a:alpha val="32968"/>
                  </a:srgbClr>
                </a:gs>
                <a:gs pos="14286">
                  <a:srgbClr val="FF6A00">
                    <a:alpha val="30764"/>
                  </a:srgbClr>
                </a:gs>
                <a:gs pos="28571">
                  <a:srgbClr val="FF6A00">
                    <a:alpha val="24833"/>
                  </a:srgbClr>
                </a:gs>
                <a:gs pos="42857">
                  <a:srgbClr val="FF6A00">
                    <a:alpha val="17075"/>
                  </a:srgbClr>
                </a:gs>
                <a:gs pos="57143">
                  <a:srgbClr val="FF6A00">
                    <a:alpha val="9855"/>
                  </a:srgbClr>
                </a:gs>
                <a:gs pos="71429">
                  <a:srgbClr val="FF6A00">
                    <a:alpha val="4740"/>
                  </a:srgbClr>
                </a:gs>
                <a:gs pos="85714">
                  <a:srgbClr val="FF6A00">
                    <a:alpha val="1902"/>
                  </a:srgbClr>
                </a:gs>
                <a:gs pos="100000">
                  <a:srgbClr val="FF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-8400615">
              <a:off x="662821" y="2014342"/>
              <a:ext cx="877945" cy="258714"/>
            </a:xfrm>
            <a:prstGeom prst="ellipse">
              <a:avLst/>
            </a:prstGeom>
            <a:gradFill>
              <a:gsLst>
                <a:gs pos="0">
                  <a:srgbClr val="DA5E3D">
                    <a:alpha val="32968"/>
                  </a:srgbClr>
                </a:gs>
                <a:gs pos="14286">
                  <a:srgbClr val="DA5E3D">
                    <a:alpha val="30764"/>
                  </a:srgbClr>
                </a:gs>
                <a:gs pos="28571">
                  <a:srgbClr val="DA5E3D">
                    <a:alpha val="24833"/>
                  </a:srgbClr>
                </a:gs>
                <a:gs pos="42857">
                  <a:srgbClr val="DA5E3D">
                    <a:alpha val="17075"/>
                  </a:srgbClr>
                </a:gs>
                <a:gs pos="57143">
                  <a:srgbClr val="DA5E3D">
                    <a:alpha val="9855"/>
                  </a:srgbClr>
                </a:gs>
                <a:gs pos="71429">
                  <a:srgbClr val="DA5E3D">
                    <a:alpha val="4740"/>
                  </a:srgbClr>
                </a:gs>
                <a:gs pos="85714">
                  <a:srgbClr val="DA5E3D">
                    <a:alpha val="1902"/>
                  </a:srgbClr>
                </a:gs>
                <a:gs pos="100000">
                  <a:srgbClr val="DA5E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-8707353">
              <a:off x="527181" y="1890369"/>
              <a:ext cx="863637" cy="484801"/>
            </a:xfrm>
            <a:prstGeom prst="ellipse">
              <a:avLst/>
            </a:prstGeom>
            <a:gradFill>
              <a:gsLst>
                <a:gs pos="0">
                  <a:srgbClr val="FF5800">
                    <a:alpha val="29413"/>
                  </a:srgbClr>
                </a:gs>
                <a:gs pos="14286">
                  <a:srgbClr val="FF5800">
                    <a:alpha val="27396"/>
                  </a:srgbClr>
                </a:gs>
                <a:gs pos="28571">
                  <a:srgbClr val="FF5800">
                    <a:alpha val="22009"/>
                  </a:srgbClr>
                </a:gs>
                <a:gs pos="42857">
                  <a:srgbClr val="FF5800">
                    <a:alpha val="15045"/>
                  </a:srgbClr>
                </a:gs>
                <a:gs pos="57143">
                  <a:srgbClr val="FF5800">
                    <a:alpha val="8639"/>
                  </a:srgbClr>
                </a:gs>
                <a:gs pos="71429">
                  <a:srgbClr val="FF5800">
                    <a:alpha val="4141"/>
                  </a:srgbClr>
                </a:gs>
                <a:gs pos="85714">
                  <a:srgbClr val="FF5800">
                    <a:alpha val="1658"/>
                  </a:srgbClr>
                </a:gs>
                <a:gs pos="100000">
                  <a:srgbClr val="FF58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4286953">
              <a:off x="243818" y="1707925"/>
              <a:ext cx="807441" cy="619692"/>
            </a:xfrm>
            <a:prstGeom prst="ellipse">
              <a:avLst/>
            </a:prstGeom>
            <a:gradFill>
              <a:gsLst>
                <a:gs pos="0">
                  <a:srgbClr val="F83100">
                    <a:alpha val="32968"/>
                  </a:srgbClr>
                </a:gs>
                <a:gs pos="14286">
                  <a:srgbClr val="F83100">
                    <a:alpha val="30764"/>
                  </a:srgbClr>
                </a:gs>
                <a:gs pos="28571">
                  <a:srgbClr val="F83100">
                    <a:alpha val="24833"/>
                  </a:srgbClr>
                </a:gs>
                <a:gs pos="42857">
                  <a:srgbClr val="F83100">
                    <a:alpha val="17075"/>
                  </a:srgbClr>
                </a:gs>
                <a:gs pos="57143">
                  <a:srgbClr val="F83100">
                    <a:alpha val="9855"/>
                  </a:srgbClr>
                </a:gs>
                <a:gs pos="71429">
                  <a:srgbClr val="F83100">
                    <a:alpha val="4740"/>
                  </a:srgbClr>
                </a:gs>
                <a:gs pos="85714">
                  <a:srgbClr val="F83100">
                    <a:alpha val="1902"/>
                  </a:srgbClr>
                </a:gs>
                <a:gs pos="100000">
                  <a:srgbClr val="F8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5789984">
              <a:off x="138208" y="1876372"/>
              <a:ext cx="720634" cy="449745"/>
            </a:xfrm>
            <a:prstGeom prst="ellipse">
              <a:avLst/>
            </a:prstGeom>
            <a:gradFill>
              <a:gsLst>
                <a:gs pos="0">
                  <a:srgbClr val="F44B00">
                    <a:alpha val="32968"/>
                  </a:srgbClr>
                </a:gs>
                <a:gs pos="14286">
                  <a:srgbClr val="F44B00">
                    <a:alpha val="30764"/>
                  </a:srgbClr>
                </a:gs>
                <a:gs pos="28571">
                  <a:srgbClr val="F44B00">
                    <a:alpha val="24833"/>
                  </a:srgbClr>
                </a:gs>
                <a:gs pos="42857">
                  <a:srgbClr val="F44B00">
                    <a:alpha val="17075"/>
                  </a:srgbClr>
                </a:gs>
                <a:gs pos="57143">
                  <a:srgbClr val="F44B00">
                    <a:alpha val="9855"/>
                  </a:srgbClr>
                </a:gs>
                <a:gs pos="71429">
                  <a:srgbClr val="F44B00">
                    <a:alpha val="4740"/>
                  </a:srgbClr>
                </a:gs>
                <a:gs pos="85714">
                  <a:srgbClr val="F44B00">
                    <a:alpha val="1902"/>
                  </a:srgbClr>
                </a:gs>
                <a:gs pos="100000">
                  <a:srgbClr val="F4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3310221">
              <a:off x="-316683" y="1769327"/>
              <a:ext cx="1012604" cy="470667"/>
            </a:xfrm>
            <a:prstGeom prst="ellipse">
              <a:avLst/>
            </a:prstGeom>
            <a:gradFill>
              <a:gsLst>
                <a:gs pos="0">
                  <a:srgbClr val="F10000">
                    <a:alpha val="32968"/>
                  </a:srgbClr>
                </a:gs>
                <a:gs pos="14286">
                  <a:srgbClr val="F10000">
                    <a:alpha val="30764"/>
                  </a:srgbClr>
                </a:gs>
                <a:gs pos="28571">
                  <a:srgbClr val="F10000">
                    <a:alpha val="24833"/>
                  </a:srgbClr>
                </a:gs>
                <a:gs pos="42857">
                  <a:srgbClr val="F10000">
                    <a:alpha val="17075"/>
                  </a:srgbClr>
                </a:gs>
                <a:gs pos="57143">
                  <a:srgbClr val="F10000">
                    <a:alpha val="9855"/>
                  </a:srgbClr>
                </a:gs>
                <a:gs pos="71429">
                  <a:srgbClr val="F10000">
                    <a:alpha val="4740"/>
                  </a:srgbClr>
                </a:gs>
                <a:gs pos="85714">
                  <a:srgbClr val="F10000">
                    <a:alpha val="1902"/>
                  </a:srgbClr>
                </a:gs>
                <a:gs pos="100000">
                  <a:srgbClr val="F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6576694">
              <a:off x="-209924" y="1980356"/>
              <a:ext cx="834041" cy="282306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7155055">
              <a:off x="2983014" y="1548465"/>
              <a:ext cx="1164105" cy="912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8290526">
              <a:off x="2960839" y="1608688"/>
              <a:ext cx="1040813" cy="9468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4496173">
              <a:off x="2464380" y="1743549"/>
              <a:ext cx="1093078" cy="525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-8347124">
              <a:off x="2488653" y="1651412"/>
              <a:ext cx="1014758" cy="817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8685628">
              <a:off x="2571496" y="1819199"/>
              <a:ext cx="342081" cy="149349"/>
            </a:xfrm>
            <a:prstGeom prst="ellipse">
              <a:avLst/>
            </a:prstGeom>
            <a:gradFill>
              <a:gsLst>
                <a:gs pos="0">
                  <a:srgbClr val="FFF8F1">
                    <a:alpha val="32968"/>
                  </a:srgbClr>
                </a:gs>
                <a:gs pos="14286">
                  <a:srgbClr val="FFF8F1">
                    <a:alpha val="30764"/>
                  </a:srgbClr>
                </a:gs>
                <a:gs pos="28571">
                  <a:srgbClr val="FFF8F1">
                    <a:alpha val="24833"/>
                  </a:srgbClr>
                </a:gs>
                <a:gs pos="42857">
                  <a:srgbClr val="FFF8F1">
                    <a:alpha val="17075"/>
                  </a:srgbClr>
                </a:gs>
                <a:gs pos="57143">
                  <a:srgbClr val="FFF8F1">
                    <a:alpha val="9855"/>
                  </a:srgbClr>
                </a:gs>
                <a:gs pos="71429">
                  <a:srgbClr val="FFF8F1">
                    <a:alpha val="4740"/>
                  </a:srgbClr>
                </a:gs>
                <a:gs pos="85714">
                  <a:srgbClr val="FFF8F1">
                    <a:alpha val="1902"/>
                  </a:srgbClr>
                </a:gs>
                <a:gs pos="100000">
                  <a:srgbClr val="FFF8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6416325">
              <a:off x="1968666" y="1795777"/>
              <a:ext cx="575884" cy="366055"/>
            </a:xfrm>
            <a:prstGeom prst="ellipse">
              <a:avLst/>
            </a:prstGeom>
            <a:gradFill>
              <a:gsLst>
                <a:gs pos="0">
                  <a:srgbClr val="FF5B00">
                    <a:alpha val="32968"/>
                  </a:srgbClr>
                </a:gs>
                <a:gs pos="14286">
                  <a:srgbClr val="FF5B00">
                    <a:alpha val="30764"/>
                  </a:srgbClr>
                </a:gs>
                <a:gs pos="28571">
                  <a:srgbClr val="FF5B00">
                    <a:alpha val="24833"/>
                  </a:srgbClr>
                </a:gs>
                <a:gs pos="42857">
                  <a:srgbClr val="FF5B00">
                    <a:alpha val="17075"/>
                  </a:srgbClr>
                </a:gs>
                <a:gs pos="57143">
                  <a:srgbClr val="FF5B00">
                    <a:alpha val="9855"/>
                  </a:srgbClr>
                </a:gs>
                <a:gs pos="71429">
                  <a:srgbClr val="FF5B00">
                    <a:alpha val="4740"/>
                  </a:srgbClr>
                </a:gs>
                <a:gs pos="85714">
                  <a:srgbClr val="FF5B00">
                    <a:alpha val="1902"/>
                  </a:srgbClr>
                </a:gs>
                <a:gs pos="100000">
                  <a:srgbClr val="FF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-9199924">
              <a:off x="1807782" y="1756281"/>
              <a:ext cx="595638" cy="369593"/>
            </a:xfrm>
            <a:prstGeom prst="ellipse">
              <a:avLst/>
            </a:prstGeom>
            <a:gradFill>
              <a:gsLst>
                <a:gs pos="0">
                  <a:srgbClr val="000000">
                    <a:alpha val="22270"/>
                  </a:srgbClr>
                </a:gs>
                <a:gs pos="14286">
                  <a:srgbClr val="000000">
                    <a:alpha val="20670"/>
                  </a:srgbClr>
                </a:gs>
                <a:gs pos="28571">
                  <a:srgbClr val="000000">
                    <a:alpha val="16455"/>
                  </a:srgbClr>
                </a:gs>
                <a:gs pos="42857">
                  <a:srgbClr val="000000">
                    <a:alpha val="11124"/>
                  </a:srgbClr>
                </a:gs>
                <a:gs pos="57143">
                  <a:srgbClr val="000000">
                    <a:alpha val="6326"/>
                  </a:srgbClr>
                </a:gs>
                <a:gs pos="71429">
                  <a:srgbClr val="000000">
                    <a:alpha val="3012"/>
                  </a:srgbClr>
                </a:gs>
                <a:gs pos="85714">
                  <a:srgbClr val="000000">
                    <a:alpha val="1202"/>
                  </a:srgbClr>
                </a:gs>
                <a:gs pos="100000">
                  <a:srgbClr val="00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9169800">
              <a:off x="1620587" y="1915221"/>
              <a:ext cx="692845" cy="1836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-9900732">
              <a:off x="1135705" y="1851866"/>
              <a:ext cx="870497" cy="3298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-9890379">
              <a:off x="1068570" y="1830502"/>
              <a:ext cx="849875" cy="331992"/>
            </a:xfrm>
            <a:prstGeom prst="ellipse">
              <a:avLst/>
            </a:prstGeom>
            <a:gradFill>
              <a:gsLst>
                <a:gs pos="0">
                  <a:srgbClr val="0F0900">
                    <a:alpha val="32968"/>
                  </a:srgbClr>
                </a:gs>
                <a:gs pos="14286">
                  <a:srgbClr val="0F0900">
                    <a:alpha val="30764"/>
                  </a:srgbClr>
                </a:gs>
                <a:gs pos="28571">
                  <a:srgbClr val="0F0900">
                    <a:alpha val="24833"/>
                  </a:srgbClr>
                </a:gs>
                <a:gs pos="42857">
                  <a:srgbClr val="0F0900">
                    <a:alpha val="17075"/>
                  </a:srgbClr>
                </a:gs>
                <a:gs pos="57143">
                  <a:srgbClr val="0F0900">
                    <a:alpha val="9855"/>
                  </a:srgbClr>
                </a:gs>
                <a:gs pos="71429">
                  <a:srgbClr val="0F0900">
                    <a:alpha val="4740"/>
                  </a:srgbClr>
                </a:gs>
                <a:gs pos="85714">
                  <a:srgbClr val="0F0900">
                    <a:alpha val="1902"/>
                  </a:srgbClr>
                </a:gs>
                <a:gs pos="100000">
                  <a:srgbClr val="0F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-9467563">
              <a:off x="1014810" y="1822873"/>
              <a:ext cx="878192" cy="312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-9038148">
              <a:off x="776084" y="1848989"/>
              <a:ext cx="555247" cy="246394"/>
            </a:xfrm>
            <a:prstGeom prst="ellipse">
              <a:avLst/>
            </a:prstGeom>
            <a:gradFill>
              <a:gsLst>
                <a:gs pos="0">
                  <a:srgbClr val="F25300">
                    <a:alpha val="30746"/>
                  </a:srgbClr>
                </a:gs>
                <a:gs pos="14286">
                  <a:srgbClr val="F25300">
                    <a:alpha val="28657"/>
                  </a:srgbClr>
                </a:gs>
                <a:gs pos="28571">
                  <a:srgbClr val="F25300">
                    <a:alpha val="23063"/>
                  </a:srgbClr>
                </a:gs>
                <a:gs pos="42857">
                  <a:srgbClr val="F25300">
                    <a:alpha val="15800"/>
                  </a:srgbClr>
                </a:gs>
                <a:gs pos="57143">
                  <a:srgbClr val="F25300">
                    <a:alpha val="9089"/>
                  </a:srgbClr>
                </a:gs>
                <a:gs pos="71429">
                  <a:srgbClr val="F25300">
                    <a:alpha val="4363"/>
                  </a:srgbClr>
                </a:gs>
                <a:gs pos="85714">
                  <a:srgbClr val="F25300">
                    <a:alpha val="1748"/>
                  </a:srgbClr>
                </a:gs>
                <a:gs pos="100000">
                  <a:srgbClr val="F25300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3162978">
              <a:off x="511822" y="1726429"/>
              <a:ext cx="701062" cy="337513"/>
            </a:xfrm>
            <a:prstGeom prst="ellipse">
              <a:avLst/>
            </a:prstGeom>
            <a:gradFill>
              <a:gsLst>
                <a:gs pos="0">
                  <a:srgbClr val="FF7739">
                    <a:alpha val="32409"/>
                  </a:srgbClr>
                </a:gs>
                <a:gs pos="14286">
                  <a:srgbClr val="FF7739">
                    <a:alpha val="30233"/>
                  </a:srgbClr>
                </a:gs>
                <a:gs pos="28571">
                  <a:srgbClr val="FF7739">
                    <a:alpha val="24386"/>
                  </a:srgbClr>
                </a:gs>
                <a:gs pos="42857">
                  <a:srgbClr val="FF7739">
                    <a:alpha val="16752"/>
                  </a:srgbClr>
                </a:gs>
                <a:gs pos="57143">
                  <a:srgbClr val="FF7739">
                    <a:alpha val="9660"/>
                  </a:srgbClr>
                </a:gs>
                <a:gs pos="71429">
                  <a:srgbClr val="FF7739">
                    <a:alpha val="4644"/>
                  </a:srgbClr>
                </a:gs>
                <a:gs pos="85714">
                  <a:srgbClr val="FF7739">
                    <a:alpha val="1863"/>
                  </a:srgbClr>
                </a:gs>
                <a:gs pos="100000">
                  <a:srgbClr val="FF7739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5613511">
              <a:off x="463865" y="1614801"/>
              <a:ext cx="532853" cy="374979"/>
            </a:xfrm>
            <a:prstGeom prst="ellipse">
              <a:avLst/>
            </a:prstGeom>
            <a:gradFill>
              <a:gsLst>
                <a:gs pos="0">
                  <a:srgbClr val="FF945A">
                    <a:alpha val="32968"/>
                  </a:srgbClr>
                </a:gs>
                <a:gs pos="14286">
                  <a:srgbClr val="FF945A">
                    <a:alpha val="30764"/>
                  </a:srgbClr>
                </a:gs>
                <a:gs pos="28571">
                  <a:srgbClr val="FF945A">
                    <a:alpha val="24833"/>
                  </a:srgbClr>
                </a:gs>
                <a:gs pos="42857">
                  <a:srgbClr val="FF945A">
                    <a:alpha val="17075"/>
                  </a:srgbClr>
                </a:gs>
                <a:gs pos="57143">
                  <a:srgbClr val="FF945A">
                    <a:alpha val="9855"/>
                  </a:srgbClr>
                </a:gs>
                <a:gs pos="71429">
                  <a:srgbClr val="FF945A">
                    <a:alpha val="4740"/>
                  </a:srgbClr>
                </a:gs>
                <a:gs pos="85714">
                  <a:srgbClr val="FF945A">
                    <a:alpha val="1902"/>
                  </a:srgbClr>
                </a:gs>
                <a:gs pos="100000">
                  <a:srgbClr val="FF94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7378015">
              <a:off x="147718" y="1739734"/>
              <a:ext cx="688488" cy="244059"/>
            </a:xfrm>
            <a:prstGeom prst="ellipse">
              <a:avLst/>
            </a:prstGeom>
            <a:gradFill>
              <a:gsLst>
                <a:gs pos="0">
                  <a:srgbClr val="FF5900">
                    <a:alpha val="32968"/>
                  </a:srgbClr>
                </a:gs>
                <a:gs pos="14286">
                  <a:srgbClr val="FF5900">
                    <a:alpha val="30764"/>
                  </a:srgbClr>
                </a:gs>
                <a:gs pos="28571">
                  <a:srgbClr val="FF5900">
                    <a:alpha val="24833"/>
                  </a:srgbClr>
                </a:gs>
                <a:gs pos="42857">
                  <a:srgbClr val="FF5900">
                    <a:alpha val="17075"/>
                  </a:srgbClr>
                </a:gs>
                <a:gs pos="57143">
                  <a:srgbClr val="FF5900">
                    <a:alpha val="9855"/>
                  </a:srgbClr>
                </a:gs>
                <a:gs pos="71429">
                  <a:srgbClr val="FF5900">
                    <a:alpha val="4740"/>
                  </a:srgbClr>
                </a:gs>
                <a:gs pos="85714">
                  <a:srgbClr val="FF5900">
                    <a:alpha val="1902"/>
                  </a:srgbClr>
                </a:gs>
                <a:gs pos="100000">
                  <a:srgbClr val="FF5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5216462">
              <a:off x="-311815" y="1879365"/>
              <a:ext cx="1012649" cy="244022"/>
            </a:xfrm>
            <a:prstGeom prst="ellipse">
              <a:avLst/>
            </a:prstGeom>
            <a:gradFill>
              <a:gsLst>
                <a:gs pos="0">
                  <a:srgbClr val="00001F">
                    <a:alpha val="32968"/>
                  </a:srgbClr>
                </a:gs>
                <a:gs pos="14286">
                  <a:srgbClr val="00001F">
                    <a:alpha val="30764"/>
                  </a:srgbClr>
                </a:gs>
                <a:gs pos="28571">
                  <a:srgbClr val="00001F">
                    <a:alpha val="24833"/>
                  </a:srgbClr>
                </a:gs>
                <a:gs pos="42857">
                  <a:srgbClr val="00001F">
                    <a:alpha val="17075"/>
                  </a:srgbClr>
                </a:gs>
                <a:gs pos="57143">
                  <a:srgbClr val="00001F">
                    <a:alpha val="9855"/>
                  </a:srgbClr>
                </a:gs>
                <a:gs pos="71429">
                  <a:srgbClr val="00001F">
                    <a:alpha val="4740"/>
                  </a:srgbClr>
                </a:gs>
                <a:gs pos="85714">
                  <a:srgbClr val="00001F">
                    <a:alpha val="1902"/>
                  </a:srgbClr>
                </a:gs>
                <a:gs pos="100000">
                  <a:srgbClr val="00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3301755">
              <a:off x="-404279" y="1551272"/>
              <a:ext cx="907454" cy="7171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-9087451">
              <a:off x="3221807" y="1639115"/>
              <a:ext cx="600073" cy="274088"/>
            </a:xfrm>
            <a:prstGeom prst="ellipse">
              <a:avLst/>
            </a:prstGeom>
            <a:gradFill>
              <a:gsLst>
                <a:gs pos="0">
                  <a:srgbClr val="F4E7E0">
                    <a:alpha val="32968"/>
                  </a:srgbClr>
                </a:gs>
                <a:gs pos="14286">
                  <a:srgbClr val="F4E7E0">
                    <a:alpha val="30764"/>
                  </a:srgbClr>
                </a:gs>
                <a:gs pos="28571">
                  <a:srgbClr val="F4E7E0">
                    <a:alpha val="24833"/>
                  </a:srgbClr>
                </a:gs>
                <a:gs pos="42857">
                  <a:srgbClr val="F4E7E0">
                    <a:alpha val="17075"/>
                  </a:srgbClr>
                </a:gs>
                <a:gs pos="57143">
                  <a:srgbClr val="F4E7E0">
                    <a:alpha val="9855"/>
                  </a:srgbClr>
                </a:gs>
                <a:gs pos="71429">
                  <a:srgbClr val="F4E7E0">
                    <a:alpha val="4740"/>
                  </a:srgbClr>
                </a:gs>
                <a:gs pos="85714">
                  <a:srgbClr val="F4E7E0">
                    <a:alpha val="1902"/>
                  </a:srgbClr>
                </a:gs>
                <a:gs pos="100000">
                  <a:srgbClr val="F4E7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-10682698">
              <a:off x="3174745" y="1739485"/>
              <a:ext cx="558684" cy="228094"/>
            </a:xfrm>
            <a:prstGeom prst="ellipse">
              <a:avLst/>
            </a:prstGeom>
            <a:gradFill>
              <a:gsLst>
                <a:gs pos="0">
                  <a:srgbClr val="FFF7F1">
                    <a:alpha val="32968"/>
                  </a:srgbClr>
                </a:gs>
                <a:gs pos="14286">
                  <a:srgbClr val="FFF7F1">
                    <a:alpha val="30764"/>
                  </a:srgbClr>
                </a:gs>
                <a:gs pos="28571">
                  <a:srgbClr val="FFF7F1">
                    <a:alpha val="24833"/>
                  </a:srgbClr>
                </a:gs>
                <a:gs pos="42857">
                  <a:srgbClr val="FFF7F1">
                    <a:alpha val="17075"/>
                  </a:srgbClr>
                </a:gs>
                <a:gs pos="57143">
                  <a:srgbClr val="FFF7F1">
                    <a:alpha val="9855"/>
                  </a:srgbClr>
                </a:gs>
                <a:gs pos="71429">
                  <a:srgbClr val="FFF7F1">
                    <a:alpha val="4740"/>
                  </a:srgbClr>
                </a:gs>
                <a:gs pos="85714">
                  <a:srgbClr val="FFF7F1">
                    <a:alpha val="1902"/>
                  </a:srgbClr>
                </a:gs>
                <a:gs pos="100000">
                  <a:srgbClr val="FFF7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8994624">
              <a:off x="2734104" y="1629823"/>
              <a:ext cx="441404" cy="257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4140968">
              <a:off x="1356424" y="1428937"/>
              <a:ext cx="968719" cy="477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-10325714">
              <a:off x="1188675" y="1560906"/>
              <a:ext cx="969884" cy="292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-10073852">
              <a:off x="1090403" y="1402133"/>
              <a:ext cx="953452" cy="5070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5497176">
              <a:off x="891760" y="1537620"/>
              <a:ext cx="880573" cy="222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-8818162">
              <a:off x="685545" y="1748979"/>
              <a:ext cx="898580" cy="109297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8885182">
              <a:off x="331314" y="1611833"/>
              <a:ext cx="561226" cy="216582"/>
            </a:xfrm>
            <a:prstGeom prst="ellipse">
              <a:avLst/>
            </a:prstGeom>
            <a:gradFill>
              <a:gsLst>
                <a:gs pos="0">
                  <a:srgbClr val="FFD58A">
                    <a:alpha val="32968"/>
                  </a:srgbClr>
                </a:gs>
                <a:gs pos="14286">
                  <a:srgbClr val="FFD58A">
                    <a:alpha val="30764"/>
                  </a:srgbClr>
                </a:gs>
                <a:gs pos="28571">
                  <a:srgbClr val="FFD58A">
                    <a:alpha val="24833"/>
                  </a:srgbClr>
                </a:gs>
                <a:gs pos="42857">
                  <a:srgbClr val="FFD58A">
                    <a:alpha val="17075"/>
                  </a:srgbClr>
                </a:gs>
                <a:gs pos="57143">
                  <a:srgbClr val="FFD58A">
                    <a:alpha val="9855"/>
                  </a:srgbClr>
                </a:gs>
                <a:gs pos="71429">
                  <a:srgbClr val="FFD58A">
                    <a:alpha val="4740"/>
                  </a:srgbClr>
                </a:gs>
                <a:gs pos="85714">
                  <a:srgbClr val="FFD58A">
                    <a:alpha val="1902"/>
                  </a:srgbClr>
                </a:gs>
                <a:gs pos="100000">
                  <a:srgbClr val="FFD5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3848020">
              <a:off x="84532" y="1463047"/>
              <a:ext cx="992039" cy="382585"/>
            </a:xfrm>
            <a:prstGeom prst="ellipse">
              <a:avLst/>
            </a:prstGeom>
            <a:gradFill>
              <a:gsLst>
                <a:gs pos="0">
                  <a:srgbClr val="FF0000">
                    <a:alpha val="18534"/>
                  </a:srgbClr>
                </a:gs>
                <a:gs pos="14286">
                  <a:srgbClr val="FF0000">
                    <a:alpha val="17172"/>
                  </a:srgbClr>
                </a:gs>
                <a:gs pos="28571">
                  <a:srgbClr val="FF0000">
                    <a:alpha val="13609"/>
                  </a:srgbClr>
                </a:gs>
                <a:gs pos="42857">
                  <a:srgbClr val="FF0000">
                    <a:alpha val="9149"/>
                  </a:srgbClr>
                </a:gs>
                <a:gs pos="57143">
                  <a:srgbClr val="FF0000">
                    <a:alpha val="5178"/>
                  </a:srgbClr>
                </a:gs>
                <a:gs pos="71429">
                  <a:srgbClr val="FF0000">
                    <a:alpha val="2458"/>
                  </a:srgbClr>
                </a:gs>
                <a:gs pos="85714">
                  <a:srgbClr val="FF0000">
                    <a:alpha val="979"/>
                  </a:srgbClr>
                </a:gs>
                <a:gs pos="100000">
                  <a:srgbClr val="FF000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4130148">
              <a:off x="-170161" y="1642504"/>
              <a:ext cx="862483" cy="182368"/>
            </a:xfrm>
            <a:prstGeom prst="ellipse">
              <a:avLst/>
            </a:prstGeom>
            <a:gradFill>
              <a:gsLst>
                <a:gs pos="0">
                  <a:srgbClr val="DBD6CF">
                    <a:alpha val="32968"/>
                  </a:srgbClr>
                </a:gs>
                <a:gs pos="14286">
                  <a:srgbClr val="DBD6CF">
                    <a:alpha val="30764"/>
                  </a:srgbClr>
                </a:gs>
                <a:gs pos="28571">
                  <a:srgbClr val="DBD6CF">
                    <a:alpha val="24833"/>
                  </a:srgbClr>
                </a:gs>
                <a:gs pos="42857">
                  <a:srgbClr val="DBD6CF">
                    <a:alpha val="17075"/>
                  </a:srgbClr>
                </a:gs>
                <a:gs pos="57143">
                  <a:srgbClr val="DBD6CF">
                    <a:alpha val="9855"/>
                  </a:srgbClr>
                </a:gs>
                <a:gs pos="71429">
                  <a:srgbClr val="DBD6CF">
                    <a:alpha val="4740"/>
                  </a:srgbClr>
                </a:gs>
                <a:gs pos="85714">
                  <a:srgbClr val="DBD6CF">
                    <a:alpha val="1902"/>
                  </a:srgbClr>
                </a:gs>
                <a:gs pos="100000">
                  <a:srgbClr val="DBD6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3436748">
              <a:off x="-410190" y="1579590"/>
              <a:ext cx="912866" cy="385968"/>
            </a:xfrm>
            <a:prstGeom prst="ellipse">
              <a:avLst/>
            </a:prstGeom>
            <a:gradFill>
              <a:gsLst>
                <a:gs pos="0">
                  <a:srgbClr val="750000">
                    <a:alpha val="32968"/>
                  </a:srgbClr>
                </a:gs>
                <a:gs pos="14286">
                  <a:srgbClr val="750000">
                    <a:alpha val="30764"/>
                  </a:srgbClr>
                </a:gs>
                <a:gs pos="28571">
                  <a:srgbClr val="750000">
                    <a:alpha val="24833"/>
                  </a:srgbClr>
                </a:gs>
                <a:gs pos="42857">
                  <a:srgbClr val="750000">
                    <a:alpha val="17075"/>
                  </a:srgbClr>
                </a:gs>
                <a:gs pos="57143">
                  <a:srgbClr val="750000">
                    <a:alpha val="9855"/>
                  </a:srgbClr>
                </a:gs>
                <a:gs pos="71429">
                  <a:srgbClr val="750000">
                    <a:alpha val="4740"/>
                  </a:srgbClr>
                </a:gs>
                <a:gs pos="85714">
                  <a:srgbClr val="750000">
                    <a:alpha val="1902"/>
                  </a:srgbClr>
                </a:gs>
                <a:gs pos="100000">
                  <a:srgbClr val="7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4679801">
              <a:off x="3028048" y="1413781"/>
              <a:ext cx="971654" cy="533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3579028">
              <a:off x="3048767" y="1326999"/>
              <a:ext cx="839349" cy="432833"/>
            </a:xfrm>
            <a:prstGeom prst="ellipse">
              <a:avLst/>
            </a:prstGeom>
            <a:gradFill>
              <a:gsLst>
                <a:gs pos="0">
                  <a:srgbClr val="C9C2B8">
                    <a:alpha val="32968"/>
                  </a:srgbClr>
                </a:gs>
                <a:gs pos="14286">
                  <a:srgbClr val="C9C2B8">
                    <a:alpha val="30764"/>
                  </a:srgbClr>
                </a:gs>
                <a:gs pos="28571">
                  <a:srgbClr val="C9C2B8">
                    <a:alpha val="24833"/>
                  </a:srgbClr>
                </a:gs>
                <a:gs pos="42857">
                  <a:srgbClr val="C9C2B8">
                    <a:alpha val="17075"/>
                  </a:srgbClr>
                </a:gs>
                <a:gs pos="57143">
                  <a:srgbClr val="C9C2B8">
                    <a:alpha val="9855"/>
                  </a:srgbClr>
                </a:gs>
                <a:gs pos="71429">
                  <a:srgbClr val="C9C2B8">
                    <a:alpha val="4740"/>
                  </a:srgbClr>
                </a:gs>
                <a:gs pos="85714">
                  <a:srgbClr val="C9C2B8">
                    <a:alpha val="1902"/>
                  </a:srgbClr>
                </a:gs>
                <a:gs pos="100000">
                  <a:srgbClr val="C9C2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3231248">
              <a:off x="2071849" y="1415226"/>
              <a:ext cx="569310" cy="348134"/>
            </a:xfrm>
            <a:prstGeom prst="ellipse">
              <a:avLst/>
            </a:prstGeom>
            <a:gradFill>
              <a:gsLst>
                <a:gs pos="0">
                  <a:srgbClr val="DAE1E9">
                    <a:alpha val="32968"/>
                  </a:srgbClr>
                </a:gs>
                <a:gs pos="14286">
                  <a:srgbClr val="DAE1E9">
                    <a:alpha val="30764"/>
                  </a:srgbClr>
                </a:gs>
                <a:gs pos="28571">
                  <a:srgbClr val="DAE1E9">
                    <a:alpha val="24833"/>
                  </a:srgbClr>
                </a:gs>
                <a:gs pos="42857">
                  <a:srgbClr val="DAE1E9">
                    <a:alpha val="17075"/>
                  </a:srgbClr>
                </a:gs>
                <a:gs pos="57143">
                  <a:srgbClr val="DAE1E9">
                    <a:alpha val="9855"/>
                  </a:srgbClr>
                </a:gs>
                <a:gs pos="71429">
                  <a:srgbClr val="DAE1E9">
                    <a:alpha val="4740"/>
                  </a:srgbClr>
                </a:gs>
                <a:gs pos="85714">
                  <a:srgbClr val="DAE1E9">
                    <a:alpha val="1902"/>
                  </a:srgbClr>
                </a:gs>
                <a:gs pos="100000">
                  <a:srgbClr val="DAE1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3714014">
              <a:off x="1510253" y="1288479"/>
              <a:ext cx="734316" cy="420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10575194">
              <a:off x="1219830" y="1228031"/>
              <a:ext cx="943979" cy="6440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-10752147">
              <a:off x="1153358" y="1241214"/>
              <a:ext cx="969129" cy="6372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-8716382">
              <a:off x="894670" y="1261416"/>
              <a:ext cx="977384" cy="4840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3872800">
              <a:off x="750786" y="1203194"/>
              <a:ext cx="989558" cy="411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5149721">
              <a:off x="207220" y="1251810"/>
              <a:ext cx="636120" cy="453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7891060">
              <a:off x="-72224" y="1247750"/>
              <a:ext cx="870605" cy="565000"/>
            </a:xfrm>
            <a:prstGeom prst="ellipse">
              <a:avLst/>
            </a:prstGeom>
            <a:gradFill>
              <a:gsLst>
                <a:gs pos="0">
                  <a:srgbClr val="7E0000">
                    <a:alpha val="13841"/>
                  </a:srgbClr>
                </a:gs>
                <a:gs pos="14286">
                  <a:srgbClr val="7E0000">
                    <a:alpha val="12796"/>
                  </a:srgbClr>
                </a:gs>
                <a:gs pos="28571">
                  <a:srgbClr val="7E0000">
                    <a:alpha val="10086"/>
                  </a:srgbClr>
                </a:gs>
                <a:gs pos="42857">
                  <a:srgbClr val="7E0000">
                    <a:alpha val="6736"/>
                  </a:srgbClr>
                </a:gs>
                <a:gs pos="57143">
                  <a:srgbClr val="7E0000">
                    <a:alpha val="3790"/>
                  </a:srgbClr>
                </a:gs>
                <a:gs pos="71429">
                  <a:srgbClr val="7E0000">
                    <a:alpha val="1792"/>
                  </a:srgbClr>
                </a:gs>
                <a:gs pos="85714">
                  <a:srgbClr val="7E0000">
                    <a:alpha val="713"/>
                  </a:srgbClr>
                </a:gs>
                <a:gs pos="100000">
                  <a:srgbClr val="7E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4089514">
              <a:off x="-63075" y="1366868"/>
              <a:ext cx="563153" cy="245671"/>
            </a:xfrm>
            <a:prstGeom prst="ellipse">
              <a:avLst/>
            </a:prstGeom>
            <a:gradFill>
              <a:gsLst>
                <a:gs pos="0">
                  <a:srgbClr val="C1B5B1">
                    <a:alpha val="32968"/>
                  </a:srgbClr>
                </a:gs>
                <a:gs pos="14286">
                  <a:srgbClr val="C1B5B1">
                    <a:alpha val="30764"/>
                  </a:srgbClr>
                </a:gs>
                <a:gs pos="28571">
                  <a:srgbClr val="C1B5B1">
                    <a:alpha val="24833"/>
                  </a:srgbClr>
                </a:gs>
                <a:gs pos="42857">
                  <a:srgbClr val="C1B5B1">
                    <a:alpha val="17075"/>
                  </a:srgbClr>
                </a:gs>
                <a:gs pos="57143">
                  <a:srgbClr val="C1B5B1">
                    <a:alpha val="9855"/>
                  </a:srgbClr>
                </a:gs>
                <a:gs pos="71429">
                  <a:srgbClr val="C1B5B1">
                    <a:alpha val="4740"/>
                  </a:srgbClr>
                </a:gs>
                <a:gs pos="85714">
                  <a:srgbClr val="C1B5B1">
                    <a:alpha val="1902"/>
                  </a:srgbClr>
                </a:gs>
                <a:gs pos="100000">
                  <a:srgbClr val="C1B5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8607875">
              <a:off x="3213266" y="1040870"/>
              <a:ext cx="732461" cy="506066"/>
            </a:xfrm>
            <a:prstGeom prst="ellipse">
              <a:avLst/>
            </a:prstGeom>
            <a:gradFill>
              <a:gsLst>
                <a:gs pos="0">
                  <a:srgbClr val="D0D4CA">
                    <a:alpha val="22330"/>
                  </a:srgbClr>
                </a:gs>
                <a:gs pos="14286">
                  <a:srgbClr val="D0D4CA">
                    <a:alpha val="20726"/>
                  </a:srgbClr>
                </a:gs>
                <a:gs pos="28571">
                  <a:srgbClr val="D0D4CA">
                    <a:alpha val="16501"/>
                  </a:srgbClr>
                </a:gs>
                <a:gs pos="42857">
                  <a:srgbClr val="D0D4CA">
                    <a:alpha val="11156"/>
                  </a:srgbClr>
                </a:gs>
                <a:gs pos="57143">
                  <a:srgbClr val="D0D4CA">
                    <a:alpha val="6344"/>
                  </a:srgbClr>
                </a:gs>
                <a:gs pos="71429">
                  <a:srgbClr val="D0D4CA">
                    <a:alpha val="3021"/>
                  </a:srgbClr>
                </a:gs>
                <a:gs pos="85714">
                  <a:srgbClr val="D0D4CA">
                    <a:alpha val="1206"/>
                  </a:srgbClr>
                </a:gs>
                <a:gs pos="100000">
                  <a:srgbClr val="D0D4CA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5409262">
              <a:off x="2992444" y="1170718"/>
              <a:ext cx="655671" cy="433440"/>
            </a:xfrm>
            <a:prstGeom prst="ellipse">
              <a:avLst/>
            </a:prstGeom>
            <a:gradFill>
              <a:gsLst>
                <a:gs pos="0">
                  <a:srgbClr val="00C600">
                    <a:alpha val="1714"/>
                  </a:srgbClr>
                </a:gs>
                <a:gs pos="14286">
                  <a:srgbClr val="00C600">
                    <a:alpha val="1577"/>
                  </a:srgbClr>
                </a:gs>
                <a:gs pos="28571">
                  <a:srgbClr val="00C600">
                    <a:alpha val="1226"/>
                  </a:srgbClr>
                </a:gs>
                <a:gs pos="42857">
                  <a:srgbClr val="00C600">
                    <a:alpha val="806"/>
                  </a:srgbClr>
                </a:gs>
                <a:gs pos="57143">
                  <a:srgbClr val="00C600">
                    <a:alpha val="447"/>
                  </a:srgbClr>
                </a:gs>
                <a:gs pos="71429">
                  <a:srgbClr val="00C600">
                    <a:alpha val="210"/>
                  </a:srgbClr>
                </a:gs>
                <a:gs pos="85714">
                  <a:srgbClr val="00C600">
                    <a:alpha val="83"/>
                  </a:srgbClr>
                </a:gs>
                <a:gs pos="100000">
                  <a:srgbClr val="00C60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3835775">
              <a:off x="2473769" y="1187184"/>
              <a:ext cx="565578" cy="357932"/>
            </a:xfrm>
            <a:prstGeom prst="ellipse">
              <a:avLst/>
            </a:prstGeom>
            <a:gradFill>
              <a:gsLst>
                <a:gs pos="0">
                  <a:srgbClr val="F3F3FF">
                    <a:alpha val="30554"/>
                  </a:srgbClr>
                </a:gs>
                <a:gs pos="14286">
                  <a:srgbClr val="F3F3FF">
                    <a:alpha val="28476"/>
                  </a:srgbClr>
                </a:gs>
                <a:gs pos="28571">
                  <a:srgbClr val="F3F3FF">
                    <a:alpha val="22911"/>
                  </a:srgbClr>
                </a:gs>
                <a:gs pos="42857">
                  <a:srgbClr val="F3F3FF">
                    <a:alpha val="15691"/>
                  </a:srgbClr>
                </a:gs>
                <a:gs pos="57143">
                  <a:srgbClr val="F3F3FF">
                    <a:alpha val="9024"/>
                  </a:srgbClr>
                </a:gs>
                <a:gs pos="71429">
                  <a:srgbClr val="F3F3FF">
                    <a:alpha val="4330"/>
                  </a:srgbClr>
                </a:gs>
                <a:gs pos="85714">
                  <a:srgbClr val="F3F3FF">
                    <a:alpha val="1735"/>
                  </a:srgbClr>
                </a:gs>
                <a:gs pos="100000">
                  <a:srgbClr val="F3F3FF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8901449">
              <a:off x="2176761" y="1091304"/>
              <a:ext cx="621457" cy="569788"/>
            </a:xfrm>
            <a:prstGeom prst="ellipse">
              <a:avLst/>
            </a:prstGeom>
            <a:gradFill>
              <a:gsLst>
                <a:gs pos="0">
                  <a:srgbClr val="F7FFFF">
                    <a:alpha val="15458"/>
                  </a:srgbClr>
                </a:gs>
                <a:gs pos="14286">
                  <a:srgbClr val="F7FFFF">
                    <a:alpha val="14302"/>
                  </a:srgbClr>
                </a:gs>
                <a:gs pos="28571">
                  <a:srgbClr val="F7FFFF">
                    <a:alpha val="11294"/>
                  </a:srgbClr>
                </a:gs>
                <a:gs pos="42857">
                  <a:srgbClr val="F7FFFF">
                    <a:alpha val="7559"/>
                  </a:srgbClr>
                </a:gs>
                <a:gs pos="57143">
                  <a:srgbClr val="F7FFFF">
                    <a:alpha val="4262"/>
                  </a:srgbClr>
                </a:gs>
                <a:gs pos="71429">
                  <a:srgbClr val="F7FFFF">
                    <a:alpha val="2018"/>
                  </a:srgbClr>
                </a:gs>
                <a:gs pos="85714">
                  <a:srgbClr val="F7FFFF">
                    <a:alpha val="803"/>
                  </a:srgbClr>
                </a:gs>
                <a:gs pos="100000">
                  <a:srgbClr val="F7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3298303">
              <a:off x="1959351" y="1158082"/>
              <a:ext cx="698251" cy="418776"/>
            </a:xfrm>
            <a:prstGeom prst="ellipse">
              <a:avLst/>
            </a:prstGeom>
            <a:gradFill>
              <a:gsLst>
                <a:gs pos="0">
                  <a:srgbClr val="FEFBFE">
                    <a:alpha val="30505"/>
                  </a:srgbClr>
                </a:gs>
                <a:gs pos="14286">
                  <a:srgbClr val="FEFBFE">
                    <a:alpha val="28429"/>
                  </a:srgbClr>
                </a:gs>
                <a:gs pos="28571">
                  <a:srgbClr val="FEFBFE">
                    <a:alpha val="22872"/>
                  </a:srgbClr>
                </a:gs>
                <a:gs pos="42857">
                  <a:srgbClr val="FEFBFE">
                    <a:alpha val="15663"/>
                  </a:srgbClr>
                </a:gs>
                <a:gs pos="57143">
                  <a:srgbClr val="FEFBFE">
                    <a:alpha val="9007"/>
                  </a:srgbClr>
                </a:gs>
                <a:gs pos="71429">
                  <a:srgbClr val="FEFBFE">
                    <a:alpha val="4322"/>
                  </a:srgbClr>
                </a:gs>
                <a:gs pos="85714">
                  <a:srgbClr val="FEFBFE">
                    <a:alpha val="1732"/>
                  </a:srgbClr>
                </a:gs>
                <a:gs pos="100000">
                  <a:srgbClr val="FEFBFE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2996560">
              <a:off x="1539844" y="1298513"/>
              <a:ext cx="705587" cy="174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10697441">
              <a:off x="1298491" y="1239637"/>
              <a:ext cx="854310" cy="4364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-10285329">
              <a:off x="840203" y="1275646"/>
              <a:ext cx="1000885" cy="132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3054651">
              <a:off x="719982" y="1095002"/>
              <a:ext cx="932400" cy="424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7442322">
              <a:off x="628197" y="1170840"/>
              <a:ext cx="792380" cy="1721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4485521">
              <a:off x="8276" y="1116952"/>
              <a:ext cx="955794" cy="451973"/>
            </a:xfrm>
            <a:prstGeom prst="ellipse">
              <a:avLst/>
            </a:prstGeom>
            <a:gradFill>
              <a:gsLst>
                <a:gs pos="0">
                  <a:srgbClr val="8F0000">
                    <a:alpha val="32968"/>
                  </a:srgbClr>
                </a:gs>
                <a:gs pos="14286">
                  <a:srgbClr val="8F0000">
                    <a:alpha val="30764"/>
                  </a:srgbClr>
                </a:gs>
                <a:gs pos="28571">
                  <a:srgbClr val="8F0000">
                    <a:alpha val="24833"/>
                  </a:srgbClr>
                </a:gs>
                <a:gs pos="42857">
                  <a:srgbClr val="8F0000">
                    <a:alpha val="17075"/>
                  </a:srgbClr>
                </a:gs>
                <a:gs pos="57143">
                  <a:srgbClr val="8F0000">
                    <a:alpha val="9855"/>
                  </a:srgbClr>
                </a:gs>
                <a:gs pos="71429">
                  <a:srgbClr val="8F0000">
                    <a:alpha val="4740"/>
                  </a:srgbClr>
                </a:gs>
                <a:gs pos="85714">
                  <a:srgbClr val="8F0000">
                    <a:alpha val="1902"/>
                  </a:srgbClr>
                </a:gs>
                <a:gs pos="100000">
                  <a:srgbClr val="8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4264251">
              <a:off x="-89562" y="1018207"/>
              <a:ext cx="1001195" cy="511306"/>
            </a:xfrm>
            <a:prstGeom prst="ellipse">
              <a:avLst/>
            </a:prstGeom>
            <a:gradFill>
              <a:gsLst>
                <a:gs pos="0">
                  <a:srgbClr val="520025">
                    <a:alpha val="32968"/>
                  </a:srgbClr>
                </a:gs>
                <a:gs pos="14286">
                  <a:srgbClr val="520025">
                    <a:alpha val="30764"/>
                  </a:srgbClr>
                </a:gs>
                <a:gs pos="28571">
                  <a:srgbClr val="520025">
                    <a:alpha val="24833"/>
                  </a:srgbClr>
                </a:gs>
                <a:gs pos="42857">
                  <a:srgbClr val="520025">
                    <a:alpha val="17075"/>
                  </a:srgbClr>
                </a:gs>
                <a:gs pos="57143">
                  <a:srgbClr val="520025">
                    <a:alpha val="9855"/>
                  </a:srgbClr>
                </a:gs>
                <a:gs pos="71429">
                  <a:srgbClr val="520025">
                    <a:alpha val="4740"/>
                  </a:srgbClr>
                </a:gs>
                <a:gs pos="85714">
                  <a:srgbClr val="520025">
                    <a:alpha val="1902"/>
                  </a:srgbClr>
                </a:gs>
                <a:gs pos="100000">
                  <a:srgbClr val="52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7594063">
              <a:off x="3191784" y="881061"/>
              <a:ext cx="625657" cy="543044"/>
            </a:xfrm>
            <a:prstGeom prst="ellipse">
              <a:avLst/>
            </a:prstGeom>
            <a:gradFill>
              <a:gsLst>
                <a:gs pos="0">
                  <a:srgbClr val="E3E3D9">
                    <a:alpha val="26798"/>
                  </a:srgbClr>
                </a:gs>
                <a:gs pos="14286">
                  <a:srgbClr val="E3E3D9">
                    <a:alpha val="24928"/>
                  </a:srgbClr>
                </a:gs>
                <a:gs pos="28571">
                  <a:srgbClr val="E3E3D9">
                    <a:alpha val="19958"/>
                  </a:srgbClr>
                </a:gs>
                <a:gs pos="42857">
                  <a:srgbClr val="E3E3D9">
                    <a:alpha val="13586"/>
                  </a:srgbClr>
                </a:gs>
                <a:gs pos="57143">
                  <a:srgbClr val="E3E3D9">
                    <a:alpha val="7772"/>
                  </a:srgbClr>
                </a:gs>
                <a:gs pos="71429">
                  <a:srgbClr val="E3E3D9">
                    <a:alpha val="3717"/>
                  </a:srgbClr>
                </a:gs>
                <a:gs pos="85714">
                  <a:srgbClr val="E3E3D9">
                    <a:alpha val="1487"/>
                  </a:srgbClr>
                </a:gs>
                <a:gs pos="100000">
                  <a:srgbClr val="E3E3D9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5004092">
              <a:off x="3006629" y="1011674"/>
              <a:ext cx="649967" cy="274083"/>
            </a:xfrm>
            <a:prstGeom prst="ellipse">
              <a:avLst/>
            </a:prstGeom>
            <a:gradFill>
              <a:gsLst>
                <a:gs pos="0">
                  <a:srgbClr val="FFFBEE">
                    <a:alpha val="26330"/>
                  </a:srgbClr>
                </a:gs>
                <a:gs pos="14286">
                  <a:srgbClr val="FFFBEE">
                    <a:alpha val="24486"/>
                  </a:srgbClr>
                </a:gs>
                <a:gs pos="28571">
                  <a:srgbClr val="FFFBEE">
                    <a:alpha val="19593"/>
                  </a:srgbClr>
                </a:gs>
                <a:gs pos="42857">
                  <a:srgbClr val="FFFBEE">
                    <a:alpha val="13328"/>
                  </a:srgbClr>
                </a:gs>
                <a:gs pos="57143">
                  <a:srgbClr val="FFFBEE">
                    <a:alpha val="7620"/>
                  </a:srgbClr>
                </a:gs>
                <a:gs pos="71429">
                  <a:srgbClr val="FFFBEE">
                    <a:alpha val="3642"/>
                  </a:srgbClr>
                </a:gs>
                <a:gs pos="85714">
                  <a:srgbClr val="FFFBEE">
                    <a:alpha val="1456"/>
                  </a:srgbClr>
                </a:gs>
                <a:gs pos="100000">
                  <a:srgbClr val="FFFBEE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4028095">
              <a:off x="2646152" y="840293"/>
              <a:ext cx="791307" cy="4715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6101211">
              <a:off x="2549209" y="965955"/>
              <a:ext cx="843000" cy="247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6440377">
              <a:off x="2184376" y="883900"/>
              <a:ext cx="702246" cy="501664"/>
            </a:xfrm>
            <a:prstGeom prst="ellipse">
              <a:avLst/>
            </a:prstGeom>
            <a:gradFill>
              <a:gsLst>
                <a:gs pos="0">
                  <a:srgbClr val="FFF6F0">
                    <a:alpha val="21064"/>
                  </a:srgbClr>
                </a:gs>
                <a:gs pos="14286">
                  <a:srgbClr val="FFF6F0">
                    <a:alpha val="19539"/>
                  </a:srgbClr>
                </a:gs>
                <a:gs pos="28571">
                  <a:srgbClr val="FFF6F0">
                    <a:alpha val="15532"/>
                  </a:srgbClr>
                </a:gs>
                <a:gs pos="42857">
                  <a:srgbClr val="FFF6F0">
                    <a:alpha val="10481"/>
                  </a:srgbClr>
                </a:gs>
                <a:gs pos="57143">
                  <a:srgbClr val="FFF6F0">
                    <a:alpha val="5950"/>
                  </a:srgbClr>
                </a:gs>
                <a:gs pos="71429">
                  <a:srgbClr val="FFF6F0">
                    <a:alpha val="2831"/>
                  </a:srgbClr>
                </a:gs>
                <a:gs pos="85714">
                  <a:srgbClr val="FFF6F0">
                    <a:alpha val="1129"/>
                  </a:srgbClr>
                </a:gs>
                <a:gs pos="100000">
                  <a:srgbClr val="FFF6F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5197511">
              <a:off x="1987790" y="830055"/>
              <a:ext cx="786643" cy="545919"/>
            </a:xfrm>
            <a:prstGeom prst="ellipse">
              <a:avLst/>
            </a:prstGeom>
            <a:gradFill>
              <a:gsLst>
                <a:gs pos="0">
                  <a:srgbClr val="F7EDE6">
                    <a:alpha val="32968"/>
                  </a:srgbClr>
                </a:gs>
                <a:gs pos="14286">
                  <a:srgbClr val="F7EDE6">
                    <a:alpha val="30764"/>
                  </a:srgbClr>
                </a:gs>
                <a:gs pos="28571">
                  <a:srgbClr val="F7EDE6">
                    <a:alpha val="24833"/>
                  </a:srgbClr>
                </a:gs>
                <a:gs pos="42857">
                  <a:srgbClr val="F7EDE6">
                    <a:alpha val="17075"/>
                  </a:srgbClr>
                </a:gs>
                <a:gs pos="57143">
                  <a:srgbClr val="F7EDE6">
                    <a:alpha val="9855"/>
                  </a:srgbClr>
                </a:gs>
                <a:gs pos="71429">
                  <a:srgbClr val="F7EDE6">
                    <a:alpha val="4740"/>
                  </a:srgbClr>
                </a:gs>
                <a:gs pos="85714">
                  <a:srgbClr val="F7EDE6">
                    <a:alpha val="1902"/>
                  </a:srgbClr>
                </a:gs>
                <a:gs pos="100000">
                  <a:srgbClr val="F7ED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5693707">
              <a:off x="1894961" y="960542"/>
              <a:ext cx="541698" cy="353893"/>
            </a:xfrm>
            <a:prstGeom prst="ellipse">
              <a:avLst/>
            </a:prstGeom>
            <a:gradFill>
              <a:gsLst>
                <a:gs pos="0">
                  <a:srgbClr val="FFF7F3">
                    <a:alpha val="32968"/>
                  </a:srgbClr>
                </a:gs>
                <a:gs pos="14286">
                  <a:srgbClr val="FFF7F3">
                    <a:alpha val="30764"/>
                  </a:srgbClr>
                </a:gs>
                <a:gs pos="28571">
                  <a:srgbClr val="FFF7F3">
                    <a:alpha val="24833"/>
                  </a:srgbClr>
                </a:gs>
                <a:gs pos="42857">
                  <a:srgbClr val="FFF7F3">
                    <a:alpha val="17075"/>
                  </a:srgbClr>
                </a:gs>
                <a:gs pos="57143">
                  <a:srgbClr val="FFF7F3">
                    <a:alpha val="9855"/>
                  </a:srgbClr>
                </a:gs>
                <a:gs pos="71429">
                  <a:srgbClr val="FFF7F3">
                    <a:alpha val="4740"/>
                  </a:srgbClr>
                </a:gs>
                <a:gs pos="85714">
                  <a:srgbClr val="FFF7F3">
                    <a:alpha val="1902"/>
                  </a:srgbClr>
                </a:gs>
                <a:gs pos="100000">
                  <a:srgbClr val="FFF7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3590020">
              <a:off x="1809714" y="989896"/>
              <a:ext cx="422732" cy="313395"/>
            </a:xfrm>
            <a:prstGeom prst="ellipse">
              <a:avLst/>
            </a:prstGeom>
            <a:gradFill>
              <a:gsLst>
                <a:gs pos="0">
                  <a:srgbClr val="F0EDF2">
                    <a:alpha val="32968"/>
                  </a:srgbClr>
                </a:gs>
                <a:gs pos="14286">
                  <a:srgbClr val="F0EDF2">
                    <a:alpha val="30764"/>
                  </a:srgbClr>
                </a:gs>
                <a:gs pos="28571">
                  <a:srgbClr val="F0EDF2">
                    <a:alpha val="24833"/>
                  </a:srgbClr>
                </a:gs>
                <a:gs pos="42857">
                  <a:srgbClr val="F0EDF2">
                    <a:alpha val="17075"/>
                  </a:srgbClr>
                </a:gs>
                <a:gs pos="57143">
                  <a:srgbClr val="F0EDF2">
                    <a:alpha val="9855"/>
                  </a:srgbClr>
                </a:gs>
                <a:gs pos="71429">
                  <a:srgbClr val="F0EDF2">
                    <a:alpha val="4740"/>
                  </a:srgbClr>
                </a:gs>
                <a:gs pos="85714">
                  <a:srgbClr val="F0EDF2">
                    <a:alpha val="1902"/>
                  </a:srgbClr>
                </a:gs>
                <a:gs pos="100000">
                  <a:srgbClr val="F0ED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9008035">
              <a:off x="718160" y="1093366"/>
              <a:ext cx="755630" cy="198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4034691">
              <a:off x="400442" y="977656"/>
              <a:ext cx="547907" cy="296041"/>
            </a:xfrm>
            <a:prstGeom prst="ellipse">
              <a:avLst/>
            </a:prstGeom>
            <a:gradFill>
              <a:gsLst>
                <a:gs pos="0">
                  <a:srgbClr val="F5F7F6">
                    <a:alpha val="32968"/>
                  </a:srgbClr>
                </a:gs>
                <a:gs pos="14286">
                  <a:srgbClr val="F5F7F6">
                    <a:alpha val="30764"/>
                  </a:srgbClr>
                </a:gs>
                <a:gs pos="28571">
                  <a:srgbClr val="F5F7F6">
                    <a:alpha val="24833"/>
                  </a:srgbClr>
                </a:gs>
                <a:gs pos="42857">
                  <a:srgbClr val="F5F7F6">
                    <a:alpha val="17075"/>
                  </a:srgbClr>
                </a:gs>
                <a:gs pos="57143">
                  <a:srgbClr val="F5F7F6">
                    <a:alpha val="9855"/>
                  </a:srgbClr>
                </a:gs>
                <a:gs pos="71429">
                  <a:srgbClr val="F5F7F6">
                    <a:alpha val="4740"/>
                  </a:srgbClr>
                </a:gs>
                <a:gs pos="85714">
                  <a:srgbClr val="F5F7F6">
                    <a:alpha val="1902"/>
                  </a:srgbClr>
                </a:gs>
                <a:gs pos="100000">
                  <a:srgbClr val="F5F7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4014668">
              <a:off x="-76644" y="870628"/>
              <a:ext cx="1011888" cy="560348"/>
            </a:xfrm>
            <a:prstGeom prst="ellipse">
              <a:avLst/>
            </a:prstGeom>
            <a:gradFill>
              <a:gsLst>
                <a:gs pos="0">
                  <a:srgbClr val="970000">
                    <a:alpha val="32968"/>
                  </a:srgbClr>
                </a:gs>
                <a:gs pos="14286">
                  <a:srgbClr val="970000">
                    <a:alpha val="30764"/>
                  </a:srgbClr>
                </a:gs>
                <a:gs pos="28571">
                  <a:srgbClr val="970000">
                    <a:alpha val="24833"/>
                  </a:srgbClr>
                </a:gs>
                <a:gs pos="42857">
                  <a:srgbClr val="970000">
                    <a:alpha val="17075"/>
                  </a:srgbClr>
                </a:gs>
                <a:gs pos="57143">
                  <a:srgbClr val="970000">
                    <a:alpha val="9855"/>
                  </a:srgbClr>
                </a:gs>
                <a:gs pos="71429">
                  <a:srgbClr val="970000">
                    <a:alpha val="4740"/>
                  </a:srgbClr>
                </a:gs>
                <a:gs pos="85714">
                  <a:srgbClr val="970000">
                    <a:alpha val="1902"/>
                  </a:srgbClr>
                </a:gs>
                <a:gs pos="100000">
                  <a:srgbClr val="9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3922145">
              <a:off x="-197087" y="794521"/>
              <a:ext cx="1012783" cy="529896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3243339">
              <a:off x="-315385" y="1051208"/>
              <a:ext cx="957678" cy="11047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3777644">
              <a:off x="3201931" y="653128"/>
              <a:ext cx="767597" cy="594160"/>
            </a:xfrm>
            <a:prstGeom prst="ellipse">
              <a:avLst/>
            </a:prstGeom>
            <a:gradFill>
              <a:gsLst>
                <a:gs pos="0">
                  <a:srgbClr val="BEC1C2">
                    <a:alpha val="32968"/>
                  </a:srgbClr>
                </a:gs>
                <a:gs pos="14286">
                  <a:srgbClr val="BEC1C2">
                    <a:alpha val="30764"/>
                  </a:srgbClr>
                </a:gs>
                <a:gs pos="28571">
                  <a:srgbClr val="BEC1C2">
                    <a:alpha val="24833"/>
                  </a:srgbClr>
                </a:gs>
                <a:gs pos="42857">
                  <a:srgbClr val="BEC1C2">
                    <a:alpha val="17075"/>
                  </a:srgbClr>
                </a:gs>
                <a:gs pos="57143">
                  <a:srgbClr val="BEC1C2">
                    <a:alpha val="9855"/>
                  </a:srgbClr>
                </a:gs>
                <a:gs pos="71429">
                  <a:srgbClr val="BEC1C2">
                    <a:alpha val="4740"/>
                  </a:srgbClr>
                </a:gs>
                <a:gs pos="85714">
                  <a:srgbClr val="BEC1C2">
                    <a:alpha val="1902"/>
                  </a:srgbClr>
                </a:gs>
                <a:gs pos="100000">
                  <a:srgbClr val="BEC1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4503815">
              <a:off x="3047304" y="779575"/>
              <a:ext cx="659228" cy="381559"/>
            </a:xfrm>
            <a:prstGeom prst="ellipse">
              <a:avLst/>
            </a:prstGeom>
            <a:gradFill>
              <a:gsLst>
                <a:gs pos="0">
                  <a:srgbClr val="E4DFDB">
                    <a:alpha val="29966"/>
                  </a:srgbClr>
                </a:gs>
                <a:gs pos="14286">
                  <a:srgbClr val="E4DFDB">
                    <a:alpha val="27919"/>
                  </a:srgbClr>
                </a:gs>
                <a:gs pos="28571">
                  <a:srgbClr val="E4DFDB">
                    <a:alpha val="22446"/>
                  </a:srgbClr>
                </a:gs>
                <a:gs pos="42857">
                  <a:srgbClr val="E4DFDB">
                    <a:alpha val="15357"/>
                  </a:srgbClr>
                </a:gs>
                <a:gs pos="57143">
                  <a:srgbClr val="E4DFDB">
                    <a:alpha val="8825"/>
                  </a:srgbClr>
                </a:gs>
                <a:gs pos="71429">
                  <a:srgbClr val="E4DFDB">
                    <a:alpha val="4232"/>
                  </a:srgbClr>
                </a:gs>
                <a:gs pos="85714">
                  <a:srgbClr val="E4DFDB">
                    <a:alpha val="1696"/>
                  </a:srgbClr>
                </a:gs>
                <a:gs pos="100000">
                  <a:srgbClr val="E4DFDB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5052718">
              <a:off x="2482173" y="868428"/>
              <a:ext cx="949503" cy="143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4960983">
              <a:off x="2371326" y="792424"/>
              <a:ext cx="612165" cy="344967"/>
            </a:xfrm>
            <a:prstGeom prst="ellipse">
              <a:avLst/>
            </a:prstGeom>
            <a:gradFill>
              <a:gsLst>
                <a:gs pos="0">
                  <a:srgbClr val="FFFFFF">
                    <a:alpha val="3957"/>
                  </a:srgbClr>
                </a:gs>
                <a:gs pos="14286">
                  <a:srgbClr val="FFFFFF">
                    <a:alpha val="3643"/>
                  </a:srgbClr>
                </a:gs>
                <a:gs pos="28571">
                  <a:srgbClr val="FFFFFF">
                    <a:alpha val="2840"/>
                  </a:srgbClr>
                </a:gs>
                <a:gs pos="42857">
                  <a:srgbClr val="FFFFFF">
                    <a:alpha val="1872"/>
                  </a:srgbClr>
                </a:gs>
                <a:gs pos="57143">
                  <a:srgbClr val="FFFFFF">
                    <a:alpha val="1042"/>
                  </a:srgbClr>
                </a:gs>
                <a:gs pos="71429">
                  <a:srgbClr val="FFFFFF">
                    <a:alpha val="489"/>
                  </a:srgbClr>
                </a:gs>
                <a:gs pos="85714">
                  <a:srgbClr val="FFFFFF">
                    <a:alpha val="194"/>
                  </a:srgbClr>
                </a:gs>
                <a:gs pos="100000">
                  <a:srgbClr val="FFFFFF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3979831">
              <a:off x="2221012" y="710266"/>
              <a:ext cx="645252" cy="479451"/>
            </a:xfrm>
            <a:prstGeom prst="ellipse">
              <a:avLst/>
            </a:prstGeom>
            <a:gradFill>
              <a:gsLst>
                <a:gs pos="0">
                  <a:srgbClr val="FFF8EE">
                    <a:alpha val="20732"/>
                  </a:srgbClr>
                </a:gs>
                <a:gs pos="14286">
                  <a:srgbClr val="FFF8EE">
                    <a:alpha val="19229"/>
                  </a:srgbClr>
                </a:gs>
                <a:gs pos="28571">
                  <a:srgbClr val="FFF8EE">
                    <a:alpha val="15279"/>
                  </a:srgbClr>
                </a:gs>
                <a:gs pos="42857">
                  <a:srgbClr val="FFF8EE">
                    <a:alpha val="10305"/>
                  </a:srgbClr>
                </a:gs>
                <a:gs pos="57143">
                  <a:srgbClr val="FFF8EE">
                    <a:alpha val="5848"/>
                  </a:srgbClr>
                </a:gs>
                <a:gs pos="71429">
                  <a:srgbClr val="FFF8EE">
                    <a:alpha val="2781"/>
                  </a:srgbClr>
                </a:gs>
                <a:gs pos="85714">
                  <a:srgbClr val="FFF8EE">
                    <a:alpha val="1109"/>
                  </a:srgbClr>
                </a:gs>
                <a:gs pos="100000">
                  <a:srgbClr val="FFF8EE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7169190">
              <a:off x="1926023" y="756859"/>
              <a:ext cx="761756" cy="431062"/>
            </a:xfrm>
            <a:prstGeom prst="ellipse">
              <a:avLst/>
            </a:prstGeom>
            <a:gradFill>
              <a:gsLst>
                <a:gs pos="0">
                  <a:srgbClr val="E9DDD6">
                    <a:alpha val="32968"/>
                  </a:srgbClr>
                </a:gs>
                <a:gs pos="14286">
                  <a:srgbClr val="E9DDD6">
                    <a:alpha val="30764"/>
                  </a:srgbClr>
                </a:gs>
                <a:gs pos="28571">
                  <a:srgbClr val="E9DDD6">
                    <a:alpha val="24833"/>
                  </a:srgbClr>
                </a:gs>
                <a:gs pos="42857">
                  <a:srgbClr val="E9DDD6">
                    <a:alpha val="17075"/>
                  </a:srgbClr>
                </a:gs>
                <a:gs pos="57143">
                  <a:srgbClr val="E9DDD6">
                    <a:alpha val="9855"/>
                  </a:srgbClr>
                </a:gs>
                <a:gs pos="71429">
                  <a:srgbClr val="E9DDD6">
                    <a:alpha val="4740"/>
                  </a:srgbClr>
                </a:gs>
                <a:gs pos="85714">
                  <a:srgbClr val="E9DDD6">
                    <a:alpha val="1902"/>
                  </a:srgbClr>
                </a:gs>
                <a:gs pos="100000">
                  <a:srgbClr val="E9DD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7317693">
              <a:off x="1830286" y="787789"/>
              <a:ext cx="684199" cy="240638"/>
            </a:xfrm>
            <a:prstGeom prst="ellipse">
              <a:avLst/>
            </a:prstGeom>
            <a:gradFill>
              <a:gsLst>
                <a:gs pos="0">
                  <a:srgbClr val="EDE7E5">
                    <a:alpha val="32968"/>
                  </a:srgbClr>
                </a:gs>
                <a:gs pos="14286">
                  <a:srgbClr val="EDE7E5">
                    <a:alpha val="30764"/>
                  </a:srgbClr>
                </a:gs>
                <a:gs pos="28571">
                  <a:srgbClr val="EDE7E5">
                    <a:alpha val="24833"/>
                  </a:srgbClr>
                </a:gs>
                <a:gs pos="42857">
                  <a:srgbClr val="EDE7E5">
                    <a:alpha val="17075"/>
                  </a:srgbClr>
                </a:gs>
                <a:gs pos="57143">
                  <a:srgbClr val="EDE7E5">
                    <a:alpha val="9855"/>
                  </a:srgbClr>
                </a:gs>
                <a:gs pos="71429">
                  <a:srgbClr val="EDE7E5">
                    <a:alpha val="4740"/>
                  </a:srgbClr>
                </a:gs>
                <a:gs pos="85714">
                  <a:srgbClr val="EDE7E5">
                    <a:alpha val="1902"/>
                  </a:srgbClr>
                </a:gs>
                <a:gs pos="100000">
                  <a:srgbClr val="EDE7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-8332652">
              <a:off x="1587731" y="759617"/>
              <a:ext cx="373156" cy="197365"/>
            </a:xfrm>
            <a:prstGeom prst="ellipse">
              <a:avLst/>
            </a:prstGeom>
            <a:gradFill>
              <a:gsLst>
                <a:gs pos="0">
                  <a:srgbClr val="E3BEAF">
                    <a:alpha val="32968"/>
                  </a:srgbClr>
                </a:gs>
                <a:gs pos="14286">
                  <a:srgbClr val="E3BEAF">
                    <a:alpha val="30764"/>
                  </a:srgbClr>
                </a:gs>
                <a:gs pos="28571">
                  <a:srgbClr val="E3BEAF">
                    <a:alpha val="24833"/>
                  </a:srgbClr>
                </a:gs>
                <a:gs pos="42857">
                  <a:srgbClr val="E3BEAF">
                    <a:alpha val="17075"/>
                  </a:srgbClr>
                </a:gs>
                <a:gs pos="57143">
                  <a:srgbClr val="E3BEAF">
                    <a:alpha val="9855"/>
                  </a:srgbClr>
                </a:gs>
                <a:gs pos="71429">
                  <a:srgbClr val="E3BEAF">
                    <a:alpha val="4740"/>
                  </a:srgbClr>
                </a:gs>
                <a:gs pos="85714">
                  <a:srgbClr val="E3BEAF">
                    <a:alpha val="1902"/>
                  </a:srgbClr>
                </a:gs>
                <a:gs pos="100000">
                  <a:srgbClr val="E3BE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9377009">
              <a:off x="1294326" y="670189"/>
              <a:ext cx="512704" cy="393330"/>
            </a:xfrm>
            <a:prstGeom prst="ellipse">
              <a:avLst/>
            </a:prstGeom>
            <a:gradFill>
              <a:gsLst>
                <a:gs pos="0">
                  <a:srgbClr val="FFC700">
                    <a:alpha val="4166"/>
                  </a:srgbClr>
                </a:gs>
                <a:gs pos="14286">
                  <a:srgbClr val="FFC700">
                    <a:alpha val="3836"/>
                  </a:srgbClr>
                </a:gs>
                <a:gs pos="28571">
                  <a:srgbClr val="FFC700">
                    <a:alpha val="2991"/>
                  </a:srgbClr>
                </a:gs>
                <a:gs pos="42857">
                  <a:srgbClr val="FFC700">
                    <a:alpha val="1972"/>
                  </a:srgbClr>
                </a:gs>
                <a:gs pos="57143">
                  <a:srgbClr val="FFC700">
                    <a:alpha val="1098"/>
                  </a:srgbClr>
                </a:gs>
                <a:gs pos="71429">
                  <a:srgbClr val="FFC700">
                    <a:alpha val="515"/>
                  </a:srgbClr>
                </a:gs>
                <a:gs pos="85714">
                  <a:srgbClr val="FFC700">
                    <a:alpha val="204"/>
                  </a:srgbClr>
                </a:gs>
                <a:gs pos="100000">
                  <a:srgbClr val="FFC7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10614777">
              <a:off x="1133789" y="727015"/>
              <a:ext cx="506088" cy="325721"/>
            </a:xfrm>
            <a:prstGeom prst="ellipse">
              <a:avLst/>
            </a:prstGeom>
            <a:gradFill>
              <a:gsLst>
                <a:gs pos="0">
                  <a:srgbClr val="FF9B00">
                    <a:alpha val="9424"/>
                  </a:srgbClr>
                </a:gs>
                <a:gs pos="14286">
                  <a:srgbClr val="FF9B00">
                    <a:alpha val="8696"/>
                  </a:srgbClr>
                </a:gs>
                <a:gs pos="28571">
                  <a:srgbClr val="FF9B00">
                    <a:alpha val="6820"/>
                  </a:srgbClr>
                </a:gs>
                <a:gs pos="42857">
                  <a:srgbClr val="FF9B00">
                    <a:alpha val="4528"/>
                  </a:srgbClr>
                </a:gs>
                <a:gs pos="57143">
                  <a:srgbClr val="FF9B00">
                    <a:alpha val="2535"/>
                  </a:srgbClr>
                </a:gs>
                <a:gs pos="71429">
                  <a:srgbClr val="FF9B00">
                    <a:alpha val="1195"/>
                  </a:srgbClr>
                </a:gs>
                <a:gs pos="85714">
                  <a:srgbClr val="FF9B00">
                    <a:alpha val="474"/>
                  </a:srgbClr>
                </a:gs>
                <a:gs pos="100000">
                  <a:srgbClr val="FF9B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6766747">
              <a:off x="798950" y="756670"/>
              <a:ext cx="430077" cy="271611"/>
            </a:xfrm>
            <a:prstGeom prst="ellipse">
              <a:avLst/>
            </a:prstGeom>
            <a:gradFill>
              <a:gsLst>
                <a:gs pos="0">
                  <a:srgbClr val="DBD5D0">
                    <a:alpha val="32968"/>
                  </a:srgbClr>
                </a:gs>
                <a:gs pos="14286">
                  <a:srgbClr val="DBD5D0">
                    <a:alpha val="30764"/>
                  </a:srgbClr>
                </a:gs>
                <a:gs pos="28571">
                  <a:srgbClr val="DBD5D0">
                    <a:alpha val="24833"/>
                  </a:srgbClr>
                </a:gs>
                <a:gs pos="42857">
                  <a:srgbClr val="DBD5D0">
                    <a:alpha val="17075"/>
                  </a:srgbClr>
                </a:gs>
                <a:gs pos="57143">
                  <a:srgbClr val="DBD5D0">
                    <a:alpha val="9855"/>
                  </a:srgbClr>
                </a:gs>
                <a:gs pos="71429">
                  <a:srgbClr val="DBD5D0">
                    <a:alpha val="4740"/>
                  </a:srgbClr>
                </a:gs>
                <a:gs pos="85714">
                  <a:srgbClr val="DBD5D0">
                    <a:alpha val="1902"/>
                  </a:srgbClr>
                </a:gs>
                <a:gs pos="100000">
                  <a:srgbClr val="DBD5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7179494">
              <a:off x="479647" y="773740"/>
              <a:ext cx="729793" cy="379363"/>
            </a:xfrm>
            <a:prstGeom prst="ellipse">
              <a:avLst/>
            </a:prstGeom>
            <a:gradFill>
              <a:gsLst>
                <a:gs pos="0">
                  <a:srgbClr val="DEDAD6">
                    <a:alpha val="32968"/>
                  </a:srgbClr>
                </a:gs>
                <a:gs pos="14286">
                  <a:srgbClr val="DEDAD6">
                    <a:alpha val="30764"/>
                  </a:srgbClr>
                </a:gs>
                <a:gs pos="28571">
                  <a:srgbClr val="DEDAD6">
                    <a:alpha val="24833"/>
                  </a:srgbClr>
                </a:gs>
                <a:gs pos="42857">
                  <a:srgbClr val="DEDAD6">
                    <a:alpha val="17075"/>
                  </a:srgbClr>
                </a:gs>
                <a:gs pos="57143">
                  <a:srgbClr val="DEDAD6">
                    <a:alpha val="9855"/>
                  </a:srgbClr>
                </a:gs>
                <a:gs pos="71429">
                  <a:srgbClr val="DEDAD6">
                    <a:alpha val="4740"/>
                  </a:srgbClr>
                </a:gs>
                <a:gs pos="85714">
                  <a:srgbClr val="DEDAD6">
                    <a:alpha val="1902"/>
                  </a:srgbClr>
                </a:gs>
                <a:gs pos="100000">
                  <a:srgbClr val="DEDA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-9392666">
              <a:off x="221311" y="758796"/>
              <a:ext cx="760179" cy="294959"/>
            </a:xfrm>
            <a:prstGeom prst="ellipse">
              <a:avLst/>
            </a:prstGeom>
            <a:gradFill>
              <a:gsLst>
                <a:gs pos="0">
                  <a:srgbClr val="D2D1C8">
                    <a:alpha val="32968"/>
                  </a:srgbClr>
                </a:gs>
                <a:gs pos="14286">
                  <a:srgbClr val="D2D1C8">
                    <a:alpha val="30764"/>
                  </a:srgbClr>
                </a:gs>
                <a:gs pos="28571">
                  <a:srgbClr val="D2D1C8">
                    <a:alpha val="24833"/>
                  </a:srgbClr>
                </a:gs>
                <a:gs pos="42857">
                  <a:srgbClr val="D2D1C8">
                    <a:alpha val="17075"/>
                  </a:srgbClr>
                </a:gs>
                <a:gs pos="57143">
                  <a:srgbClr val="D2D1C8">
                    <a:alpha val="9855"/>
                  </a:srgbClr>
                </a:gs>
                <a:gs pos="71429">
                  <a:srgbClr val="D2D1C8">
                    <a:alpha val="4740"/>
                  </a:srgbClr>
                </a:gs>
                <a:gs pos="85714">
                  <a:srgbClr val="D2D1C8">
                    <a:alpha val="1902"/>
                  </a:srgbClr>
                </a:gs>
                <a:gs pos="100000">
                  <a:srgbClr val="D2D1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3190193">
              <a:off x="54302" y="915203"/>
              <a:ext cx="814810" cy="132313"/>
            </a:xfrm>
            <a:prstGeom prst="ellipse">
              <a:avLst/>
            </a:prstGeom>
            <a:gradFill>
              <a:gsLst>
                <a:gs pos="0">
                  <a:srgbClr val="ECF3EB">
                    <a:alpha val="26288"/>
                  </a:srgbClr>
                </a:gs>
                <a:gs pos="14286">
                  <a:srgbClr val="ECF3EB">
                    <a:alpha val="24447"/>
                  </a:srgbClr>
                </a:gs>
                <a:gs pos="28571">
                  <a:srgbClr val="ECF3EB">
                    <a:alpha val="19561"/>
                  </a:srgbClr>
                </a:gs>
                <a:gs pos="42857">
                  <a:srgbClr val="ECF3EB">
                    <a:alpha val="13305"/>
                  </a:srgbClr>
                </a:gs>
                <a:gs pos="57143">
                  <a:srgbClr val="ECF3EB">
                    <a:alpha val="7606"/>
                  </a:srgbClr>
                </a:gs>
                <a:gs pos="71429">
                  <a:srgbClr val="ECF3EB">
                    <a:alpha val="3635"/>
                  </a:srgbClr>
                </a:gs>
                <a:gs pos="85714">
                  <a:srgbClr val="ECF3EB">
                    <a:alpha val="1454"/>
                  </a:srgbClr>
                </a:gs>
                <a:gs pos="100000">
                  <a:srgbClr val="ECF3EB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4667550">
              <a:off x="-306069" y="636530"/>
              <a:ext cx="1029367" cy="467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7961255">
              <a:off x="-361233" y="743928"/>
              <a:ext cx="989352" cy="273601"/>
            </a:xfrm>
            <a:prstGeom prst="ellipse">
              <a:avLst/>
            </a:prstGeom>
            <a:gradFill>
              <a:gsLst>
                <a:gs pos="0">
                  <a:srgbClr val="000060">
                    <a:alpha val="32968"/>
                  </a:srgbClr>
                </a:gs>
                <a:gs pos="14286">
                  <a:srgbClr val="000060">
                    <a:alpha val="30764"/>
                  </a:srgbClr>
                </a:gs>
                <a:gs pos="28571">
                  <a:srgbClr val="000060">
                    <a:alpha val="24833"/>
                  </a:srgbClr>
                </a:gs>
                <a:gs pos="42857">
                  <a:srgbClr val="000060">
                    <a:alpha val="17075"/>
                  </a:srgbClr>
                </a:gs>
                <a:gs pos="57143">
                  <a:srgbClr val="000060">
                    <a:alpha val="9855"/>
                  </a:srgbClr>
                </a:gs>
                <a:gs pos="71429">
                  <a:srgbClr val="000060">
                    <a:alpha val="4740"/>
                  </a:srgbClr>
                </a:gs>
                <a:gs pos="85714">
                  <a:srgbClr val="000060">
                    <a:alpha val="1902"/>
                  </a:srgbClr>
                </a:gs>
                <a:gs pos="100000">
                  <a:srgbClr val="0000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9715757">
              <a:off x="3237289" y="393417"/>
              <a:ext cx="721506" cy="609195"/>
            </a:xfrm>
            <a:prstGeom prst="ellipse">
              <a:avLst/>
            </a:prstGeom>
            <a:gradFill>
              <a:gsLst>
                <a:gs pos="0">
                  <a:srgbClr val="B9DDE9">
                    <a:alpha val="11493"/>
                  </a:srgbClr>
                </a:gs>
                <a:gs pos="14286">
                  <a:srgbClr val="B9DDE9">
                    <a:alpha val="10615"/>
                  </a:srgbClr>
                </a:gs>
                <a:gs pos="28571">
                  <a:srgbClr val="B9DDE9">
                    <a:alpha val="8344"/>
                  </a:srgbClr>
                </a:gs>
                <a:gs pos="42857">
                  <a:srgbClr val="B9DDE9">
                    <a:alpha val="5555"/>
                  </a:srgbClr>
                </a:gs>
                <a:gs pos="57143">
                  <a:srgbClr val="B9DDE9">
                    <a:alpha val="3117"/>
                  </a:srgbClr>
                </a:gs>
                <a:gs pos="71429">
                  <a:srgbClr val="B9DDE9">
                    <a:alpha val="1471"/>
                  </a:srgbClr>
                </a:gs>
                <a:gs pos="85714">
                  <a:srgbClr val="B9DDE9">
                    <a:alpha val="584"/>
                  </a:srgbClr>
                </a:gs>
                <a:gs pos="100000">
                  <a:srgbClr val="B9DDE9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4688086">
              <a:off x="3075073" y="501135"/>
              <a:ext cx="671689" cy="459698"/>
            </a:xfrm>
            <a:prstGeom prst="ellipse">
              <a:avLst/>
            </a:prstGeom>
            <a:gradFill>
              <a:gsLst>
                <a:gs pos="0">
                  <a:srgbClr val="DAD6D8">
                    <a:alpha val="28622"/>
                  </a:srgbClr>
                </a:gs>
                <a:gs pos="14286">
                  <a:srgbClr val="DAD6D8">
                    <a:alpha val="26648"/>
                  </a:srgbClr>
                </a:gs>
                <a:gs pos="28571">
                  <a:srgbClr val="DAD6D8">
                    <a:alpha val="21386"/>
                  </a:srgbClr>
                </a:gs>
                <a:gs pos="42857">
                  <a:srgbClr val="DAD6D8">
                    <a:alpha val="14601"/>
                  </a:srgbClr>
                </a:gs>
                <a:gs pos="57143">
                  <a:srgbClr val="DAD6D8">
                    <a:alpha val="8374"/>
                  </a:srgbClr>
                </a:gs>
                <a:gs pos="71429">
                  <a:srgbClr val="DAD6D8">
                    <a:alpha val="4011"/>
                  </a:srgbClr>
                </a:gs>
                <a:gs pos="85714">
                  <a:srgbClr val="DAD6D8">
                    <a:alpha val="1606"/>
                  </a:srgbClr>
                </a:gs>
                <a:gs pos="100000">
                  <a:srgbClr val="DAD6D8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4925024">
              <a:off x="2465657" y="636764"/>
              <a:ext cx="959240" cy="287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-9075952">
              <a:off x="2290143" y="558052"/>
              <a:ext cx="547138" cy="363753"/>
            </a:xfrm>
            <a:prstGeom prst="ellipse">
              <a:avLst/>
            </a:prstGeom>
            <a:gradFill>
              <a:gsLst>
                <a:gs pos="0">
                  <a:srgbClr val="FFFEF7">
                    <a:alpha val="17782"/>
                  </a:srgbClr>
                </a:gs>
                <a:gs pos="14286">
                  <a:srgbClr val="FFFEF7">
                    <a:alpha val="16470"/>
                  </a:srgbClr>
                </a:gs>
                <a:gs pos="28571">
                  <a:srgbClr val="FFFEF7">
                    <a:alpha val="13041"/>
                  </a:srgbClr>
                </a:gs>
                <a:gs pos="42857">
                  <a:srgbClr val="FFFEF7">
                    <a:alpha val="8758"/>
                  </a:srgbClr>
                </a:gs>
                <a:gs pos="57143">
                  <a:srgbClr val="FFFEF7">
                    <a:alpha val="4952"/>
                  </a:srgbClr>
                </a:gs>
                <a:gs pos="71429">
                  <a:srgbClr val="FFFEF7">
                    <a:alpha val="2349"/>
                  </a:srgbClr>
                </a:gs>
                <a:gs pos="85714">
                  <a:srgbClr val="FFFEF7">
                    <a:alpha val="936"/>
                  </a:srgbClr>
                </a:gs>
                <a:gs pos="100000">
                  <a:srgbClr val="FFFEF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5737859">
              <a:off x="1953629" y="509959"/>
              <a:ext cx="786373" cy="356924"/>
            </a:xfrm>
            <a:prstGeom prst="ellipse">
              <a:avLst/>
            </a:prstGeom>
            <a:gradFill>
              <a:gsLst>
                <a:gs pos="0">
                  <a:srgbClr val="D7D1CA">
                    <a:alpha val="26453"/>
                  </a:srgbClr>
                </a:gs>
                <a:gs pos="14286">
                  <a:srgbClr val="D7D1CA">
                    <a:alpha val="24602"/>
                  </a:srgbClr>
                </a:gs>
                <a:gs pos="28571">
                  <a:srgbClr val="D7D1CA">
                    <a:alpha val="19689"/>
                  </a:srgbClr>
                </a:gs>
                <a:gs pos="42857">
                  <a:srgbClr val="D7D1CA">
                    <a:alpha val="13396"/>
                  </a:srgbClr>
                </a:gs>
                <a:gs pos="57143">
                  <a:srgbClr val="D7D1CA">
                    <a:alpha val="7660"/>
                  </a:srgbClr>
                </a:gs>
                <a:gs pos="71429">
                  <a:srgbClr val="D7D1CA">
                    <a:alpha val="3662"/>
                  </a:srgbClr>
                </a:gs>
                <a:gs pos="85714">
                  <a:srgbClr val="D7D1CA">
                    <a:alpha val="1464"/>
                  </a:srgbClr>
                </a:gs>
                <a:gs pos="100000">
                  <a:srgbClr val="D7D1CA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6258255">
              <a:off x="1676454" y="548803"/>
              <a:ext cx="636539" cy="2935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-8167282">
              <a:off x="970837" y="631023"/>
              <a:ext cx="419859" cy="202635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5077671">
              <a:off x="602896" y="526764"/>
              <a:ext cx="754692" cy="283666"/>
            </a:xfrm>
            <a:prstGeom prst="ellipse">
              <a:avLst/>
            </a:prstGeom>
            <a:gradFill>
              <a:gsLst>
                <a:gs pos="0">
                  <a:srgbClr val="D2CFD2">
                    <a:alpha val="32968"/>
                  </a:srgbClr>
                </a:gs>
                <a:gs pos="14286">
                  <a:srgbClr val="D2CFD2">
                    <a:alpha val="30764"/>
                  </a:srgbClr>
                </a:gs>
                <a:gs pos="28571">
                  <a:srgbClr val="D2CFD2">
                    <a:alpha val="24833"/>
                  </a:srgbClr>
                </a:gs>
                <a:gs pos="42857">
                  <a:srgbClr val="D2CFD2">
                    <a:alpha val="17075"/>
                  </a:srgbClr>
                </a:gs>
                <a:gs pos="57143">
                  <a:srgbClr val="D2CFD2">
                    <a:alpha val="9855"/>
                  </a:srgbClr>
                </a:gs>
                <a:gs pos="71429">
                  <a:srgbClr val="D2CFD2">
                    <a:alpha val="4740"/>
                  </a:srgbClr>
                </a:gs>
                <a:gs pos="85714">
                  <a:srgbClr val="D2CFD2">
                    <a:alpha val="1902"/>
                  </a:srgbClr>
                </a:gs>
                <a:gs pos="100000">
                  <a:srgbClr val="D2CF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10090687">
              <a:off x="403109" y="517786"/>
              <a:ext cx="660105" cy="484024"/>
            </a:xfrm>
            <a:prstGeom prst="ellipse">
              <a:avLst/>
            </a:prstGeom>
            <a:gradFill>
              <a:gsLst>
                <a:gs pos="0">
                  <a:srgbClr val="D4D3CC">
                    <a:alpha val="32968"/>
                  </a:srgbClr>
                </a:gs>
                <a:gs pos="14286">
                  <a:srgbClr val="D4D3CC">
                    <a:alpha val="30764"/>
                  </a:srgbClr>
                </a:gs>
                <a:gs pos="28571">
                  <a:srgbClr val="D4D3CC">
                    <a:alpha val="24833"/>
                  </a:srgbClr>
                </a:gs>
                <a:gs pos="42857">
                  <a:srgbClr val="D4D3CC">
                    <a:alpha val="17075"/>
                  </a:srgbClr>
                </a:gs>
                <a:gs pos="57143">
                  <a:srgbClr val="D4D3CC">
                    <a:alpha val="9855"/>
                  </a:srgbClr>
                </a:gs>
                <a:gs pos="71429">
                  <a:srgbClr val="D4D3CC">
                    <a:alpha val="4740"/>
                  </a:srgbClr>
                </a:gs>
                <a:gs pos="85714">
                  <a:srgbClr val="D4D3CC">
                    <a:alpha val="1902"/>
                  </a:srgbClr>
                </a:gs>
                <a:gs pos="100000">
                  <a:srgbClr val="D4D3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7692802">
              <a:off x="204246" y="542815"/>
              <a:ext cx="681911" cy="265245"/>
            </a:xfrm>
            <a:prstGeom prst="ellipse">
              <a:avLst/>
            </a:prstGeom>
            <a:gradFill>
              <a:gsLst>
                <a:gs pos="0">
                  <a:srgbClr val="FCFCF1">
                    <a:alpha val="14750"/>
                  </a:srgbClr>
                </a:gs>
                <a:gs pos="14286">
                  <a:srgbClr val="FCFCF1">
                    <a:alpha val="13642"/>
                  </a:srgbClr>
                </a:gs>
                <a:gs pos="28571">
                  <a:srgbClr val="FCFCF1">
                    <a:alpha val="10764"/>
                  </a:srgbClr>
                </a:gs>
                <a:gs pos="42857">
                  <a:srgbClr val="FCFCF1">
                    <a:alpha val="7198"/>
                  </a:srgbClr>
                </a:gs>
                <a:gs pos="57143">
                  <a:srgbClr val="FCFCF1">
                    <a:alpha val="4055"/>
                  </a:srgbClr>
                </a:gs>
                <a:gs pos="71429">
                  <a:srgbClr val="FCFCF1">
                    <a:alpha val="1919"/>
                  </a:srgbClr>
                </a:gs>
                <a:gs pos="85714">
                  <a:srgbClr val="FCFCF1">
                    <a:alpha val="763"/>
                  </a:srgbClr>
                </a:gs>
                <a:gs pos="100000">
                  <a:srgbClr val="FCFCF1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6974070">
              <a:off x="-189944" y="526808"/>
              <a:ext cx="996621" cy="2640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4995804">
              <a:off x="-343610" y="465490"/>
              <a:ext cx="959302" cy="542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9394401">
              <a:off x="3202369" y="286731"/>
              <a:ext cx="656433" cy="484823"/>
            </a:xfrm>
            <a:prstGeom prst="ellipse">
              <a:avLst/>
            </a:prstGeom>
            <a:gradFill>
              <a:gsLst>
                <a:gs pos="0">
                  <a:srgbClr val="B3B7BA">
                    <a:alpha val="32968"/>
                  </a:srgbClr>
                </a:gs>
                <a:gs pos="14286">
                  <a:srgbClr val="B3B7BA">
                    <a:alpha val="30764"/>
                  </a:srgbClr>
                </a:gs>
                <a:gs pos="28571">
                  <a:srgbClr val="B3B7BA">
                    <a:alpha val="24833"/>
                  </a:srgbClr>
                </a:gs>
                <a:gs pos="42857">
                  <a:srgbClr val="B3B7BA">
                    <a:alpha val="17075"/>
                  </a:srgbClr>
                </a:gs>
                <a:gs pos="57143">
                  <a:srgbClr val="B3B7BA">
                    <a:alpha val="9855"/>
                  </a:srgbClr>
                </a:gs>
                <a:gs pos="71429">
                  <a:srgbClr val="B3B7BA">
                    <a:alpha val="4740"/>
                  </a:srgbClr>
                </a:gs>
                <a:gs pos="85714">
                  <a:srgbClr val="B3B7BA">
                    <a:alpha val="1902"/>
                  </a:srgbClr>
                </a:gs>
                <a:gs pos="100000">
                  <a:srgbClr val="B3B7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4788955">
              <a:off x="3012766" y="352230"/>
              <a:ext cx="606737" cy="316233"/>
            </a:xfrm>
            <a:prstGeom prst="ellipse">
              <a:avLst/>
            </a:prstGeom>
            <a:gradFill>
              <a:gsLst>
                <a:gs pos="0">
                  <a:srgbClr val="F4F4FF">
                    <a:alpha val="15671"/>
                  </a:srgbClr>
                </a:gs>
                <a:gs pos="14286">
                  <a:srgbClr val="F4F4FF">
                    <a:alpha val="14500"/>
                  </a:srgbClr>
                </a:gs>
                <a:gs pos="28571">
                  <a:srgbClr val="F4F4FF">
                    <a:alpha val="11453"/>
                  </a:srgbClr>
                </a:gs>
                <a:gs pos="42857">
                  <a:srgbClr val="F4F4FF">
                    <a:alpha val="7668"/>
                  </a:srgbClr>
                </a:gs>
                <a:gs pos="57143">
                  <a:srgbClr val="F4F4FF">
                    <a:alpha val="4325"/>
                  </a:srgbClr>
                </a:gs>
                <a:gs pos="71429">
                  <a:srgbClr val="F4F4FF">
                    <a:alpha val="2048"/>
                  </a:srgbClr>
                </a:gs>
                <a:gs pos="85714">
                  <a:srgbClr val="F4F4FF">
                    <a:alpha val="815"/>
                  </a:srgbClr>
                </a:gs>
                <a:gs pos="100000">
                  <a:srgbClr val="F4F4F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4069299">
              <a:off x="2666515" y="375171"/>
              <a:ext cx="633924" cy="289024"/>
            </a:xfrm>
            <a:prstGeom prst="ellipse">
              <a:avLst/>
            </a:prstGeom>
            <a:gradFill>
              <a:gsLst>
                <a:gs pos="0">
                  <a:srgbClr val="2B0200">
                    <a:alpha val="32968"/>
                  </a:srgbClr>
                </a:gs>
                <a:gs pos="14286">
                  <a:srgbClr val="2B0200">
                    <a:alpha val="30764"/>
                  </a:srgbClr>
                </a:gs>
                <a:gs pos="28571">
                  <a:srgbClr val="2B0200">
                    <a:alpha val="24833"/>
                  </a:srgbClr>
                </a:gs>
                <a:gs pos="42857">
                  <a:srgbClr val="2B0200">
                    <a:alpha val="17075"/>
                  </a:srgbClr>
                </a:gs>
                <a:gs pos="57143">
                  <a:srgbClr val="2B0200">
                    <a:alpha val="9855"/>
                  </a:srgbClr>
                </a:gs>
                <a:gs pos="71429">
                  <a:srgbClr val="2B0200">
                    <a:alpha val="4740"/>
                  </a:srgbClr>
                </a:gs>
                <a:gs pos="85714">
                  <a:srgbClr val="2B0200">
                    <a:alpha val="1902"/>
                  </a:srgbClr>
                </a:gs>
                <a:gs pos="100000">
                  <a:srgbClr val="2B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5418546">
              <a:off x="2087210" y="293614"/>
              <a:ext cx="768474" cy="479059"/>
            </a:xfrm>
            <a:prstGeom prst="ellipse">
              <a:avLst/>
            </a:prstGeom>
            <a:gradFill>
              <a:gsLst>
                <a:gs pos="0">
                  <a:srgbClr val="DCD5CB">
                    <a:alpha val="32968"/>
                  </a:srgbClr>
                </a:gs>
                <a:gs pos="14286">
                  <a:srgbClr val="DCD5CB">
                    <a:alpha val="30764"/>
                  </a:srgbClr>
                </a:gs>
                <a:gs pos="28571">
                  <a:srgbClr val="DCD5CB">
                    <a:alpha val="24833"/>
                  </a:srgbClr>
                </a:gs>
                <a:gs pos="42857">
                  <a:srgbClr val="DCD5CB">
                    <a:alpha val="17075"/>
                  </a:srgbClr>
                </a:gs>
                <a:gs pos="57143">
                  <a:srgbClr val="DCD5CB">
                    <a:alpha val="9855"/>
                  </a:srgbClr>
                </a:gs>
                <a:gs pos="71429">
                  <a:srgbClr val="DCD5CB">
                    <a:alpha val="4740"/>
                  </a:srgbClr>
                </a:gs>
                <a:gs pos="85714">
                  <a:srgbClr val="DCD5CB">
                    <a:alpha val="1902"/>
                  </a:srgbClr>
                </a:gs>
                <a:gs pos="100000">
                  <a:srgbClr val="DCD5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5644539">
              <a:off x="2016839" y="327822"/>
              <a:ext cx="694414" cy="362178"/>
            </a:xfrm>
            <a:prstGeom prst="ellipse">
              <a:avLst/>
            </a:prstGeom>
            <a:gradFill>
              <a:gsLst>
                <a:gs pos="0">
                  <a:srgbClr val="DDD1CD">
                    <a:alpha val="32968"/>
                  </a:srgbClr>
                </a:gs>
                <a:gs pos="14286">
                  <a:srgbClr val="DDD1CD">
                    <a:alpha val="30764"/>
                  </a:srgbClr>
                </a:gs>
                <a:gs pos="28571">
                  <a:srgbClr val="DDD1CD">
                    <a:alpha val="24833"/>
                  </a:srgbClr>
                </a:gs>
                <a:gs pos="42857">
                  <a:srgbClr val="DDD1CD">
                    <a:alpha val="17075"/>
                  </a:srgbClr>
                </a:gs>
                <a:gs pos="57143">
                  <a:srgbClr val="DDD1CD">
                    <a:alpha val="9855"/>
                  </a:srgbClr>
                </a:gs>
                <a:gs pos="71429">
                  <a:srgbClr val="DDD1CD">
                    <a:alpha val="4740"/>
                  </a:srgbClr>
                </a:gs>
                <a:gs pos="85714">
                  <a:srgbClr val="DDD1CD">
                    <a:alpha val="1902"/>
                  </a:srgbClr>
                </a:gs>
                <a:gs pos="100000">
                  <a:srgbClr val="DDD1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4632193">
              <a:off x="1596981" y="423660"/>
              <a:ext cx="702260" cy="391138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4241328">
              <a:off x="793857" y="442227"/>
              <a:ext cx="700326" cy="218975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5539868">
              <a:off x="648512" y="258903"/>
              <a:ext cx="572053" cy="472217"/>
            </a:xfrm>
            <a:prstGeom prst="ellipse">
              <a:avLst/>
            </a:prstGeom>
            <a:gradFill>
              <a:gsLst>
                <a:gs pos="0">
                  <a:srgbClr val="DEFA00">
                    <a:alpha val="1776"/>
                  </a:srgbClr>
                </a:gs>
                <a:gs pos="14286">
                  <a:srgbClr val="DEFA00">
                    <a:alpha val="1633"/>
                  </a:srgbClr>
                </a:gs>
                <a:gs pos="28571">
                  <a:srgbClr val="DEFA00">
                    <a:alpha val="1271"/>
                  </a:srgbClr>
                </a:gs>
                <a:gs pos="42857">
                  <a:srgbClr val="DEFA00">
                    <a:alpha val="835"/>
                  </a:srgbClr>
                </a:gs>
                <a:gs pos="57143">
                  <a:srgbClr val="DEFA00">
                    <a:alpha val="464"/>
                  </a:srgbClr>
                </a:gs>
                <a:gs pos="71429">
                  <a:srgbClr val="DEFA00">
                    <a:alpha val="217"/>
                  </a:srgbClr>
                </a:gs>
                <a:gs pos="85714">
                  <a:srgbClr val="DEFA00">
                    <a:alpha val="86"/>
                  </a:srgbClr>
                </a:gs>
                <a:gs pos="100000">
                  <a:srgbClr val="DEFA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4458892">
              <a:off x="341222" y="260626"/>
              <a:ext cx="718394" cy="461345"/>
            </a:xfrm>
            <a:prstGeom prst="ellipse">
              <a:avLst/>
            </a:prstGeom>
            <a:gradFill>
              <a:gsLst>
                <a:gs pos="0">
                  <a:srgbClr val="BFBBAF">
                    <a:alpha val="32968"/>
                  </a:srgbClr>
                </a:gs>
                <a:gs pos="14286">
                  <a:srgbClr val="BFBBAF">
                    <a:alpha val="30764"/>
                  </a:srgbClr>
                </a:gs>
                <a:gs pos="28571">
                  <a:srgbClr val="BFBBAF">
                    <a:alpha val="24833"/>
                  </a:srgbClr>
                </a:gs>
                <a:gs pos="42857">
                  <a:srgbClr val="BFBBAF">
                    <a:alpha val="17075"/>
                  </a:srgbClr>
                </a:gs>
                <a:gs pos="57143">
                  <a:srgbClr val="BFBBAF">
                    <a:alpha val="9855"/>
                  </a:srgbClr>
                </a:gs>
                <a:gs pos="71429">
                  <a:srgbClr val="BFBBAF">
                    <a:alpha val="4740"/>
                  </a:srgbClr>
                </a:gs>
                <a:gs pos="85714">
                  <a:srgbClr val="BFBBAF">
                    <a:alpha val="1902"/>
                  </a:srgbClr>
                </a:gs>
                <a:gs pos="100000">
                  <a:srgbClr val="BFBB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9465944">
              <a:off x="-145082" y="363778"/>
              <a:ext cx="830403" cy="493331"/>
            </a:xfrm>
            <a:prstGeom prst="ellipse">
              <a:avLst/>
            </a:prstGeom>
            <a:gradFill>
              <a:gsLst>
                <a:gs pos="0">
                  <a:srgbClr val="000041">
                    <a:alpha val="32968"/>
                  </a:srgbClr>
                </a:gs>
                <a:gs pos="14286">
                  <a:srgbClr val="000041">
                    <a:alpha val="30764"/>
                  </a:srgbClr>
                </a:gs>
                <a:gs pos="28571">
                  <a:srgbClr val="000041">
                    <a:alpha val="24833"/>
                  </a:srgbClr>
                </a:gs>
                <a:gs pos="42857">
                  <a:srgbClr val="000041">
                    <a:alpha val="17075"/>
                  </a:srgbClr>
                </a:gs>
                <a:gs pos="57143">
                  <a:srgbClr val="000041">
                    <a:alpha val="9855"/>
                  </a:srgbClr>
                </a:gs>
                <a:gs pos="71429">
                  <a:srgbClr val="000041">
                    <a:alpha val="4740"/>
                  </a:srgbClr>
                </a:gs>
                <a:gs pos="85714">
                  <a:srgbClr val="000041">
                    <a:alpha val="1902"/>
                  </a:srgbClr>
                </a:gs>
                <a:gs pos="100000">
                  <a:srgbClr val="0000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-10175375">
              <a:off x="-308667" y="413066"/>
              <a:ext cx="974320" cy="396836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3294995">
              <a:off x="3161400" y="70279"/>
              <a:ext cx="755649" cy="562543"/>
            </a:xfrm>
            <a:prstGeom prst="ellipse">
              <a:avLst/>
            </a:prstGeom>
            <a:gradFill>
              <a:gsLst>
                <a:gs pos="0">
                  <a:srgbClr val="869EAC">
                    <a:alpha val="16812"/>
                  </a:srgbClr>
                </a:gs>
                <a:gs pos="14286">
                  <a:srgbClr val="869EAC">
                    <a:alpha val="15564"/>
                  </a:srgbClr>
                </a:gs>
                <a:gs pos="28571">
                  <a:srgbClr val="869EAC">
                    <a:alpha val="12310"/>
                  </a:srgbClr>
                </a:gs>
                <a:gs pos="42857">
                  <a:srgbClr val="869EAC">
                    <a:alpha val="8255"/>
                  </a:srgbClr>
                </a:gs>
                <a:gs pos="57143">
                  <a:srgbClr val="869EAC">
                    <a:alpha val="4662"/>
                  </a:srgbClr>
                </a:gs>
                <a:gs pos="71429">
                  <a:srgbClr val="869EAC">
                    <a:alpha val="2210"/>
                  </a:srgbClr>
                </a:gs>
                <a:gs pos="85714">
                  <a:srgbClr val="869EAC">
                    <a:alpha val="880"/>
                  </a:srgbClr>
                </a:gs>
                <a:gs pos="100000">
                  <a:srgbClr val="869EAC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4507879">
              <a:off x="2895324" y="120984"/>
              <a:ext cx="749317" cy="265866"/>
            </a:xfrm>
            <a:prstGeom prst="ellipse">
              <a:avLst/>
            </a:prstGeom>
            <a:gradFill>
              <a:gsLst>
                <a:gs pos="0">
                  <a:srgbClr val="EDF4F7">
                    <a:alpha val="14964"/>
                  </a:srgbClr>
                </a:gs>
                <a:gs pos="14286">
                  <a:srgbClr val="EDF4F7">
                    <a:alpha val="13842"/>
                  </a:srgbClr>
                </a:gs>
                <a:gs pos="28571">
                  <a:srgbClr val="EDF4F7">
                    <a:alpha val="10924"/>
                  </a:srgbClr>
                </a:gs>
                <a:gs pos="42857">
                  <a:srgbClr val="EDF4F7">
                    <a:alpha val="7307"/>
                  </a:srgbClr>
                </a:gs>
                <a:gs pos="57143">
                  <a:srgbClr val="EDF4F7">
                    <a:alpha val="4117"/>
                  </a:srgbClr>
                </a:gs>
                <a:gs pos="71429">
                  <a:srgbClr val="EDF4F7">
                    <a:alpha val="1949"/>
                  </a:srgbClr>
                </a:gs>
                <a:gs pos="85714">
                  <a:srgbClr val="EDF4F7">
                    <a:alpha val="775"/>
                  </a:srgbClr>
                </a:gs>
                <a:gs pos="100000">
                  <a:srgbClr val="EDF4F7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8569301">
              <a:off x="2724387" y="231254"/>
              <a:ext cx="553913" cy="310787"/>
            </a:xfrm>
            <a:prstGeom prst="ellipse">
              <a:avLst/>
            </a:prstGeom>
            <a:gradFill>
              <a:gsLst>
                <a:gs pos="0">
                  <a:srgbClr val="3C2B00">
                    <a:alpha val="13256"/>
                  </a:srgbClr>
                </a:gs>
                <a:gs pos="14286">
                  <a:srgbClr val="3C2B00">
                    <a:alpha val="12253"/>
                  </a:srgbClr>
                </a:gs>
                <a:gs pos="28571">
                  <a:srgbClr val="3C2B00">
                    <a:alpha val="9651"/>
                  </a:srgbClr>
                </a:gs>
                <a:gs pos="42857">
                  <a:srgbClr val="3C2B00">
                    <a:alpha val="6440"/>
                  </a:srgbClr>
                </a:gs>
                <a:gs pos="57143">
                  <a:srgbClr val="3C2B00">
                    <a:alpha val="3621"/>
                  </a:srgbClr>
                </a:gs>
                <a:gs pos="71429">
                  <a:srgbClr val="3C2B00">
                    <a:alpha val="1712"/>
                  </a:srgbClr>
                </a:gs>
                <a:gs pos="85714">
                  <a:srgbClr val="3C2B00">
                    <a:alpha val="680"/>
                  </a:srgbClr>
                </a:gs>
                <a:gs pos="100000">
                  <a:srgbClr val="3C2B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6735479">
              <a:off x="2224469" y="106218"/>
              <a:ext cx="852792" cy="286953"/>
            </a:xfrm>
            <a:prstGeom prst="ellipse">
              <a:avLst/>
            </a:prstGeom>
            <a:gradFill>
              <a:gsLst>
                <a:gs pos="0">
                  <a:srgbClr val="FDF5F3">
                    <a:alpha val="32968"/>
                  </a:srgbClr>
                </a:gs>
                <a:gs pos="14286">
                  <a:srgbClr val="FDF5F3">
                    <a:alpha val="30764"/>
                  </a:srgbClr>
                </a:gs>
                <a:gs pos="28571">
                  <a:srgbClr val="FDF5F3">
                    <a:alpha val="24833"/>
                  </a:srgbClr>
                </a:gs>
                <a:gs pos="42857">
                  <a:srgbClr val="FDF5F3">
                    <a:alpha val="17075"/>
                  </a:srgbClr>
                </a:gs>
                <a:gs pos="57143">
                  <a:srgbClr val="FDF5F3">
                    <a:alpha val="9855"/>
                  </a:srgbClr>
                </a:gs>
                <a:gs pos="71429">
                  <a:srgbClr val="FDF5F3">
                    <a:alpha val="4740"/>
                  </a:srgbClr>
                </a:gs>
                <a:gs pos="85714">
                  <a:srgbClr val="FDF5F3">
                    <a:alpha val="1902"/>
                  </a:srgbClr>
                </a:gs>
                <a:gs pos="100000">
                  <a:srgbClr val="FDF5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5093158">
              <a:off x="2187696" y="54105"/>
              <a:ext cx="677022" cy="468397"/>
            </a:xfrm>
            <a:prstGeom prst="ellipse">
              <a:avLst/>
            </a:prstGeom>
            <a:gradFill>
              <a:gsLst>
                <a:gs pos="0">
                  <a:srgbClr val="C4BDAD">
                    <a:alpha val="32968"/>
                  </a:srgbClr>
                </a:gs>
                <a:gs pos="14286">
                  <a:srgbClr val="C4BDAD">
                    <a:alpha val="30764"/>
                  </a:srgbClr>
                </a:gs>
                <a:gs pos="28571">
                  <a:srgbClr val="C4BDAD">
                    <a:alpha val="24833"/>
                  </a:srgbClr>
                </a:gs>
                <a:gs pos="42857">
                  <a:srgbClr val="C4BDAD">
                    <a:alpha val="17075"/>
                  </a:srgbClr>
                </a:gs>
                <a:gs pos="57143">
                  <a:srgbClr val="C4BDAD">
                    <a:alpha val="9855"/>
                  </a:srgbClr>
                </a:gs>
                <a:gs pos="71429">
                  <a:srgbClr val="C4BDAD">
                    <a:alpha val="4740"/>
                  </a:srgbClr>
                </a:gs>
                <a:gs pos="85714">
                  <a:srgbClr val="C4BDAD">
                    <a:alpha val="1902"/>
                  </a:srgbClr>
                </a:gs>
                <a:gs pos="100000">
                  <a:srgbClr val="C4BD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3312789">
              <a:off x="1933449" y="108124"/>
              <a:ext cx="708104" cy="377393"/>
            </a:xfrm>
            <a:prstGeom prst="ellipse">
              <a:avLst/>
            </a:prstGeom>
            <a:gradFill>
              <a:gsLst>
                <a:gs pos="0">
                  <a:srgbClr val="E9E5DF">
                    <a:alpha val="32968"/>
                  </a:srgbClr>
                </a:gs>
                <a:gs pos="14286">
                  <a:srgbClr val="E9E5DF">
                    <a:alpha val="30764"/>
                  </a:srgbClr>
                </a:gs>
                <a:gs pos="28571">
                  <a:srgbClr val="E9E5DF">
                    <a:alpha val="24833"/>
                  </a:srgbClr>
                </a:gs>
                <a:gs pos="42857">
                  <a:srgbClr val="E9E5DF">
                    <a:alpha val="17075"/>
                  </a:srgbClr>
                </a:gs>
                <a:gs pos="57143">
                  <a:srgbClr val="E9E5DF">
                    <a:alpha val="9855"/>
                  </a:srgbClr>
                </a:gs>
                <a:gs pos="71429">
                  <a:srgbClr val="E9E5DF">
                    <a:alpha val="4740"/>
                  </a:srgbClr>
                </a:gs>
                <a:gs pos="85714">
                  <a:srgbClr val="E9E5DF">
                    <a:alpha val="1902"/>
                  </a:srgbClr>
                </a:gs>
                <a:gs pos="100000">
                  <a:srgbClr val="E9E5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3589325">
              <a:off x="1475371" y="149957"/>
              <a:ext cx="786373" cy="335666"/>
            </a:xfrm>
            <a:prstGeom prst="ellipse">
              <a:avLst/>
            </a:prstGeom>
            <a:gradFill>
              <a:gsLst>
                <a:gs pos="0">
                  <a:srgbClr val="260000">
                    <a:alpha val="32379"/>
                  </a:srgbClr>
                </a:gs>
                <a:gs pos="14286">
                  <a:srgbClr val="260000">
                    <a:alpha val="30205"/>
                  </a:srgbClr>
                </a:gs>
                <a:gs pos="28571">
                  <a:srgbClr val="260000">
                    <a:alpha val="24362"/>
                  </a:srgbClr>
                </a:gs>
                <a:gs pos="42857">
                  <a:srgbClr val="260000">
                    <a:alpha val="16735"/>
                  </a:srgbClr>
                </a:gs>
                <a:gs pos="57143">
                  <a:srgbClr val="260000">
                    <a:alpha val="9650"/>
                  </a:srgbClr>
                </a:gs>
                <a:gs pos="71429">
                  <a:srgbClr val="260000">
                    <a:alpha val="4639"/>
                  </a:srgbClr>
                </a:gs>
                <a:gs pos="85714">
                  <a:srgbClr val="260000">
                    <a:alpha val="1861"/>
                  </a:srgbClr>
                </a:gs>
                <a:gs pos="100000">
                  <a:srgbClr val="26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-9885401">
              <a:off x="1508462" y="84122"/>
              <a:ext cx="665020" cy="352442"/>
            </a:xfrm>
            <a:prstGeom prst="ellipse">
              <a:avLst/>
            </a:prstGeom>
            <a:gradFill>
              <a:gsLst>
                <a:gs pos="0">
                  <a:srgbClr val="E3B400">
                    <a:alpha val="3055"/>
                  </a:srgbClr>
                </a:gs>
                <a:gs pos="14286">
                  <a:srgbClr val="E3B400">
                    <a:alpha val="2811"/>
                  </a:srgbClr>
                </a:gs>
                <a:gs pos="28571">
                  <a:srgbClr val="E3B400">
                    <a:alpha val="2190"/>
                  </a:srgbClr>
                </a:gs>
                <a:gs pos="42857">
                  <a:srgbClr val="E3B400">
                    <a:alpha val="1442"/>
                  </a:srgbClr>
                </a:gs>
                <a:gs pos="57143">
                  <a:srgbClr val="E3B400">
                    <a:alpha val="802"/>
                  </a:srgbClr>
                </a:gs>
                <a:gs pos="71429">
                  <a:srgbClr val="E3B400">
                    <a:alpha val="376"/>
                  </a:srgbClr>
                </a:gs>
                <a:gs pos="85714">
                  <a:srgbClr val="E3B400">
                    <a:alpha val="149"/>
                  </a:srgbClr>
                </a:gs>
                <a:gs pos="100000">
                  <a:srgbClr val="E3B4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4578939">
              <a:off x="1008583" y="300898"/>
              <a:ext cx="614546" cy="115522"/>
            </a:xfrm>
            <a:prstGeom prst="ellipse">
              <a:avLst/>
            </a:prstGeom>
            <a:gradFill>
              <a:gsLst>
                <a:gs pos="0">
                  <a:srgbClr val="FCFBF9">
                    <a:alpha val="4112"/>
                  </a:srgbClr>
                </a:gs>
                <a:gs pos="14286">
                  <a:srgbClr val="FCFBF9">
                    <a:alpha val="3786"/>
                  </a:srgbClr>
                </a:gs>
                <a:gs pos="28571">
                  <a:srgbClr val="FCFBF9">
                    <a:alpha val="2952"/>
                  </a:srgbClr>
                </a:gs>
                <a:gs pos="42857">
                  <a:srgbClr val="FCFBF9">
                    <a:alpha val="1946"/>
                  </a:srgbClr>
                </a:gs>
                <a:gs pos="57143">
                  <a:srgbClr val="FCFBF9">
                    <a:alpha val="1083"/>
                  </a:srgbClr>
                </a:gs>
                <a:gs pos="71429">
                  <a:srgbClr val="FCFBF9">
                    <a:alpha val="509"/>
                  </a:srgbClr>
                </a:gs>
                <a:gs pos="85714">
                  <a:srgbClr val="FCFBF9">
                    <a:alpha val="201"/>
                  </a:srgbClr>
                </a:gs>
                <a:gs pos="100000">
                  <a:srgbClr val="FCFBF9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7409562">
              <a:off x="700027" y="65870"/>
              <a:ext cx="716362" cy="468625"/>
            </a:xfrm>
            <a:prstGeom prst="ellipse">
              <a:avLst/>
            </a:prstGeom>
            <a:gradFill>
              <a:gsLst>
                <a:gs pos="0">
                  <a:srgbClr val="FFF000">
                    <a:alpha val="5595"/>
                  </a:srgbClr>
                </a:gs>
                <a:gs pos="14286">
                  <a:srgbClr val="FFF000">
                    <a:alpha val="5154"/>
                  </a:srgbClr>
                </a:gs>
                <a:gs pos="28571">
                  <a:srgbClr val="FFF000">
                    <a:alpha val="4026"/>
                  </a:srgbClr>
                </a:gs>
                <a:gs pos="42857">
                  <a:srgbClr val="FFF000">
                    <a:alpha val="2659"/>
                  </a:srgbClr>
                </a:gs>
                <a:gs pos="57143">
                  <a:srgbClr val="FFF000">
                    <a:alpha val="1482"/>
                  </a:srgbClr>
                </a:gs>
                <a:gs pos="71429">
                  <a:srgbClr val="FFF000">
                    <a:alpha val="697"/>
                  </a:srgbClr>
                </a:gs>
                <a:gs pos="85714">
                  <a:srgbClr val="FFF000">
                    <a:alpha val="276"/>
                  </a:srgbClr>
                </a:gs>
                <a:gs pos="100000">
                  <a:srgbClr val="FFF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7982495">
              <a:off x="557634" y="170330"/>
              <a:ext cx="845837" cy="356228"/>
            </a:xfrm>
            <a:prstGeom prst="ellipse">
              <a:avLst/>
            </a:prstGeom>
            <a:gradFill>
              <a:gsLst>
                <a:gs pos="0">
                  <a:srgbClr val="CEC8C7">
                    <a:alpha val="32968"/>
                  </a:srgbClr>
                </a:gs>
                <a:gs pos="14286">
                  <a:srgbClr val="CEC8C7">
                    <a:alpha val="30764"/>
                  </a:srgbClr>
                </a:gs>
                <a:gs pos="28571">
                  <a:srgbClr val="CEC8C7">
                    <a:alpha val="24833"/>
                  </a:srgbClr>
                </a:gs>
                <a:gs pos="42857">
                  <a:srgbClr val="CEC8C7">
                    <a:alpha val="17075"/>
                  </a:srgbClr>
                </a:gs>
                <a:gs pos="57143">
                  <a:srgbClr val="CEC8C7">
                    <a:alpha val="9855"/>
                  </a:srgbClr>
                </a:gs>
                <a:gs pos="71429">
                  <a:srgbClr val="CEC8C7">
                    <a:alpha val="4740"/>
                  </a:srgbClr>
                </a:gs>
                <a:gs pos="85714">
                  <a:srgbClr val="CEC8C7">
                    <a:alpha val="1902"/>
                  </a:srgbClr>
                </a:gs>
                <a:gs pos="100000">
                  <a:srgbClr val="CEC8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3848373">
              <a:off x="433907" y="38471"/>
              <a:ext cx="656947" cy="576633"/>
            </a:xfrm>
            <a:prstGeom prst="ellipse">
              <a:avLst/>
            </a:prstGeom>
            <a:gradFill>
              <a:gsLst>
                <a:gs pos="0">
                  <a:srgbClr val="B6AA99">
                    <a:alpha val="32968"/>
                  </a:srgbClr>
                </a:gs>
                <a:gs pos="14286">
                  <a:srgbClr val="B6AA99">
                    <a:alpha val="30764"/>
                  </a:srgbClr>
                </a:gs>
                <a:gs pos="28571">
                  <a:srgbClr val="B6AA99">
                    <a:alpha val="24833"/>
                  </a:srgbClr>
                </a:gs>
                <a:gs pos="42857">
                  <a:srgbClr val="B6AA99">
                    <a:alpha val="17075"/>
                  </a:srgbClr>
                </a:gs>
                <a:gs pos="57143">
                  <a:srgbClr val="B6AA99">
                    <a:alpha val="9855"/>
                  </a:srgbClr>
                </a:gs>
                <a:gs pos="71429">
                  <a:srgbClr val="B6AA99">
                    <a:alpha val="4740"/>
                  </a:srgbClr>
                </a:gs>
                <a:gs pos="85714">
                  <a:srgbClr val="B6AA99">
                    <a:alpha val="1902"/>
                  </a:srgbClr>
                </a:gs>
                <a:gs pos="100000">
                  <a:srgbClr val="B6AA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3859040">
              <a:off x="-70504" y="228800"/>
              <a:ext cx="768908" cy="205420"/>
            </a:xfrm>
            <a:prstGeom prst="ellipse">
              <a:avLst/>
            </a:prstGeom>
            <a:gradFill>
              <a:gsLst>
                <a:gs pos="0">
                  <a:srgbClr val="00003B">
                    <a:alpha val="32968"/>
                  </a:srgbClr>
                </a:gs>
                <a:gs pos="14286">
                  <a:srgbClr val="00003B">
                    <a:alpha val="30764"/>
                  </a:srgbClr>
                </a:gs>
                <a:gs pos="28571">
                  <a:srgbClr val="00003B">
                    <a:alpha val="24833"/>
                  </a:srgbClr>
                </a:gs>
                <a:gs pos="42857">
                  <a:srgbClr val="00003B">
                    <a:alpha val="17075"/>
                  </a:srgbClr>
                </a:gs>
                <a:gs pos="57143">
                  <a:srgbClr val="00003B">
                    <a:alpha val="9855"/>
                  </a:srgbClr>
                </a:gs>
                <a:gs pos="71429">
                  <a:srgbClr val="00003B">
                    <a:alpha val="4740"/>
                  </a:srgbClr>
                </a:gs>
                <a:gs pos="85714">
                  <a:srgbClr val="00003B">
                    <a:alpha val="1902"/>
                  </a:srgbClr>
                </a:gs>
                <a:gs pos="100000">
                  <a:srgbClr val="00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-10210881">
              <a:off x="-245141" y="59778"/>
              <a:ext cx="805985" cy="4548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3477552">
              <a:off x="3109584" y="-253446"/>
              <a:ext cx="908825" cy="682470"/>
            </a:xfrm>
            <a:prstGeom prst="ellipse">
              <a:avLst/>
            </a:prstGeom>
            <a:gradFill>
              <a:gsLst>
                <a:gs pos="0">
                  <a:srgbClr val="6E7872">
                    <a:alpha val="31880"/>
                  </a:srgbClr>
                </a:gs>
                <a:gs pos="14286">
                  <a:srgbClr val="6E7872">
                    <a:alpha val="29731"/>
                  </a:srgbClr>
                </a:gs>
                <a:gs pos="28571">
                  <a:srgbClr val="6E7872">
                    <a:alpha val="23964"/>
                  </a:srgbClr>
                </a:gs>
                <a:gs pos="42857">
                  <a:srgbClr val="6E7872">
                    <a:alpha val="16448"/>
                  </a:srgbClr>
                </a:gs>
                <a:gs pos="57143">
                  <a:srgbClr val="6E7872">
                    <a:alpha val="9478"/>
                  </a:srgbClr>
                </a:gs>
                <a:gs pos="71429">
                  <a:srgbClr val="6E7872">
                    <a:alpha val="4554"/>
                  </a:srgbClr>
                </a:gs>
                <a:gs pos="85714">
                  <a:srgbClr val="6E7872">
                    <a:alpha val="1826"/>
                  </a:srgbClr>
                </a:gs>
                <a:gs pos="100000">
                  <a:srgbClr val="6E7872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4020395">
              <a:off x="2865041" y="-71428"/>
              <a:ext cx="869328" cy="367900"/>
            </a:xfrm>
            <a:prstGeom prst="ellipse">
              <a:avLst/>
            </a:prstGeom>
            <a:gradFill>
              <a:gsLst>
                <a:gs pos="0">
                  <a:srgbClr val="BFBAB4">
                    <a:alpha val="32968"/>
                  </a:srgbClr>
                </a:gs>
                <a:gs pos="14286">
                  <a:srgbClr val="BFBAB4">
                    <a:alpha val="30764"/>
                  </a:srgbClr>
                </a:gs>
                <a:gs pos="28571">
                  <a:srgbClr val="BFBAB4">
                    <a:alpha val="24833"/>
                  </a:srgbClr>
                </a:gs>
                <a:gs pos="42857">
                  <a:srgbClr val="BFBAB4">
                    <a:alpha val="17075"/>
                  </a:srgbClr>
                </a:gs>
                <a:gs pos="57143">
                  <a:srgbClr val="BFBAB4">
                    <a:alpha val="9855"/>
                  </a:srgbClr>
                </a:gs>
                <a:gs pos="71429">
                  <a:srgbClr val="BFBAB4">
                    <a:alpha val="4740"/>
                  </a:srgbClr>
                </a:gs>
                <a:gs pos="85714">
                  <a:srgbClr val="BFBAB4">
                    <a:alpha val="1902"/>
                  </a:srgbClr>
                </a:gs>
                <a:gs pos="100000">
                  <a:srgbClr val="BFBA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4781659">
              <a:off x="2709133" y="-36644"/>
              <a:ext cx="666481" cy="297245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7597287">
              <a:off x="2155392" y="-122634"/>
              <a:ext cx="842787" cy="434727"/>
            </a:xfrm>
            <a:prstGeom prst="ellipse">
              <a:avLst/>
            </a:prstGeom>
            <a:gradFill>
              <a:gsLst>
                <a:gs pos="0">
                  <a:srgbClr val="F3EDED">
                    <a:alpha val="28462"/>
                  </a:srgbClr>
                </a:gs>
                <a:gs pos="14286">
                  <a:srgbClr val="F3EDED">
                    <a:alpha val="26498"/>
                  </a:srgbClr>
                </a:gs>
                <a:gs pos="28571">
                  <a:srgbClr val="F3EDED">
                    <a:alpha val="21261"/>
                  </a:srgbClr>
                </a:gs>
                <a:gs pos="42857">
                  <a:srgbClr val="F3EDED">
                    <a:alpha val="14511"/>
                  </a:srgbClr>
                </a:gs>
                <a:gs pos="57143">
                  <a:srgbClr val="F3EDED">
                    <a:alpha val="8321"/>
                  </a:srgbClr>
                </a:gs>
                <a:gs pos="71429">
                  <a:srgbClr val="F3EDED">
                    <a:alpha val="3985"/>
                  </a:srgbClr>
                </a:gs>
                <a:gs pos="85714">
                  <a:srgbClr val="F3EDED">
                    <a:alpha val="1595"/>
                  </a:srgbClr>
                </a:gs>
                <a:gs pos="100000">
                  <a:srgbClr val="F3EDED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-8299567">
              <a:off x="1984204" y="-225137"/>
              <a:ext cx="739903" cy="556829"/>
            </a:xfrm>
            <a:prstGeom prst="ellipse">
              <a:avLst/>
            </a:prstGeom>
            <a:gradFill>
              <a:gsLst>
                <a:gs pos="0">
                  <a:srgbClr val="C2B7B4">
                    <a:alpha val="21696"/>
                  </a:srgbClr>
                </a:gs>
                <a:gs pos="14286">
                  <a:srgbClr val="C2B7B4">
                    <a:alpha val="20132"/>
                  </a:srgbClr>
                </a:gs>
                <a:gs pos="28571">
                  <a:srgbClr val="C2B7B4">
                    <a:alpha val="16016"/>
                  </a:srgbClr>
                </a:gs>
                <a:gs pos="42857">
                  <a:srgbClr val="C2B7B4">
                    <a:alpha val="10817"/>
                  </a:srgbClr>
                </a:gs>
                <a:gs pos="57143">
                  <a:srgbClr val="C2B7B4">
                    <a:alpha val="6147"/>
                  </a:srgbClr>
                </a:gs>
                <a:gs pos="71429">
                  <a:srgbClr val="C2B7B4">
                    <a:alpha val="2926"/>
                  </a:srgbClr>
                </a:gs>
                <a:gs pos="85714">
                  <a:srgbClr val="C2B7B4">
                    <a:alpha val="1167"/>
                  </a:srgbClr>
                </a:gs>
                <a:gs pos="100000">
                  <a:srgbClr val="C2B7B4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-9085114">
              <a:off x="1702512" y="-197418"/>
              <a:ext cx="785429" cy="440792"/>
            </a:xfrm>
            <a:prstGeom prst="ellipse">
              <a:avLst/>
            </a:prstGeom>
            <a:gradFill>
              <a:gsLst>
                <a:gs pos="0">
                  <a:srgbClr val="FAF8F4">
                    <a:alpha val="25766"/>
                  </a:srgbClr>
                </a:gs>
                <a:gs pos="14286">
                  <a:srgbClr val="FAF8F4">
                    <a:alpha val="23955"/>
                  </a:srgbClr>
                </a:gs>
                <a:gs pos="28571">
                  <a:srgbClr val="FAF8F4">
                    <a:alpha val="19154"/>
                  </a:srgbClr>
                </a:gs>
                <a:gs pos="42857">
                  <a:srgbClr val="FAF8F4">
                    <a:alpha val="13018"/>
                  </a:srgbClr>
                </a:gs>
                <a:gs pos="57143">
                  <a:srgbClr val="FAF8F4">
                    <a:alpha val="7437"/>
                  </a:srgbClr>
                </a:gs>
                <a:gs pos="71429">
                  <a:srgbClr val="FAF8F4">
                    <a:alpha val="3553"/>
                  </a:srgbClr>
                </a:gs>
                <a:gs pos="85714">
                  <a:srgbClr val="FAF8F4">
                    <a:alpha val="1420"/>
                  </a:srgbClr>
                </a:gs>
                <a:gs pos="100000">
                  <a:srgbClr val="FAF8F4">
                    <a:alpha val="4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-8594065">
              <a:off x="1481868" y="-73552"/>
              <a:ext cx="891416" cy="274131"/>
            </a:xfrm>
            <a:prstGeom prst="ellipse">
              <a:avLst/>
            </a:prstGeom>
            <a:gradFill>
              <a:gsLst>
                <a:gs pos="0">
                  <a:srgbClr val="E5E0E3">
                    <a:alpha val="32968"/>
                  </a:srgbClr>
                </a:gs>
                <a:gs pos="14286">
                  <a:srgbClr val="E5E0E3">
                    <a:alpha val="30764"/>
                  </a:srgbClr>
                </a:gs>
                <a:gs pos="28571">
                  <a:srgbClr val="E5E0E3">
                    <a:alpha val="24833"/>
                  </a:srgbClr>
                </a:gs>
                <a:gs pos="42857">
                  <a:srgbClr val="E5E0E3">
                    <a:alpha val="17075"/>
                  </a:srgbClr>
                </a:gs>
                <a:gs pos="57143">
                  <a:srgbClr val="E5E0E3">
                    <a:alpha val="9855"/>
                  </a:srgbClr>
                </a:gs>
                <a:gs pos="71429">
                  <a:srgbClr val="E5E0E3">
                    <a:alpha val="4740"/>
                  </a:srgbClr>
                </a:gs>
                <a:gs pos="85714">
                  <a:srgbClr val="E5E0E3">
                    <a:alpha val="1902"/>
                  </a:srgbClr>
                </a:gs>
                <a:gs pos="100000">
                  <a:srgbClr val="E5E0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9779213">
              <a:off x="1290710" y="-118912"/>
              <a:ext cx="511357" cy="248428"/>
            </a:xfrm>
            <a:prstGeom prst="ellipse">
              <a:avLst/>
            </a:prstGeom>
            <a:gradFill>
              <a:gsLst>
                <a:gs pos="0">
                  <a:srgbClr val="D0C6B6">
                    <a:alpha val="32968"/>
                  </a:srgbClr>
                </a:gs>
                <a:gs pos="14286">
                  <a:srgbClr val="D0C6B6">
                    <a:alpha val="30764"/>
                  </a:srgbClr>
                </a:gs>
                <a:gs pos="28571">
                  <a:srgbClr val="D0C6B6">
                    <a:alpha val="24833"/>
                  </a:srgbClr>
                </a:gs>
                <a:gs pos="42857">
                  <a:srgbClr val="D0C6B6">
                    <a:alpha val="17075"/>
                  </a:srgbClr>
                </a:gs>
                <a:gs pos="57143">
                  <a:srgbClr val="D0C6B6">
                    <a:alpha val="9855"/>
                  </a:srgbClr>
                </a:gs>
                <a:gs pos="71429">
                  <a:srgbClr val="D0C6B6">
                    <a:alpha val="4740"/>
                  </a:srgbClr>
                </a:gs>
                <a:gs pos="85714">
                  <a:srgbClr val="D0C6B6">
                    <a:alpha val="1902"/>
                  </a:srgbClr>
                </a:gs>
                <a:gs pos="100000">
                  <a:srgbClr val="D0C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8967252">
              <a:off x="988274" y="-152629"/>
              <a:ext cx="762710" cy="313506"/>
            </a:xfrm>
            <a:prstGeom prst="ellipse">
              <a:avLst/>
            </a:prstGeom>
            <a:gradFill>
              <a:gsLst>
                <a:gs pos="0">
                  <a:srgbClr val="E1DEDE">
                    <a:alpha val="32968"/>
                  </a:srgbClr>
                </a:gs>
                <a:gs pos="14286">
                  <a:srgbClr val="E1DEDE">
                    <a:alpha val="30764"/>
                  </a:srgbClr>
                </a:gs>
                <a:gs pos="28571">
                  <a:srgbClr val="E1DEDE">
                    <a:alpha val="24833"/>
                  </a:srgbClr>
                </a:gs>
                <a:gs pos="42857">
                  <a:srgbClr val="E1DEDE">
                    <a:alpha val="17075"/>
                  </a:srgbClr>
                </a:gs>
                <a:gs pos="57143">
                  <a:srgbClr val="E1DEDE">
                    <a:alpha val="9855"/>
                  </a:srgbClr>
                </a:gs>
                <a:gs pos="71429">
                  <a:srgbClr val="E1DEDE">
                    <a:alpha val="4740"/>
                  </a:srgbClr>
                </a:gs>
                <a:gs pos="85714">
                  <a:srgbClr val="E1DEDE">
                    <a:alpha val="1902"/>
                  </a:srgbClr>
                </a:gs>
                <a:gs pos="100000">
                  <a:srgbClr val="E1DE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7282753">
              <a:off x="697130" y="-174567"/>
              <a:ext cx="832091" cy="478707"/>
            </a:xfrm>
            <a:prstGeom prst="ellipse">
              <a:avLst/>
            </a:prstGeom>
            <a:gradFill>
              <a:gsLst>
                <a:gs pos="0">
                  <a:srgbClr val="F1F2F5">
                    <a:alpha val="18075"/>
                  </a:srgbClr>
                </a:gs>
                <a:gs pos="14286">
                  <a:srgbClr val="F1F2F5">
                    <a:alpha val="16743"/>
                  </a:srgbClr>
                </a:gs>
                <a:gs pos="28571">
                  <a:srgbClr val="F1F2F5">
                    <a:alpha val="13262"/>
                  </a:srgbClr>
                </a:gs>
                <a:gs pos="42857">
                  <a:srgbClr val="F1F2F5">
                    <a:alpha val="8910"/>
                  </a:srgbClr>
                </a:gs>
                <a:gs pos="57143">
                  <a:srgbClr val="F1F2F5">
                    <a:alpha val="5040"/>
                  </a:srgbClr>
                </a:gs>
                <a:gs pos="71429">
                  <a:srgbClr val="F1F2F5">
                    <a:alpha val="2391"/>
                  </a:srgbClr>
                </a:gs>
                <a:gs pos="85714">
                  <a:srgbClr val="F1F2F5">
                    <a:alpha val="953"/>
                  </a:srgbClr>
                </a:gs>
                <a:gs pos="100000">
                  <a:srgbClr val="F1F2F5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7243410">
              <a:off x="516204" y="-139182"/>
              <a:ext cx="823325" cy="582195"/>
            </a:xfrm>
            <a:prstGeom prst="ellipse">
              <a:avLst/>
            </a:prstGeom>
            <a:gradFill>
              <a:gsLst>
                <a:gs pos="0">
                  <a:srgbClr val="DFDED7">
                    <a:alpha val="32841"/>
                  </a:srgbClr>
                </a:gs>
                <a:gs pos="14286">
                  <a:srgbClr val="DFDED7">
                    <a:alpha val="30643"/>
                  </a:srgbClr>
                </a:gs>
                <a:gs pos="28571">
                  <a:srgbClr val="DFDED7">
                    <a:alpha val="24731"/>
                  </a:srgbClr>
                </a:gs>
                <a:gs pos="42857">
                  <a:srgbClr val="DFDED7">
                    <a:alpha val="17002"/>
                  </a:srgbClr>
                </a:gs>
                <a:gs pos="57143">
                  <a:srgbClr val="DFDED7">
                    <a:alpha val="9810"/>
                  </a:srgbClr>
                </a:gs>
                <a:gs pos="71429">
                  <a:srgbClr val="DFDED7">
                    <a:alpha val="4718"/>
                  </a:srgbClr>
                </a:gs>
                <a:gs pos="85714">
                  <a:srgbClr val="DFDED7">
                    <a:alpha val="1893"/>
                  </a:srgbClr>
                </a:gs>
                <a:gs pos="100000">
                  <a:srgbClr val="DFDED7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-10657640">
              <a:off x="397232" y="-127207"/>
              <a:ext cx="835779" cy="445053"/>
            </a:xfrm>
            <a:prstGeom prst="ellipse">
              <a:avLst/>
            </a:prstGeom>
            <a:gradFill>
              <a:gsLst>
                <a:gs pos="0">
                  <a:srgbClr val="A1958D">
                    <a:alpha val="32968"/>
                  </a:srgbClr>
                </a:gs>
                <a:gs pos="14286">
                  <a:srgbClr val="A1958D">
                    <a:alpha val="30764"/>
                  </a:srgbClr>
                </a:gs>
                <a:gs pos="28571">
                  <a:srgbClr val="A1958D">
                    <a:alpha val="24833"/>
                  </a:srgbClr>
                </a:gs>
                <a:gs pos="42857">
                  <a:srgbClr val="A1958D">
                    <a:alpha val="17075"/>
                  </a:srgbClr>
                </a:gs>
                <a:gs pos="57143">
                  <a:srgbClr val="A1958D">
                    <a:alpha val="9855"/>
                  </a:srgbClr>
                </a:gs>
                <a:gs pos="71429">
                  <a:srgbClr val="A1958D">
                    <a:alpha val="4740"/>
                  </a:srgbClr>
                </a:gs>
                <a:gs pos="85714">
                  <a:srgbClr val="A1958D">
                    <a:alpha val="1902"/>
                  </a:srgbClr>
                </a:gs>
                <a:gs pos="100000">
                  <a:srgbClr val="A195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3766506">
              <a:off x="86226" y="32831"/>
              <a:ext cx="848815" cy="292107"/>
            </a:xfrm>
            <a:prstGeom prst="ellipse">
              <a:avLst/>
            </a:prstGeom>
            <a:gradFill>
              <a:gsLst>
                <a:gs pos="0">
                  <a:srgbClr val="C9CCC9">
                    <a:alpha val="32968"/>
                  </a:srgbClr>
                </a:gs>
                <a:gs pos="14286">
                  <a:srgbClr val="C9CCC9">
                    <a:alpha val="30764"/>
                  </a:srgbClr>
                </a:gs>
                <a:gs pos="28571">
                  <a:srgbClr val="C9CCC9">
                    <a:alpha val="24833"/>
                  </a:srgbClr>
                </a:gs>
                <a:gs pos="42857">
                  <a:srgbClr val="C9CCC9">
                    <a:alpha val="17075"/>
                  </a:srgbClr>
                </a:gs>
                <a:gs pos="57143">
                  <a:srgbClr val="C9CCC9">
                    <a:alpha val="9855"/>
                  </a:srgbClr>
                </a:gs>
                <a:gs pos="71429">
                  <a:srgbClr val="C9CCC9">
                    <a:alpha val="4740"/>
                  </a:srgbClr>
                </a:gs>
                <a:gs pos="85714">
                  <a:srgbClr val="C9CCC9">
                    <a:alpha val="1902"/>
                  </a:srgbClr>
                </a:gs>
                <a:gs pos="100000">
                  <a:srgbClr val="C9CC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7517299">
              <a:off x="-309040" y="-82183"/>
              <a:ext cx="950063" cy="242509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4864813">
              <a:off x="-345462" y="75352"/>
              <a:ext cx="965036" cy="141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2026-08-02T19:00:57Z</dcterms:created>
  <dcterms:modified xsi:type="dcterms:W3CDTF">2026-08-02T19:00:57Z</dcterms:modified>
</cp:coreProperties>
</file>