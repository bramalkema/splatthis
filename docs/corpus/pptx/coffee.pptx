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4384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2438400"/>
          <a:chOff x="0" y="0"/>
          <a:chExt cx="3657600" cy="24384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2438400"/>
            <a:chOff x="0" y="0"/>
            <a:chExt cx="3657600" cy="24384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2438400"/>
            </a:xfrm>
            <a:prstGeom prst="rect">
              <a:avLst/>
            </a:prstGeom>
            <a:solidFill>
              <a:srgbClr val="B25E2C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3254270">
              <a:off x="2025979" y="1890363"/>
              <a:ext cx="24797" cy="6668"/>
            </a:xfrm>
            <a:prstGeom prst="ellipse">
              <a:avLst/>
            </a:prstGeom>
            <a:gradFill>
              <a:gsLst>
                <a:gs pos="0">
                  <a:srgbClr val="FFFFFF">
                    <a:alpha val="24522"/>
                  </a:srgbClr>
                </a:gs>
                <a:gs pos="14286">
                  <a:srgbClr val="FFFFFF">
                    <a:alpha val="22785"/>
                  </a:srgbClr>
                </a:gs>
                <a:gs pos="28571">
                  <a:srgbClr val="FFFFFF">
                    <a:alpha val="18190"/>
                  </a:srgbClr>
                </a:gs>
                <a:gs pos="42857">
                  <a:srgbClr val="FFFFFF">
                    <a:alpha val="12339"/>
                  </a:srgbClr>
                </a:gs>
                <a:gs pos="57143">
                  <a:srgbClr val="FFFFFF">
                    <a:alpha val="7037"/>
                  </a:srgbClr>
                </a:gs>
                <a:gs pos="71429">
                  <a:srgbClr val="FFFFFF">
                    <a:alpha val="3358"/>
                  </a:srgbClr>
                </a:gs>
                <a:gs pos="85714">
                  <a:srgbClr val="FFFFFF">
                    <a:alpha val="1342"/>
                  </a:srgbClr>
                </a:gs>
                <a:gs pos="100000">
                  <a:srgbClr val="FFFFFF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2915518">
              <a:off x="2033549" y="1899492"/>
              <a:ext cx="32414" cy="8103"/>
            </a:xfrm>
            <a:prstGeom prst="ellipse">
              <a:avLst/>
            </a:prstGeom>
            <a:gradFill>
              <a:gsLst>
                <a:gs pos="0">
                  <a:srgbClr val="FFFFFF">
                    <a:alpha val="23238"/>
                  </a:srgbClr>
                </a:gs>
                <a:gs pos="14286">
                  <a:srgbClr val="FFFFFF">
                    <a:alpha val="21578"/>
                  </a:srgbClr>
                </a:gs>
                <a:gs pos="28571">
                  <a:srgbClr val="FFFFFF">
                    <a:alpha val="17199"/>
                  </a:srgbClr>
                </a:gs>
                <a:gs pos="42857">
                  <a:srgbClr val="FFFFFF">
                    <a:alpha val="11644"/>
                  </a:srgbClr>
                </a:gs>
                <a:gs pos="57143">
                  <a:srgbClr val="FFFFFF">
                    <a:alpha val="6629"/>
                  </a:srgbClr>
                </a:gs>
                <a:gs pos="71429">
                  <a:srgbClr val="FFFFFF">
                    <a:alpha val="3160"/>
                  </a:srgbClr>
                </a:gs>
                <a:gs pos="85714">
                  <a:srgbClr val="FFFFFF">
                    <a:alpha val="1262"/>
                  </a:srgbClr>
                </a:gs>
                <a:gs pos="100000">
                  <a:srgbClr val="FFFFFF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5400000">
              <a:off x="2316737" y="1881234"/>
              <a:ext cx="27337" cy="27337"/>
            </a:xfrm>
            <a:prstGeom prst="ellipse">
              <a:avLst/>
            </a:prstGeom>
            <a:gradFill>
              <a:gsLst>
                <a:gs pos="0">
                  <a:srgbClr val="FFE8BE">
                    <a:alpha val="22171"/>
                  </a:srgbClr>
                </a:gs>
                <a:gs pos="14286">
                  <a:srgbClr val="FFE8BE">
                    <a:alpha val="20577"/>
                  </a:srgbClr>
                </a:gs>
                <a:gs pos="28571">
                  <a:srgbClr val="FFE8BE">
                    <a:alpha val="16379"/>
                  </a:srgbClr>
                </a:gs>
                <a:gs pos="42857">
                  <a:srgbClr val="FFE8BE">
                    <a:alpha val="11071"/>
                  </a:srgbClr>
                </a:gs>
                <a:gs pos="57143">
                  <a:srgbClr val="FFE8BE">
                    <a:alpha val="6294"/>
                  </a:srgbClr>
                </a:gs>
                <a:gs pos="71429">
                  <a:srgbClr val="FFE8BE">
                    <a:alpha val="2997"/>
                  </a:srgbClr>
                </a:gs>
                <a:gs pos="85714">
                  <a:srgbClr val="FFE8BE">
                    <a:alpha val="1196"/>
                  </a:srgbClr>
                </a:gs>
                <a:gs pos="100000">
                  <a:srgbClr val="FFE8BE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2884124">
              <a:off x="2009865" y="1896412"/>
              <a:ext cx="51034" cy="12759"/>
            </a:xfrm>
            <a:prstGeom prst="ellipse">
              <a:avLst/>
            </a:prstGeom>
            <a:gradFill>
              <a:gsLst>
                <a:gs pos="0">
                  <a:srgbClr val="CFB3AB">
                    <a:alpha val="20005"/>
                  </a:srgbClr>
                </a:gs>
                <a:gs pos="14286">
                  <a:srgbClr val="CFB3AB">
                    <a:alpha val="18548"/>
                  </a:srgbClr>
                </a:gs>
                <a:gs pos="28571">
                  <a:srgbClr val="CFB3AB">
                    <a:alpha val="14725"/>
                  </a:srgbClr>
                </a:gs>
                <a:gs pos="42857">
                  <a:srgbClr val="CFB3AB">
                    <a:alpha val="9921"/>
                  </a:srgbClr>
                </a:gs>
                <a:gs pos="57143">
                  <a:srgbClr val="CFB3AB">
                    <a:alpha val="5625"/>
                  </a:srgbClr>
                </a:gs>
                <a:gs pos="71429">
                  <a:srgbClr val="CFB3AB">
                    <a:alpha val="2674"/>
                  </a:srgbClr>
                </a:gs>
                <a:gs pos="85714">
                  <a:srgbClr val="CFB3AB">
                    <a:alpha val="1066"/>
                  </a:srgbClr>
                </a:gs>
                <a:gs pos="100000">
                  <a:srgbClr val="CFB3AB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3014650">
              <a:off x="1970428" y="1886213"/>
              <a:ext cx="159357" cy="33719"/>
            </a:xfrm>
            <a:prstGeom prst="ellipse">
              <a:avLst/>
            </a:prstGeom>
            <a:gradFill>
              <a:gsLst>
                <a:gs pos="0">
                  <a:srgbClr val="FFFF41">
                    <a:alpha val="32968"/>
                  </a:srgbClr>
                </a:gs>
                <a:gs pos="14286">
                  <a:srgbClr val="FFFF41">
                    <a:alpha val="30764"/>
                  </a:srgbClr>
                </a:gs>
                <a:gs pos="28571">
                  <a:srgbClr val="FFFF41">
                    <a:alpha val="24833"/>
                  </a:srgbClr>
                </a:gs>
                <a:gs pos="42857">
                  <a:srgbClr val="FFFF41">
                    <a:alpha val="17075"/>
                  </a:srgbClr>
                </a:gs>
                <a:gs pos="57143">
                  <a:srgbClr val="FFFF41">
                    <a:alpha val="9855"/>
                  </a:srgbClr>
                </a:gs>
                <a:gs pos="71429">
                  <a:srgbClr val="FFFF41">
                    <a:alpha val="4740"/>
                  </a:srgbClr>
                </a:gs>
                <a:gs pos="85714">
                  <a:srgbClr val="FFFF41">
                    <a:alpha val="1902"/>
                  </a:srgbClr>
                </a:gs>
                <a:gs pos="100000">
                  <a:srgbClr val="FFFF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8631479">
              <a:off x="2127011" y="731713"/>
              <a:ext cx="509178" cy="476869"/>
            </a:xfrm>
            <a:prstGeom prst="ellipse">
              <a:avLst/>
            </a:prstGeom>
            <a:gradFill>
              <a:gsLst>
                <a:gs pos="0">
                  <a:srgbClr val="F60000">
                    <a:alpha val="28473"/>
                  </a:srgbClr>
                </a:gs>
                <a:gs pos="14286">
                  <a:srgbClr val="F60000">
                    <a:alpha val="26508"/>
                  </a:srgbClr>
                </a:gs>
                <a:gs pos="28571">
                  <a:srgbClr val="F60000">
                    <a:alpha val="21270"/>
                  </a:srgbClr>
                </a:gs>
                <a:gs pos="42857">
                  <a:srgbClr val="F60000">
                    <a:alpha val="14517"/>
                  </a:srgbClr>
                </a:gs>
                <a:gs pos="57143">
                  <a:srgbClr val="F60000">
                    <a:alpha val="8325"/>
                  </a:srgbClr>
                </a:gs>
                <a:gs pos="71429">
                  <a:srgbClr val="F60000">
                    <a:alpha val="3987"/>
                  </a:srgbClr>
                </a:gs>
                <a:gs pos="85714">
                  <a:srgbClr val="F60000">
                    <a:alpha val="1596"/>
                  </a:srgbClr>
                </a:gs>
                <a:gs pos="100000">
                  <a:srgbClr val="F60000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8772232">
              <a:off x="-126997" y="1750582"/>
              <a:ext cx="1046037" cy="205477"/>
            </a:xfrm>
            <a:prstGeom prst="ellipse">
              <a:avLst/>
            </a:prstGeom>
            <a:gradFill>
              <a:gsLst>
                <a:gs pos="0">
                  <a:srgbClr val="3A0000">
                    <a:alpha val="32968"/>
                  </a:srgbClr>
                </a:gs>
                <a:gs pos="14286">
                  <a:srgbClr val="3A0000">
                    <a:alpha val="30764"/>
                  </a:srgbClr>
                </a:gs>
                <a:gs pos="28571">
                  <a:srgbClr val="3A0000">
                    <a:alpha val="24833"/>
                  </a:srgbClr>
                </a:gs>
                <a:gs pos="42857">
                  <a:srgbClr val="3A0000">
                    <a:alpha val="17075"/>
                  </a:srgbClr>
                </a:gs>
                <a:gs pos="57143">
                  <a:srgbClr val="3A0000">
                    <a:alpha val="9855"/>
                  </a:srgbClr>
                </a:gs>
                <a:gs pos="71429">
                  <a:srgbClr val="3A0000">
                    <a:alpha val="4740"/>
                  </a:srgbClr>
                </a:gs>
                <a:gs pos="85714">
                  <a:srgbClr val="3A0000">
                    <a:alpha val="1902"/>
                  </a:srgbClr>
                </a:gs>
                <a:gs pos="100000">
                  <a:srgbClr val="3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8785121">
              <a:off x="-118722" y="1779791"/>
              <a:ext cx="981141" cy="191220"/>
            </a:xfrm>
            <a:prstGeom prst="ellipse">
              <a:avLst/>
            </a:prstGeom>
            <a:gradFill>
              <a:gsLst>
                <a:gs pos="0">
                  <a:srgbClr val="290000">
                    <a:alpha val="32968"/>
                  </a:srgbClr>
                </a:gs>
                <a:gs pos="14286">
                  <a:srgbClr val="290000">
                    <a:alpha val="30764"/>
                  </a:srgbClr>
                </a:gs>
                <a:gs pos="28571">
                  <a:srgbClr val="290000">
                    <a:alpha val="24833"/>
                  </a:srgbClr>
                </a:gs>
                <a:gs pos="42857">
                  <a:srgbClr val="290000">
                    <a:alpha val="17075"/>
                  </a:srgbClr>
                </a:gs>
                <a:gs pos="57143">
                  <a:srgbClr val="290000">
                    <a:alpha val="9855"/>
                  </a:srgbClr>
                </a:gs>
                <a:gs pos="71429">
                  <a:srgbClr val="290000">
                    <a:alpha val="4740"/>
                  </a:srgbClr>
                </a:gs>
                <a:gs pos="85714">
                  <a:srgbClr val="290000">
                    <a:alpha val="1902"/>
                  </a:srgbClr>
                </a:gs>
                <a:gs pos="100000">
                  <a:srgbClr val="2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8048854">
              <a:off x="2016451" y="1572223"/>
              <a:ext cx="420807" cy="333449"/>
            </a:xfrm>
            <a:prstGeom prst="ellipse">
              <a:avLst/>
            </a:prstGeom>
            <a:gradFill>
              <a:gsLst>
                <a:gs pos="0">
                  <a:srgbClr val="000F13">
                    <a:alpha val="32968"/>
                  </a:srgbClr>
                </a:gs>
                <a:gs pos="14286">
                  <a:srgbClr val="000F13">
                    <a:alpha val="30764"/>
                  </a:srgbClr>
                </a:gs>
                <a:gs pos="28571">
                  <a:srgbClr val="000F13">
                    <a:alpha val="24833"/>
                  </a:srgbClr>
                </a:gs>
                <a:gs pos="42857">
                  <a:srgbClr val="000F13">
                    <a:alpha val="17075"/>
                  </a:srgbClr>
                </a:gs>
                <a:gs pos="57143">
                  <a:srgbClr val="000F13">
                    <a:alpha val="9855"/>
                  </a:srgbClr>
                </a:gs>
                <a:gs pos="71429">
                  <a:srgbClr val="000F13">
                    <a:alpha val="4740"/>
                  </a:srgbClr>
                </a:gs>
                <a:gs pos="85714">
                  <a:srgbClr val="000F13">
                    <a:alpha val="1902"/>
                  </a:srgbClr>
                </a:gs>
                <a:gs pos="100000">
                  <a:srgbClr val="000F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9474909">
              <a:off x="2378052" y="587058"/>
              <a:ext cx="566682" cy="465289"/>
            </a:xfrm>
            <a:prstGeom prst="ellipse">
              <a:avLst/>
            </a:prstGeom>
            <a:gradFill>
              <a:gsLst>
                <a:gs pos="0">
                  <a:srgbClr val="FF0027">
                    <a:alpha val="9625"/>
                  </a:srgbClr>
                </a:gs>
                <a:gs pos="14286">
                  <a:srgbClr val="FF0027">
                    <a:alpha val="8883"/>
                  </a:srgbClr>
                </a:gs>
                <a:gs pos="28571">
                  <a:srgbClr val="FF0027">
                    <a:alpha val="6968"/>
                  </a:srgbClr>
                </a:gs>
                <a:gs pos="42857">
                  <a:srgbClr val="FF0027">
                    <a:alpha val="4627"/>
                  </a:srgbClr>
                </a:gs>
                <a:gs pos="57143">
                  <a:srgbClr val="FF0027">
                    <a:alpha val="2591"/>
                  </a:srgbClr>
                </a:gs>
                <a:gs pos="71429">
                  <a:srgbClr val="FF0027">
                    <a:alpha val="1221"/>
                  </a:srgbClr>
                </a:gs>
                <a:gs pos="85714">
                  <a:srgbClr val="FF0027">
                    <a:alpha val="485"/>
                  </a:srgbClr>
                </a:gs>
                <a:gs pos="100000">
                  <a:srgbClr val="FF0027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4754341">
              <a:off x="1979366" y="1773653"/>
              <a:ext cx="40320" cy="10080"/>
            </a:xfrm>
            <a:prstGeom prst="ellipse">
              <a:avLst/>
            </a:prstGeom>
            <a:gradFill>
              <a:gsLst>
                <a:gs pos="0">
                  <a:srgbClr val="FFFFE8">
                    <a:alpha val="21882"/>
                  </a:srgbClr>
                </a:gs>
                <a:gs pos="14286">
                  <a:srgbClr val="FFFFE8">
                    <a:alpha val="20306"/>
                  </a:srgbClr>
                </a:gs>
                <a:gs pos="28571">
                  <a:srgbClr val="FFFFE8">
                    <a:alpha val="16157"/>
                  </a:srgbClr>
                </a:gs>
                <a:gs pos="42857">
                  <a:srgbClr val="FFFFE8">
                    <a:alpha val="10916"/>
                  </a:srgbClr>
                </a:gs>
                <a:gs pos="57143">
                  <a:srgbClr val="FFFFE8">
                    <a:alpha val="6204"/>
                  </a:srgbClr>
                </a:gs>
                <a:gs pos="71429">
                  <a:srgbClr val="FFFFE8">
                    <a:alpha val="2954"/>
                  </a:srgbClr>
                </a:gs>
                <a:gs pos="85714">
                  <a:srgbClr val="FFFFE8">
                    <a:alpha val="1179"/>
                  </a:srgbClr>
                </a:gs>
                <a:gs pos="100000">
                  <a:srgbClr val="FFFFE8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5400000">
              <a:off x="1415730" y="2267609"/>
              <a:ext cx="32133" cy="32133"/>
            </a:xfrm>
            <a:prstGeom prst="ellipse">
              <a:avLst/>
            </a:prstGeom>
            <a:gradFill>
              <a:gsLst>
                <a:gs pos="0">
                  <a:srgbClr val="FEEDDF">
                    <a:alpha val="21000"/>
                  </a:srgbClr>
                </a:gs>
                <a:gs pos="14286">
                  <a:srgbClr val="FEEDDF">
                    <a:alpha val="19480"/>
                  </a:srgbClr>
                </a:gs>
                <a:gs pos="28571">
                  <a:srgbClr val="FEEDDF">
                    <a:alpha val="15484"/>
                  </a:srgbClr>
                </a:gs>
                <a:gs pos="42857">
                  <a:srgbClr val="FEEDDF">
                    <a:alpha val="10447"/>
                  </a:srgbClr>
                </a:gs>
                <a:gs pos="57143">
                  <a:srgbClr val="FEEDDF">
                    <a:alpha val="5931"/>
                  </a:srgbClr>
                </a:gs>
                <a:gs pos="71429">
                  <a:srgbClr val="FEEDDF">
                    <a:alpha val="2821"/>
                  </a:srgbClr>
                </a:gs>
                <a:gs pos="85714">
                  <a:srgbClr val="FEEDDF">
                    <a:alpha val="1125"/>
                  </a:srgbClr>
                </a:gs>
                <a:gs pos="100000">
                  <a:srgbClr val="FEEDDF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-10580352">
              <a:off x="1999772" y="1495247"/>
              <a:ext cx="53559" cy="13390"/>
            </a:xfrm>
            <a:prstGeom prst="ellipse">
              <a:avLst/>
            </a:prstGeom>
            <a:gradFill>
              <a:gsLst>
                <a:gs pos="0">
                  <a:srgbClr val="E7D1BE">
                    <a:alpha val="19556"/>
                  </a:srgbClr>
                </a:gs>
                <a:gs pos="14286">
                  <a:srgbClr val="E7D1BE">
                    <a:alpha val="18128"/>
                  </a:srgbClr>
                </a:gs>
                <a:gs pos="28571">
                  <a:srgbClr val="E7D1BE">
                    <a:alpha val="14384"/>
                  </a:srgbClr>
                </a:gs>
                <a:gs pos="42857">
                  <a:srgbClr val="E7D1BE">
                    <a:alpha val="9685"/>
                  </a:srgbClr>
                </a:gs>
                <a:gs pos="57143">
                  <a:srgbClr val="E7D1BE">
                    <a:alpha val="5488"/>
                  </a:srgbClr>
                </a:gs>
                <a:gs pos="71429">
                  <a:srgbClr val="E7D1BE">
                    <a:alpha val="2607"/>
                  </a:srgbClr>
                </a:gs>
                <a:gs pos="85714">
                  <a:srgbClr val="E7D1BE">
                    <a:alpha val="1039"/>
                  </a:srgbClr>
                </a:gs>
                <a:gs pos="100000">
                  <a:srgbClr val="E7D1BE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4043066">
              <a:off x="2118342" y="1479233"/>
              <a:ext cx="45133" cy="11283"/>
            </a:xfrm>
            <a:prstGeom prst="ellipse">
              <a:avLst/>
            </a:prstGeom>
            <a:gradFill>
              <a:gsLst>
                <a:gs pos="0">
                  <a:srgbClr val="E7D6CB">
                    <a:alpha val="21044"/>
                  </a:srgbClr>
                </a:gs>
                <a:gs pos="14286">
                  <a:srgbClr val="E7D6CB">
                    <a:alpha val="19521"/>
                  </a:srgbClr>
                </a:gs>
                <a:gs pos="28571">
                  <a:srgbClr val="E7D6CB">
                    <a:alpha val="15517"/>
                  </a:srgbClr>
                </a:gs>
                <a:gs pos="42857">
                  <a:srgbClr val="E7D6CB">
                    <a:alpha val="10470"/>
                  </a:srgbClr>
                </a:gs>
                <a:gs pos="57143">
                  <a:srgbClr val="E7D6CB">
                    <a:alpha val="5944"/>
                  </a:srgbClr>
                </a:gs>
                <a:gs pos="71429">
                  <a:srgbClr val="E7D6CB">
                    <a:alpha val="2828"/>
                  </a:srgbClr>
                </a:gs>
                <a:gs pos="85714">
                  <a:srgbClr val="E7D6CB">
                    <a:alpha val="1128"/>
                  </a:srgbClr>
                </a:gs>
                <a:gs pos="100000">
                  <a:srgbClr val="E7D6CB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6489344">
              <a:off x="2317579" y="1234078"/>
              <a:ext cx="50436" cy="12609"/>
            </a:xfrm>
            <a:prstGeom prst="ellipse">
              <a:avLst/>
            </a:prstGeom>
            <a:gradFill>
              <a:gsLst>
                <a:gs pos="0">
                  <a:srgbClr val="E1D4D4">
                    <a:alpha val="20111"/>
                  </a:srgbClr>
                </a:gs>
                <a:gs pos="14286">
                  <a:srgbClr val="E1D4D4">
                    <a:alpha val="18647"/>
                  </a:srgbClr>
                </a:gs>
                <a:gs pos="28571">
                  <a:srgbClr val="E1D4D4">
                    <a:alpha val="14806"/>
                  </a:srgbClr>
                </a:gs>
                <a:gs pos="42857">
                  <a:srgbClr val="E1D4D4">
                    <a:alpha val="9977"/>
                  </a:srgbClr>
                </a:gs>
                <a:gs pos="57143">
                  <a:srgbClr val="E1D4D4">
                    <a:alpha val="5657"/>
                  </a:srgbClr>
                </a:gs>
                <a:gs pos="71429">
                  <a:srgbClr val="E1D4D4">
                    <a:alpha val="2689"/>
                  </a:srgbClr>
                </a:gs>
                <a:gs pos="85714">
                  <a:srgbClr val="E1D4D4">
                    <a:alpha val="1072"/>
                  </a:srgbClr>
                </a:gs>
                <a:gs pos="100000">
                  <a:srgbClr val="E1D4D4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-8241644">
              <a:off x="458041" y="1835310"/>
              <a:ext cx="675186" cy="2381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6628403">
              <a:off x="2330832" y="1223292"/>
              <a:ext cx="57173" cy="14293"/>
            </a:xfrm>
            <a:prstGeom prst="ellipse">
              <a:avLst/>
            </a:prstGeom>
            <a:gradFill>
              <a:gsLst>
                <a:gs pos="0">
                  <a:srgbClr val="AE8A80">
                    <a:alpha val="18910"/>
                  </a:srgbClr>
                </a:gs>
                <a:gs pos="14286">
                  <a:srgbClr val="AE8A80">
                    <a:alpha val="17523"/>
                  </a:srgbClr>
                </a:gs>
                <a:gs pos="28571">
                  <a:srgbClr val="AE8A80">
                    <a:alpha val="13893"/>
                  </a:srgbClr>
                </a:gs>
                <a:gs pos="42857">
                  <a:srgbClr val="AE8A80">
                    <a:alpha val="9346"/>
                  </a:srgbClr>
                </a:gs>
                <a:gs pos="57143">
                  <a:srgbClr val="AE8A80">
                    <a:alpha val="5291"/>
                  </a:srgbClr>
                </a:gs>
                <a:gs pos="71429">
                  <a:srgbClr val="AE8A80">
                    <a:alpha val="2513"/>
                  </a:srgbClr>
                </a:gs>
                <a:gs pos="85714">
                  <a:srgbClr val="AE8A80">
                    <a:alpha val="1001"/>
                  </a:srgbClr>
                </a:gs>
                <a:gs pos="100000">
                  <a:srgbClr val="AE8A8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-8594629">
              <a:off x="1815872" y="162085"/>
              <a:ext cx="808350" cy="214481"/>
            </a:xfrm>
            <a:prstGeom prst="ellipse">
              <a:avLst/>
            </a:prstGeom>
            <a:gradFill>
              <a:gsLst>
                <a:gs pos="0">
                  <a:srgbClr val="CA6700">
                    <a:alpha val="32968"/>
                  </a:srgbClr>
                </a:gs>
                <a:gs pos="14286">
                  <a:srgbClr val="CA6700">
                    <a:alpha val="30764"/>
                  </a:srgbClr>
                </a:gs>
                <a:gs pos="28571">
                  <a:srgbClr val="CA6700">
                    <a:alpha val="24833"/>
                  </a:srgbClr>
                </a:gs>
                <a:gs pos="42857">
                  <a:srgbClr val="CA6700">
                    <a:alpha val="17075"/>
                  </a:srgbClr>
                </a:gs>
                <a:gs pos="57143">
                  <a:srgbClr val="CA6700">
                    <a:alpha val="9855"/>
                  </a:srgbClr>
                </a:gs>
                <a:gs pos="71429">
                  <a:srgbClr val="CA6700">
                    <a:alpha val="4740"/>
                  </a:srgbClr>
                </a:gs>
                <a:gs pos="85714">
                  <a:srgbClr val="CA6700">
                    <a:alpha val="1902"/>
                  </a:srgbClr>
                </a:gs>
                <a:gs pos="100000">
                  <a:srgbClr val="CA6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7716444">
              <a:off x="-223125" y="1938869"/>
              <a:ext cx="932139" cy="68896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10770681">
              <a:off x="1561518" y="108570"/>
              <a:ext cx="334397" cy="114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8214727">
              <a:off x="22098" y="1753227"/>
              <a:ext cx="731891" cy="142975"/>
            </a:xfrm>
            <a:prstGeom prst="ellipse">
              <a:avLst/>
            </a:prstGeom>
            <a:gradFill>
              <a:gsLst>
                <a:gs pos="0">
                  <a:srgbClr val="B70000">
                    <a:alpha val="32968"/>
                  </a:srgbClr>
                </a:gs>
                <a:gs pos="14286">
                  <a:srgbClr val="B70000">
                    <a:alpha val="30764"/>
                  </a:srgbClr>
                </a:gs>
                <a:gs pos="28571">
                  <a:srgbClr val="B70000">
                    <a:alpha val="24833"/>
                  </a:srgbClr>
                </a:gs>
                <a:gs pos="42857">
                  <a:srgbClr val="B70000">
                    <a:alpha val="17075"/>
                  </a:srgbClr>
                </a:gs>
                <a:gs pos="57143">
                  <a:srgbClr val="B70000">
                    <a:alpha val="9855"/>
                  </a:srgbClr>
                </a:gs>
                <a:gs pos="71429">
                  <a:srgbClr val="B70000">
                    <a:alpha val="4740"/>
                  </a:srgbClr>
                </a:gs>
                <a:gs pos="85714">
                  <a:srgbClr val="B70000">
                    <a:alpha val="1902"/>
                  </a:srgbClr>
                </a:gs>
                <a:gs pos="100000">
                  <a:srgbClr val="B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4700233">
              <a:off x="523717" y="1459994"/>
              <a:ext cx="54573" cy="13643"/>
            </a:xfrm>
            <a:prstGeom prst="ellipse">
              <a:avLst/>
            </a:prstGeom>
            <a:gradFill>
              <a:gsLst>
                <a:gs pos="0">
                  <a:srgbClr val="E6D2E2">
                    <a:alpha val="19376"/>
                  </a:srgbClr>
                </a:gs>
                <a:gs pos="14286">
                  <a:srgbClr val="E6D2E2">
                    <a:alpha val="17959"/>
                  </a:srgbClr>
                </a:gs>
                <a:gs pos="28571">
                  <a:srgbClr val="E6D2E2">
                    <a:alpha val="14247"/>
                  </a:srgbClr>
                </a:gs>
                <a:gs pos="42857">
                  <a:srgbClr val="E6D2E2">
                    <a:alpha val="9590"/>
                  </a:srgbClr>
                </a:gs>
                <a:gs pos="57143">
                  <a:srgbClr val="E6D2E2">
                    <a:alpha val="5433"/>
                  </a:srgbClr>
                </a:gs>
                <a:gs pos="71429">
                  <a:srgbClr val="E6D2E2">
                    <a:alpha val="2581"/>
                  </a:srgbClr>
                </a:gs>
                <a:gs pos="85714">
                  <a:srgbClr val="E6D2E2">
                    <a:alpha val="1029"/>
                  </a:srgbClr>
                </a:gs>
                <a:gs pos="100000">
                  <a:srgbClr val="E6D2E2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-10147119">
              <a:off x="1254361" y="2277875"/>
              <a:ext cx="405942" cy="24303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-9785155">
              <a:off x="1738714" y="132392"/>
              <a:ext cx="530050" cy="23698"/>
            </a:xfrm>
            <a:prstGeom prst="ellipse">
              <a:avLst/>
            </a:prstGeom>
            <a:gradFill>
              <a:gsLst>
                <a:gs pos="0">
                  <a:srgbClr val="990000">
                    <a:alpha val="32968"/>
                  </a:srgbClr>
                </a:gs>
                <a:gs pos="14286">
                  <a:srgbClr val="990000">
                    <a:alpha val="30764"/>
                  </a:srgbClr>
                </a:gs>
                <a:gs pos="28571">
                  <a:srgbClr val="990000">
                    <a:alpha val="24833"/>
                  </a:srgbClr>
                </a:gs>
                <a:gs pos="42857">
                  <a:srgbClr val="990000">
                    <a:alpha val="17075"/>
                  </a:srgbClr>
                </a:gs>
                <a:gs pos="57143">
                  <a:srgbClr val="990000">
                    <a:alpha val="9855"/>
                  </a:srgbClr>
                </a:gs>
                <a:gs pos="71429">
                  <a:srgbClr val="990000">
                    <a:alpha val="4740"/>
                  </a:srgbClr>
                </a:gs>
                <a:gs pos="85714">
                  <a:srgbClr val="990000">
                    <a:alpha val="1902"/>
                  </a:srgbClr>
                </a:gs>
                <a:gs pos="100000">
                  <a:srgbClr val="9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8851256">
              <a:off x="1811726" y="885045"/>
              <a:ext cx="793815" cy="791470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5900609">
              <a:off x="2314957" y="1297560"/>
              <a:ext cx="58032" cy="14508"/>
            </a:xfrm>
            <a:prstGeom prst="ellipse">
              <a:avLst/>
            </a:prstGeom>
            <a:gradFill>
              <a:gsLst>
                <a:gs pos="0">
                  <a:srgbClr val="CAB7A3">
                    <a:alpha val="18755"/>
                  </a:srgbClr>
                </a:gs>
                <a:gs pos="14286">
                  <a:srgbClr val="CAB7A3">
                    <a:alpha val="17379"/>
                  </a:srgbClr>
                </a:gs>
                <a:gs pos="28571">
                  <a:srgbClr val="CAB7A3">
                    <a:alpha val="13776"/>
                  </a:srgbClr>
                </a:gs>
                <a:gs pos="42857">
                  <a:srgbClr val="CAB7A3">
                    <a:alpha val="9265"/>
                  </a:srgbClr>
                </a:gs>
                <a:gs pos="57143">
                  <a:srgbClr val="CAB7A3">
                    <a:alpha val="5245"/>
                  </a:srgbClr>
                </a:gs>
                <a:gs pos="71429">
                  <a:srgbClr val="CAB7A3">
                    <a:alpha val="2490"/>
                  </a:srgbClr>
                </a:gs>
                <a:gs pos="85714">
                  <a:srgbClr val="CAB7A3">
                    <a:alpha val="992"/>
                  </a:srgbClr>
                </a:gs>
                <a:gs pos="100000">
                  <a:srgbClr val="CAB7A3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9745944">
              <a:off x="1957031" y="1466773"/>
              <a:ext cx="118805" cy="45461"/>
            </a:xfrm>
            <a:prstGeom prst="ellipse">
              <a:avLst/>
            </a:prstGeom>
            <a:gradFill>
              <a:gsLst>
                <a:gs pos="0">
                  <a:srgbClr val="FFFFD0">
                    <a:alpha val="32968"/>
                  </a:srgbClr>
                </a:gs>
                <a:gs pos="14286">
                  <a:srgbClr val="FFFFD0">
                    <a:alpha val="30764"/>
                  </a:srgbClr>
                </a:gs>
                <a:gs pos="28571">
                  <a:srgbClr val="FFFFD0">
                    <a:alpha val="24833"/>
                  </a:srgbClr>
                </a:gs>
                <a:gs pos="42857">
                  <a:srgbClr val="FFFFD0">
                    <a:alpha val="17075"/>
                  </a:srgbClr>
                </a:gs>
                <a:gs pos="57143">
                  <a:srgbClr val="FFFFD0">
                    <a:alpha val="9855"/>
                  </a:srgbClr>
                </a:gs>
                <a:gs pos="71429">
                  <a:srgbClr val="FFFFD0">
                    <a:alpha val="4740"/>
                  </a:srgbClr>
                </a:gs>
                <a:gs pos="85714">
                  <a:srgbClr val="FFFFD0">
                    <a:alpha val="1902"/>
                  </a:srgbClr>
                </a:gs>
                <a:gs pos="100000">
                  <a:srgbClr val="FFFF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-9577542">
              <a:off x="1859980" y="161977"/>
              <a:ext cx="390661" cy="286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6806952">
              <a:off x="2136046" y="475516"/>
              <a:ext cx="767385" cy="430549"/>
            </a:xfrm>
            <a:prstGeom prst="ellipse">
              <a:avLst/>
            </a:prstGeom>
            <a:gradFill>
              <a:gsLst>
                <a:gs pos="0">
                  <a:srgbClr val="EE0000">
                    <a:alpha val="32968"/>
                  </a:srgbClr>
                </a:gs>
                <a:gs pos="14286">
                  <a:srgbClr val="EE0000">
                    <a:alpha val="30764"/>
                  </a:srgbClr>
                </a:gs>
                <a:gs pos="28571">
                  <a:srgbClr val="EE0000">
                    <a:alpha val="24833"/>
                  </a:srgbClr>
                </a:gs>
                <a:gs pos="42857">
                  <a:srgbClr val="EE0000">
                    <a:alpha val="17075"/>
                  </a:srgbClr>
                </a:gs>
                <a:gs pos="57143">
                  <a:srgbClr val="EE0000">
                    <a:alpha val="9855"/>
                  </a:srgbClr>
                </a:gs>
                <a:gs pos="71429">
                  <a:srgbClr val="EE0000">
                    <a:alpha val="4740"/>
                  </a:srgbClr>
                </a:gs>
                <a:gs pos="85714">
                  <a:srgbClr val="EE0000">
                    <a:alpha val="1902"/>
                  </a:srgbClr>
                </a:gs>
                <a:gs pos="100000">
                  <a:srgbClr val="E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-10325928">
              <a:off x="1666782" y="108870"/>
              <a:ext cx="360726" cy="31614"/>
            </a:xfrm>
            <a:prstGeom prst="ellipse">
              <a:avLst/>
            </a:prstGeom>
            <a:gradFill>
              <a:gsLst>
                <a:gs pos="0">
                  <a:srgbClr val="FFFFF3">
                    <a:alpha val="32968"/>
                  </a:srgbClr>
                </a:gs>
                <a:gs pos="14286">
                  <a:srgbClr val="FFFFF3">
                    <a:alpha val="30764"/>
                  </a:srgbClr>
                </a:gs>
                <a:gs pos="28571">
                  <a:srgbClr val="FFFFF3">
                    <a:alpha val="24833"/>
                  </a:srgbClr>
                </a:gs>
                <a:gs pos="42857">
                  <a:srgbClr val="FFFFF3">
                    <a:alpha val="17075"/>
                  </a:srgbClr>
                </a:gs>
                <a:gs pos="57143">
                  <a:srgbClr val="FFFFF3">
                    <a:alpha val="9855"/>
                  </a:srgbClr>
                </a:gs>
                <a:gs pos="71429">
                  <a:srgbClr val="FFFFF3">
                    <a:alpha val="4740"/>
                  </a:srgbClr>
                </a:gs>
                <a:gs pos="85714">
                  <a:srgbClr val="FFFFF3">
                    <a:alpha val="1902"/>
                  </a:srgbClr>
                </a:gs>
                <a:gs pos="100000">
                  <a:srgbClr val="FFFF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5624249">
              <a:off x="-46262" y="1624242"/>
              <a:ext cx="607375" cy="469424"/>
            </a:xfrm>
            <a:prstGeom prst="ellipse">
              <a:avLst/>
            </a:prstGeom>
            <a:gradFill>
              <a:gsLst>
                <a:gs pos="0">
                  <a:srgbClr val="F5BC6F">
                    <a:alpha val="14712"/>
                  </a:srgbClr>
                </a:gs>
                <a:gs pos="14286">
                  <a:srgbClr val="F5BC6F">
                    <a:alpha val="13607"/>
                  </a:srgbClr>
                </a:gs>
                <a:gs pos="28571">
                  <a:srgbClr val="F5BC6F">
                    <a:alpha val="10735"/>
                  </a:srgbClr>
                </a:gs>
                <a:gs pos="42857">
                  <a:srgbClr val="F5BC6F">
                    <a:alpha val="7178"/>
                  </a:srgbClr>
                </a:gs>
                <a:gs pos="57143">
                  <a:srgbClr val="F5BC6F">
                    <a:alpha val="4043"/>
                  </a:srgbClr>
                </a:gs>
                <a:gs pos="71429">
                  <a:srgbClr val="F5BC6F">
                    <a:alpha val="1913"/>
                  </a:srgbClr>
                </a:gs>
                <a:gs pos="85714">
                  <a:srgbClr val="F5BC6F">
                    <a:alpha val="761"/>
                  </a:srgbClr>
                </a:gs>
                <a:gs pos="100000">
                  <a:srgbClr val="F5BC6F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6486459">
              <a:off x="2081827" y="1650001"/>
              <a:ext cx="52869" cy="13217"/>
            </a:xfrm>
            <a:prstGeom prst="ellipse">
              <a:avLst/>
            </a:prstGeom>
            <a:gradFill>
              <a:gsLst>
                <a:gs pos="0">
                  <a:srgbClr val="FFFAF0">
                    <a:alpha val="19679"/>
                  </a:srgbClr>
                </a:gs>
                <a:gs pos="14286">
                  <a:srgbClr val="FFFAF0">
                    <a:alpha val="18243"/>
                  </a:srgbClr>
                </a:gs>
                <a:gs pos="28571">
                  <a:srgbClr val="FFFAF0">
                    <a:alpha val="14477"/>
                  </a:srgbClr>
                </a:gs>
                <a:gs pos="42857">
                  <a:srgbClr val="FFFAF0">
                    <a:alpha val="9749"/>
                  </a:srgbClr>
                </a:gs>
                <a:gs pos="57143">
                  <a:srgbClr val="FFFAF0">
                    <a:alpha val="5525"/>
                  </a:srgbClr>
                </a:gs>
                <a:gs pos="71429">
                  <a:srgbClr val="FFFAF0">
                    <a:alpha val="2626"/>
                  </a:srgbClr>
                </a:gs>
                <a:gs pos="85714">
                  <a:srgbClr val="FFFAF0">
                    <a:alpha val="1047"/>
                  </a:srgbClr>
                </a:gs>
                <a:gs pos="100000">
                  <a:srgbClr val="FFFAF0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-10468435">
              <a:off x="1990918" y="1491312"/>
              <a:ext cx="52554" cy="13138"/>
            </a:xfrm>
            <a:prstGeom prst="ellipse">
              <a:avLst/>
            </a:prstGeom>
            <a:gradFill>
              <a:gsLst>
                <a:gs pos="0">
                  <a:srgbClr val="FAEDEA">
                    <a:alpha val="19735"/>
                  </a:srgbClr>
                </a:gs>
                <a:gs pos="14286">
                  <a:srgbClr val="FAEDEA">
                    <a:alpha val="18295"/>
                  </a:srgbClr>
                </a:gs>
                <a:gs pos="28571">
                  <a:srgbClr val="FAEDEA">
                    <a:alpha val="14520"/>
                  </a:srgbClr>
                </a:gs>
                <a:gs pos="42857">
                  <a:srgbClr val="FAEDEA">
                    <a:alpha val="9779"/>
                  </a:srgbClr>
                </a:gs>
                <a:gs pos="57143">
                  <a:srgbClr val="FAEDEA">
                    <a:alpha val="5543"/>
                  </a:srgbClr>
                </a:gs>
                <a:gs pos="71429">
                  <a:srgbClr val="FAEDEA">
                    <a:alpha val="2634"/>
                  </a:srgbClr>
                </a:gs>
                <a:gs pos="85714">
                  <a:srgbClr val="FAEDEA">
                    <a:alpha val="1050"/>
                  </a:srgbClr>
                </a:gs>
                <a:gs pos="100000">
                  <a:srgbClr val="FAEDEA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-9243980">
              <a:off x="1009496" y="2119675"/>
              <a:ext cx="60904" cy="15226"/>
            </a:xfrm>
            <a:prstGeom prst="ellipse">
              <a:avLst/>
            </a:prstGeom>
            <a:gradFill>
              <a:gsLst>
                <a:gs pos="0">
                  <a:srgbClr val="DE936A">
                    <a:alpha val="18237"/>
                  </a:srgbClr>
                </a:gs>
                <a:gs pos="14286">
                  <a:srgbClr val="DE936A">
                    <a:alpha val="16894"/>
                  </a:srgbClr>
                </a:gs>
                <a:gs pos="28571">
                  <a:srgbClr val="DE936A">
                    <a:alpha val="13384"/>
                  </a:srgbClr>
                </a:gs>
                <a:gs pos="42857">
                  <a:srgbClr val="DE936A">
                    <a:alpha val="8994"/>
                  </a:srgbClr>
                </a:gs>
                <a:gs pos="57143">
                  <a:srgbClr val="DE936A">
                    <a:alpha val="5088"/>
                  </a:srgbClr>
                </a:gs>
                <a:gs pos="71429">
                  <a:srgbClr val="DE936A">
                    <a:alpha val="2415"/>
                  </a:srgbClr>
                </a:gs>
                <a:gs pos="85714">
                  <a:srgbClr val="DE936A">
                    <a:alpha val="962"/>
                  </a:srgbClr>
                </a:gs>
                <a:gs pos="100000">
                  <a:srgbClr val="DE936A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10018384">
              <a:off x="1340955" y="127336"/>
              <a:ext cx="365238" cy="36040"/>
            </a:xfrm>
            <a:prstGeom prst="ellipse">
              <a:avLst/>
            </a:prstGeom>
            <a:gradFill>
              <a:gsLst>
                <a:gs pos="0">
                  <a:srgbClr val="FFFFE7">
                    <a:alpha val="32968"/>
                  </a:srgbClr>
                </a:gs>
                <a:gs pos="14286">
                  <a:srgbClr val="FFFFE7">
                    <a:alpha val="30764"/>
                  </a:srgbClr>
                </a:gs>
                <a:gs pos="28571">
                  <a:srgbClr val="FFFFE7">
                    <a:alpha val="24833"/>
                  </a:srgbClr>
                </a:gs>
                <a:gs pos="42857">
                  <a:srgbClr val="FFFFE7">
                    <a:alpha val="17075"/>
                  </a:srgbClr>
                </a:gs>
                <a:gs pos="57143">
                  <a:srgbClr val="FFFFE7">
                    <a:alpha val="9855"/>
                  </a:srgbClr>
                </a:gs>
                <a:gs pos="71429">
                  <a:srgbClr val="FFFFE7">
                    <a:alpha val="4740"/>
                  </a:srgbClr>
                </a:gs>
                <a:gs pos="85714">
                  <a:srgbClr val="FFFFE7">
                    <a:alpha val="1902"/>
                  </a:srgbClr>
                </a:gs>
                <a:gs pos="100000">
                  <a:srgbClr val="FF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-9284243">
              <a:off x="956213" y="2177434"/>
              <a:ext cx="375807" cy="241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4942530">
              <a:off x="432188" y="1382259"/>
              <a:ext cx="237320" cy="371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3598891">
              <a:off x="2005894" y="1796947"/>
              <a:ext cx="51496" cy="12874"/>
            </a:xfrm>
            <a:prstGeom prst="ellipse">
              <a:avLst/>
            </a:prstGeom>
            <a:gradFill>
              <a:gsLst>
                <a:gs pos="0">
                  <a:srgbClr val="F2DAD4">
                    <a:alpha val="19923"/>
                  </a:srgbClr>
                </a:gs>
                <a:gs pos="14286">
                  <a:srgbClr val="F2DAD4">
                    <a:alpha val="18471"/>
                  </a:srgbClr>
                </a:gs>
                <a:gs pos="28571">
                  <a:srgbClr val="F2DAD4">
                    <a:alpha val="14663"/>
                  </a:srgbClr>
                </a:gs>
                <a:gs pos="42857">
                  <a:srgbClr val="F2DAD4">
                    <a:alpha val="9878"/>
                  </a:srgbClr>
                </a:gs>
                <a:gs pos="57143">
                  <a:srgbClr val="F2DAD4">
                    <a:alpha val="5600"/>
                  </a:srgbClr>
                </a:gs>
                <a:gs pos="71429">
                  <a:srgbClr val="F2DAD4">
                    <a:alpha val="2661"/>
                  </a:srgbClr>
                </a:gs>
                <a:gs pos="85714">
                  <a:srgbClr val="F2DAD4">
                    <a:alpha val="1061"/>
                  </a:srgbClr>
                </a:gs>
                <a:gs pos="100000">
                  <a:srgbClr val="F2DAD4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-9509681">
              <a:off x="1408128" y="1176943"/>
              <a:ext cx="56213" cy="14053"/>
            </a:xfrm>
            <a:prstGeom prst="ellipse">
              <a:avLst/>
            </a:prstGeom>
            <a:gradFill>
              <a:gsLst>
                <a:gs pos="0">
                  <a:srgbClr val="F3D7D5">
                    <a:alpha val="19082"/>
                  </a:srgbClr>
                </a:gs>
                <a:gs pos="14286">
                  <a:srgbClr val="F3D7D5">
                    <a:alpha val="17684"/>
                  </a:srgbClr>
                </a:gs>
                <a:gs pos="28571">
                  <a:srgbClr val="F3D7D5">
                    <a:alpha val="14024"/>
                  </a:srgbClr>
                </a:gs>
                <a:gs pos="42857">
                  <a:srgbClr val="F3D7D5">
                    <a:alpha val="9436"/>
                  </a:srgbClr>
                </a:gs>
                <a:gs pos="57143">
                  <a:srgbClr val="F3D7D5">
                    <a:alpha val="5344"/>
                  </a:srgbClr>
                </a:gs>
                <a:gs pos="71429">
                  <a:srgbClr val="F3D7D5">
                    <a:alpha val="2538"/>
                  </a:srgbClr>
                </a:gs>
                <a:gs pos="85714">
                  <a:srgbClr val="F3D7D5">
                    <a:alpha val="1011"/>
                  </a:srgbClr>
                </a:gs>
                <a:gs pos="100000">
                  <a:srgbClr val="F3D7D5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8244168">
              <a:off x="2283927" y="1071658"/>
              <a:ext cx="62194" cy="15548"/>
            </a:xfrm>
            <a:prstGeom prst="ellipse">
              <a:avLst/>
            </a:prstGeom>
            <a:gradFill>
              <a:gsLst>
                <a:gs pos="0">
                  <a:srgbClr val="D1AB8F">
                    <a:alpha val="18003"/>
                  </a:srgbClr>
                </a:gs>
                <a:gs pos="14286">
                  <a:srgbClr val="D1AB8F">
                    <a:alpha val="16676"/>
                  </a:srgbClr>
                </a:gs>
                <a:gs pos="28571">
                  <a:srgbClr val="D1AB8F">
                    <a:alpha val="13207"/>
                  </a:srgbClr>
                </a:gs>
                <a:gs pos="42857">
                  <a:srgbClr val="D1AB8F">
                    <a:alpha val="8872"/>
                  </a:srgbClr>
                </a:gs>
                <a:gs pos="57143">
                  <a:srgbClr val="D1AB8F">
                    <a:alpha val="5018"/>
                  </a:srgbClr>
                </a:gs>
                <a:gs pos="71429">
                  <a:srgbClr val="D1AB8F">
                    <a:alpha val="2381"/>
                  </a:srgbClr>
                </a:gs>
                <a:gs pos="85714">
                  <a:srgbClr val="D1AB8F">
                    <a:alpha val="948"/>
                  </a:srgbClr>
                </a:gs>
                <a:gs pos="100000">
                  <a:srgbClr val="D1AB8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8862881">
              <a:off x="2070267" y="1616392"/>
              <a:ext cx="136290" cy="657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3434400">
              <a:off x="994791" y="904430"/>
              <a:ext cx="296145" cy="34193"/>
            </a:xfrm>
            <a:prstGeom prst="ellipse">
              <a:avLst/>
            </a:prstGeom>
            <a:gradFill>
              <a:gsLst>
                <a:gs pos="0">
                  <a:srgbClr val="FFFFC7">
                    <a:alpha val="32968"/>
                  </a:srgbClr>
                </a:gs>
                <a:gs pos="14286">
                  <a:srgbClr val="FFFFC7">
                    <a:alpha val="30764"/>
                  </a:srgbClr>
                </a:gs>
                <a:gs pos="28571">
                  <a:srgbClr val="FFFFC7">
                    <a:alpha val="24833"/>
                  </a:srgbClr>
                </a:gs>
                <a:gs pos="42857">
                  <a:srgbClr val="FFFFC7">
                    <a:alpha val="17075"/>
                  </a:srgbClr>
                </a:gs>
                <a:gs pos="57143">
                  <a:srgbClr val="FFFFC7">
                    <a:alpha val="9855"/>
                  </a:srgbClr>
                </a:gs>
                <a:gs pos="71429">
                  <a:srgbClr val="FFFFC7">
                    <a:alpha val="4740"/>
                  </a:srgbClr>
                </a:gs>
                <a:gs pos="85714">
                  <a:srgbClr val="FFFFC7">
                    <a:alpha val="1902"/>
                  </a:srgbClr>
                </a:gs>
                <a:gs pos="100000">
                  <a:srgbClr val="FFFF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-10243608">
              <a:off x="1263354" y="1031477"/>
              <a:ext cx="691910" cy="517827"/>
            </a:xfrm>
            <a:prstGeom prst="ellipse">
              <a:avLst/>
            </a:prstGeom>
            <a:gradFill>
              <a:gsLst>
                <a:gs pos="0">
                  <a:srgbClr val="AD0007">
                    <a:alpha val="32968"/>
                  </a:srgbClr>
                </a:gs>
                <a:gs pos="14286">
                  <a:srgbClr val="AD0007">
                    <a:alpha val="30764"/>
                  </a:srgbClr>
                </a:gs>
                <a:gs pos="28571">
                  <a:srgbClr val="AD0007">
                    <a:alpha val="24833"/>
                  </a:srgbClr>
                </a:gs>
                <a:gs pos="42857">
                  <a:srgbClr val="AD0007">
                    <a:alpha val="17075"/>
                  </a:srgbClr>
                </a:gs>
                <a:gs pos="57143">
                  <a:srgbClr val="AD0007">
                    <a:alpha val="9855"/>
                  </a:srgbClr>
                </a:gs>
                <a:gs pos="71429">
                  <a:srgbClr val="AD0007">
                    <a:alpha val="4740"/>
                  </a:srgbClr>
                </a:gs>
                <a:gs pos="85714">
                  <a:srgbClr val="AD0007">
                    <a:alpha val="1902"/>
                  </a:srgbClr>
                </a:gs>
                <a:gs pos="100000">
                  <a:srgbClr val="AD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2900042">
              <a:off x="1047350" y="987713"/>
              <a:ext cx="310979" cy="29495"/>
            </a:xfrm>
            <a:prstGeom prst="ellipse">
              <a:avLst/>
            </a:prstGeom>
            <a:gradFill>
              <a:gsLst>
                <a:gs pos="0">
                  <a:srgbClr val="FFFFCC">
                    <a:alpha val="32968"/>
                  </a:srgbClr>
                </a:gs>
                <a:gs pos="14286">
                  <a:srgbClr val="FFFFCC">
                    <a:alpha val="30764"/>
                  </a:srgbClr>
                </a:gs>
                <a:gs pos="28571">
                  <a:srgbClr val="FFFFCC">
                    <a:alpha val="24833"/>
                  </a:srgbClr>
                </a:gs>
                <a:gs pos="42857">
                  <a:srgbClr val="FFFFCC">
                    <a:alpha val="17075"/>
                  </a:srgbClr>
                </a:gs>
                <a:gs pos="57143">
                  <a:srgbClr val="FFFFCC">
                    <a:alpha val="9855"/>
                  </a:srgbClr>
                </a:gs>
                <a:gs pos="71429">
                  <a:srgbClr val="FFFFCC">
                    <a:alpha val="4740"/>
                  </a:srgbClr>
                </a:gs>
                <a:gs pos="85714">
                  <a:srgbClr val="FFFFCC">
                    <a:alpha val="1902"/>
                  </a:srgbClr>
                </a:gs>
                <a:gs pos="100000">
                  <a:srgbClr val="FFFF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6727315">
              <a:off x="2216592" y="1763225"/>
              <a:ext cx="61654" cy="15413"/>
            </a:xfrm>
            <a:prstGeom prst="ellipse">
              <a:avLst/>
            </a:prstGeom>
            <a:gradFill>
              <a:gsLst>
                <a:gs pos="0">
                  <a:srgbClr val="BB6D4B">
                    <a:alpha val="18101"/>
                  </a:srgbClr>
                </a:gs>
                <a:gs pos="14286">
                  <a:srgbClr val="BB6D4B">
                    <a:alpha val="16767"/>
                  </a:srgbClr>
                </a:gs>
                <a:gs pos="28571">
                  <a:srgbClr val="BB6D4B">
                    <a:alpha val="13281"/>
                  </a:srgbClr>
                </a:gs>
                <a:gs pos="42857">
                  <a:srgbClr val="BB6D4B">
                    <a:alpha val="8923"/>
                  </a:srgbClr>
                </a:gs>
                <a:gs pos="57143">
                  <a:srgbClr val="BB6D4B">
                    <a:alpha val="5047"/>
                  </a:srgbClr>
                </a:gs>
                <a:gs pos="71429">
                  <a:srgbClr val="BB6D4B">
                    <a:alpha val="2395"/>
                  </a:srgbClr>
                </a:gs>
                <a:gs pos="85714">
                  <a:srgbClr val="BB6D4B">
                    <a:alpha val="954"/>
                  </a:srgbClr>
                </a:gs>
                <a:gs pos="100000">
                  <a:srgbClr val="BB6D4B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-10446151">
              <a:off x="2012623" y="1555657"/>
              <a:ext cx="221697" cy="210942"/>
            </a:xfrm>
            <a:prstGeom prst="ellipse">
              <a:avLst/>
            </a:prstGeom>
            <a:gradFill>
              <a:gsLst>
                <a:gs pos="0">
                  <a:srgbClr val="C0FF00">
                    <a:alpha val="3662"/>
                  </a:srgbClr>
                </a:gs>
                <a:gs pos="14286">
                  <a:srgbClr val="C0FF00">
                    <a:alpha val="3371"/>
                  </a:srgbClr>
                </a:gs>
                <a:gs pos="28571">
                  <a:srgbClr val="C0FF00">
                    <a:alpha val="2627"/>
                  </a:srgbClr>
                </a:gs>
                <a:gs pos="42857">
                  <a:srgbClr val="C0FF00">
                    <a:alpha val="1731"/>
                  </a:srgbClr>
                </a:gs>
                <a:gs pos="57143">
                  <a:srgbClr val="C0FF00">
                    <a:alpha val="963"/>
                  </a:srgbClr>
                </a:gs>
                <a:gs pos="71429">
                  <a:srgbClr val="C0FF00">
                    <a:alpha val="452"/>
                  </a:srgbClr>
                </a:gs>
                <a:gs pos="85714">
                  <a:srgbClr val="C0FF00">
                    <a:alpha val="179"/>
                  </a:srgbClr>
                </a:gs>
                <a:gs pos="100000">
                  <a:srgbClr val="C0FF00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5859399">
              <a:off x="2025581" y="1633840"/>
              <a:ext cx="258617" cy="88030"/>
            </a:xfrm>
            <a:prstGeom prst="ellipse">
              <a:avLst/>
            </a:prstGeom>
            <a:gradFill>
              <a:gsLst>
                <a:gs pos="0">
                  <a:srgbClr val="FFFFCB">
                    <a:alpha val="32968"/>
                  </a:srgbClr>
                </a:gs>
                <a:gs pos="14286">
                  <a:srgbClr val="FFFFCB">
                    <a:alpha val="30764"/>
                  </a:srgbClr>
                </a:gs>
                <a:gs pos="28571">
                  <a:srgbClr val="FFFFCB">
                    <a:alpha val="24833"/>
                  </a:srgbClr>
                </a:gs>
                <a:gs pos="42857">
                  <a:srgbClr val="FFFFCB">
                    <a:alpha val="17075"/>
                  </a:srgbClr>
                </a:gs>
                <a:gs pos="57143">
                  <a:srgbClr val="FFFFCB">
                    <a:alpha val="9855"/>
                  </a:srgbClr>
                </a:gs>
                <a:gs pos="71429">
                  <a:srgbClr val="FFFFCB">
                    <a:alpha val="4740"/>
                  </a:srgbClr>
                </a:gs>
                <a:gs pos="85714">
                  <a:srgbClr val="FFFFCB">
                    <a:alpha val="1902"/>
                  </a:srgbClr>
                </a:gs>
                <a:gs pos="100000">
                  <a:srgbClr val="FFFF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5064298">
              <a:off x="2044054" y="1467287"/>
              <a:ext cx="212021" cy="38418"/>
            </a:xfrm>
            <a:prstGeom prst="ellipse">
              <a:avLst/>
            </a:prstGeom>
            <a:gradFill>
              <a:gsLst>
                <a:gs pos="0">
                  <a:srgbClr val="FFD096">
                    <a:alpha val="18068"/>
                  </a:srgbClr>
                </a:gs>
                <a:gs pos="14286">
                  <a:srgbClr val="FFD096">
                    <a:alpha val="16737"/>
                  </a:srgbClr>
                </a:gs>
                <a:gs pos="28571">
                  <a:srgbClr val="FFD096">
                    <a:alpha val="13257"/>
                  </a:srgbClr>
                </a:gs>
                <a:gs pos="42857">
                  <a:srgbClr val="FFD096">
                    <a:alpha val="8906"/>
                  </a:srgbClr>
                </a:gs>
                <a:gs pos="57143">
                  <a:srgbClr val="FFD096">
                    <a:alpha val="5038"/>
                  </a:srgbClr>
                </a:gs>
                <a:gs pos="71429">
                  <a:srgbClr val="FFD096">
                    <a:alpha val="2390"/>
                  </a:srgbClr>
                </a:gs>
                <a:gs pos="85714">
                  <a:srgbClr val="FFD096">
                    <a:alpha val="952"/>
                  </a:srgbClr>
                </a:gs>
                <a:gs pos="100000">
                  <a:srgbClr val="FFD096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4020831">
              <a:off x="2598376" y="2020347"/>
              <a:ext cx="938379" cy="243638"/>
            </a:xfrm>
            <a:prstGeom prst="ellipse">
              <a:avLst/>
            </a:prstGeom>
            <a:gradFill>
              <a:gsLst>
                <a:gs pos="0">
                  <a:srgbClr val="420000">
                    <a:alpha val="32968"/>
                  </a:srgbClr>
                </a:gs>
                <a:gs pos="14286">
                  <a:srgbClr val="420000">
                    <a:alpha val="30764"/>
                  </a:srgbClr>
                </a:gs>
                <a:gs pos="28571">
                  <a:srgbClr val="420000">
                    <a:alpha val="24833"/>
                  </a:srgbClr>
                </a:gs>
                <a:gs pos="42857">
                  <a:srgbClr val="420000">
                    <a:alpha val="17075"/>
                  </a:srgbClr>
                </a:gs>
                <a:gs pos="57143">
                  <a:srgbClr val="420000">
                    <a:alpha val="9855"/>
                  </a:srgbClr>
                </a:gs>
                <a:gs pos="71429">
                  <a:srgbClr val="420000">
                    <a:alpha val="4740"/>
                  </a:srgbClr>
                </a:gs>
                <a:gs pos="85714">
                  <a:srgbClr val="420000">
                    <a:alpha val="1902"/>
                  </a:srgbClr>
                </a:gs>
                <a:gs pos="100000">
                  <a:srgbClr val="4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10277386">
              <a:off x="1358489" y="1561630"/>
              <a:ext cx="58275" cy="14569"/>
            </a:xfrm>
            <a:prstGeom prst="ellipse">
              <a:avLst/>
            </a:prstGeom>
            <a:gradFill>
              <a:gsLst>
                <a:gs pos="0">
                  <a:srgbClr val="FFFFFF">
                    <a:alpha val="18711"/>
                  </a:srgbClr>
                </a:gs>
                <a:gs pos="14286">
                  <a:srgbClr val="FFFFFF">
                    <a:alpha val="17338"/>
                  </a:srgbClr>
                </a:gs>
                <a:gs pos="28571">
                  <a:srgbClr val="FFFFFF">
                    <a:alpha val="13743"/>
                  </a:srgbClr>
                </a:gs>
                <a:gs pos="42857">
                  <a:srgbClr val="FFFFFF">
                    <a:alpha val="9242"/>
                  </a:srgbClr>
                </a:gs>
                <a:gs pos="57143">
                  <a:srgbClr val="FFFFFF">
                    <a:alpha val="5231"/>
                  </a:srgbClr>
                </a:gs>
                <a:gs pos="71429">
                  <a:srgbClr val="FFFFFF">
                    <a:alpha val="2484"/>
                  </a:srgbClr>
                </a:gs>
                <a:gs pos="85714">
                  <a:srgbClr val="FFFFFF">
                    <a:alpha val="990"/>
                  </a:srgbClr>
                </a:gs>
                <a:gs pos="100000">
                  <a:srgbClr val="FFFFFF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5960548">
              <a:off x="2446226" y="735198"/>
              <a:ext cx="62871" cy="15718"/>
            </a:xfrm>
            <a:prstGeom prst="ellipse">
              <a:avLst/>
            </a:prstGeom>
            <a:gradFill>
              <a:gsLst>
                <a:gs pos="0">
                  <a:srgbClr val="F0D2B5">
                    <a:alpha val="17880"/>
                  </a:srgbClr>
                </a:gs>
                <a:gs pos="14286">
                  <a:srgbClr val="F0D2B5">
                    <a:alpha val="16561"/>
                  </a:srgbClr>
                </a:gs>
                <a:gs pos="28571">
                  <a:srgbClr val="F0D2B5">
                    <a:alpha val="13114"/>
                  </a:srgbClr>
                </a:gs>
                <a:gs pos="42857">
                  <a:srgbClr val="F0D2B5">
                    <a:alpha val="8808"/>
                  </a:srgbClr>
                </a:gs>
                <a:gs pos="57143">
                  <a:srgbClr val="F0D2B5">
                    <a:alpha val="4981"/>
                  </a:srgbClr>
                </a:gs>
                <a:gs pos="71429">
                  <a:srgbClr val="F0D2B5">
                    <a:alpha val="2363"/>
                  </a:srgbClr>
                </a:gs>
                <a:gs pos="85714">
                  <a:srgbClr val="F0D2B5">
                    <a:alpha val="941"/>
                  </a:srgbClr>
                </a:gs>
                <a:gs pos="100000">
                  <a:srgbClr val="F0D2B5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4318004">
              <a:off x="794751" y="822184"/>
              <a:ext cx="571247" cy="345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4105838">
              <a:off x="2228574" y="517413"/>
              <a:ext cx="393840" cy="420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7055143">
              <a:off x="1093333" y="409943"/>
              <a:ext cx="62180" cy="15545"/>
            </a:xfrm>
            <a:prstGeom prst="ellipse">
              <a:avLst/>
            </a:prstGeom>
            <a:gradFill>
              <a:gsLst>
                <a:gs pos="0">
                  <a:srgbClr val="EFD7C3">
                    <a:alpha val="18005"/>
                  </a:srgbClr>
                </a:gs>
                <a:gs pos="14286">
                  <a:srgbClr val="EFD7C3">
                    <a:alpha val="16678"/>
                  </a:srgbClr>
                </a:gs>
                <a:gs pos="28571">
                  <a:srgbClr val="EFD7C3">
                    <a:alpha val="13209"/>
                  </a:srgbClr>
                </a:gs>
                <a:gs pos="42857">
                  <a:srgbClr val="EFD7C3">
                    <a:alpha val="8874"/>
                  </a:srgbClr>
                </a:gs>
                <a:gs pos="57143">
                  <a:srgbClr val="EFD7C3">
                    <a:alpha val="5019"/>
                  </a:srgbClr>
                </a:gs>
                <a:gs pos="71429">
                  <a:srgbClr val="EFD7C3">
                    <a:alpha val="2381"/>
                  </a:srgbClr>
                </a:gs>
                <a:gs pos="85714">
                  <a:srgbClr val="EFD7C3">
                    <a:alpha val="949"/>
                  </a:srgbClr>
                </a:gs>
                <a:gs pos="100000">
                  <a:srgbClr val="EFD7C3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-8702996">
              <a:off x="924921" y="996641"/>
              <a:ext cx="563604" cy="153896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7208336">
              <a:off x="2664412" y="2159832"/>
              <a:ext cx="564478" cy="449183"/>
            </a:xfrm>
            <a:prstGeom prst="ellipse">
              <a:avLst/>
            </a:prstGeom>
            <a:gradFill>
              <a:gsLst>
                <a:gs pos="0">
                  <a:srgbClr val="9D0000">
                    <a:alpha val="13249"/>
                  </a:srgbClr>
                </a:gs>
                <a:gs pos="14286">
                  <a:srgbClr val="9D0000">
                    <a:alpha val="12246"/>
                  </a:srgbClr>
                </a:gs>
                <a:gs pos="28571">
                  <a:srgbClr val="9D0000">
                    <a:alpha val="9645"/>
                  </a:srgbClr>
                </a:gs>
                <a:gs pos="42857">
                  <a:srgbClr val="9D0000">
                    <a:alpha val="6436"/>
                  </a:srgbClr>
                </a:gs>
                <a:gs pos="57143">
                  <a:srgbClr val="9D0000">
                    <a:alpha val="3619"/>
                  </a:srgbClr>
                </a:gs>
                <a:gs pos="71429">
                  <a:srgbClr val="9D0000">
                    <a:alpha val="1711"/>
                  </a:srgbClr>
                </a:gs>
                <a:gs pos="85714">
                  <a:srgbClr val="9D0000">
                    <a:alpha val="680"/>
                  </a:srgbClr>
                </a:gs>
                <a:gs pos="100000">
                  <a:srgbClr val="9D0000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7055416">
              <a:off x="2171084" y="960005"/>
              <a:ext cx="490606" cy="271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-10457651">
              <a:off x="1653365" y="1237016"/>
              <a:ext cx="63093" cy="15773"/>
            </a:xfrm>
            <a:prstGeom prst="ellipse">
              <a:avLst/>
            </a:prstGeom>
            <a:gradFill>
              <a:gsLst>
                <a:gs pos="0">
                  <a:srgbClr val="E5AF96">
                    <a:alpha val="17839"/>
                  </a:srgbClr>
                </a:gs>
                <a:gs pos="14286">
                  <a:srgbClr val="E5AF96">
                    <a:alpha val="16523"/>
                  </a:srgbClr>
                </a:gs>
                <a:gs pos="28571">
                  <a:srgbClr val="E5AF96">
                    <a:alpha val="13084"/>
                  </a:srgbClr>
                </a:gs>
                <a:gs pos="42857">
                  <a:srgbClr val="E5AF96">
                    <a:alpha val="8787"/>
                  </a:srgbClr>
                </a:gs>
                <a:gs pos="57143">
                  <a:srgbClr val="E5AF96">
                    <a:alpha val="4969"/>
                  </a:srgbClr>
                </a:gs>
                <a:gs pos="71429">
                  <a:srgbClr val="E5AF96">
                    <a:alpha val="2357"/>
                  </a:srgbClr>
                </a:gs>
                <a:gs pos="85714">
                  <a:srgbClr val="E5AF96">
                    <a:alpha val="939"/>
                  </a:srgbClr>
                </a:gs>
                <a:gs pos="100000">
                  <a:srgbClr val="E5AF96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2986879">
              <a:off x="2186598" y="376331"/>
              <a:ext cx="328005" cy="427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3285587">
              <a:off x="2020956" y="1878062"/>
              <a:ext cx="54353" cy="13588"/>
            </a:xfrm>
            <a:prstGeom prst="ellipse">
              <a:avLst/>
            </a:prstGeom>
            <a:gradFill>
              <a:gsLst>
                <a:gs pos="0">
                  <a:srgbClr val="FFE4CB">
                    <a:alpha val="19415"/>
                  </a:srgbClr>
                </a:gs>
                <a:gs pos="14286">
                  <a:srgbClr val="FFE4CB">
                    <a:alpha val="17995"/>
                  </a:srgbClr>
                </a:gs>
                <a:gs pos="28571">
                  <a:srgbClr val="FFE4CB">
                    <a:alpha val="14276"/>
                  </a:srgbClr>
                </a:gs>
                <a:gs pos="42857">
                  <a:srgbClr val="FFE4CB">
                    <a:alpha val="9610"/>
                  </a:srgbClr>
                </a:gs>
                <a:gs pos="57143">
                  <a:srgbClr val="FFE4CB">
                    <a:alpha val="5445"/>
                  </a:srgbClr>
                </a:gs>
                <a:gs pos="71429">
                  <a:srgbClr val="FFE4CB">
                    <a:alpha val="2587"/>
                  </a:srgbClr>
                </a:gs>
                <a:gs pos="85714">
                  <a:srgbClr val="FFE4CB">
                    <a:alpha val="1031"/>
                  </a:srgbClr>
                </a:gs>
                <a:gs pos="100000">
                  <a:srgbClr val="FFE4CB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-9438836">
              <a:off x="2111459" y="190798"/>
              <a:ext cx="63879" cy="15970"/>
            </a:xfrm>
            <a:prstGeom prst="ellipse">
              <a:avLst/>
            </a:prstGeom>
            <a:gradFill>
              <a:gsLst>
                <a:gs pos="0">
                  <a:srgbClr val="D09F8A">
                    <a:alpha val="17696"/>
                  </a:srgbClr>
                </a:gs>
                <a:gs pos="14286">
                  <a:srgbClr val="D09F8A">
                    <a:alpha val="16389"/>
                  </a:srgbClr>
                </a:gs>
                <a:gs pos="28571">
                  <a:srgbClr val="D09F8A">
                    <a:alpha val="12976"/>
                  </a:srgbClr>
                </a:gs>
                <a:gs pos="42857">
                  <a:srgbClr val="D09F8A">
                    <a:alpha val="8713"/>
                  </a:srgbClr>
                </a:gs>
                <a:gs pos="57143">
                  <a:srgbClr val="D09F8A">
                    <a:alpha val="4926"/>
                  </a:srgbClr>
                </a:gs>
                <a:gs pos="71429">
                  <a:srgbClr val="D09F8A">
                    <a:alpha val="2337"/>
                  </a:srgbClr>
                </a:gs>
                <a:gs pos="85714">
                  <a:srgbClr val="D09F8A">
                    <a:alpha val="931"/>
                  </a:srgbClr>
                </a:gs>
                <a:gs pos="100000">
                  <a:srgbClr val="D09F8A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-10609355">
              <a:off x="1922888" y="1475121"/>
              <a:ext cx="221058" cy="19083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9940585">
              <a:off x="1705221" y="1130235"/>
              <a:ext cx="591482" cy="2923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3476479">
              <a:off x="2337151" y="402708"/>
              <a:ext cx="64258" cy="16064"/>
            </a:xfrm>
            <a:prstGeom prst="ellipse">
              <a:avLst/>
            </a:prstGeom>
            <a:gradFill>
              <a:gsLst>
                <a:gs pos="0">
                  <a:srgbClr val="EDD5C6">
                    <a:alpha val="17627"/>
                  </a:srgbClr>
                </a:gs>
                <a:gs pos="14286">
                  <a:srgbClr val="EDD5C6">
                    <a:alpha val="16325"/>
                  </a:srgbClr>
                </a:gs>
                <a:gs pos="28571">
                  <a:srgbClr val="EDD5C6">
                    <a:alpha val="12924"/>
                  </a:srgbClr>
                </a:gs>
                <a:gs pos="42857">
                  <a:srgbClr val="EDD5C6">
                    <a:alpha val="8677"/>
                  </a:srgbClr>
                </a:gs>
                <a:gs pos="57143">
                  <a:srgbClr val="EDD5C6">
                    <a:alpha val="4905"/>
                  </a:srgbClr>
                </a:gs>
                <a:gs pos="71429">
                  <a:srgbClr val="EDD5C6">
                    <a:alpha val="2327"/>
                  </a:srgbClr>
                </a:gs>
                <a:gs pos="85714">
                  <a:srgbClr val="EDD5C6">
                    <a:alpha val="927"/>
                  </a:srgbClr>
                </a:gs>
                <a:gs pos="100000">
                  <a:srgbClr val="EDD5C6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7032272">
              <a:off x="1088933" y="389156"/>
              <a:ext cx="64311" cy="16078"/>
            </a:xfrm>
            <a:prstGeom prst="ellipse">
              <a:avLst/>
            </a:prstGeom>
            <a:gradFill>
              <a:gsLst>
                <a:gs pos="0">
                  <a:srgbClr val="C9947D">
                    <a:alpha val="17617"/>
                  </a:srgbClr>
                </a:gs>
                <a:gs pos="14286">
                  <a:srgbClr val="C9947D">
                    <a:alpha val="16316"/>
                  </a:srgbClr>
                </a:gs>
                <a:gs pos="28571">
                  <a:srgbClr val="C9947D">
                    <a:alpha val="12916"/>
                  </a:srgbClr>
                </a:gs>
                <a:gs pos="42857">
                  <a:srgbClr val="C9947D">
                    <a:alpha val="8672"/>
                  </a:srgbClr>
                </a:gs>
                <a:gs pos="57143">
                  <a:srgbClr val="C9947D">
                    <a:alpha val="4902"/>
                  </a:srgbClr>
                </a:gs>
                <a:gs pos="71429">
                  <a:srgbClr val="C9947D">
                    <a:alpha val="2325"/>
                  </a:srgbClr>
                </a:gs>
                <a:gs pos="85714">
                  <a:srgbClr val="C9947D">
                    <a:alpha val="926"/>
                  </a:srgbClr>
                </a:gs>
                <a:gs pos="100000">
                  <a:srgbClr val="C9947D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7257832">
              <a:off x="2116879" y="1029373"/>
              <a:ext cx="515843" cy="298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-9957449">
              <a:off x="1522294" y="1221089"/>
              <a:ext cx="41436" cy="10359"/>
            </a:xfrm>
            <a:prstGeom prst="ellipse">
              <a:avLst/>
            </a:prstGeom>
            <a:gradFill>
              <a:gsLst>
                <a:gs pos="0">
                  <a:srgbClr val="FFF4F1">
                    <a:alpha val="21688"/>
                  </a:srgbClr>
                </a:gs>
                <a:gs pos="14286">
                  <a:srgbClr val="FFF4F1">
                    <a:alpha val="20124"/>
                  </a:srgbClr>
                </a:gs>
                <a:gs pos="28571">
                  <a:srgbClr val="FFF4F1">
                    <a:alpha val="16009"/>
                  </a:srgbClr>
                </a:gs>
                <a:gs pos="42857">
                  <a:srgbClr val="FFF4F1">
                    <a:alpha val="10813"/>
                  </a:srgbClr>
                </a:gs>
                <a:gs pos="57143">
                  <a:srgbClr val="FFF4F1">
                    <a:alpha val="6144"/>
                  </a:srgbClr>
                </a:gs>
                <a:gs pos="71429">
                  <a:srgbClr val="FFF4F1">
                    <a:alpha val="2925"/>
                  </a:srgbClr>
                </a:gs>
                <a:gs pos="85714">
                  <a:srgbClr val="FFF4F1">
                    <a:alpha val="1167"/>
                  </a:srgbClr>
                </a:gs>
                <a:gs pos="100000">
                  <a:srgbClr val="FFF4F1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4353069">
              <a:off x="411154" y="1544903"/>
              <a:ext cx="367000" cy="24855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-9985934">
              <a:off x="1343568" y="1575322"/>
              <a:ext cx="59564" cy="14891"/>
            </a:xfrm>
            <a:prstGeom prst="ellipse">
              <a:avLst/>
            </a:prstGeom>
            <a:gradFill>
              <a:gsLst>
                <a:gs pos="0">
                  <a:srgbClr val="FFE1C7">
                    <a:alpha val="18479"/>
                  </a:srgbClr>
                </a:gs>
                <a:gs pos="14286">
                  <a:srgbClr val="FFE1C7">
                    <a:alpha val="17121"/>
                  </a:srgbClr>
                </a:gs>
                <a:gs pos="28571">
                  <a:srgbClr val="FFE1C7">
                    <a:alpha val="13567"/>
                  </a:srgbClr>
                </a:gs>
                <a:gs pos="42857">
                  <a:srgbClr val="FFE1C7">
                    <a:alpha val="9121"/>
                  </a:srgbClr>
                </a:gs>
                <a:gs pos="57143">
                  <a:srgbClr val="FFE1C7">
                    <a:alpha val="5161"/>
                  </a:srgbClr>
                </a:gs>
                <a:gs pos="71429">
                  <a:srgbClr val="FFE1C7">
                    <a:alpha val="2450"/>
                  </a:srgbClr>
                </a:gs>
                <a:gs pos="85714">
                  <a:srgbClr val="FFE1C7">
                    <a:alpha val="976"/>
                  </a:srgbClr>
                </a:gs>
                <a:gs pos="100000">
                  <a:srgbClr val="FFE1C7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-10160423">
              <a:off x="1288157" y="1714795"/>
              <a:ext cx="51322" cy="12831"/>
            </a:xfrm>
            <a:prstGeom prst="ellipse">
              <a:avLst/>
            </a:prstGeom>
            <a:gradFill>
              <a:gsLst>
                <a:gs pos="0">
                  <a:srgbClr val="E1D1D1">
                    <a:alpha val="19954"/>
                  </a:srgbClr>
                </a:gs>
                <a:gs pos="14286">
                  <a:srgbClr val="E1D1D1">
                    <a:alpha val="18500"/>
                  </a:srgbClr>
                </a:gs>
                <a:gs pos="28571">
                  <a:srgbClr val="E1D1D1">
                    <a:alpha val="14686"/>
                  </a:srgbClr>
                </a:gs>
                <a:gs pos="42857">
                  <a:srgbClr val="E1D1D1">
                    <a:alpha val="9894"/>
                  </a:srgbClr>
                </a:gs>
                <a:gs pos="57143">
                  <a:srgbClr val="E1D1D1">
                    <a:alpha val="5609"/>
                  </a:srgbClr>
                </a:gs>
                <a:gs pos="71429">
                  <a:srgbClr val="E1D1D1">
                    <a:alpha val="2666"/>
                  </a:srgbClr>
                </a:gs>
                <a:gs pos="85714">
                  <a:srgbClr val="E1D1D1">
                    <a:alpha val="1063"/>
                  </a:srgbClr>
                </a:gs>
                <a:gs pos="100000">
                  <a:srgbClr val="E1D1D1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6492395">
              <a:off x="2328991" y="1209086"/>
              <a:ext cx="62293" cy="15573"/>
            </a:xfrm>
            <a:prstGeom prst="ellipse">
              <a:avLst/>
            </a:prstGeom>
            <a:gradFill>
              <a:gsLst>
                <a:gs pos="0">
                  <a:srgbClr val="C5B19E">
                    <a:alpha val="17985"/>
                  </a:srgbClr>
                </a:gs>
                <a:gs pos="14286">
                  <a:srgbClr val="C5B19E">
                    <a:alpha val="16659"/>
                  </a:srgbClr>
                </a:gs>
                <a:gs pos="28571">
                  <a:srgbClr val="C5B19E">
                    <a:alpha val="13194"/>
                  </a:srgbClr>
                </a:gs>
                <a:gs pos="42857">
                  <a:srgbClr val="C5B19E">
                    <a:alpha val="8863"/>
                  </a:srgbClr>
                </a:gs>
                <a:gs pos="57143">
                  <a:srgbClr val="C5B19E">
                    <a:alpha val="5012"/>
                  </a:srgbClr>
                </a:gs>
                <a:gs pos="71429">
                  <a:srgbClr val="C5B19E">
                    <a:alpha val="2378"/>
                  </a:srgbClr>
                </a:gs>
                <a:gs pos="85714">
                  <a:srgbClr val="C5B19E">
                    <a:alpha val="947"/>
                  </a:srgbClr>
                </a:gs>
                <a:gs pos="100000">
                  <a:srgbClr val="C5B19E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8262032">
              <a:off x="2133507" y="306156"/>
              <a:ext cx="310357" cy="23233"/>
            </a:xfrm>
            <a:prstGeom prst="ellipse">
              <a:avLst/>
            </a:prstGeom>
            <a:gradFill>
              <a:gsLst>
                <a:gs pos="0">
                  <a:srgbClr val="FFFFEF">
                    <a:alpha val="32968"/>
                  </a:srgbClr>
                </a:gs>
                <a:gs pos="14286">
                  <a:srgbClr val="FFFFEF">
                    <a:alpha val="30764"/>
                  </a:srgbClr>
                </a:gs>
                <a:gs pos="28571">
                  <a:srgbClr val="FFFFEF">
                    <a:alpha val="24833"/>
                  </a:srgbClr>
                </a:gs>
                <a:gs pos="42857">
                  <a:srgbClr val="FFFFEF">
                    <a:alpha val="17075"/>
                  </a:srgbClr>
                </a:gs>
                <a:gs pos="57143">
                  <a:srgbClr val="FFFFEF">
                    <a:alpha val="9855"/>
                  </a:srgbClr>
                </a:gs>
                <a:gs pos="71429">
                  <a:srgbClr val="FFFFEF">
                    <a:alpha val="4740"/>
                  </a:srgbClr>
                </a:gs>
                <a:gs pos="85714">
                  <a:srgbClr val="FFFFEF">
                    <a:alpha val="1902"/>
                  </a:srgbClr>
                </a:gs>
                <a:gs pos="100000">
                  <a:srgbClr val="FFFF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3252245">
              <a:off x="17018" y="1811071"/>
              <a:ext cx="546007" cy="329195"/>
            </a:xfrm>
            <a:prstGeom prst="ellipse">
              <a:avLst/>
            </a:prstGeom>
            <a:gradFill>
              <a:gsLst>
                <a:gs pos="0">
                  <a:srgbClr val="820000">
                    <a:alpha val="32968"/>
                  </a:srgbClr>
                </a:gs>
                <a:gs pos="14286">
                  <a:srgbClr val="820000">
                    <a:alpha val="30764"/>
                  </a:srgbClr>
                </a:gs>
                <a:gs pos="28571">
                  <a:srgbClr val="820000">
                    <a:alpha val="24833"/>
                  </a:srgbClr>
                </a:gs>
                <a:gs pos="42857">
                  <a:srgbClr val="820000">
                    <a:alpha val="17075"/>
                  </a:srgbClr>
                </a:gs>
                <a:gs pos="57143">
                  <a:srgbClr val="820000">
                    <a:alpha val="9855"/>
                  </a:srgbClr>
                </a:gs>
                <a:gs pos="71429">
                  <a:srgbClr val="820000">
                    <a:alpha val="4740"/>
                  </a:srgbClr>
                </a:gs>
                <a:gs pos="85714">
                  <a:srgbClr val="820000">
                    <a:alpha val="1902"/>
                  </a:srgbClr>
                </a:gs>
                <a:gs pos="100000">
                  <a:srgbClr val="8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6760826">
              <a:off x="2242857" y="1762709"/>
              <a:ext cx="49503" cy="12376"/>
            </a:xfrm>
            <a:prstGeom prst="ellipse">
              <a:avLst/>
            </a:prstGeom>
            <a:gradFill>
              <a:gsLst>
                <a:gs pos="0">
                  <a:srgbClr val="EDE4ED">
                    <a:alpha val="20276"/>
                  </a:srgbClr>
                </a:gs>
                <a:gs pos="14286">
                  <a:srgbClr val="EDE4ED">
                    <a:alpha val="18801"/>
                  </a:srgbClr>
                </a:gs>
                <a:gs pos="28571">
                  <a:srgbClr val="EDE4ED">
                    <a:alpha val="14931"/>
                  </a:srgbClr>
                </a:gs>
                <a:gs pos="42857">
                  <a:srgbClr val="EDE4ED">
                    <a:alpha val="10064"/>
                  </a:srgbClr>
                </a:gs>
                <a:gs pos="57143">
                  <a:srgbClr val="EDE4ED">
                    <a:alpha val="5708"/>
                  </a:srgbClr>
                </a:gs>
                <a:gs pos="71429">
                  <a:srgbClr val="EDE4ED">
                    <a:alpha val="2714"/>
                  </a:srgbClr>
                </a:gs>
                <a:gs pos="85714">
                  <a:srgbClr val="EDE4ED">
                    <a:alpha val="1082"/>
                  </a:srgbClr>
                </a:gs>
                <a:gs pos="100000">
                  <a:srgbClr val="EDE4ED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10316267">
              <a:off x="1976505" y="1476285"/>
              <a:ext cx="136016" cy="354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3498472">
              <a:off x="2253302" y="445044"/>
              <a:ext cx="289264" cy="462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3548201">
              <a:off x="2537820" y="428732"/>
              <a:ext cx="51735" cy="12934"/>
            </a:xfrm>
            <a:prstGeom prst="ellipse">
              <a:avLst/>
            </a:prstGeom>
            <a:gradFill>
              <a:gsLst>
                <a:gs pos="0">
                  <a:srgbClr val="F3E8F2">
                    <a:alpha val="19881"/>
                  </a:srgbClr>
                </a:gs>
                <a:gs pos="14286">
                  <a:srgbClr val="F3E8F2">
                    <a:alpha val="18431"/>
                  </a:srgbClr>
                </a:gs>
                <a:gs pos="28571">
                  <a:srgbClr val="F3E8F2">
                    <a:alpha val="14631"/>
                  </a:srgbClr>
                </a:gs>
                <a:gs pos="42857">
                  <a:srgbClr val="F3E8F2">
                    <a:alpha val="9855"/>
                  </a:srgbClr>
                </a:gs>
                <a:gs pos="57143">
                  <a:srgbClr val="F3E8F2">
                    <a:alpha val="5587"/>
                  </a:srgbClr>
                </a:gs>
                <a:gs pos="71429">
                  <a:srgbClr val="F3E8F2">
                    <a:alpha val="2655"/>
                  </a:srgbClr>
                </a:gs>
                <a:gs pos="85714">
                  <a:srgbClr val="F3E8F2">
                    <a:alpha val="1059"/>
                  </a:srgbClr>
                </a:gs>
                <a:gs pos="100000">
                  <a:srgbClr val="F3E8F2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9611384">
              <a:off x="1152360" y="2199666"/>
              <a:ext cx="58355" cy="14589"/>
            </a:xfrm>
            <a:prstGeom prst="ellipse">
              <a:avLst/>
            </a:prstGeom>
            <a:gradFill>
              <a:gsLst>
                <a:gs pos="0">
                  <a:srgbClr val="F3C5B2">
                    <a:alpha val="18697"/>
                  </a:srgbClr>
                </a:gs>
                <a:gs pos="14286">
                  <a:srgbClr val="F3C5B2">
                    <a:alpha val="17324"/>
                  </a:srgbClr>
                </a:gs>
                <a:gs pos="28571">
                  <a:srgbClr val="F3C5B2">
                    <a:alpha val="13732"/>
                  </a:srgbClr>
                </a:gs>
                <a:gs pos="42857">
                  <a:srgbClr val="F3C5B2">
                    <a:alpha val="9234"/>
                  </a:srgbClr>
                </a:gs>
                <a:gs pos="57143">
                  <a:srgbClr val="F3C5B2">
                    <a:alpha val="5227"/>
                  </a:srgbClr>
                </a:gs>
                <a:gs pos="71429">
                  <a:srgbClr val="F3C5B2">
                    <a:alpha val="2482"/>
                  </a:srgbClr>
                </a:gs>
                <a:gs pos="85714">
                  <a:srgbClr val="F3C5B2">
                    <a:alpha val="989"/>
                  </a:srgbClr>
                </a:gs>
                <a:gs pos="100000">
                  <a:srgbClr val="F3C5B2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3614318">
              <a:off x="1998694" y="1814106"/>
              <a:ext cx="65216" cy="16304"/>
            </a:xfrm>
            <a:prstGeom prst="ellipse">
              <a:avLst/>
            </a:prstGeom>
            <a:gradFill>
              <a:gsLst>
                <a:gs pos="0">
                  <a:srgbClr val="D19E7E">
                    <a:alpha val="17452"/>
                  </a:srgbClr>
                </a:gs>
                <a:gs pos="14286">
                  <a:srgbClr val="D19E7E">
                    <a:alpha val="16161"/>
                  </a:srgbClr>
                </a:gs>
                <a:gs pos="28571">
                  <a:srgbClr val="D19E7E">
                    <a:alpha val="12791"/>
                  </a:srgbClr>
                </a:gs>
                <a:gs pos="42857">
                  <a:srgbClr val="D19E7E">
                    <a:alpha val="8586"/>
                  </a:srgbClr>
                </a:gs>
                <a:gs pos="57143">
                  <a:srgbClr val="D19E7E">
                    <a:alpha val="4853"/>
                  </a:srgbClr>
                </a:gs>
                <a:gs pos="71429">
                  <a:srgbClr val="D19E7E">
                    <a:alpha val="2302"/>
                  </a:srgbClr>
                </a:gs>
                <a:gs pos="85714">
                  <a:srgbClr val="D19E7E">
                    <a:alpha val="917"/>
                  </a:srgbClr>
                </a:gs>
                <a:gs pos="100000">
                  <a:srgbClr val="D19E7E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2897727">
              <a:off x="2027656" y="1910145"/>
              <a:ext cx="54813" cy="13703"/>
            </a:xfrm>
            <a:prstGeom prst="ellipse">
              <a:avLst/>
            </a:prstGeom>
            <a:gradFill>
              <a:gsLst>
                <a:gs pos="0">
                  <a:srgbClr val="F9E0D6">
                    <a:alpha val="19333"/>
                  </a:srgbClr>
                </a:gs>
                <a:gs pos="14286">
                  <a:srgbClr val="F9E0D6">
                    <a:alpha val="17919"/>
                  </a:srgbClr>
                </a:gs>
                <a:gs pos="28571">
                  <a:srgbClr val="F9E0D6">
                    <a:alpha val="14214"/>
                  </a:srgbClr>
                </a:gs>
                <a:gs pos="42857">
                  <a:srgbClr val="F9E0D6">
                    <a:alpha val="9567"/>
                  </a:srgbClr>
                </a:gs>
                <a:gs pos="57143">
                  <a:srgbClr val="F9E0D6">
                    <a:alpha val="5420"/>
                  </a:srgbClr>
                </a:gs>
                <a:gs pos="71429">
                  <a:srgbClr val="F9E0D6">
                    <a:alpha val="2575"/>
                  </a:srgbClr>
                </a:gs>
                <a:gs pos="85714">
                  <a:srgbClr val="F9E0D6">
                    <a:alpha val="1026"/>
                  </a:srgbClr>
                </a:gs>
                <a:gs pos="100000">
                  <a:srgbClr val="F9E0D6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6321863">
              <a:off x="2087707" y="1820510"/>
              <a:ext cx="58574" cy="14643"/>
            </a:xfrm>
            <a:prstGeom prst="ellipse">
              <a:avLst/>
            </a:prstGeom>
            <a:gradFill>
              <a:gsLst>
                <a:gs pos="0">
                  <a:srgbClr val="F8DFCD">
                    <a:alpha val="18658"/>
                  </a:srgbClr>
                </a:gs>
                <a:gs pos="14286">
                  <a:srgbClr val="F8DFCD">
                    <a:alpha val="17288"/>
                  </a:srgbClr>
                </a:gs>
                <a:gs pos="28571">
                  <a:srgbClr val="F8DFCD">
                    <a:alpha val="13703"/>
                  </a:srgbClr>
                </a:gs>
                <a:gs pos="42857">
                  <a:srgbClr val="F8DFCD">
                    <a:alpha val="9214"/>
                  </a:srgbClr>
                </a:gs>
                <a:gs pos="57143">
                  <a:srgbClr val="F8DFCD">
                    <a:alpha val="5215"/>
                  </a:srgbClr>
                </a:gs>
                <a:gs pos="71429">
                  <a:srgbClr val="F8DFCD">
                    <a:alpha val="2476"/>
                  </a:srgbClr>
                </a:gs>
                <a:gs pos="85714">
                  <a:srgbClr val="F8DFCD">
                    <a:alpha val="987"/>
                  </a:srgbClr>
                </a:gs>
                <a:gs pos="100000">
                  <a:srgbClr val="F8DFCD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8163316">
              <a:off x="1011887" y="20278"/>
              <a:ext cx="485828" cy="447055"/>
            </a:xfrm>
            <a:prstGeom prst="ellipse">
              <a:avLst/>
            </a:prstGeom>
            <a:gradFill>
              <a:gsLst>
                <a:gs pos="0">
                  <a:srgbClr val="F00000">
                    <a:alpha val="16113"/>
                  </a:srgbClr>
                </a:gs>
                <a:gs pos="14286">
                  <a:srgbClr val="F00000">
                    <a:alpha val="14912"/>
                  </a:srgbClr>
                </a:gs>
                <a:gs pos="28571">
                  <a:srgbClr val="F00000">
                    <a:alpha val="11784"/>
                  </a:srgbClr>
                </a:gs>
                <a:gs pos="42857">
                  <a:srgbClr val="F00000">
                    <a:alpha val="7895"/>
                  </a:srgbClr>
                </a:gs>
                <a:gs pos="57143">
                  <a:srgbClr val="F00000">
                    <a:alpha val="4455"/>
                  </a:srgbClr>
                </a:gs>
                <a:gs pos="71429">
                  <a:srgbClr val="F00000">
                    <a:alpha val="2111"/>
                  </a:srgbClr>
                </a:gs>
                <a:gs pos="85714">
                  <a:srgbClr val="F00000">
                    <a:alpha val="840"/>
                  </a:srgbClr>
                </a:gs>
                <a:gs pos="100000">
                  <a:srgbClr val="F0000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5090125">
              <a:off x="23523" y="787855"/>
              <a:ext cx="571756" cy="563863"/>
            </a:xfrm>
            <a:prstGeom prst="ellipse">
              <a:avLst/>
            </a:prstGeom>
            <a:gradFill>
              <a:gsLst>
                <a:gs pos="0">
                  <a:srgbClr val="C76D00">
                    <a:alpha val="14228"/>
                  </a:srgbClr>
                </a:gs>
                <a:gs pos="14286">
                  <a:srgbClr val="C76D00">
                    <a:alpha val="13156"/>
                  </a:srgbClr>
                </a:gs>
                <a:gs pos="28571">
                  <a:srgbClr val="C76D00">
                    <a:alpha val="10374"/>
                  </a:srgbClr>
                </a:gs>
                <a:gs pos="42857">
                  <a:srgbClr val="C76D00">
                    <a:alpha val="6932"/>
                  </a:srgbClr>
                </a:gs>
                <a:gs pos="57143">
                  <a:srgbClr val="C76D00">
                    <a:alpha val="3902"/>
                  </a:srgbClr>
                </a:gs>
                <a:gs pos="71429">
                  <a:srgbClr val="C76D00">
                    <a:alpha val="1846"/>
                  </a:srgbClr>
                </a:gs>
                <a:gs pos="85714">
                  <a:srgbClr val="C76D00">
                    <a:alpha val="734"/>
                  </a:srgbClr>
                </a:gs>
                <a:gs pos="100000">
                  <a:srgbClr val="C76D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6744430">
              <a:off x="2143121" y="1676773"/>
              <a:ext cx="61279" cy="15320"/>
            </a:xfrm>
            <a:prstGeom prst="ellipse">
              <a:avLst/>
            </a:prstGeom>
            <a:gradFill>
              <a:gsLst>
                <a:gs pos="0">
                  <a:srgbClr val="F4F5FC">
                    <a:alpha val="18169"/>
                  </a:srgbClr>
                </a:gs>
                <a:gs pos="14286">
                  <a:srgbClr val="F4F5FC">
                    <a:alpha val="16831"/>
                  </a:srgbClr>
                </a:gs>
                <a:gs pos="28571">
                  <a:srgbClr val="F4F5FC">
                    <a:alpha val="13333"/>
                  </a:srgbClr>
                </a:gs>
                <a:gs pos="42857">
                  <a:srgbClr val="F4F5FC">
                    <a:alpha val="8959"/>
                  </a:srgbClr>
                </a:gs>
                <a:gs pos="57143">
                  <a:srgbClr val="F4F5FC">
                    <a:alpha val="5068"/>
                  </a:srgbClr>
                </a:gs>
                <a:gs pos="71429">
                  <a:srgbClr val="F4F5FC">
                    <a:alpha val="2405"/>
                  </a:srgbClr>
                </a:gs>
                <a:gs pos="85714">
                  <a:srgbClr val="F4F5FC">
                    <a:alpha val="958"/>
                  </a:srgbClr>
                </a:gs>
                <a:gs pos="100000">
                  <a:srgbClr val="F4F5FC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5479236">
              <a:off x="1990086" y="1689904"/>
              <a:ext cx="51917" cy="12979"/>
            </a:xfrm>
            <a:prstGeom prst="ellipse">
              <a:avLst/>
            </a:prstGeom>
            <a:gradFill>
              <a:gsLst>
                <a:gs pos="0">
                  <a:srgbClr val="FAE3E4">
                    <a:alpha val="19848"/>
                  </a:srgbClr>
                </a:gs>
                <a:gs pos="14286">
                  <a:srgbClr val="FAE3E4">
                    <a:alpha val="18401"/>
                  </a:srgbClr>
                </a:gs>
                <a:gs pos="28571">
                  <a:srgbClr val="FAE3E4">
                    <a:alpha val="14606"/>
                  </a:srgbClr>
                </a:gs>
                <a:gs pos="42857">
                  <a:srgbClr val="FAE3E4">
                    <a:alpha val="9838"/>
                  </a:srgbClr>
                </a:gs>
                <a:gs pos="57143">
                  <a:srgbClr val="FAE3E4">
                    <a:alpha val="5577"/>
                  </a:srgbClr>
                </a:gs>
                <a:gs pos="71429">
                  <a:srgbClr val="FAE3E4">
                    <a:alpha val="2650"/>
                  </a:srgbClr>
                </a:gs>
                <a:gs pos="85714">
                  <a:srgbClr val="FAE3E4">
                    <a:alpha val="1057"/>
                  </a:srgbClr>
                </a:gs>
                <a:gs pos="100000">
                  <a:srgbClr val="FAE3E4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-10279355">
              <a:off x="1253791" y="2111213"/>
              <a:ext cx="519639" cy="334766"/>
            </a:xfrm>
            <a:prstGeom prst="ellipse">
              <a:avLst/>
            </a:prstGeom>
            <a:gradFill>
              <a:gsLst>
                <a:gs pos="0">
                  <a:srgbClr val="CB0000">
                    <a:alpha val="32968"/>
                  </a:srgbClr>
                </a:gs>
                <a:gs pos="14286">
                  <a:srgbClr val="CB0000">
                    <a:alpha val="30764"/>
                  </a:srgbClr>
                </a:gs>
                <a:gs pos="28571">
                  <a:srgbClr val="CB0000">
                    <a:alpha val="24833"/>
                  </a:srgbClr>
                </a:gs>
                <a:gs pos="42857">
                  <a:srgbClr val="CB0000">
                    <a:alpha val="17075"/>
                  </a:srgbClr>
                </a:gs>
                <a:gs pos="57143">
                  <a:srgbClr val="CB0000">
                    <a:alpha val="9855"/>
                  </a:srgbClr>
                </a:gs>
                <a:gs pos="71429">
                  <a:srgbClr val="CB0000">
                    <a:alpha val="4740"/>
                  </a:srgbClr>
                </a:gs>
                <a:gs pos="85714">
                  <a:srgbClr val="CB0000">
                    <a:alpha val="1902"/>
                  </a:srgbClr>
                </a:gs>
                <a:gs pos="100000">
                  <a:srgbClr val="C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-8755420">
              <a:off x="731314" y="2082467"/>
              <a:ext cx="500031" cy="2299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3966816">
              <a:off x="2078079" y="1612312"/>
              <a:ext cx="133756" cy="1164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3639635">
              <a:off x="1088148" y="915240"/>
              <a:ext cx="66800" cy="16700"/>
            </a:xfrm>
            <a:prstGeom prst="ellipse">
              <a:avLst/>
            </a:prstGeom>
            <a:gradFill>
              <a:gsLst>
                <a:gs pos="0">
                  <a:srgbClr val="AA7866">
                    <a:alpha val="17162"/>
                  </a:srgbClr>
                </a:gs>
                <a:gs pos="14286">
                  <a:srgbClr val="AA7866">
                    <a:alpha val="15891"/>
                  </a:srgbClr>
                </a:gs>
                <a:gs pos="28571">
                  <a:srgbClr val="AA7866">
                    <a:alpha val="12573"/>
                  </a:srgbClr>
                </a:gs>
                <a:gs pos="42857">
                  <a:srgbClr val="AA7866">
                    <a:alpha val="8436"/>
                  </a:srgbClr>
                </a:gs>
                <a:gs pos="57143">
                  <a:srgbClr val="AA7866">
                    <a:alpha val="4766"/>
                  </a:srgbClr>
                </a:gs>
                <a:gs pos="71429">
                  <a:srgbClr val="AA7866">
                    <a:alpha val="2260"/>
                  </a:srgbClr>
                </a:gs>
                <a:gs pos="85714">
                  <a:srgbClr val="AA7866">
                    <a:alpha val="900"/>
                  </a:srgbClr>
                </a:gs>
                <a:gs pos="100000">
                  <a:srgbClr val="AA7866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3107220">
              <a:off x="2350411" y="522429"/>
              <a:ext cx="771497" cy="615952"/>
            </a:xfrm>
            <a:prstGeom prst="ellipse">
              <a:avLst/>
            </a:prstGeom>
            <a:gradFill>
              <a:gsLst>
                <a:gs pos="0">
                  <a:srgbClr val="845017">
                    <a:alpha val="31738"/>
                  </a:srgbClr>
                </a:gs>
                <a:gs pos="14286">
                  <a:srgbClr val="845017">
                    <a:alpha val="29597"/>
                  </a:srgbClr>
                </a:gs>
                <a:gs pos="28571">
                  <a:srgbClr val="845017">
                    <a:alpha val="23851"/>
                  </a:srgbClr>
                </a:gs>
                <a:gs pos="42857">
                  <a:srgbClr val="845017">
                    <a:alpha val="16366"/>
                  </a:srgbClr>
                </a:gs>
                <a:gs pos="57143">
                  <a:srgbClr val="845017">
                    <a:alpha val="9429"/>
                  </a:srgbClr>
                </a:gs>
                <a:gs pos="71429">
                  <a:srgbClr val="845017">
                    <a:alpha val="4530"/>
                  </a:srgbClr>
                </a:gs>
                <a:gs pos="85714">
                  <a:srgbClr val="845017">
                    <a:alpha val="1816"/>
                  </a:srgbClr>
                </a:gs>
                <a:gs pos="100000">
                  <a:srgbClr val="845017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5400000">
              <a:off x="1281798" y="1695198"/>
              <a:ext cx="33477" cy="33477"/>
            </a:xfrm>
            <a:prstGeom prst="ellipse">
              <a:avLst/>
            </a:prstGeom>
            <a:gradFill>
              <a:gsLst>
                <a:gs pos="0">
                  <a:srgbClr val="A0585B">
                    <a:alpha val="17133"/>
                  </a:srgbClr>
                </a:gs>
                <a:gs pos="14286">
                  <a:srgbClr val="A0585B">
                    <a:alpha val="15864"/>
                  </a:srgbClr>
                </a:gs>
                <a:gs pos="28571">
                  <a:srgbClr val="A0585B">
                    <a:alpha val="12551"/>
                  </a:srgbClr>
                </a:gs>
                <a:gs pos="42857">
                  <a:srgbClr val="A0585B">
                    <a:alpha val="8421"/>
                  </a:srgbClr>
                </a:gs>
                <a:gs pos="57143">
                  <a:srgbClr val="A0585B">
                    <a:alpha val="4758"/>
                  </a:srgbClr>
                </a:gs>
                <a:gs pos="71429">
                  <a:srgbClr val="A0585B">
                    <a:alpha val="2256"/>
                  </a:srgbClr>
                </a:gs>
                <a:gs pos="85714">
                  <a:srgbClr val="A0585B">
                    <a:alpha val="898"/>
                  </a:srgbClr>
                </a:gs>
                <a:gs pos="100000">
                  <a:srgbClr val="A0585B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-10073015">
              <a:off x="1947732" y="124407"/>
              <a:ext cx="66982" cy="16745"/>
            </a:xfrm>
            <a:prstGeom prst="ellipse">
              <a:avLst/>
            </a:prstGeom>
            <a:gradFill>
              <a:gsLst>
                <a:gs pos="0">
                  <a:srgbClr val="D4A390">
                    <a:alpha val="17128"/>
                  </a:srgbClr>
                </a:gs>
                <a:gs pos="14286">
                  <a:srgbClr val="D4A390">
                    <a:alpha val="15859"/>
                  </a:srgbClr>
                </a:gs>
                <a:gs pos="28571">
                  <a:srgbClr val="D4A390">
                    <a:alpha val="12548"/>
                  </a:srgbClr>
                </a:gs>
                <a:gs pos="42857">
                  <a:srgbClr val="D4A390">
                    <a:alpha val="8419"/>
                  </a:srgbClr>
                </a:gs>
                <a:gs pos="57143">
                  <a:srgbClr val="D4A390">
                    <a:alpha val="4756"/>
                  </a:srgbClr>
                </a:gs>
                <a:gs pos="71429">
                  <a:srgbClr val="D4A390">
                    <a:alpha val="2255"/>
                  </a:srgbClr>
                </a:gs>
                <a:gs pos="85714">
                  <a:srgbClr val="D4A390">
                    <a:alpha val="898"/>
                  </a:srgbClr>
                </a:gs>
                <a:gs pos="100000">
                  <a:srgbClr val="D4A39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10019233">
              <a:off x="1938691" y="-60156"/>
              <a:ext cx="666399" cy="556383"/>
            </a:xfrm>
            <a:prstGeom prst="ellipse">
              <a:avLst/>
            </a:prstGeom>
            <a:gradFill>
              <a:gsLst>
                <a:gs pos="0">
                  <a:srgbClr val="FF0000">
                    <a:alpha val="2592"/>
                  </a:srgbClr>
                </a:gs>
                <a:gs pos="14286">
                  <a:srgbClr val="FF0000">
                    <a:alpha val="2384"/>
                  </a:srgbClr>
                </a:gs>
                <a:gs pos="28571">
                  <a:srgbClr val="FF0000">
                    <a:alpha val="1856"/>
                  </a:srgbClr>
                </a:gs>
                <a:gs pos="42857">
                  <a:srgbClr val="FF0000">
                    <a:alpha val="1222"/>
                  </a:srgbClr>
                </a:gs>
                <a:gs pos="57143">
                  <a:srgbClr val="FF0000">
                    <a:alpha val="679"/>
                  </a:srgbClr>
                </a:gs>
                <a:gs pos="71429">
                  <a:srgbClr val="FF0000">
                    <a:alpha val="318"/>
                  </a:srgbClr>
                </a:gs>
                <a:gs pos="85714">
                  <a:srgbClr val="FF0000">
                    <a:alpha val="126"/>
                  </a:srgbClr>
                </a:gs>
                <a:gs pos="100000">
                  <a:srgbClr val="FF000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548281">
              <a:off x="1957506" y="1763445"/>
              <a:ext cx="62767" cy="15692"/>
            </a:xfrm>
            <a:prstGeom prst="ellipse">
              <a:avLst/>
            </a:prstGeom>
            <a:gradFill>
              <a:gsLst>
                <a:gs pos="0">
                  <a:srgbClr val="D8AB82">
                    <a:alpha val="17899"/>
                  </a:srgbClr>
                </a:gs>
                <a:gs pos="14286">
                  <a:srgbClr val="D8AB82">
                    <a:alpha val="16578"/>
                  </a:srgbClr>
                </a:gs>
                <a:gs pos="28571">
                  <a:srgbClr val="D8AB82">
                    <a:alpha val="13129"/>
                  </a:srgbClr>
                </a:gs>
                <a:gs pos="42857">
                  <a:srgbClr val="D8AB82">
                    <a:alpha val="8818"/>
                  </a:srgbClr>
                </a:gs>
                <a:gs pos="57143">
                  <a:srgbClr val="D8AB82">
                    <a:alpha val="4987"/>
                  </a:srgbClr>
                </a:gs>
                <a:gs pos="71429">
                  <a:srgbClr val="D8AB82">
                    <a:alpha val="2366"/>
                  </a:srgbClr>
                </a:gs>
                <a:gs pos="85714">
                  <a:srgbClr val="D8AB82">
                    <a:alpha val="942"/>
                  </a:srgbClr>
                </a:gs>
                <a:gs pos="100000">
                  <a:srgbClr val="D8AB82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6393324">
              <a:off x="2194471" y="1804200"/>
              <a:ext cx="51365" cy="12841"/>
            </a:xfrm>
            <a:prstGeom prst="ellipse">
              <a:avLst/>
            </a:prstGeom>
            <a:gradFill>
              <a:gsLst>
                <a:gs pos="0">
                  <a:srgbClr val="F2EDF3">
                    <a:alpha val="19946"/>
                  </a:srgbClr>
                </a:gs>
                <a:gs pos="14286">
                  <a:srgbClr val="F2EDF3">
                    <a:alpha val="18493"/>
                  </a:srgbClr>
                </a:gs>
                <a:gs pos="28571">
                  <a:srgbClr val="F2EDF3">
                    <a:alpha val="14681"/>
                  </a:srgbClr>
                </a:gs>
                <a:gs pos="42857">
                  <a:srgbClr val="F2EDF3">
                    <a:alpha val="9890"/>
                  </a:srgbClr>
                </a:gs>
                <a:gs pos="57143">
                  <a:srgbClr val="F2EDF3">
                    <a:alpha val="5607"/>
                  </a:srgbClr>
                </a:gs>
                <a:gs pos="71429">
                  <a:srgbClr val="F2EDF3">
                    <a:alpha val="2665"/>
                  </a:srgbClr>
                </a:gs>
                <a:gs pos="85714">
                  <a:srgbClr val="F2EDF3">
                    <a:alpha val="1062"/>
                  </a:srgbClr>
                </a:gs>
                <a:gs pos="100000">
                  <a:srgbClr val="F2EDF3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9053474">
              <a:off x="135515" y="2135572"/>
              <a:ext cx="67281" cy="16820"/>
            </a:xfrm>
            <a:prstGeom prst="ellipse">
              <a:avLst/>
            </a:prstGeom>
            <a:gradFill>
              <a:gsLst>
                <a:gs pos="0">
                  <a:srgbClr val="CE9F79">
                    <a:alpha val="17073"/>
                  </a:srgbClr>
                </a:gs>
                <a:gs pos="14286">
                  <a:srgbClr val="CE9F79">
                    <a:alpha val="15808"/>
                  </a:srgbClr>
                </a:gs>
                <a:gs pos="28571">
                  <a:srgbClr val="CE9F79">
                    <a:alpha val="12506"/>
                  </a:srgbClr>
                </a:gs>
                <a:gs pos="42857">
                  <a:srgbClr val="CE9F79">
                    <a:alpha val="8390"/>
                  </a:srgbClr>
                </a:gs>
                <a:gs pos="57143">
                  <a:srgbClr val="CE9F79">
                    <a:alpha val="4740"/>
                  </a:srgbClr>
                </a:gs>
                <a:gs pos="71429">
                  <a:srgbClr val="CE9F79">
                    <a:alpha val="2247"/>
                  </a:srgbClr>
                </a:gs>
                <a:gs pos="85714">
                  <a:srgbClr val="CE9F79">
                    <a:alpha val="895"/>
                  </a:srgbClr>
                </a:gs>
                <a:gs pos="100000">
                  <a:srgbClr val="CE9F79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10236154">
              <a:off x="1414478" y="114654"/>
              <a:ext cx="343032" cy="279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7133664">
              <a:off x="859421" y="79067"/>
              <a:ext cx="683245" cy="482464"/>
            </a:xfrm>
            <a:prstGeom prst="ellipse">
              <a:avLst/>
            </a:prstGeom>
            <a:gradFill>
              <a:gsLst>
                <a:gs pos="0">
                  <a:srgbClr val="FF8306">
                    <a:alpha val="32413"/>
                  </a:srgbClr>
                </a:gs>
                <a:gs pos="14286">
                  <a:srgbClr val="FF8306">
                    <a:alpha val="30237"/>
                  </a:srgbClr>
                </a:gs>
                <a:gs pos="28571">
                  <a:srgbClr val="FF8306">
                    <a:alpha val="24389"/>
                  </a:srgbClr>
                </a:gs>
                <a:gs pos="42857">
                  <a:srgbClr val="FF8306">
                    <a:alpha val="16754"/>
                  </a:srgbClr>
                </a:gs>
                <a:gs pos="57143">
                  <a:srgbClr val="FF8306">
                    <a:alpha val="9662"/>
                  </a:srgbClr>
                </a:gs>
                <a:gs pos="71429">
                  <a:srgbClr val="FF8306">
                    <a:alpha val="4645"/>
                  </a:srgbClr>
                </a:gs>
                <a:gs pos="85714">
                  <a:srgbClr val="FF8306">
                    <a:alpha val="1863"/>
                  </a:srgbClr>
                </a:gs>
                <a:gs pos="100000">
                  <a:srgbClr val="FF8306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-9778739">
              <a:off x="2017223" y="161146"/>
              <a:ext cx="66871" cy="16718"/>
            </a:xfrm>
            <a:prstGeom prst="ellipse">
              <a:avLst/>
            </a:prstGeom>
            <a:gradFill>
              <a:gsLst>
                <a:gs pos="0">
                  <a:srgbClr val="F0DFD4">
                    <a:alpha val="17149"/>
                  </a:srgbClr>
                </a:gs>
                <a:gs pos="14286">
                  <a:srgbClr val="F0DFD4">
                    <a:alpha val="15878"/>
                  </a:srgbClr>
                </a:gs>
                <a:gs pos="28571">
                  <a:srgbClr val="F0DFD4">
                    <a:alpha val="12563"/>
                  </a:srgbClr>
                </a:gs>
                <a:gs pos="42857">
                  <a:srgbClr val="F0DFD4">
                    <a:alpha val="8429"/>
                  </a:srgbClr>
                </a:gs>
                <a:gs pos="57143">
                  <a:srgbClr val="F0DFD4">
                    <a:alpha val="4762"/>
                  </a:srgbClr>
                </a:gs>
                <a:gs pos="71429">
                  <a:srgbClr val="F0DFD4">
                    <a:alpha val="2258"/>
                  </a:srgbClr>
                </a:gs>
                <a:gs pos="85714">
                  <a:srgbClr val="F0DFD4">
                    <a:alpha val="899"/>
                  </a:srgbClr>
                </a:gs>
                <a:gs pos="100000">
                  <a:srgbClr val="F0DFD4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9629759">
              <a:off x="890617" y="3053"/>
              <a:ext cx="621884" cy="513283"/>
            </a:xfrm>
            <a:prstGeom prst="ellipse">
              <a:avLst/>
            </a:prstGeom>
            <a:gradFill>
              <a:gsLst>
                <a:gs pos="0">
                  <a:srgbClr val="785836">
                    <a:alpha val="23997"/>
                  </a:srgbClr>
                </a:gs>
                <a:gs pos="14286">
                  <a:srgbClr val="785836">
                    <a:alpha val="22291"/>
                  </a:srgbClr>
                </a:gs>
                <a:gs pos="28571">
                  <a:srgbClr val="785836">
                    <a:alpha val="17784"/>
                  </a:srgbClr>
                </a:gs>
                <a:gs pos="42857">
                  <a:srgbClr val="785836">
                    <a:alpha val="12053"/>
                  </a:srgbClr>
                </a:gs>
                <a:gs pos="57143">
                  <a:srgbClr val="785836">
                    <a:alpha val="6870"/>
                  </a:srgbClr>
                </a:gs>
                <a:gs pos="71429">
                  <a:srgbClr val="785836">
                    <a:alpha val="3277"/>
                  </a:srgbClr>
                </a:gs>
                <a:gs pos="85714">
                  <a:srgbClr val="785836">
                    <a:alpha val="1309"/>
                  </a:srgbClr>
                </a:gs>
                <a:gs pos="100000">
                  <a:srgbClr val="785836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-9572537">
              <a:off x="1418605" y="1173008"/>
              <a:ext cx="57625" cy="14406"/>
            </a:xfrm>
            <a:prstGeom prst="ellipse">
              <a:avLst/>
            </a:prstGeom>
            <a:gradFill>
              <a:gsLst>
                <a:gs pos="0">
                  <a:srgbClr val="FBEAF2">
                    <a:alpha val="18828"/>
                  </a:srgbClr>
                </a:gs>
                <a:gs pos="14286">
                  <a:srgbClr val="FBEAF2">
                    <a:alpha val="17447"/>
                  </a:srgbClr>
                </a:gs>
                <a:gs pos="28571">
                  <a:srgbClr val="FBEAF2">
                    <a:alpha val="13832"/>
                  </a:srgbClr>
                </a:gs>
                <a:gs pos="42857">
                  <a:srgbClr val="FBEAF2">
                    <a:alpha val="9303"/>
                  </a:srgbClr>
                </a:gs>
                <a:gs pos="57143">
                  <a:srgbClr val="FBEAF2">
                    <a:alpha val="5267"/>
                  </a:srgbClr>
                </a:gs>
                <a:gs pos="71429">
                  <a:srgbClr val="FBEAF2">
                    <a:alpha val="2501"/>
                  </a:srgbClr>
                </a:gs>
                <a:gs pos="85714">
                  <a:srgbClr val="FBEAF2">
                    <a:alpha val="997"/>
                  </a:srgbClr>
                </a:gs>
                <a:gs pos="100000">
                  <a:srgbClr val="FBEAF2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9318115">
              <a:off x="1320301" y="183219"/>
              <a:ext cx="66993" cy="16748"/>
            </a:xfrm>
            <a:prstGeom prst="ellipse">
              <a:avLst/>
            </a:prstGeom>
            <a:gradFill>
              <a:gsLst>
                <a:gs pos="0">
                  <a:srgbClr val="B58B7A">
                    <a:alpha val="17126"/>
                  </a:srgbClr>
                </a:gs>
                <a:gs pos="14286">
                  <a:srgbClr val="B58B7A">
                    <a:alpha val="15858"/>
                  </a:srgbClr>
                </a:gs>
                <a:gs pos="28571">
                  <a:srgbClr val="B58B7A">
                    <a:alpha val="12546"/>
                  </a:srgbClr>
                </a:gs>
                <a:gs pos="42857">
                  <a:srgbClr val="B58B7A">
                    <a:alpha val="8418"/>
                  </a:srgbClr>
                </a:gs>
                <a:gs pos="57143">
                  <a:srgbClr val="B58B7A">
                    <a:alpha val="4756"/>
                  </a:srgbClr>
                </a:gs>
                <a:gs pos="71429">
                  <a:srgbClr val="B58B7A">
                    <a:alpha val="2255"/>
                  </a:srgbClr>
                </a:gs>
                <a:gs pos="85714">
                  <a:srgbClr val="B58B7A">
                    <a:alpha val="898"/>
                  </a:srgbClr>
                </a:gs>
                <a:gs pos="100000">
                  <a:srgbClr val="B58B7A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3418571">
              <a:off x="2684273" y="2167040"/>
              <a:ext cx="581686" cy="392981"/>
            </a:xfrm>
            <a:prstGeom prst="ellipse">
              <a:avLst/>
            </a:prstGeom>
            <a:gradFill>
              <a:gsLst>
                <a:gs pos="0">
                  <a:srgbClr val="A3B263">
                    <a:alpha val="3271"/>
                  </a:srgbClr>
                </a:gs>
                <a:gs pos="14286">
                  <a:srgbClr val="A3B263">
                    <a:alpha val="3010"/>
                  </a:srgbClr>
                </a:gs>
                <a:gs pos="28571">
                  <a:srgbClr val="A3B263">
                    <a:alpha val="2345"/>
                  </a:srgbClr>
                </a:gs>
                <a:gs pos="42857">
                  <a:srgbClr val="A3B263">
                    <a:alpha val="1545"/>
                  </a:srgbClr>
                </a:gs>
                <a:gs pos="57143">
                  <a:srgbClr val="A3B263">
                    <a:alpha val="859"/>
                  </a:srgbClr>
                </a:gs>
                <a:gs pos="71429">
                  <a:srgbClr val="A3B263">
                    <a:alpha val="403"/>
                  </a:srgbClr>
                </a:gs>
                <a:gs pos="85714">
                  <a:srgbClr val="A3B263">
                    <a:alpha val="160"/>
                  </a:srgbClr>
                </a:gs>
                <a:gs pos="100000">
                  <a:srgbClr val="A3B263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10173266">
              <a:off x="1995793" y="1794357"/>
              <a:ext cx="328494" cy="83397"/>
            </a:xfrm>
            <a:prstGeom prst="ellipse">
              <a:avLst/>
            </a:prstGeom>
            <a:gradFill>
              <a:gsLst>
                <a:gs pos="0">
                  <a:srgbClr val="FF8700">
                    <a:alpha val="32968"/>
                  </a:srgbClr>
                </a:gs>
                <a:gs pos="14286">
                  <a:srgbClr val="FF8700">
                    <a:alpha val="30764"/>
                  </a:srgbClr>
                </a:gs>
                <a:gs pos="28571">
                  <a:srgbClr val="FF8700">
                    <a:alpha val="24833"/>
                  </a:srgbClr>
                </a:gs>
                <a:gs pos="42857">
                  <a:srgbClr val="FF8700">
                    <a:alpha val="17075"/>
                  </a:srgbClr>
                </a:gs>
                <a:gs pos="57143">
                  <a:srgbClr val="FF8700">
                    <a:alpha val="9855"/>
                  </a:srgbClr>
                </a:gs>
                <a:gs pos="71429">
                  <a:srgbClr val="FF8700">
                    <a:alpha val="4740"/>
                  </a:srgbClr>
                </a:gs>
                <a:gs pos="85714">
                  <a:srgbClr val="FF8700">
                    <a:alpha val="1902"/>
                  </a:srgbClr>
                </a:gs>
                <a:gs pos="100000">
                  <a:srgbClr val="FF8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-8442393">
              <a:off x="2250073" y="727631"/>
              <a:ext cx="891072" cy="281257"/>
            </a:xfrm>
            <a:prstGeom prst="ellipse">
              <a:avLst/>
            </a:prstGeom>
            <a:gradFill>
              <a:gsLst>
                <a:gs pos="0">
                  <a:srgbClr val="C11000">
                    <a:alpha val="32968"/>
                  </a:srgbClr>
                </a:gs>
                <a:gs pos="14286">
                  <a:srgbClr val="C11000">
                    <a:alpha val="30764"/>
                  </a:srgbClr>
                </a:gs>
                <a:gs pos="28571">
                  <a:srgbClr val="C11000">
                    <a:alpha val="24833"/>
                  </a:srgbClr>
                </a:gs>
                <a:gs pos="42857">
                  <a:srgbClr val="C11000">
                    <a:alpha val="17075"/>
                  </a:srgbClr>
                </a:gs>
                <a:gs pos="57143">
                  <a:srgbClr val="C11000">
                    <a:alpha val="9855"/>
                  </a:srgbClr>
                </a:gs>
                <a:gs pos="71429">
                  <a:srgbClr val="C11000">
                    <a:alpha val="4740"/>
                  </a:srgbClr>
                </a:gs>
                <a:gs pos="85714">
                  <a:srgbClr val="C11000">
                    <a:alpha val="1902"/>
                  </a:srgbClr>
                </a:gs>
                <a:gs pos="100000">
                  <a:srgbClr val="C1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3637947">
              <a:off x="2082120" y="1858419"/>
              <a:ext cx="67343" cy="16836"/>
            </a:xfrm>
            <a:prstGeom prst="ellipse">
              <a:avLst/>
            </a:prstGeom>
            <a:gradFill>
              <a:gsLst>
                <a:gs pos="0">
                  <a:srgbClr val="BF987C">
                    <a:alpha val="17062"/>
                  </a:srgbClr>
                </a:gs>
                <a:gs pos="14286">
                  <a:srgbClr val="BF987C">
                    <a:alpha val="15798"/>
                  </a:srgbClr>
                </a:gs>
                <a:gs pos="28571">
                  <a:srgbClr val="BF987C">
                    <a:alpha val="12498"/>
                  </a:srgbClr>
                </a:gs>
                <a:gs pos="42857">
                  <a:srgbClr val="BF987C">
                    <a:alpha val="8384"/>
                  </a:srgbClr>
                </a:gs>
                <a:gs pos="57143">
                  <a:srgbClr val="BF987C">
                    <a:alpha val="4736"/>
                  </a:srgbClr>
                </a:gs>
                <a:gs pos="71429">
                  <a:srgbClr val="BF987C">
                    <a:alpha val="2246"/>
                  </a:srgbClr>
                </a:gs>
                <a:gs pos="85714">
                  <a:srgbClr val="BF987C">
                    <a:alpha val="894"/>
                  </a:srgbClr>
                </a:gs>
                <a:gs pos="100000">
                  <a:srgbClr val="BF987C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4888884">
              <a:off x="149244" y="389590"/>
              <a:ext cx="544682" cy="531395"/>
            </a:xfrm>
            <a:prstGeom prst="ellipse">
              <a:avLst/>
            </a:prstGeom>
            <a:gradFill>
              <a:gsLst>
                <a:gs pos="0">
                  <a:srgbClr val="580000">
                    <a:alpha val="21834"/>
                  </a:srgbClr>
                </a:gs>
                <a:gs pos="14286">
                  <a:srgbClr val="580000">
                    <a:alpha val="20261"/>
                  </a:srgbClr>
                </a:gs>
                <a:gs pos="28571">
                  <a:srgbClr val="580000">
                    <a:alpha val="16121"/>
                  </a:srgbClr>
                </a:gs>
                <a:gs pos="42857">
                  <a:srgbClr val="580000">
                    <a:alpha val="10891"/>
                  </a:srgbClr>
                </a:gs>
                <a:gs pos="57143">
                  <a:srgbClr val="580000">
                    <a:alpha val="6189"/>
                  </a:srgbClr>
                </a:gs>
                <a:gs pos="71429">
                  <a:srgbClr val="580000">
                    <a:alpha val="2947"/>
                  </a:srgbClr>
                </a:gs>
                <a:gs pos="85714">
                  <a:srgbClr val="580000">
                    <a:alpha val="1176"/>
                  </a:srgbClr>
                </a:gs>
                <a:gs pos="100000">
                  <a:srgbClr val="580000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2949289">
              <a:off x="2384958" y="735754"/>
              <a:ext cx="454384" cy="27807"/>
            </a:xfrm>
            <a:prstGeom prst="ellipse">
              <a:avLst/>
            </a:prstGeom>
            <a:gradFill>
              <a:gsLst>
                <a:gs pos="0">
                  <a:srgbClr val="FFFFEE">
                    <a:alpha val="32968"/>
                  </a:srgbClr>
                </a:gs>
                <a:gs pos="14286">
                  <a:srgbClr val="FFFFEE">
                    <a:alpha val="30764"/>
                  </a:srgbClr>
                </a:gs>
                <a:gs pos="28571">
                  <a:srgbClr val="FFFFEE">
                    <a:alpha val="24833"/>
                  </a:srgbClr>
                </a:gs>
                <a:gs pos="42857">
                  <a:srgbClr val="FFFFEE">
                    <a:alpha val="17075"/>
                  </a:srgbClr>
                </a:gs>
                <a:gs pos="57143">
                  <a:srgbClr val="FFFFEE">
                    <a:alpha val="9855"/>
                  </a:srgbClr>
                </a:gs>
                <a:gs pos="71429">
                  <a:srgbClr val="FFFFEE">
                    <a:alpha val="4740"/>
                  </a:srgbClr>
                </a:gs>
                <a:gs pos="85714">
                  <a:srgbClr val="FFFFEE">
                    <a:alpha val="1902"/>
                  </a:srgbClr>
                </a:gs>
                <a:gs pos="100000">
                  <a:srgbClr val="FFF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-8368362">
              <a:off x="2063533" y="1875483"/>
              <a:ext cx="67663" cy="16916"/>
            </a:xfrm>
            <a:prstGeom prst="ellipse">
              <a:avLst/>
            </a:prstGeom>
            <a:gradFill>
              <a:gsLst>
                <a:gs pos="0">
                  <a:srgbClr val="CD9774">
                    <a:alpha val="17003"/>
                  </a:srgbClr>
                </a:gs>
                <a:gs pos="14286">
                  <a:srgbClr val="CD9774">
                    <a:alpha val="15743"/>
                  </a:srgbClr>
                </a:gs>
                <a:gs pos="28571">
                  <a:srgbClr val="CD9774">
                    <a:alpha val="12453"/>
                  </a:srgbClr>
                </a:gs>
                <a:gs pos="42857">
                  <a:srgbClr val="CD9774">
                    <a:alpha val="8354"/>
                  </a:srgbClr>
                </a:gs>
                <a:gs pos="57143">
                  <a:srgbClr val="CD9774">
                    <a:alpha val="4719"/>
                  </a:srgbClr>
                </a:gs>
                <a:gs pos="71429">
                  <a:srgbClr val="CD9774">
                    <a:alpha val="2237"/>
                  </a:srgbClr>
                </a:gs>
                <a:gs pos="85714">
                  <a:srgbClr val="CD9774">
                    <a:alpha val="891"/>
                  </a:srgbClr>
                </a:gs>
                <a:gs pos="100000">
                  <a:srgbClr val="CD9774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5999833">
              <a:off x="2172750" y="771762"/>
              <a:ext cx="650040" cy="234390"/>
            </a:xfrm>
            <a:prstGeom prst="ellipse">
              <a:avLst/>
            </a:prstGeom>
            <a:gradFill>
              <a:gsLst>
                <a:gs pos="0">
                  <a:srgbClr val="930000">
                    <a:alpha val="32968"/>
                  </a:srgbClr>
                </a:gs>
                <a:gs pos="14286">
                  <a:srgbClr val="930000">
                    <a:alpha val="30764"/>
                  </a:srgbClr>
                </a:gs>
                <a:gs pos="28571">
                  <a:srgbClr val="930000">
                    <a:alpha val="24833"/>
                  </a:srgbClr>
                </a:gs>
                <a:gs pos="42857">
                  <a:srgbClr val="930000">
                    <a:alpha val="17075"/>
                  </a:srgbClr>
                </a:gs>
                <a:gs pos="57143">
                  <a:srgbClr val="930000">
                    <a:alpha val="9855"/>
                  </a:srgbClr>
                </a:gs>
                <a:gs pos="71429">
                  <a:srgbClr val="930000">
                    <a:alpha val="4740"/>
                  </a:srgbClr>
                </a:gs>
                <a:gs pos="85714">
                  <a:srgbClr val="930000">
                    <a:alpha val="1902"/>
                  </a:srgbClr>
                </a:gs>
                <a:gs pos="100000">
                  <a:srgbClr val="9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5437496">
              <a:off x="516573" y="1325514"/>
              <a:ext cx="68283" cy="17071"/>
            </a:xfrm>
            <a:prstGeom prst="ellipse">
              <a:avLst/>
            </a:prstGeom>
            <a:gradFill>
              <a:gsLst>
                <a:gs pos="0">
                  <a:srgbClr val="D48C6E">
                    <a:alpha val="16889"/>
                  </a:srgbClr>
                </a:gs>
                <a:gs pos="14286">
                  <a:srgbClr val="D48C6E">
                    <a:alpha val="15636"/>
                  </a:srgbClr>
                </a:gs>
                <a:gs pos="28571">
                  <a:srgbClr val="D48C6E">
                    <a:alpha val="12368"/>
                  </a:srgbClr>
                </a:gs>
                <a:gs pos="42857">
                  <a:srgbClr val="D48C6E">
                    <a:alpha val="8295"/>
                  </a:srgbClr>
                </a:gs>
                <a:gs pos="57143">
                  <a:srgbClr val="D48C6E">
                    <a:alpha val="4685"/>
                  </a:srgbClr>
                </a:gs>
                <a:gs pos="71429">
                  <a:srgbClr val="D48C6E">
                    <a:alpha val="2221"/>
                  </a:srgbClr>
                </a:gs>
                <a:gs pos="85714">
                  <a:srgbClr val="D48C6E">
                    <a:alpha val="884"/>
                  </a:srgbClr>
                </a:gs>
                <a:gs pos="100000">
                  <a:srgbClr val="D48C6E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8169964">
              <a:off x="2008674" y="1016658"/>
              <a:ext cx="445468" cy="35387"/>
            </a:xfrm>
            <a:prstGeom prst="ellipse">
              <a:avLst/>
            </a:prstGeom>
            <a:gradFill>
              <a:gsLst>
                <a:gs pos="0">
                  <a:srgbClr val="FAFFFF">
                    <a:alpha val="32968"/>
                  </a:srgbClr>
                </a:gs>
                <a:gs pos="14286">
                  <a:srgbClr val="FAFFFF">
                    <a:alpha val="30764"/>
                  </a:srgbClr>
                </a:gs>
                <a:gs pos="28571">
                  <a:srgbClr val="FAFFFF">
                    <a:alpha val="24833"/>
                  </a:srgbClr>
                </a:gs>
                <a:gs pos="42857">
                  <a:srgbClr val="FAFFFF">
                    <a:alpha val="17075"/>
                  </a:srgbClr>
                </a:gs>
                <a:gs pos="57143">
                  <a:srgbClr val="FAFFFF">
                    <a:alpha val="9855"/>
                  </a:srgbClr>
                </a:gs>
                <a:gs pos="71429">
                  <a:srgbClr val="FAFFFF">
                    <a:alpha val="4740"/>
                  </a:srgbClr>
                </a:gs>
                <a:gs pos="85714">
                  <a:srgbClr val="FAFFFF">
                    <a:alpha val="1902"/>
                  </a:srgbClr>
                </a:gs>
                <a:gs pos="100000">
                  <a:srgbClr val="FA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3989745">
              <a:off x="2548743" y="447658"/>
              <a:ext cx="50386" cy="12596"/>
            </a:xfrm>
            <a:prstGeom prst="ellipse">
              <a:avLst/>
            </a:prstGeom>
            <a:gradFill>
              <a:gsLst>
                <a:gs pos="0">
                  <a:srgbClr val="FCFCFF">
                    <a:alpha val="20120"/>
                  </a:srgbClr>
                </a:gs>
                <a:gs pos="14286">
                  <a:srgbClr val="FCFCFF">
                    <a:alpha val="18655"/>
                  </a:srgbClr>
                </a:gs>
                <a:gs pos="28571">
                  <a:srgbClr val="FCFCFF">
                    <a:alpha val="14812"/>
                  </a:srgbClr>
                </a:gs>
                <a:gs pos="42857">
                  <a:srgbClr val="FCFCFF">
                    <a:alpha val="9981"/>
                  </a:srgbClr>
                </a:gs>
                <a:gs pos="57143">
                  <a:srgbClr val="FCFCFF">
                    <a:alpha val="5660"/>
                  </a:srgbClr>
                </a:gs>
                <a:gs pos="71429">
                  <a:srgbClr val="FCFCFF">
                    <a:alpha val="2691"/>
                  </a:srgbClr>
                </a:gs>
                <a:gs pos="85714">
                  <a:srgbClr val="FCFCFF">
                    <a:alpha val="1073"/>
                  </a:srgbClr>
                </a:gs>
                <a:gs pos="100000">
                  <a:srgbClr val="FCFCFF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3692505">
              <a:off x="2381867" y="843326"/>
              <a:ext cx="780913" cy="76146"/>
            </a:xfrm>
            <a:prstGeom prst="ellipse">
              <a:avLst/>
            </a:prstGeom>
            <a:gradFill>
              <a:gsLst>
                <a:gs pos="0">
                  <a:srgbClr val="DCC474">
                    <a:alpha val="11165"/>
                  </a:srgbClr>
                </a:gs>
                <a:gs pos="14286">
                  <a:srgbClr val="DCC474">
                    <a:alpha val="10310"/>
                  </a:srgbClr>
                </a:gs>
                <a:gs pos="28571">
                  <a:srgbClr val="DCC474">
                    <a:alpha val="8102"/>
                  </a:srgbClr>
                </a:gs>
                <a:gs pos="42857">
                  <a:srgbClr val="DCC474">
                    <a:alpha val="5391"/>
                  </a:srgbClr>
                </a:gs>
                <a:gs pos="57143">
                  <a:srgbClr val="DCC474">
                    <a:alpha val="3024"/>
                  </a:srgbClr>
                </a:gs>
                <a:gs pos="71429">
                  <a:srgbClr val="DCC474">
                    <a:alpha val="1427"/>
                  </a:srgbClr>
                </a:gs>
                <a:gs pos="85714">
                  <a:srgbClr val="DCC474">
                    <a:alpha val="567"/>
                  </a:srgbClr>
                </a:gs>
                <a:gs pos="100000">
                  <a:srgbClr val="DCC474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2773132">
              <a:off x="735545" y="1925491"/>
              <a:ext cx="68361" cy="17090"/>
            </a:xfrm>
            <a:prstGeom prst="ellipse">
              <a:avLst/>
            </a:prstGeom>
            <a:gradFill>
              <a:gsLst>
                <a:gs pos="0">
                  <a:srgbClr val="D27169">
                    <a:alpha val="16875"/>
                  </a:srgbClr>
                </a:gs>
                <a:gs pos="14286">
                  <a:srgbClr val="D27169">
                    <a:alpha val="15623"/>
                  </a:srgbClr>
                </a:gs>
                <a:gs pos="28571">
                  <a:srgbClr val="D27169">
                    <a:alpha val="12357"/>
                  </a:srgbClr>
                </a:gs>
                <a:gs pos="42857">
                  <a:srgbClr val="D27169">
                    <a:alpha val="8288"/>
                  </a:srgbClr>
                </a:gs>
                <a:gs pos="57143">
                  <a:srgbClr val="D27169">
                    <a:alpha val="4681"/>
                  </a:srgbClr>
                </a:gs>
                <a:gs pos="71429">
                  <a:srgbClr val="D27169">
                    <a:alpha val="2219"/>
                  </a:srgbClr>
                </a:gs>
                <a:gs pos="85714">
                  <a:srgbClr val="D27169">
                    <a:alpha val="883"/>
                  </a:srgbClr>
                </a:gs>
                <a:gs pos="100000">
                  <a:srgbClr val="D27169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-10395291">
              <a:off x="1460062" y="2286308"/>
              <a:ext cx="66184" cy="16546"/>
            </a:xfrm>
            <a:prstGeom prst="ellipse">
              <a:avLst/>
            </a:prstGeom>
            <a:gradFill>
              <a:gsLst>
                <a:gs pos="0">
                  <a:srgbClr val="E06400">
                    <a:alpha val="17275"/>
                  </a:srgbClr>
                </a:gs>
                <a:gs pos="14286">
                  <a:srgbClr val="E06400">
                    <a:alpha val="15996"/>
                  </a:srgbClr>
                </a:gs>
                <a:gs pos="28571">
                  <a:srgbClr val="E06400">
                    <a:alpha val="12658"/>
                  </a:srgbClr>
                </a:gs>
                <a:gs pos="42857">
                  <a:srgbClr val="E06400">
                    <a:alpha val="8494"/>
                  </a:srgbClr>
                </a:gs>
                <a:gs pos="57143">
                  <a:srgbClr val="E06400">
                    <a:alpha val="4800"/>
                  </a:srgbClr>
                </a:gs>
                <a:gs pos="71429">
                  <a:srgbClr val="E06400">
                    <a:alpha val="2276"/>
                  </a:srgbClr>
                </a:gs>
                <a:gs pos="85714">
                  <a:srgbClr val="E06400">
                    <a:alpha val="906"/>
                  </a:srgbClr>
                </a:gs>
                <a:gs pos="100000">
                  <a:srgbClr val="E0640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9559605">
              <a:off x="2052408" y="1113433"/>
              <a:ext cx="68455" cy="17114"/>
            </a:xfrm>
            <a:prstGeom prst="ellipse">
              <a:avLst/>
            </a:prstGeom>
            <a:gradFill>
              <a:gsLst>
                <a:gs pos="0">
                  <a:srgbClr val="F8D4B5">
                    <a:alpha val="16857"/>
                  </a:srgbClr>
                </a:gs>
                <a:gs pos="14286">
                  <a:srgbClr val="F8D4B5">
                    <a:alpha val="15607"/>
                  </a:srgbClr>
                </a:gs>
                <a:gs pos="28571">
                  <a:srgbClr val="F8D4B5">
                    <a:alpha val="12344"/>
                  </a:srgbClr>
                </a:gs>
                <a:gs pos="42857">
                  <a:srgbClr val="F8D4B5">
                    <a:alpha val="8279"/>
                  </a:srgbClr>
                </a:gs>
                <a:gs pos="57143">
                  <a:srgbClr val="F8D4B5">
                    <a:alpha val="4676"/>
                  </a:srgbClr>
                </a:gs>
                <a:gs pos="71429">
                  <a:srgbClr val="F8D4B5">
                    <a:alpha val="2216"/>
                  </a:srgbClr>
                </a:gs>
                <a:gs pos="85714">
                  <a:srgbClr val="F8D4B5">
                    <a:alpha val="882"/>
                  </a:srgbClr>
                </a:gs>
                <a:gs pos="100000">
                  <a:srgbClr val="F8D4B5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10406809">
              <a:off x="1920951" y="2309004"/>
              <a:ext cx="68461" cy="17132"/>
            </a:xfrm>
            <a:prstGeom prst="ellipse">
              <a:avLst/>
            </a:prstGeom>
            <a:gradFill>
              <a:gsLst>
                <a:gs pos="0">
                  <a:srgbClr val="D0654B">
                    <a:alpha val="16844"/>
                  </a:srgbClr>
                </a:gs>
                <a:gs pos="14286">
                  <a:srgbClr val="D0654B">
                    <a:alpha val="15594"/>
                  </a:srgbClr>
                </a:gs>
                <a:gs pos="28571">
                  <a:srgbClr val="D0654B">
                    <a:alpha val="12334"/>
                  </a:srgbClr>
                </a:gs>
                <a:gs pos="42857">
                  <a:srgbClr val="D0654B">
                    <a:alpha val="8272"/>
                  </a:srgbClr>
                </a:gs>
                <a:gs pos="57143">
                  <a:srgbClr val="D0654B">
                    <a:alpha val="4672"/>
                  </a:srgbClr>
                </a:gs>
                <a:gs pos="71429">
                  <a:srgbClr val="D0654B">
                    <a:alpha val="2215"/>
                  </a:srgbClr>
                </a:gs>
                <a:gs pos="85714">
                  <a:srgbClr val="D0654B">
                    <a:alpha val="882"/>
                  </a:srgbClr>
                </a:gs>
                <a:gs pos="100000">
                  <a:srgbClr val="D0654B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-8544533">
              <a:off x="1226440" y="1372019"/>
              <a:ext cx="66451" cy="16613"/>
            </a:xfrm>
            <a:prstGeom prst="ellipse">
              <a:avLst/>
            </a:prstGeom>
            <a:gradFill>
              <a:gsLst>
                <a:gs pos="0">
                  <a:srgbClr val="C6775D">
                    <a:alpha val="17226"/>
                  </a:srgbClr>
                </a:gs>
                <a:gs pos="14286">
                  <a:srgbClr val="C6775D">
                    <a:alpha val="15950"/>
                  </a:srgbClr>
                </a:gs>
                <a:gs pos="28571">
                  <a:srgbClr val="C6775D">
                    <a:alpha val="12621"/>
                  </a:srgbClr>
                </a:gs>
                <a:gs pos="42857">
                  <a:srgbClr val="C6775D">
                    <a:alpha val="8469"/>
                  </a:srgbClr>
                </a:gs>
                <a:gs pos="57143">
                  <a:srgbClr val="C6775D">
                    <a:alpha val="4785"/>
                  </a:srgbClr>
                </a:gs>
                <a:gs pos="71429">
                  <a:srgbClr val="C6775D">
                    <a:alpha val="2269"/>
                  </a:srgbClr>
                </a:gs>
                <a:gs pos="85714">
                  <a:srgbClr val="C6775D">
                    <a:alpha val="904"/>
                  </a:srgbClr>
                </a:gs>
                <a:gs pos="100000">
                  <a:srgbClr val="C6775D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-10603363">
              <a:off x="1721422" y="1239369"/>
              <a:ext cx="68461" cy="17134"/>
            </a:xfrm>
            <a:prstGeom prst="ellipse">
              <a:avLst/>
            </a:prstGeom>
            <a:gradFill>
              <a:gsLst>
                <a:gs pos="0">
                  <a:srgbClr val="EDBFB1">
                    <a:alpha val="16842"/>
                  </a:srgbClr>
                </a:gs>
                <a:gs pos="14286">
                  <a:srgbClr val="EDBFB1">
                    <a:alpha val="15593"/>
                  </a:srgbClr>
                </a:gs>
                <a:gs pos="28571">
                  <a:srgbClr val="EDBFB1">
                    <a:alpha val="12333"/>
                  </a:srgbClr>
                </a:gs>
                <a:gs pos="42857">
                  <a:srgbClr val="EDBFB1">
                    <a:alpha val="8271"/>
                  </a:srgbClr>
                </a:gs>
                <a:gs pos="57143">
                  <a:srgbClr val="EDBFB1">
                    <a:alpha val="4671"/>
                  </a:srgbClr>
                </a:gs>
                <a:gs pos="71429">
                  <a:srgbClr val="EDBFB1">
                    <a:alpha val="2214"/>
                  </a:srgbClr>
                </a:gs>
                <a:gs pos="85714">
                  <a:srgbClr val="EDBFB1">
                    <a:alpha val="882"/>
                  </a:srgbClr>
                </a:gs>
                <a:gs pos="100000">
                  <a:srgbClr val="EDBFB1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5022188">
              <a:off x="2007232" y="1772024"/>
              <a:ext cx="68461" cy="17192"/>
            </a:xfrm>
            <a:prstGeom prst="ellipse">
              <a:avLst/>
            </a:prstGeom>
            <a:gradFill>
              <a:gsLst>
                <a:gs pos="0">
                  <a:srgbClr val="8A7A6B">
                    <a:alpha val="16799"/>
                  </a:srgbClr>
                </a:gs>
                <a:gs pos="14286">
                  <a:srgbClr val="8A7A6B">
                    <a:alpha val="15553"/>
                  </a:srgbClr>
                </a:gs>
                <a:gs pos="28571">
                  <a:srgbClr val="8A7A6B">
                    <a:alpha val="12300"/>
                  </a:srgbClr>
                </a:gs>
                <a:gs pos="42857">
                  <a:srgbClr val="8A7A6B">
                    <a:alpha val="8249"/>
                  </a:srgbClr>
                </a:gs>
                <a:gs pos="57143">
                  <a:srgbClr val="8A7A6B">
                    <a:alpha val="4658"/>
                  </a:srgbClr>
                </a:gs>
                <a:gs pos="71429">
                  <a:srgbClr val="8A7A6B">
                    <a:alpha val="2208"/>
                  </a:srgbClr>
                </a:gs>
                <a:gs pos="85714">
                  <a:srgbClr val="8A7A6B">
                    <a:alpha val="879"/>
                  </a:srgbClr>
                </a:gs>
                <a:gs pos="100000">
                  <a:srgbClr val="8A7A6B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9440359">
              <a:off x="1441021" y="1093237"/>
              <a:ext cx="68461" cy="17243"/>
            </a:xfrm>
            <a:prstGeom prst="ellipse">
              <a:avLst/>
            </a:prstGeom>
            <a:gradFill>
              <a:gsLst>
                <a:gs pos="0">
                  <a:srgbClr val="F4D3A8">
                    <a:alpha val="16762"/>
                  </a:srgbClr>
                </a:gs>
                <a:gs pos="14286">
                  <a:srgbClr val="F4D3A8">
                    <a:alpha val="15518"/>
                  </a:srgbClr>
                </a:gs>
                <a:gs pos="28571">
                  <a:srgbClr val="F4D3A8">
                    <a:alpha val="12272"/>
                  </a:srgbClr>
                </a:gs>
                <a:gs pos="42857">
                  <a:srgbClr val="F4D3A8">
                    <a:alpha val="8230"/>
                  </a:srgbClr>
                </a:gs>
                <a:gs pos="57143">
                  <a:srgbClr val="F4D3A8">
                    <a:alpha val="4647"/>
                  </a:srgbClr>
                </a:gs>
                <a:gs pos="71429">
                  <a:srgbClr val="F4D3A8">
                    <a:alpha val="2203"/>
                  </a:srgbClr>
                </a:gs>
                <a:gs pos="85714">
                  <a:srgbClr val="F4D3A8">
                    <a:alpha val="877"/>
                  </a:srgbClr>
                </a:gs>
                <a:gs pos="100000">
                  <a:srgbClr val="F4D3A8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6224895">
              <a:off x="1994660" y="1746594"/>
              <a:ext cx="68461" cy="17207"/>
            </a:xfrm>
            <a:prstGeom prst="ellipse">
              <a:avLst/>
            </a:prstGeom>
            <a:gradFill>
              <a:gsLst>
                <a:gs pos="0">
                  <a:srgbClr val="BD9C81">
                    <a:alpha val="16789"/>
                  </a:srgbClr>
                </a:gs>
                <a:gs pos="14286">
                  <a:srgbClr val="BD9C81">
                    <a:alpha val="15543"/>
                  </a:srgbClr>
                </a:gs>
                <a:gs pos="28571">
                  <a:srgbClr val="BD9C81">
                    <a:alpha val="12292"/>
                  </a:srgbClr>
                </a:gs>
                <a:gs pos="42857">
                  <a:srgbClr val="BD9C81">
                    <a:alpha val="8243"/>
                  </a:srgbClr>
                </a:gs>
                <a:gs pos="57143">
                  <a:srgbClr val="BD9C81">
                    <a:alpha val="4655"/>
                  </a:srgbClr>
                </a:gs>
                <a:gs pos="71429">
                  <a:srgbClr val="BD9C81">
                    <a:alpha val="2207"/>
                  </a:srgbClr>
                </a:gs>
                <a:gs pos="85714">
                  <a:srgbClr val="BD9C81">
                    <a:alpha val="878"/>
                  </a:srgbClr>
                </a:gs>
                <a:gs pos="100000">
                  <a:srgbClr val="BD9C81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-10208967">
              <a:off x="1287825" y="1522059"/>
              <a:ext cx="185795" cy="79133"/>
            </a:xfrm>
            <a:prstGeom prst="ellipse">
              <a:avLst/>
            </a:prstGeom>
            <a:gradFill>
              <a:gsLst>
                <a:gs pos="0">
                  <a:srgbClr val="FFFF33">
                    <a:alpha val="32968"/>
                  </a:srgbClr>
                </a:gs>
                <a:gs pos="14286">
                  <a:srgbClr val="FFFF33">
                    <a:alpha val="30764"/>
                  </a:srgbClr>
                </a:gs>
                <a:gs pos="28571">
                  <a:srgbClr val="FFFF33">
                    <a:alpha val="24833"/>
                  </a:srgbClr>
                </a:gs>
                <a:gs pos="42857">
                  <a:srgbClr val="FFFF33">
                    <a:alpha val="17075"/>
                  </a:srgbClr>
                </a:gs>
                <a:gs pos="57143">
                  <a:srgbClr val="FFFF33">
                    <a:alpha val="9855"/>
                  </a:srgbClr>
                </a:gs>
                <a:gs pos="71429">
                  <a:srgbClr val="FFFF33">
                    <a:alpha val="4740"/>
                  </a:srgbClr>
                </a:gs>
                <a:gs pos="85714">
                  <a:srgbClr val="FFFF33">
                    <a:alpha val="1902"/>
                  </a:srgbClr>
                </a:gs>
                <a:gs pos="100000">
                  <a:srgbClr val="FFFF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-8598966">
              <a:off x="541295" y="1933925"/>
              <a:ext cx="636225" cy="166907"/>
            </a:xfrm>
            <a:prstGeom prst="ellipse">
              <a:avLst/>
            </a:prstGeom>
            <a:gradFill>
              <a:gsLst>
                <a:gs pos="0">
                  <a:srgbClr val="F40400">
                    <a:alpha val="31334"/>
                  </a:srgbClr>
                </a:gs>
                <a:gs pos="14286">
                  <a:srgbClr val="F40400">
                    <a:alpha val="29214"/>
                  </a:srgbClr>
                </a:gs>
                <a:gs pos="28571">
                  <a:srgbClr val="F40400">
                    <a:alpha val="23529"/>
                  </a:srgbClr>
                </a:gs>
                <a:gs pos="42857">
                  <a:srgbClr val="F40400">
                    <a:alpha val="16135"/>
                  </a:srgbClr>
                </a:gs>
                <a:gs pos="57143">
                  <a:srgbClr val="F40400">
                    <a:alpha val="9290"/>
                  </a:srgbClr>
                </a:gs>
                <a:gs pos="71429">
                  <a:srgbClr val="F40400">
                    <a:alpha val="4461"/>
                  </a:srgbClr>
                </a:gs>
                <a:gs pos="85714">
                  <a:srgbClr val="F40400">
                    <a:alpha val="1789"/>
                  </a:srgbClr>
                </a:gs>
                <a:gs pos="100000">
                  <a:srgbClr val="F40400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5247206">
              <a:off x="702498" y="397828"/>
              <a:ext cx="633834" cy="409570"/>
            </a:xfrm>
            <a:prstGeom prst="ellipse">
              <a:avLst/>
            </a:prstGeom>
            <a:gradFill>
              <a:gsLst>
                <a:gs pos="0">
                  <a:srgbClr val="C70000">
                    <a:alpha val="32968"/>
                  </a:srgbClr>
                </a:gs>
                <a:gs pos="14286">
                  <a:srgbClr val="C70000">
                    <a:alpha val="30764"/>
                  </a:srgbClr>
                </a:gs>
                <a:gs pos="28571">
                  <a:srgbClr val="C70000">
                    <a:alpha val="24833"/>
                  </a:srgbClr>
                </a:gs>
                <a:gs pos="42857">
                  <a:srgbClr val="C70000">
                    <a:alpha val="17075"/>
                  </a:srgbClr>
                </a:gs>
                <a:gs pos="57143">
                  <a:srgbClr val="C70000">
                    <a:alpha val="9855"/>
                  </a:srgbClr>
                </a:gs>
                <a:gs pos="71429">
                  <a:srgbClr val="C70000">
                    <a:alpha val="4740"/>
                  </a:srgbClr>
                </a:gs>
                <a:gs pos="85714">
                  <a:srgbClr val="C70000">
                    <a:alpha val="1902"/>
                  </a:srgbClr>
                </a:gs>
                <a:gs pos="100000">
                  <a:srgbClr val="C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7859645">
              <a:off x="2125608" y="991778"/>
              <a:ext cx="380277" cy="61391"/>
            </a:xfrm>
            <a:prstGeom prst="ellipse">
              <a:avLst/>
            </a:prstGeom>
            <a:gradFill>
              <a:gsLst>
                <a:gs pos="0">
                  <a:srgbClr val="FFFFE5">
                    <a:alpha val="32968"/>
                  </a:srgbClr>
                </a:gs>
                <a:gs pos="14286">
                  <a:srgbClr val="FFFFE5">
                    <a:alpha val="30764"/>
                  </a:srgbClr>
                </a:gs>
                <a:gs pos="28571">
                  <a:srgbClr val="FFFFE5">
                    <a:alpha val="24833"/>
                  </a:srgbClr>
                </a:gs>
                <a:gs pos="42857">
                  <a:srgbClr val="FFFFE5">
                    <a:alpha val="17075"/>
                  </a:srgbClr>
                </a:gs>
                <a:gs pos="57143">
                  <a:srgbClr val="FFFFE5">
                    <a:alpha val="9855"/>
                  </a:srgbClr>
                </a:gs>
                <a:gs pos="71429">
                  <a:srgbClr val="FFFFE5">
                    <a:alpha val="4740"/>
                  </a:srgbClr>
                </a:gs>
                <a:gs pos="85714">
                  <a:srgbClr val="FFFFE5">
                    <a:alpha val="1902"/>
                  </a:srgbClr>
                </a:gs>
                <a:gs pos="100000">
                  <a:srgbClr val="FFFF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5102721">
              <a:off x="2315736" y="694971"/>
              <a:ext cx="337466" cy="183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9032235">
              <a:off x="2076405" y="1771107"/>
              <a:ext cx="282249" cy="59304"/>
            </a:xfrm>
            <a:prstGeom prst="ellipse">
              <a:avLst/>
            </a:prstGeom>
            <a:gradFill>
              <a:gsLst>
                <a:gs pos="0">
                  <a:srgbClr val="FFE9DD">
                    <a:alpha val="32968"/>
                  </a:srgbClr>
                </a:gs>
                <a:gs pos="14286">
                  <a:srgbClr val="FFE9DD">
                    <a:alpha val="30764"/>
                  </a:srgbClr>
                </a:gs>
                <a:gs pos="28571">
                  <a:srgbClr val="FFE9DD">
                    <a:alpha val="24833"/>
                  </a:srgbClr>
                </a:gs>
                <a:gs pos="42857">
                  <a:srgbClr val="FFE9DD">
                    <a:alpha val="17075"/>
                  </a:srgbClr>
                </a:gs>
                <a:gs pos="57143">
                  <a:srgbClr val="FFE9DD">
                    <a:alpha val="9855"/>
                  </a:srgbClr>
                </a:gs>
                <a:gs pos="71429">
                  <a:srgbClr val="FFE9DD">
                    <a:alpha val="4740"/>
                  </a:srgbClr>
                </a:gs>
                <a:gs pos="85714">
                  <a:srgbClr val="FFE9DD">
                    <a:alpha val="1902"/>
                  </a:srgbClr>
                </a:gs>
                <a:gs pos="100000">
                  <a:srgbClr val="FFE9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-10660875">
              <a:off x="1349169" y="1564369"/>
              <a:ext cx="62574" cy="15644"/>
            </a:xfrm>
            <a:prstGeom prst="ellipse">
              <a:avLst/>
            </a:prstGeom>
            <a:gradFill>
              <a:gsLst>
                <a:gs pos="0">
                  <a:srgbClr val="FFFDFF">
                    <a:alpha val="17934"/>
                  </a:srgbClr>
                </a:gs>
                <a:gs pos="14286">
                  <a:srgbClr val="FFFDFF">
                    <a:alpha val="16611"/>
                  </a:srgbClr>
                </a:gs>
                <a:gs pos="28571">
                  <a:srgbClr val="FFFDFF">
                    <a:alpha val="13155"/>
                  </a:srgbClr>
                </a:gs>
                <a:gs pos="42857">
                  <a:srgbClr val="FFFDFF">
                    <a:alpha val="8836"/>
                  </a:srgbClr>
                </a:gs>
                <a:gs pos="57143">
                  <a:srgbClr val="FFFDFF">
                    <a:alpha val="4997"/>
                  </a:srgbClr>
                </a:gs>
                <a:gs pos="71429">
                  <a:srgbClr val="FFFDFF">
                    <a:alpha val="2371"/>
                  </a:srgbClr>
                </a:gs>
                <a:gs pos="85714">
                  <a:srgbClr val="FFFDFF">
                    <a:alpha val="944"/>
                  </a:srgbClr>
                </a:gs>
                <a:gs pos="100000">
                  <a:srgbClr val="FFFDFF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-10201463">
              <a:off x="1303042" y="1524334"/>
              <a:ext cx="155863" cy="774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8009269">
              <a:off x="-296835" y="1710519"/>
              <a:ext cx="594007" cy="469683"/>
            </a:xfrm>
            <a:prstGeom prst="ellipse">
              <a:avLst/>
            </a:prstGeom>
            <a:gradFill>
              <a:gsLst>
                <a:gs pos="0">
                  <a:srgbClr val="EFC991">
                    <a:alpha val="26152"/>
                  </a:srgbClr>
                </a:gs>
                <a:gs pos="14286">
                  <a:srgbClr val="EFC991">
                    <a:alpha val="24319"/>
                  </a:srgbClr>
                </a:gs>
                <a:gs pos="28571">
                  <a:srgbClr val="EFC991">
                    <a:alpha val="19455"/>
                  </a:srgbClr>
                </a:gs>
                <a:gs pos="42857">
                  <a:srgbClr val="EFC991">
                    <a:alpha val="13230"/>
                  </a:srgbClr>
                </a:gs>
                <a:gs pos="57143">
                  <a:srgbClr val="EFC991">
                    <a:alpha val="7562"/>
                  </a:srgbClr>
                </a:gs>
                <a:gs pos="71429">
                  <a:srgbClr val="EFC991">
                    <a:alpha val="3614"/>
                  </a:srgbClr>
                </a:gs>
                <a:gs pos="85714">
                  <a:srgbClr val="EFC991">
                    <a:alpha val="1445"/>
                  </a:srgbClr>
                </a:gs>
                <a:gs pos="100000">
                  <a:srgbClr val="EFC991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7405659">
              <a:off x="2098791" y="911473"/>
              <a:ext cx="438693" cy="37059"/>
            </a:xfrm>
            <a:prstGeom prst="ellipse">
              <a:avLst/>
            </a:prstGeom>
            <a:gradFill>
              <a:gsLst>
                <a:gs pos="0">
                  <a:srgbClr val="FFF1DB">
                    <a:alpha val="32968"/>
                  </a:srgbClr>
                </a:gs>
                <a:gs pos="14286">
                  <a:srgbClr val="FFF1DB">
                    <a:alpha val="30764"/>
                  </a:srgbClr>
                </a:gs>
                <a:gs pos="28571">
                  <a:srgbClr val="FFF1DB">
                    <a:alpha val="24833"/>
                  </a:srgbClr>
                </a:gs>
                <a:gs pos="42857">
                  <a:srgbClr val="FFF1DB">
                    <a:alpha val="17075"/>
                  </a:srgbClr>
                </a:gs>
                <a:gs pos="57143">
                  <a:srgbClr val="FFF1DB">
                    <a:alpha val="9855"/>
                  </a:srgbClr>
                </a:gs>
                <a:gs pos="71429">
                  <a:srgbClr val="FFF1DB">
                    <a:alpha val="4740"/>
                  </a:srgbClr>
                </a:gs>
                <a:gs pos="85714">
                  <a:srgbClr val="FFF1DB">
                    <a:alpha val="1902"/>
                  </a:srgbClr>
                </a:gs>
                <a:gs pos="100000">
                  <a:srgbClr val="FFF1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-8612230">
              <a:off x="1148061" y="868000"/>
              <a:ext cx="436578" cy="261807"/>
            </a:xfrm>
            <a:prstGeom prst="ellipse">
              <a:avLst/>
            </a:prstGeom>
            <a:gradFill>
              <a:gsLst>
                <a:gs pos="0">
                  <a:srgbClr val="FFA430">
                    <a:alpha val="32968"/>
                  </a:srgbClr>
                </a:gs>
                <a:gs pos="14286">
                  <a:srgbClr val="FFA430">
                    <a:alpha val="30764"/>
                  </a:srgbClr>
                </a:gs>
                <a:gs pos="28571">
                  <a:srgbClr val="FFA430">
                    <a:alpha val="24833"/>
                  </a:srgbClr>
                </a:gs>
                <a:gs pos="42857">
                  <a:srgbClr val="FFA430">
                    <a:alpha val="17075"/>
                  </a:srgbClr>
                </a:gs>
                <a:gs pos="57143">
                  <a:srgbClr val="FFA430">
                    <a:alpha val="9855"/>
                  </a:srgbClr>
                </a:gs>
                <a:gs pos="71429">
                  <a:srgbClr val="FFA430">
                    <a:alpha val="4740"/>
                  </a:srgbClr>
                </a:gs>
                <a:gs pos="85714">
                  <a:srgbClr val="FFA430">
                    <a:alpha val="1902"/>
                  </a:srgbClr>
                </a:gs>
                <a:gs pos="100000">
                  <a:srgbClr val="FFA4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8499534">
              <a:off x="1065102" y="271896"/>
              <a:ext cx="359047" cy="22886"/>
            </a:xfrm>
            <a:prstGeom prst="ellipse">
              <a:avLst/>
            </a:prstGeom>
            <a:gradFill>
              <a:gsLst>
                <a:gs pos="0">
                  <a:srgbClr val="FFFFE7">
                    <a:alpha val="32968"/>
                  </a:srgbClr>
                </a:gs>
                <a:gs pos="14286">
                  <a:srgbClr val="FFFFE7">
                    <a:alpha val="30764"/>
                  </a:srgbClr>
                </a:gs>
                <a:gs pos="28571">
                  <a:srgbClr val="FFFFE7">
                    <a:alpha val="24833"/>
                  </a:srgbClr>
                </a:gs>
                <a:gs pos="42857">
                  <a:srgbClr val="FFFFE7">
                    <a:alpha val="17075"/>
                  </a:srgbClr>
                </a:gs>
                <a:gs pos="57143">
                  <a:srgbClr val="FFFFE7">
                    <a:alpha val="9855"/>
                  </a:srgbClr>
                </a:gs>
                <a:gs pos="71429">
                  <a:srgbClr val="FFFFE7">
                    <a:alpha val="4740"/>
                  </a:srgbClr>
                </a:gs>
                <a:gs pos="85714">
                  <a:srgbClr val="FFFFE7">
                    <a:alpha val="1902"/>
                  </a:srgbClr>
                </a:gs>
                <a:gs pos="100000">
                  <a:srgbClr val="FF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-10249472">
              <a:off x="1430443" y="1169020"/>
              <a:ext cx="450586" cy="774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4254530">
              <a:off x="1984540" y="1821865"/>
              <a:ext cx="68461" cy="17375"/>
            </a:xfrm>
            <a:prstGeom prst="ellipse">
              <a:avLst/>
            </a:prstGeom>
            <a:gradFill>
              <a:gsLst>
                <a:gs pos="0">
                  <a:srgbClr val="AB6B42">
                    <a:alpha val="16664"/>
                  </a:srgbClr>
                </a:gs>
                <a:gs pos="14286">
                  <a:srgbClr val="AB6B42">
                    <a:alpha val="15427"/>
                  </a:srgbClr>
                </a:gs>
                <a:gs pos="28571">
                  <a:srgbClr val="AB6B42">
                    <a:alpha val="12199"/>
                  </a:srgbClr>
                </a:gs>
                <a:gs pos="42857">
                  <a:srgbClr val="AB6B42">
                    <a:alpha val="8179"/>
                  </a:srgbClr>
                </a:gs>
                <a:gs pos="57143">
                  <a:srgbClr val="AB6B42">
                    <a:alpha val="4618"/>
                  </a:srgbClr>
                </a:gs>
                <a:gs pos="71429">
                  <a:srgbClr val="AB6B42">
                    <a:alpha val="2189"/>
                  </a:srgbClr>
                </a:gs>
                <a:gs pos="85714">
                  <a:srgbClr val="AB6B42">
                    <a:alpha val="871"/>
                  </a:srgbClr>
                </a:gs>
                <a:gs pos="100000">
                  <a:srgbClr val="AB6B42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10506229">
              <a:off x="2747989" y="1880198"/>
              <a:ext cx="613169" cy="420356"/>
            </a:xfrm>
            <a:prstGeom prst="ellipse">
              <a:avLst/>
            </a:prstGeom>
            <a:gradFill>
              <a:gsLst>
                <a:gs pos="0">
                  <a:srgbClr val="FF3600">
                    <a:alpha val="18485"/>
                  </a:srgbClr>
                </a:gs>
                <a:gs pos="14286">
                  <a:srgbClr val="FF3600">
                    <a:alpha val="17126"/>
                  </a:srgbClr>
                </a:gs>
                <a:gs pos="28571">
                  <a:srgbClr val="FF3600">
                    <a:alpha val="13572"/>
                  </a:srgbClr>
                </a:gs>
                <a:gs pos="42857">
                  <a:srgbClr val="FF3600">
                    <a:alpha val="9123"/>
                  </a:srgbClr>
                </a:gs>
                <a:gs pos="57143">
                  <a:srgbClr val="FF3600">
                    <a:alpha val="5163"/>
                  </a:srgbClr>
                </a:gs>
                <a:gs pos="71429">
                  <a:srgbClr val="FF3600">
                    <a:alpha val="2451"/>
                  </a:srgbClr>
                </a:gs>
                <a:gs pos="85714">
                  <a:srgbClr val="FF3600">
                    <a:alpha val="976"/>
                  </a:srgbClr>
                </a:gs>
                <a:gs pos="100000">
                  <a:srgbClr val="FF3600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-9097966">
              <a:off x="1338794" y="1122916"/>
              <a:ext cx="68461" cy="17444"/>
            </a:xfrm>
            <a:prstGeom prst="ellipse">
              <a:avLst/>
            </a:prstGeom>
            <a:gradFill>
              <a:gsLst>
                <a:gs pos="0">
                  <a:srgbClr val="E2C8B7">
                    <a:alpha val="16614"/>
                  </a:srgbClr>
                </a:gs>
                <a:gs pos="14286">
                  <a:srgbClr val="E2C8B7">
                    <a:alpha val="15379"/>
                  </a:srgbClr>
                </a:gs>
                <a:gs pos="28571">
                  <a:srgbClr val="E2C8B7">
                    <a:alpha val="12161"/>
                  </a:srgbClr>
                </a:gs>
                <a:gs pos="42857">
                  <a:srgbClr val="E2C8B7">
                    <a:alpha val="8153"/>
                  </a:srgbClr>
                </a:gs>
                <a:gs pos="57143">
                  <a:srgbClr val="E2C8B7">
                    <a:alpha val="4603"/>
                  </a:srgbClr>
                </a:gs>
                <a:gs pos="71429">
                  <a:srgbClr val="E2C8B7">
                    <a:alpha val="2182"/>
                  </a:srgbClr>
                </a:gs>
                <a:gs pos="85714">
                  <a:srgbClr val="E2C8B7">
                    <a:alpha val="868"/>
                  </a:srgbClr>
                </a:gs>
                <a:gs pos="100000">
                  <a:srgbClr val="E2C8B7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10680570">
              <a:off x="1663694" y="1236666"/>
              <a:ext cx="353510" cy="29293"/>
            </a:xfrm>
            <a:prstGeom prst="ellipse">
              <a:avLst/>
            </a:prstGeom>
            <a:gradFill>
              <a:gsLst>
                <a:gs pos="0">
                  <a:srgbClr val="FFFF8F">
                    <a:alpha val="32968"/>
                  </a:srgbClr>
                </a:gs>
                <a:gs pos="14286">
                  <a:srgbClr val="FFFF8F">
                    <a:alpha val="30764"/>
                  </a:srgbClr>
                </a:gs>
                <a:gs pos="28571">
                  <a:srgbClr val="FFFF8F">
                    <a:alpha val="24833"/>
                  </a:srgbClr>
                </a:gs>
                <a:gs pos="42857">
                  <a:srgbClr val="FFFF8F">
                    <a:alpha val="17075"/>
                  </a:srgbClr>
                </a:gs>
                <a:gs pos="57143">
                  <a:srgbClr val="FFFF8F">
                    <a:alpha val="9855"/>
                  </a:srgbClr>
                </a:gs>
                <a:gs pos="71429">
                  <a:srgbClr val="FFFF8F">
                    <a:alpha val="4740"/>
                  </a:srgbClr>
                </a:gs>
                <a:gs pos="85714">
                  <a:srgbClr val="FFFF8F">
                    <a:alpha val="1902"/>
                  </a:srgbClr>
                </a:gs>
                <a:gs pos="100000">
                  <a:srgbClr val="FFFF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8542769">
              <a:off x="2522730" y="2037843"/>
              <a:ext cx="57709" cy="14427"/>
            </a:xfrm>
            <a:prstGeom prst="ellipse">
              <a:avLst/>
            </a:prstGeom>
            <a:gradFill>
              <a:gsLst>
                <a:gs pos="0">
                  <a:srgbClr val="F4D8AF">
                    <a:alpha val="18813"/>
                  </a:srgbClr>
                </a:gs>
                <a:gs pos="14286">
                  <a:srgbClr val="F4D8AF">
                    <a:alpha val="17433"/>
                  </a:srgbClr>
                </a:gs>
                <a:gs pos="28571">
                  <a:srgbClr val="F4D8AF">
                    <a:alpha val="13820"/>
                  </a:srgbClr>
                </a:gs>
                <a:gs pos="42857">
                  <a:srgbClr val="F4D8AF">
                    <a:alpha val="9295"/>
                  </a:srgbClr>
                </a:gs>
                <a:gs pos="57143">
                  <a:srgbClr val="F4D8AF">
                    <a:alpha val="5262"/>
                  </a:srgbClr>
                </a:gs>
                <a:gs pos="71429">
                  <a:srgbClr val="F4D8AF">
                    <a:alpha val="2499"/>
                  </a:srgbClr>
                </a:gs>
                <a:gs pos="85714">
                  <a:srgbClr val="F4D8AF">
                    <a:alpha val="996"/>
                  </a:srgbClr>
                </a:gs>
                <a:gs pos="100000">
                  <a:srgbClr val="F4D8AF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-10653511">
              <a:off x="-42640" y="748621"/>
              <a:ext cx="577460" cy="565083"/>
            </a:xfrm>
            <a:prstGeom prst="ellipse">
              <a:avLst/>
            </a:prstGeom>
            <a:gradFill>
              <a:gsLst>
                <a:gs pos="0">
                  <a:srgbClr val="9E0000">
                    <a:alpha val="25723"/>
                  </a:srgbClr>
                </a:gs>
                <a:gs pos="14286">
                  <a:srgbClr val="9E0000">
                    <a:alpha val="23915"/>
                  </a:srgbClr>
                </a:gs>
                <a:gs pos="28571">
                  <a:srgbClr val="9E0000">
                    <a:alpha val="19121"/>
                  </a:srgbClr>
                </a:gs>
                <a:gs pos="42857">
                  <a:srgbClr val="9E0000">
                    <a:alpha val="12994"/>
                  </a:srgbClr>
                </a:gs>
                <a:gs pos="57143">
                  <a:srgbClr val="9E0000">
                    <a:alpha val="7423"/>
                  </a:srgbClr>
                </a:gs>
                <a:gs pos="71429">
                  <a:srgbClr val="9E0000">
                    <a:alpha val="3546"/>
                  </a:srgbClr>
                </a:gs>
                <a:gs pos="85714">
                  <a:srgbClr val="9E0000">
                    <a:alpha val="1418"/>
                  </a:srgbClr>
                </a:gs>
                <a:gs pos="100000">
                  <a:srgbClr val="9E0000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-9316179">
              <a:off x="1292051" y="1159369"/>
              <a:ext cx="310309" cy="31147"/>
            </a:xfrm>
            <a:prstGeom prst="ellipse">
              <a:avLst/>
            </a:prstGeom>
            <a:gradFill>
              <a:gsLst>
                <a:gs pos="0">
                  <a:srgbClr val="FFFFB5">
                    <a:alpha val="32968"/>
                  </a:srgbClr>
                </a:gs>
                <a:gs pos="14286">
                  <a:srgbClr val="FFFFB5">
                    <a:alpha val="30764"/>
                  </a:srgbClr>
                </a:gs>
                <a:gs pos="28571">
                  <a:srgbClr val="FFFFB5">
                    <a:alpha val="24833"/>
                  </a:srgbClr>
                </a:gs>
                <a:gs pos="42857">
                  <a:srgbClr val="FFFFB5">
                    <a:alpha val="17075"/>
                  </a:srgbClr>
                </a:gs>
                <a:gs pos="57143">
                  <a:srgbClr val="FFFFB5">
                    <a:alpha val="9855"/>
                  </a:srgbClr>
                </a:gs>
                <a:gs pos="71429">
                  <a:srgbClr val="FFFFB5">
                    <a:alpha val="4740"/>
                  </a:srgbClr>
                </a:gs>
                <a:gs pos="85714">
                  <a:srgbClr val="FFFFB5">
                    <a:alpha val="1902"/>
                  </a:srgbClr>
                </a:gs>
                <a:gs pos="100000">
                  <a:srgbClr val="FFFF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7860545">
              <a:off x="2100075" y="1821543"/>
              <a:ext cx="64555" cy="16139"/>
            </a:xfrm>
            <a:prstGeom prst="ellipse">
              <a:avLst/>
            </a:prstGeom>
            <a:gradFill>
              <a:gsLst>
                <a:gs pos="0">
                  <a:srgbClr val="C0895C">
                    <a:alpha val="17573"/>
                  </a:srgbClr>
                </a:gs>
                <a:gs pos="14286">
                  <a:srgbClr val="C0895C">
                    <a:alpha val="16274"/>
                  </a:srgbClr>
                </a:gs>
                <a:gs pos="28571">
                  <a:srgbClr val="C0895C">
                    <a:alpha val="12883"/>
                  </a:srgbClr>
                </a:gs>
                <a:gs pos="42857">
                  <a:srgbClr val="C0895C">
                    <a:alpha val="8649"/>
                  </a:srgbClr>
                </a:gs>
                <a:gs pos="57143">
                  <a:srgbClr val="C0895C">
                    <a:alpha val="4889"/>
                  </a:srgbClr>
                </a:gs>
                <a:gs pos="71429">
                  <a:srgbClr val="C0895C">
                    <a:alpha val="2319"/>
                  </a:srgbClr>
                </a:gs>
                <a:gs pos="85714">
                  <a:srgbClr val="C0895C">
                    <a:alpha val="924"/>
                  </a:srgbClr>
                </a:gs>
                <a:gs pos="100000">
                  <a:srgbClr val="C0895C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5492978">
              <a:off x="1995330" y="1658828"/>
              <a:ext cx="53154" cy="13288"/>
            </a:xfrm>
            <a:prstGeom prst="ellipse">
              <a:avLst/>
            </a:prstGeom>
            <a:gradFill>
              <a:gsLst>
                <a:gs pos="0">
                  <a:srgbClr val="FCECD7">
                    <a:alpha val="19629"/>
                  </a:srgbClr>
                </a:gs>
                <a:gs pos="14286">
                  <a:srgbClr val="FCECD7">
                    <a:alpha val="18195"/>
                  </a:srgbClr>
                </a:gs>
                <a:gs pos="28571">
                  <a:srgbClr val="FCECD7">
                    <a:alpha val="14439"/>
                  </a:srgbClr>
                </a:gs>
                <a:gs pos="42857">
                  <a:srgbClr val="FCECD7">
                    <a:alpha val="9723"/>
                  </a:srgbClr>
                </a:gs>
                <a:gs pos="57143">
                  <a:srgbClr val="FCECD7">
                    <a:alpha val="5510"/>
                  </a:srgbClr>
                </a:gs>
                <a:gs pos="71429">
                  <a:srgbClr val="FCECD7">
                    <a:alpha val="2618"/>
                  </a:srgbClr>
                </a:gs>
                <a:gs pos="85714">
                  <a:srgbClr val="FCECD7">
                    <a:alpha val="1044"/>
                  </a:srgbClr>
                </a:gs>
                <a:gs pos="100000">
                  <a:srgbClr val="FCECD7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4558360">
              <a:off x="2049381" y="1684936"/>
              <a:ext cx="60556" cy="15139"/>
            </a:xfrm>
            <a:prstGeom prst="ellipse">
              <a:avLst/>
            </a:prstGeom>
            <a:gradFill>
              <a:gsLst>
                <a:gs pos="0">
                  <a:srgbClr val="FEF5E8">
                    <a:alpha val="18300"/>
                  </a:srgbClr>
                </a:gs>
                <a:gs pos="14286">
                  <a:srgbClr val="FEF5E8">
                    <a:alpha val="16953"/>
                  </a:srgbClr>
                </a:gs>
                <a:gs pos="28571">
                  <a:srgbClr val="FEF5E8">
                    <a:alpha val="13432"/>
                  </a:srgbClr>
                </a:gs>
                <a:gs pos="42857">
                  <a:srgbClr val="FEF5E8">
                    <a:alpha val="9027"/>
                  </a:srgbClr>
                </a:gs>
                <a:gs pos="57143">
                  <a:srgbClr val="FEF5E8">
                    <a:alpha val="5107"/>
                  </a:srgbClr>
                </a:gs>
                <a:gs pos="71429">
                  <a:srgbClr val="FEF5E8">
                    <a:alpha val="2424"/>
                  </a:srgbClr>
                </a:gs>
                <a:gs pos="85714">
                  <a:srgbClr val="FEF5E8">
                    <a:alpha val="966"/>
                  </a:srgbClr>
                </a:gs>
                <a:gs pos="100000">
                  <a:srgbClr val="FEF5E8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4213326">
              <a:off x="2007301" y="1813834"/>
              <a:ext cx="68461" cy="17519"/>
            </a:xfrm>
            <a:prstGeom prst="ellipse">
              <a:avLst/>
            </a:prstGeom>
            <a:gradFill>
              <a:gsLst>
                <a:gs pos="0">
                  <a:srgbClr val="AE7F5C">
                    <a:alpha val="16558"/>
                  </a:srgbClr>
                </a:gs>
                <a:gs pos="14286">
                  <a:srgbClr val="AE7F5C">
                    <a:alpha val="15328"/>
                  </a:srgbClr>
                </a:gs>
                <a:gs pos="28571">
                  <a:srgbClr val="AE7F5C">
                    <a:alpha val="12119"/>
                  </a:srgbClr>
                </a:gs>
                <a:gs pos="42857">
                  <a:srgbClr val="AE7F5C">
                    <a:alpha val="8124"/>
                  </a:srgbClr>
                </a:gs>
                <a:gs pos="57143">
                  <a:srgbClr val="AE7F5C">
                    <a:alpha val="4587"/>
                  </a:srgbClr>
                </a:gs>
                <a:gs pos="71429">
                  <a:srgbClr val="AE7F5C">
                    <a:alpha val="2174"/>
                  </a:srgbClr>
                </a:gs>
                <a:gs pos="85714">
                  <a:srgbClr val="AE7F5C">
                    <a:alpha val="865"/>
                  </a:srgbClr>
                </a:gs>
                <a:gs pos="100000">
                  <a:srgbClr val="AE7F5C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5246843">
              <a:off x="445147" y="1771408"/>
              <a:ext cx="68461" cy="17404"/>
            </a:xfrm>
            <a:prstGeom prst="ellipse">
              <a:avLst/>
            </a:prstGeom>
            <a:gradFill>
              <a:gsLst>
                <a:gs pos="0">
                  <a:srgbClr val="B46D36">
                    <a:alpha val="16643"/>
                  </a:srgbClr>
                </a:gs>
                <a:gs pos="14286">
                  <a:srgbClr val="B46D36">
                    <a:alpha val="15407"/>
                  </a:srgbClr>
                </a:gs>
                <a:gs pos="28571">
                  <a:srgbClr val="B46D36">
                    <a:alpha val="12183"/>
                  </a:srgbClr>
                </a:gs>
                <a:gs pos="42857">
                  <a:srgbClr val="B46D36">
                    <a:alpha val="8168"/>
                  </a:srgbClr>
                </a:gs>
                <a:gs pos="57143">
                  <a:srgbClr val="B46D36">
                    <a:alpha val="4612"/>
                  </a:srgbClr>
                </a:gs>
                <a:gs pos="71429">
                  <a:srgbClr val="B46D36">
                    <a:alpha val="2186"/>
                  </a:srgbClr>
                </a:gs>
                <a:gs pos="85714">
                  <a:srgbClr val="B46D36">
                    <a:alpha val="870"/>
                  </a:srgbClr>
                </a:gs>
                <a:gs pos="100000">
                  <a:srgbClr val="B46D36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4537819">
              <a:off x="2043633" y="1708165"/>
              <a:ext cx="65009" cy="16252"/>
            </a:xfrm>
            <a:prstGeom prst="ellipse">
              <a:avLst/>
            </a:prstGeom>
            <a:gradFill>
              <a:gsLst>
                <a:gs pos="0">
                  <a:srgbClr val="FAEBDD">
                    <a:alpha val="17490"/>
                  </a:srgbClr>
                </a:gs>
                <a:gs pos="14286">
                  <a:srgbClr val="FAEBDD">
                    <a:alpha val="16197"/>
                  </a:srgbClr>
                </a:gs>
                <a:gs pos="28571">
                  <a:srgbClr val="FAEBDD">
                    <a:alpha val="12820"/>
                  </a:srgbClr>
                </a:gs>
                <a:gs pos="42857">
                  <a:srgbClr val="FAEBDD">
                    <a:alpha val="8606"/>
                  </a:srgbClr>
                </a:gs>
                <a:gs pos="57143">
                  <a:srgbClr val="FAEBDD">
                    <a:alpha val="4864"/>
                  </a:srgbClr>
                </a:gs>
                <a:gs pos="71429">
                  <a:srgbClr val="FAEBDD">
                    <a:alpha val="2307"/>
                  </a:srgbClr>
                </a:gs>
                <a:gs pos="85714">
                  <a:srgbClr val="FAEBDD">
                    <a:alpha val="919"/>
                  </a:srgbClr>
                </a:gs>
                <a:gs pos="100000">
                  <a:srgbClr val="FAEBDD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2787576">
              <a:off x="1902511" y="1834208"/>
              <a:ext cx="337128" cy="90302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6947387">
              <a:off x="943416" y="444187"/>
              <a:ext cx="331103" cy="37422"/>
            </a:xfrm>
            <a:prstGeom prst="ellipse">
              <a:avLst/>
            </a:prstGeom>
            <a:gradFill>
              <a:gsLst>
                <a:gs pos="0">
                  <a:srgbClr val="FFFFED">
                    <a:alpha val="32968"/>
                  </a:srgbClr>
                </a:gs>
                <a:gs pos="14286">
                  <a:srgbClr val="FFFFED">
                    <a:alpha val="30764"/>
                  </a:srgbClr>
                </a:gs>
                <a:gs pos="28571">
                  <a:srgbClr val="FFFFED">
                    <a:alpha val="24833"/>
                  </a:srgbClr>
                </a:gs>
                <a:gs pos="42857">
                  <a:srgbClr val="FFFFED">
                    <a:alpha val="17075"/>
                  </a:srgbClr>
                </a:gs>
                <a:gs pos="57143">
                  <a:srgbClr val="FFFFED">
                    <a:alpha val="9855"/>
                  </a:srgbClr>
                </a:gs>
                <a:gs pos="71429">
                  <a:srgbClr val="FFFFED">
                    <a:alpha val="4740"/>
                  </a:srgbClr>
                </a:gs>
                <a:gs pos="85714">
                  <a:srgbClr val="FFFFED">
                    <a:alpha val="1902"/>
                  </a:srgbClr>
                </a:gs>
                <a:gs pos="100000">
                  <a:srgbClr val="FFF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7321700">
              <a:off x="280009" y="2256718"/>
              <a:ext cx="68461" cy="17404"/>
            </a:xfrm>
            <a:prstGeom prst="ellipse">
              <a:avLst/>
            </a:prstGeom>
            <a:gradFill>
              <a:gsLst>
                <a:gs pos="0">
                  <a:srgbClr val="C98E68">
                    <a:alpha val="16643"/>
                  </a:srgbClr>
                </a:gs>
                <a:gs pos="14286">
                  <a:srgbClr val="C98E68">
                    <a:alpha val="15407"/>
                  </a:srgbClr>
                </a:gs>
                <a:gs pos="28571">
                  <a:srgbClr val="C98E68">
                    <a:alpha val="12183"/>
                  </a:srgbClr>
                </a:gs>
                <a:gs pos="42857">
                  <a:srgbClr val="C98E68">
                    <a:alpha val="8168"/>
                  </a:srgbClr>
                </a:gs>
                <a:gs pos="57143">
                  <a:srgbClr val="C98E68">
                    <a:alpha val="4612"/>
                  </a:srgbClr>
                </a:gs>
                <a:gs pos="71429">
                  <a:srgbClr val="C98E68">
                    <a:alpha val="2186"/>
                  </a:srgbClr>
                </a:gs>
                <a:gs pos="85714">
                  <a:srgbClr val="C98E68">
                    <a:alpha val="870"/>
                  </a:srgbClr>
                </a:gs>
                <a:gs pos="100000">
                  <a:srgbClr val="C98E68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-10781186">
              <a:off x="1602213" y="1191400"/>
              <a:ext cx="417412" cy="711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-9866350">
              <a:off x="1715315" y="705315"/>
              <a:ext cx="237495" cy="35033"/>
            </a:xfrm>
            <a:prstGeom prst="ellipse">
              <a:avLst/>
            </a:prstGeom>
            <a:gradFill>
              <a:gsLst>
                <a:gs pos="0">
                  <a:srgbClr val="FFFFB6">
                    <a:alpha val="32968"/>
                  </a:srgbClr>
                </a:gs>
                <a:gs pos="14286">
                  <a:srgbClr val="FFFFB6">
                    <a:alpha val="30764"/>
                  </a:srgbClr>
                </a:gs>
                <a:gs pos="28571">
                  <a:srgbClr val="FFFFB6">
                    <a:alpha val="24833"/>
                  </a:srgbClr>
                </a:gs>
                <a:gs pos="42857">
                  <a:srgbClr val="FFFFB6">
                    <a:alpha val="17075"/>
                  </a:srgbClr>
                </a:gs>
                <a:gs pos="57143">
                  <a:srgbClr val="FFFFB6">
                    <a:alpha val="9855"/>
                  </a:srgbClr>
                </a:gs>
                <a:gs pos="71429">
                  <a:srgbClr val="FFFFB6">
                    <a:alpha val="4740"/>
                  </a:srgbClr>
                </a:gs>
                <a:gs pos="85714">
                  <a:srgbClr val="FFFFB6">
                    <a:alpha val="1902"/>
                  </a:srgbClr>
                </a:gs>
                <a:gs pos="100000">
                  <a:srgbClr val="FFFF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-10633042">
              <a:off x="637989" y="2420576"/>
              <a:ext cx="416906" cy="15183"/>
            </a:xfrm>
            <a:prstGeom prst="ellipse">
              <a:avLst/>
            </a:prstGeom>
            <a:gradFill>
              <a:gsLst>
                <a:gs pos="0">
                  <a:srgbClr val="FFFFA8">
                    <a:alpha val="32968"/>
                  </a:srgbClr>
                </a:gs>
                <a:gs pos="14286">
                  <a:srgbClr val="FFFFA8">
                    <a:alpha val="30764"/>
                  </a:srgbClr>
                </a:gs>
                <a:gs pos="28571">
                  <a:srgbClr val="FFFFA8">
                    <a:alpha val="24833"/>
                  </a:srgbClr>
                </a:gs>
                <a:gs pos="42857">
                  <a:srgbClr val="FFFFA8">
                    <a:alpha val="17075"/>
                  </a:srgbClr>
                </a:gs>
                <a:gs pos="57143">
                  <a:srgbClr val="FFFFA8">
                    <a:alpha val="9855"/>
                  </a:srgbClr>
                </a:gs>
                <a:gs pos="71429">
                  <a:srgbClr val="FFFFA8">
                    <a:alpha val="4740"/>
                  </a:srgbClr>
                </a:gs>
                <a:gs pos="85714">
                  <a:srgbClr val="FFFFA8">
                    <a:alpha val="1902"/>
                  </a:srgbClr>
                </a:gs>
                <a:gs pos="100000">
                  <a:srgbClr val="FFFF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-10366705">
              <a:off x="1413148" y="2276775"/>
              <a:ext cx="53045" cy="13261"/>
            </a:xfrm>
            <a:prstGeom prst="ellipse">
              <a:avLst/>
            </a:prstGeom>
            <a:gradFill>
              <a:gsLst>
                <a:gs pos="0">
                  <a:srgbClr val="FFE1BF">
                    <a:alpha val="19648"/>
                  </a:srgbClr>
                </a:gs>
                <a:gs pos="14286">
                  <a:srgbClr val="FFE1BF">
                    <a:alpha val="18214"/>
                  </a:srgbClr>
                </a:gs>
                <a:gs pos="28571">
                  <a:srgbClr val="FFE1BF">
                    <a:alpha val="14454"/>
                  </a:srgbClr>
                </a:gs>
                <a:gs pos="42857">
                  <a:srgbClr val="FFE1BF">
                    <a:alpha val="9733"/>
                  </a:srgbClr>
                </a:gs>
                <a:gs pos="57143">
                  <a:srgbClr val="FFE1BF">
                    <a:alpha val="5516"/>
                  </a:srgbClr>
                </a:gs>
                <a:gs pos="71429">
                  <a:srgbClr val="FFE1BF">
                    <a:alpha val="2621"/>
                  </a:srgbClr>
                </a:gs>
                <a:gs pos="85714">
                  <a:srgbClr val="FFE1BF">
                    <a:alpha val="1045"/>
                  </a:srgbClr>
                </a:gs>
                <a:gs pos="100000">
                  <a:srgbClr val="FFE1BF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6513977">
              <a:off x="2323703" y="1221458"/>
              <a:ext cx="57230" cy="14308"/>
            </a:xfrm>
            <a:prstGeom prst="ellipse">
              <a:avLst/>
            </a:prstGeom>
            <a:gradFill>
              <a:gsLst>
                <a:gs pos="0">
                  <a:srgbClr val="E6E0E0">
                    <a:alpha val="18899"/>
                  </a:srgbClr>
                </a:gs>
                <a:gs pos="14286">
                  <a:srgbClr val="E6E0E0">
                    <a:alpha val="17514"/>
                  </a:srgbClr>
                </a:gs>
                <a:gs pos="28571">
                  <a:srgbClr val="E6E0E0">
                    <a:alpha val="13886"/>
                  </a:srgbClr>
                </a:gs>
                <a:gs pos="42857">
                  <a:srgbClr val="E6E0E0">
                    <a:alpha val="9340"/>
                  </a:srgbClr>
                </a:gs>
                <a:gs pos="57143">
                  <a:srgbClr val="E6E0E0">
                    <a:alpha val="5288"/>
                  </a:srgbClr>
                </a:gs>
                <a:gs pos="71429">
                  <a:srgbClr val="E6E0E0">
                    <a:alpha val="2511"/>
                  </a:srgbClr>
                </a:gs>
                <a:gs pos="85714">
                  <a:srgbClr val="E6E0E0">
                    <a:alpha val="1001"/>
                  </a:srgbClr>
                </a:gs>
                <a:gs pos="100000">
                  <a:srgbClr val="E6E0E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5873177">
              <a:off x="231332" y="1245701"/>
              <a:ext cx="403835" cy="89772"/>
            </a:xfrm>
            <a:prstGeom prst="ellipse">
              <a:avLst/>
            </a:prstGeom>
            <a:gradFill>
              <a:gsLst>
                <a:gs pos="0">
                  <a:srgbClr val="FFE38B">
                    <a:alpha val="32968"/>
                  </a:srgbClr>
                </a:gs>
                <a:gs pos="14286">
                  <a:srgbClr val="FFE38B">
                    <a:alpha val="30764"/>
                  </a:srgbClr>
                </a:gs>
                <a:gs pos="28571">
                  <a:srgbClr val="FFE38B">
                    <a:alpha val="24833"/>
                  </a:srgbClr>
                </a:gs>
                <a:gs pos="42857">
                  <a:srgbClr val="FFE38B">
                    <a:alpha val="17075"/>
                  </a:srgbClr>
                </a:gs>
                <a:gs pos="57143">
                  <a:srgbClr val="FFE38B">
                    <a:alpha val="9855"/>
                  </a:srgbClr>
                </a:gs>
                <a:gs pos="71429">
                  <a:srgbClr val="FFE38B">
                    <a:alpha val="4740"/>
                  </a:srgbClr>
                </a:gs>
                <a:gs pos="85714">
                  <a:srgbClr val="FFE38B">
                    <a:alpha val="1902"/>
                  </a:srgbClr>
                </a:gs>
                <a:gs pos="100000">
                  <a:srgbClr val="FFE3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-8781254">
              <a:off x="1931606" y="1670249"/>
              <a:ext cx="267650" cy="91161"/>
            </a:xfrm>
            <a:prstGeom prst="ellipse">
              <a:avLst/>
            </a:prstGeom>
            <a:gradFill>
              <a:gsLst>
                <a:gs pos="0">
                  <a:srgbClr val="FFE0AC">
                    <a:alpha val="32968"/>
                  </a:srgbClr>
                </a:gs>
                <a:gs pos="14286">
                  <a:srgbClr val="FFE0AC">
                    <a:alpha val="30764"/>
                  </a:srgbClr>
                </a:gs>
                <a:gs pos="28571">
                  <a:srgbClr val="FFE0AC">
                    <a:alpha val="24833"/>
                  </a:srgbClr>
                </a:gs>
                <a:gs pos="42857">
                  <a:srgbClr val="FFE0AC">
                    <a:alpha val="17075"/>
                  </a:srgbClr>
                </a:gs>
                <a:gs pos="57143">
                  <a:srgbClr val="FFE0AC">
                    <a:alpha val="9855"/>
                  </a:srgbClr>
                </a:gs>
                <a:gs pos="71429">
                  <a:srgbClr val="FFE0AC">
                    <a:alpha val="4740"/>
                  </a:srgbClr>
                </a:gs>
                <a:gs pos="85714">
                  <a:srgbClr val="FFE0AC">
                    <a:alpha val="1902"/>
                  </a:srgbClr>
                </a:gs>
                <a:gs pos="100000">
                  <a:srgbClr val="FFE0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-9661703">
              <a:off x="334648" y="1841301"/>
              <a:ext cx="655919" cy="468804"/>
            </a:xfrm>
            <a:prstGeom prst="ellipse">
              <a:avLst/>
            </a:prstGeom>
            <a:gradFill>
              <a:gsLst>
                <a:gs pos="0">
                  <a:srgbClr val="5F0000">
                    <a:alpha val="32968"/>
                  </a:srgbClr>
                </a:gs>
                <a:gs pos="14286">
                  <a:srgbClr val="5F0000">
                    <a:alpha val="30764"/>
                  </a:srgbClr>
                </a:gs>
                <a:gs pos="28571">
                  <a:srgbClr val="5F0000">
                    <a:alpha val="24833"/>
                  </a:srgbClr>
                </a:gs>
                <a:gs pos="42857">
                  <a:srgbClr val="5F0000">
                    <a:alpha val="17075"/>
                  </a:srgbClr>
                </a:gs>
                <a:gs pos="57143">
                  <a:srgbClr val="5F0000">
                    <a:alpha val="9855"/>
                  </a:srgbClr>
                </a:gs>
                <a:gs pos="71429">
                  <a:srgbClr val="5F0000">
                    <a:alpha val="4740"/>
                  </a:srgbClr>
                </a:gs>
                <a:gs pos="85714">
                  <a:srgbClr val="5F0000">
                    <a:alpha val="1902"/>
                  </a:srgbClr>
                </a:gs>
                <a:gs pos="100000">
                  <a:srgbClr val="5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5450702">
              <a:off x="1496383" y="-196787"/>
              <a:ext cx="534421" cy="528694"/>
            </a:xfrm>
            <a:prstGeom prst="ellipse">
              <a:avLst/>
            </a:prstGeom>
            <a:gradFill>
              <a:gsLst>
                <a:gs pos="0">
                  <a:srgbClr val="FF0000">
                    <a:alpha val="1482"/>
                  </a:srgbClr>
                </a:gs>
                <a:gs pos="14286">
                  <a:srgbClr val="FF0000">
                    <a:alpha val="1363"/>
                  </a:srgbClr>
                </a:gs>
                <a:gs pos="28571">
                  <a:srgbClr val="FF0000">
                    <a:alpha val="1060"/>
                  </a:srgbClr>
                </a:gs>
                <a:gs pos="42857">
                  <a:srgbClr val="FF0000">
                    <a:alpha val="697"/>
                  </a:srgbClr>
                </a:gs>
                <a:gs pos="57143">
                  <a:srgbClr val="FF0000">
                    <a:alpha val="387"/>
                  </a:srgbClr>
                </a:gs>
                <a:gs pos="71429">
                  <a:srgbClr val="FF0000">
                    <a:alpha val="181"/>
                  </a:srgbClr>
                </a:gs>
                <a:gs pos="85714">
                  <a:srgbClr val="FF0000">
                    <a:alpha val="72"/>
                  </a:srgbClr>
                </a:gs>
                <a:gs pos="100000">
                  <a:srgbClr val="FF00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-9084901">
              <a:off x="1112263" y="1049477"/>
              <a:ext cx="594429" cy="50911"/>
            </a:xfrm>
            <a:prstGeom prst="ellipse">
              <a:avLst/>
            </a:prstGeom>
            <a:gradFill>
              <a:gsLst>
                <a:gs pos="0">
                  <a:srgbClr val="FFFFC9">
                    <a:alpha val="32968"/>
                  </a:srgbClr>
                </a:gs>
                <a:gs pos="14286">
                  <a:srgbClr val="FFFFC9">
                    <a:alpha val="30764"/>
                  </a:srgbClr>
                </a:gs>
                <a:gs pos="28571">
                  <a:srgbClr val="FFFFC9">
                    <a:alpha val="24833"/>
                  </a:srgbClr>
                </a:gs>
                <a:gs pos="42857">
                  <a:srgbClr val="FFFFC9">
                    <a:alpha val="17075"/>
                  </a:srgbClr>
                </a:gs>
                <a:gs pos="57143">
                  <a:srgbClr val="FFFFC9">
                    <a:alpha val="9855"/>
                  </a:srgbClr>
                </a:gs>
                <a:gs pos="71429">
                  <a:srgbClr val="FFFFC9">
                    <a:alpha val="4740"/>
                  </a:srgbClr>
                </a:gs>
                <a:gs pos="85714">
                  <a:srgbClr val="FFFFC9">
                    <a:alpha val="1902"/>
                  </a:srgbClr>
                </a:gs>
                <a:gs pos="100000">
                  <a:srgbClr val="FFFF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4046610">
              <a:off x="-239092" y="332244"/>
              <a:ext cx="757353" cy="7232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10169430">
              <a:off x="-9322" y="808990"/>
              <a:ext cx="554168" cy="546759"/>
            </a:xfrm>
            <a:prstGeom prst="ellipse">
              <a:avLst/>
            </a:prstGeom>
            <a:gradFill>
              <a:gsLst>
                <a:gs pos="0">
                  <a:srgbClr val="B38040">
                    <a:alpha val="15335"/>
                  </a:srgbClr>
                </a:gs>
                <a:gs pos="14286">
                  <a:srgbClr val="B38040">
                    <a:alpha val="14188"/>
                  </a:srgbClr>
                </a:gs>
                <a:gs pos="28571">
                  <a:srgbClr val="B38040">
                    <a:alpha val="11202"/>
                  </a:srgbClr>
                </a:gs>
                <a:gs pos="42857">
                  <a:srgbClr val="B38040">
                    <a:alpha val="7497"/>
                  </a:srgbClr>
                </a:gs>
                <a:gs pos="57143">
                  <a:srgbClr val="B38040">
                    <a:alpha val="4226"/>
                  </a:srgbClr>
                </a:gs>
                <a:gs pos="71429">
                  <a:srgbClr val="B38040">
                    <a:alpha val="2001"/>
                  </a:srgbClr>
                </a:gs>
                <a:gs pos="85714">
                  <a:srgbClr val="B38040">
                    <a:alpha val="796"/>
                  </a:srgbClr>
                </a:gs>
                <a:gs pos="100000">
                  <a:srgbClr val="B38040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9363787">
              <a:off x="-34230" y="1391058"/>
              <a:ext cx="68461" cy="17494"/>
            </a:xfrm>
            <a:prstGeom prst="ellipse">
              <a:avLst/>
            </a:prstGeom>
            <a:gradFill>
              <a:gsLst>
                <a:gs pos="0">
                  <a:srgbClr val="A56841">
                    <a:alpha val="16577"/>
                  </a:srgbClr>
                </a:gs>
                <a:gs pos="14286">
                  <a:srgbClr val="A56841">
                    <a:alpha val="15345"/>
                  </a:srgbClr>
                </a:gs>
                <a:gs pos="28571">
                  <a:srgbClr val="A56841">
                    <a:alpha val="12133"/>
                  </a:srgbClr>
                </a:gs>
                <a:gs pos="42857">
                  <a:srgbClr val="A56841">
                    <a:alpha val="8134"/>
                  </a:srgbClr>
                </a:gs>
                <a:gs pos="57143">
                  <a:srgbClr val="A56841">
                    <a:alpha val="4592"/>
                  </a:srgbClr>
                </a:gs>
                <a:gs pos="71429">
                  <a:srgbClr val="A56841">
                    <a:alpha val="2176"/>
                  </a:srgbClr>
                </a:gs>
                <a:gs pos="85714">
                  <a:srgbClr val="A56841">
                    <a:alpha val="866"/>
                  </a:srgbClr>
                </a:gs>
                <a:gs pos="100000">
                  <a:srgbClr val="A56841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3614901">
              <a:off x="2105658" y="1451674"/>
              <a:ext cx="61743" cy="15436"/>
            </a:xfrm>
            <a:prstGeom prst="ellipse">
              <a:avLst/>
            </a:prstGeom>
            <a:gradFill>
              <a:gsLst>
                <a:gs pos="0">
                  <a:srgbClr val="E6C29F">
                    <a:alpha val="18085"/>
                  </a:srgbClr>
                </a:gs>
                <a:gs pos="14286">
                  <a:srgbClr val="E6C29F">
                    <a:alpha val="16752"/>
                  </a:srgbClr>
                </a:gs>
                <a:gs pos="28571">
                  <a:srgbClr val="E6C29F">
                    <a:alpha val="13269"/>
                  </a:srgbClr>
                </a:gs>
                <a:gs pos="42857">
                  <a:srgbClr val="E6C29F">
                    <a:alpha val="8915"/>
                  </a:srgbClr>
                </a:gs>
                <a:gs pos="57143">
                  <a:srgbClr val="E6C29F">
                    <a:alpha val="5042"/>
                  </a:srgbClr>
                </a:gs>
                <a:gs pos="71429">
                  <a:srgbClr val="E6C29F">
                    <a:alpha val="2393"/>
                  </a:srgbClr>
                </a:gs>
                <a:gs pos="85714">
                  <a:srgbClr val="E6C29F">
                    <a:alpha val="953"/>
                  </a:srgbClr>
                </a:gs>
                <a:gs pos="100000">
                  <a:srgbClr val="E6C29F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-9189806">
              <a:off x="1779648" y="742937"/>
              <a:ext cx="296863" cy="31937"/>
            </a:xfrm>
            <a:prstGeom prst="ellipse">
              <a:avLst/>
            </a:prstGeom>
            <a:gradFill>
              <a:gsLst>
                <a:gs pos="0">
                  <a:srgbClr val="FFFFC0">
                    <a:alpha val="32968"/>
                  </a:srgbClr>
                </a:gs>
                <a:gs pos="14286">
                  <a:srgbClr val="FFFFC0">
                    <a:alpha val="30764"/>
                  </a:srgbClr>
                </a:gs>
                <a:gs pos="28571">
                  <a:srgbClr val="FFFFC0">
                    <a:alpha val="24833"/>
                  </a:srgbClr>
                </a:gs>
                <a:gs pos="42857">
                  <a:srgbClr val="FFFFC0">
                    <a:alpha val="17075"/>
                  </a:srgbClr>
                </a:gs>
                <a:gs pos="57143">
                  <a:srgbClr val="FFFFC0">
                    <a:alpha val="9855"/>
                  </a:srgbClr>
                </a:gs>
                <a:gs pos="71429">
                  <a:srgbClr val="FFFFC0">
                    <a:alpha val="4740"/>
                  </a:srgbClr>
                </a:gs>
                <a:gs pos="85714">
                  <a:srgbClr val="FFFFC0">
                    <a:alpha val="1902"/>
                  </a:srgbClr>
                </a:gs>
                <a:gs pos="100000">
                  <a:srgbClr val="FFFF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8331202">
              <a:off x="-169417" y="2034840"/>
              <a:ext cx="785990" cy="181533"/>
            </a:xfrm>
            <a:prstGeom prst="ellipse">
              <a:avLst/>
            </a:prstGeom>
            <a:gradFill>
              <a:gsLst>
                <a:gs pos="0">
                  <a:srgbClr val="F6C58F">
                    <a:alpha val="32968"/>
                  </a:srgbClr>
                </a:gs>
                <a:gs pos="14286">
                  <a:srgbClr val="F6C58F">
                    <a:alpha val="30764"/>
                  </a:srgbClr>
                </a:gs>
                <a:gs pos="28571">
                  <a:srgbClr val="F6C58F">
                    <a:alpha val="24833"/>
                  </a:srgbClr>
                </a:gs>
                <a:gs pos="42857">
                  <a:srgbClr val="F6C58F">
                    <a:alpha val="17075"/>
                  </a:srgbClr>
                </a:gs>
                <a:gs pos="57143">
                  <a:srgbClr val="F6C58F">
                    <a:alpha val="9855"/>
                  </a:srgbClr>
                </a:gs>
                <a:gs pos="71429">
                  <a:srgbClr val="F6C58F">
                    <a:alpha val="4740"/>
                  </a:srgbClr>
                </a:gs>
                <a:gs pos="85714">
                  <a:srgbClr val="F6C58F">
                    <a:alpha val="1902"/>
                  </a:srgbClr>
                </a:gs>
                <a:gs pos="100000">
                  <a:srgbClr val="F6C5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-9096719">
              <a:off x="561558" y="2215815"/>
              <a:ext cx="473771" cy="301578"/>
            </a:xfrm>
            <a:prstGeom prst="ellipse">
              <a:avLst/>
            </a:prstGeom>
            <a:gradFill>
              <a:gsLst>
                <a:gs pos="0">
                  <a:srgbClr val="FF001E">
                    <a:alpha val="32968"/>
                  </a:srgbClr>
                </a:gs>
                <a:gs pos="14286">
                  <a:srgbClr val="FF001E">
                    <a:alpha val="30764"/>
                  </a:srgbClr>
                </a:gs>
                <a:gs pos="28571">
                  <a:srgbClr val="FF001E">
                    <a:alpha val="24833"/>
                  </a:srgbClr>
                </a:gs>
                <a:gs pos="42857">
                  <a:srgbClr val="FF001E">
                    <a:alpha val="17075"/>
                  </a:srgbClr>
                </a:gs>
                <a:gs pos="57143">
                  <a:srgbClr val="FF001E">
                    <a:alpha val="9855"/>
                  </a:srgbClr>
                </a:gs>
                <a:gs pos="71429">
                  <a:srgbClr val="FF001E">
                    <a:alpha val="4740"/>
                  </a:srgbClr>
                </a:gs>
                <a:gs pos="85714">
                  <a:srgbClr val="FF001E">
                    <a:alpha val="1902"/>
                  </a:srgbClr>
                </a:gs>
                <a:gs pos="100000">
                  <a:srgbClr val="FF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3590924">
              <a:off x="633791" y="2315072"/>
              <a:ext cx="68461" cy="17816"/>
            </a:xfrm>
            <a:prstGeom prst="ellipse">
              <a:avLst/>
            </a:prstGeom>
            <a:gradFill>
              <a:gsLst>
                <a:gs pos="0">
                  <a:srgbClr val="DFBA9D">
                    <a:alpha val="16339"/>
                  </a:srgbClr>
                </a:gs>
                <a:gs pos="14286">
                  <a:srgbClr val="DFBA9D">
                    <a:alpha val="15123"/>
                  </a:srgbClr>
                </a:gs>
                <a:gs pos="28571">
                  <a:srgbClr val="DFBA9D">
                    <a:alpha val="11954"/>
                  </a:srgbClr>
                </a:gs>
                <a:gs pos="42857">
                  <a:srgbClr val="DFBA9D">
                    <a:alpha val="8011"/>
                  </a:srgbClr>
                </a:gs>
                <a:gs pos="57143">
                  <a:srgbClr val="DFBA9D">
                    <a:alpha val="4522"/>
                  </a:srgbClr>
                </a:gs>
                <a:gs pos="71429">
                  <a:srgbClr val="DFBA9D">
                    <a:alpha val="2143"/>
                  </a:srgbClr>
                </a:gs>
                <a:gs pos="85714">
                  <a:srgbClr val="DFBA9D">
                    <a:alpha val="853"/>
                  </a:srgbClr>
                </a:gs>
                <a:gs pos="100000">
                  <a:srgbClr val="DFBA9D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4422008">
              <a:off x="1978380" y="1793466"/>
              <a:ext cx="62626" cy="15657"/>
            </a:xfrm>
            <a:prstGeom prst="ellipse">
              <a:avLst/>
            </a:prstGeom>
            <a:gradFill>
              <a:gsLst>
                <a:gs pos="0">
                  <a:srgbClr val="FFDFCA">
                    <a:alpha val="17924"/>
                  </a:srgbClr>
                </a:gs>
                <a:gs pos="14286">
                  <a:srgbClr val="FFDFCA">
                    <a:alpha val="16602"/>
                  </a:srgbClr>
                </a:gs>
                <a:gs pos="28571">
                  <a:srgbClr val="FFDFCA">
                    <a:alpha val="13148"/>
                  </a:srgbClr>
                </a:gs>
                <a:gs pos="42857">
                  <a:srgbClr val="FFDFCA">
                    <a:alpha val="8831"/>
                  </a:srgbClr>
                </a:gs>
                <a:gs pos="57143">
                  <a:srgbClr val="FFDFCA">
                    <a:alpha val="4994"/>
                  </a:srgbClr>
                </a:gs>
                <a:gs pos="71429">
                  <a:srgbClr val="FFDFCA">
                    <a:alpha val="2370"/>
                  </a:srgbClr>
                </a:gs>
                <a:gs pos="85714">
                  <a:srgbClr val="FFDFCA">
                    <a:alpha val="944"/>
                  </a:srgbClr>
                </a:gs>
                <a:gs pos="100000">
                  <a:srgbClr val="FFDFCA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-10096857">
              <a:off x="2873403" y="2315883"/>
              <a:ext cx="44164" cy="41117"/>
            </a:xfrm>
            <a:prstGeom prst="ellipse">
              <a:avLst/>
            </a:prstGeom>
            <a:gradFill>
              <a:gsLst>
                <a:gs pos="0">
                  <a:srgbClr val="FFFFD8">
                    <a:alpha val="32968"/>
                  </a:srgbClr>
                </a:gs>
                <a:gs pos="14286">
                  <a:srgbClr val="FFFFD8">
                    <a:alpha val="30764"/>
                  </a:srgbClr>
                </a:gs>
                <a:gs pos="28571">
                  <a:srgbClr val="FFFFD8">
                    <a:alpha val="24833"/>
                  </a:srgbClr>
                </a:gs>
                <a:gs pos="42857">
                  <a:srgbClr val="FFFFD8">
                    <a:alpha val="17075"/>
                  </a:srgbClr>
                </a:gs>
                <a:gs pos="57143">
                  <a:srgbClr val="FFFFD8">
                    <a:alpha val="9855"/>
                  </a:srgbClr>
                </a:gs>
                <a:gs pos="71429">
                  <a:srgbClr val="FFFFD8">
                    <a:alpha val="4740"/>
                  </a:srgbClr>
                </a:gs>
                <a:gs pos="85714">
                  <a:srgbClr val="FFFFD8">
                    <a:alpha val="1902"/>
                  </a:srgbClr>
                </a:gs>
                <a:gs pos="100000">
                  <a:srgbClr val="FFFF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8643757">
              <a:off x="172409" y="2343514"/>
              <a:ext cx="68461" cy="17849"/>
            </a:xfrm>
            <a:prstGeom prst="ellipse">
              <a:avLst/>
            </a:prstGeom>
            <a:gradFill>
              <a:gsLst>
                <a:gs pos="0">
                  <a:srgbClr val="E2AD76">
                    <a:alpha val="16314"/>
                  </a:srgbClr>
                </a:gs>
                <a:gs pos="14286">
                  <a:srgbClr val="E2AD76">
                    <a:alpha val="15100"/>
                  </a:srgbClr>
                </a:gs>
                <a:gs pos="28571">
                  <a:srgbClr val="E2AD76">
                    <a:alpha val="11935"/>
                  </a:srgbClr>
                </a:gs>
                <a:gs pos="42857">
                  <a:srgbClr val="E2AD76">
                    <a:alpha val="7999"/>
                  </a:srgbClr>
                </a:gs>
                <a:gs pos="57143">
                  <a:srgbClr val="E2AD76">
                    <a:alpha val="4514"/>
                  </a:srgbClr>
                </a:gs>
                <a:gs pos="71429">
                  <a:srgbClr val="E2AD76">
                    <a:alpha val="2139"/>
                  </a:srgbClr>
                </a:gs>
                <a:gs pos="85714">
                  <a:srgbClr val="E2AD76">
                    <a:alpha val="851"/>
                  </a:srgbClr>
                </a:gs>
                <a:gs pos="100000">
                  <a:srgbClr val="E2AD76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9918721">
              <a:off x="-273407" y="1823810"/>
              <a:ext cx="630904" cy="439609"/>
            </a:xfrm>
            <a:prstGeom prst="ellipse">
              <a:avLst/>
            </a:prstGeom>
            <a:gradFill>
              <a:gsLst>
                <a:gs pos="0">
                  <a:srgbClr val="014800">
                    <a:alpha val="17313"/>
                  </a:srgbClr>
                </a:gs>
                <a:gs pos="14286">
                  <a:srgbClr val="014800">
                    <a:alpha val="16032"/>
                  </a:srgbClr>
                </a:gs>
                <a:gs pos="28571">
                  <a:srgbClr val="014800">
                    <a:alpha val="12687"/>
                  </a:srgbClr>
                </a:gs>
                <a:gs pos="42857">
                  <a:srgbClr val="014800">
                    <a:alpha val="8514"/>
                  </a:srgbClr>
                </a:gs>
                <a:gs pos="57143">
                  <a:srgbClr val="014800">
                    <a:alpha val="4811"/>
                  </a:srgbClr>
                </a:gs>
                <a:gs pos="71429">
                  <a:srgbClr val="014800">
                    <a:alpha val="2282"/>
                  </a:srgbClr>
                </a:gs>
                <a:gs pos="85714">
                  <a:srgbClr val="014800">
                    <a:alpha val="909"/>
                  </a:srgbClr>
                </a:gs>
                <a:gs pos="100000">
                  <a:srgbClr val="01480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6110633">
              <a:off x="2355650" y="693021"/>
              <a:ext cx="302174" cy="24807"/>
            </a:xfrm>
            <a:prstGeom prst="ellipse">
              <a:avLst/>
            </a:prstGeom>
            <a:gradFill>
              <a:gsLst>
                <a:gs pos="0">
                  <a:srgbClr val="FFFFCF">
                    <a:alpha val="32968"/>
                  </a:srgbClr>
                </a:gs>
                <a:gs pos="14286">
                  <a:srgbClr val="FFFFCF">
                    <a:alpha val="30764"/>
                  </a:srgbClr>
                </a:gs>
                <a:gs pos="28571">
                  <a:srgbClr val="FFFFCF">
                    <a:alpha val="24833"/>
                  </a:srgbClr>
                </a:gs>
                <a:gs pos="42857">
                  <a:srgbClr val="FFFFCF">
                    <a:alpha val="17075"/>
                  </a:srgbClr>
                </a:gs>
                <a:gs pos="57143">
                  <a:srgbClr val="FFFFCF">
                    <a:alpha val="9855"/>
                  </a:srgbClr>
                </a:gs>
                <a:gs pos="71429">
                  <a:srgbClr val="FFFFCF">
                    <a:alpha val="4740"/>
                  </a:srgbClr>
                </a:gs>
                <a:gs pos="85714">
                  <a:srgbClr val="FFFFCF">
                    <a:alpha val="1902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7110757">
              <a:off x="2245512" y="1246308"/>
              <a:ext cx="179170" cy="35492"/>
            </a:xfrm>
            <a:prstGeom prst="ellipse">
              <a:avLst/>
            </a:prstGeom>
            <a:gradFill>
              <a:gsLst>
                <a:gs pos="0">
                  <a:srgbClr val="FFFFE7">
                    <a:alpha val="32968"/>
                  </a:srgbClr>
                </a:gs>
                <a:gs pos="14286">
                  <a:srgbClr val="FFFFE7">
                    <a:alpha val="30764"/>
                  </a:srgbClr>
                </a:gs>
                <a:gs pos="28571">
                  <a:srgbClr val="FFFFE7">
                    <a:alpha val="24833"/>
                  </a:srgbClr>
                </a:gs>
                <a:gs pos="42857">
                  <a:srgbClr val="FFFFE7">
                    <a:alpha val="17075"/>
                  </a:srgbClr>
                </a:gs>
                <a:gs pos="57143">
                  <a:srgbClr val="FFFFE7">
                    <a:alpha val="9855"/>
                  </a:srgbClr>
                </a:gs>
                <a:gs pos="71429">
                  <a:srgbClr val="FFFFE7">
                    <a:alpha val="4740"/>
                  </a:srgbClr>
                </a:gs>
                <a:gs pos="85714">
                  <a:srgbClr val="FFFFE7">
                    <a:alpha val="1902"/>
                  </a:srgbClr>
                </a:gs>
                <a:gs pos="100000">
                  <a:srgbClr val="FF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9655954">
              <a:off x="2070006" y="1184611"/>
              <a:ext cx="68461" cy="17927"/>
            </a:xfrm>
            <a:prstGeom prst="ellipse">
              <a:avLst/>
            </a:prstGeom>
            <a:gradFill>
              <a:gsLst>
                <a:gs pos="0">
                  <a:srgbClr val="E9CEBE">
                    <a:alpha val="16256"/>
                  </a:srgbClr>
                </a:gs>
                <a:gs pos="14286">
                  <a:srgbClr val="E9CEBE">
                    <a:alpha val="15046"/>
                  </a:srgbClr>
                </a:gs>
                <a:gs pos="28571">
                  <a:srgbClr val="E9CEBE">
                    <a:alpha val="11892"/>
                  </a:srgbClr>
                </a:gs>
                <a:gs pos="42857">
                  <a:srgbClr val="E9CEBE">
                    <a:alpha val="7969"/>
                  </a:srgbClr>
                </a:gs>
                <a:gs pos="57143">
                  <a:srgbClr val="E9CEBE">
                    <a:alpha val="4497"/>
                  </a:srgbClr>
                </a:gs>
                <a:gs pos="71429">
                  <a:srgbClr val="E9CEBE">
                    <a:alpha val="2131"/>
                  </a:srgbClr>
                </a:gs>
                <a:gs pos="85714">
                  <a:srgbClr val="E9CEBE">
                    <a:alpha val="848"/>
                  </a:srgbClr>
                </a:gs>
                <a:gs pos="100000">
                  <a:srgbClr val="E9CEBE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7786667">
              <a:off x="2762509" y="1911668"/>
              <a:ext cx="587066" cy="382669"/>
            </a:xfrm>
            <a:prstGeom prst="ellipse">
              <a:avLst/>
            </a:prstGeom>
            <a:gradFill>
              <a:gsLst>
                <a:gs pos="0">
                  <a:srgbClr val="C0B66B">
                    <a:alpha val="12187"/>
                  </a:srgbClr>
                </a:gs>
                <a:gs pos="14286">
                  <a:srgbClr val="C0B66B">
                    <a:alpha val="11259"/>
                  </a:srgbClr>
                </a:gs>
                <a:gs pos="28571">
                  <a:srgbClr val="C0B66B">
                    <a:alpha val="8857"/>
                  </a:srgbClr>
                </a:gs>
                <a:gs pos="42857">
                  <a:srgbClr val="C0B66B">
                    <a:alpha val="5902"/>
                  </a:srgbClr>
                </a:gs>
                <a:gs pos="57143">
                  <a:srgbClr val="C0B66B">
                    <a:alpha val="3315"/>
                  </a:srgbClr>
                </a:gs>
                <a:gs pos="71429">
                  <a:srgbClr val="C0B66B">
                    <a:alpha val="1565"/>
                  </a:srgbClr>
                </a:gs>
                <a:gs pos="85714">
                  <a:srgbClr val="C0B66B">
                    <a:alpha val="622"/>
                  </a:srgbClr>
                </a:gs>
                <a:gs pos="100000">
                  <a:srgbClr val="C0B66B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7615511">
              <a:off x="2090336" y="1803795"/>
              <a:ext cx="68461" cy="17963"/>
            </a:xfrm>
            <a:prstGeom prst="ellipse">
              <a:avLst/>
            </a:prstGeom>
            <a:gradFill>
              <a:gsLst>
                <a:gs pos="0">
                  <a:srgbClr val="BD9273">
                    <a:alpha val="16229"/>
                  </a:srgbClr>
                </a:gs>
                <a:gs pos="14286">
                  <a:srgbClr val="BD9273">
                    <a:alpha val="15021"/>
                  </a:srgbClr>
                </a:gs>
                <a:gs pos="28571">
                  <a:srgbClr val="BD9273">
                    <a:alpha val="11872"/>
                  </a:srgbClr>
                </a:gs>
                <a:gs pos="42857">
                  <a:srgbClr val="BD9273">
                    <a:alpha val="7955"/>
                  </a:srgbClr>
                </a:gs>
                <a:gs pos="57143">
                  <a:srgbClr val="BD9273">
                    <a:alpha val="4489"/>
                  </a:srgbClr>
                </a:gs>
                <a:gs pos="71429">
                  <a:srgbClr val="BD9273">
                    <a:alpha val="2127"/>
                  </a:srgbClr>
                </a:gs>
                <a:gs pos="85714">
                  <a:srgbClr val="BD9273">
                    <a:alpha val="847"/>
                  </a:srgbClr>
                </a:gs>
                <a:gs pos="100000">
                  <a:srgbClr val="BD9273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5497301">
              <a:off x="1850088" y="169476"/>
              <a:ext cx="690715" cy="96685"/>
            </a:xfrm>
            <a:prstGeom prst="ellipse">
              <a:avLst/>
            </a:prstGeom>
            <a:gradFill>
              <a:gsLst>
                <a:gs pos="0">
                  <a:srgbClr val="BC5B22">
                    <a:alpha val="32968"/>
                  </a:srgbClr>
                </a:gs>
                <a:gs pos="14286">
                  <a:srgbClr val="BC5B22">
                    <a:alpha val="30764"/>
                  </a:srgbClr>
                </a:gs>
                <a:gs pos="28571">
                  <a:srgbClr val="BC5B22">
                    <a:alpha val="24833"/>
                  </a:srgbClr>
                </a:gs>
                <a:gs pos="42857">
                  <a:srgbClr val="BC5B22">
                    <a:alpha val="17075"/>
                  </a:srgbClr>
                </a:gs>
                <a:gs pos="57143">
                  <a:srgbClr val="BC5B22">
                    <a:alpha val="9855"/>
                  </a:srgbClr>
                </a:gs>
                <a:gs pos="71429">
                  <a:srgbClr val="BC5B22">
                    <a:alpha val="4740"/>
                  </a:srgbClr>
                </a:gs>
                <a:gs pos="85714">
                  <a:srgbClr val="BC5B22">
                    <a:alpha val="1902"/>
                  </a:srgbClr>
                </a:gs>
                <a:gs pos="100000">
                  <a:srgbClr val="BC5B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-8911645">
              <a:off x="2051909" y="1470031"/>
              <a:ext cx="230178" cy="33342"/>
            </a:xfrm>
            <a:prstGeom prst="ellipse">
              <a:avLst/>
            </a:prstGeom>
            <a:gradFill>
              <a:gsLst>
                <a:gs pos="0">
                  <a:srgbClr val="FFFFBF">
                    <a:alpha val="32968"/>
                  </a:srgbClr>
                </a:gs>
                <a:gs pos="14286">
                  <a:srgbClr val="FFFFBF">
                    <a:alpha val="30764"/>
                  </a:srgbClr>
                </a:gs>
                <a:gs pos="28571">
                  <a:srgbClr val="FFFFBF">
                    <a:alpha val="24833"/>
                  </a:srgbClr>
                </a:gs>
                <a:gs pos="42857">
                  <a:srgbClr val="FFFFBF">
                    <a:alpha val="17075"/>
                  </a:srgbClr>
                </a:gs>
                <a:gs pos="57143">
                  <a:srgbClr val="FFFFBF">
                    <a:alpha val="9855"/>
                  </a:srgbClr>
                </a:gs>
                <a:gs pos="71429">
                  <a:srgbClr val="FFFFBF">
                    <a:alpha val="4740"/>
                  </a:srgbClr>
                </a:gs>
                <a:gs pos="85714">
                  <a:srgbClr val="FFFFBF">
                    <a:alpha val="1902"/>
                  </a:srgbClr>
                </a:gs>
                <a:gs pos="100000">
                  <a:srgbClr val="FFFF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8255473">
              <a:off x="358437" y="2042052"/>
              <a:ext cx="68461" cy="17404"/>
            </a:xfrm>
            <a:prstGeom prst="ellipse">
              <a:avLst/>
            </a:prstGeom>
            <a:gradFill>
              <a:gsLst>
                <a:gs pos="0">
                  <a:srgbClr val="AD7B5C">
                    <a:alpha val="16643"/>
                  </a:srgbClr>
                </a:gs>
                <a:gs pos="14286">
                  <a:srgbClr val="AD7B5C">
                    <a:alpha val="15407"/>
                  </a:srgbClr>
                </a:gs>
                <a:gs pos="28571">
                  <a:srgbClr val="AD7B5C">
                    <a:alpha val="12183"/>
                  </a:srgbClr>
                </a:gs>
                <a:gs pos="42857">
                  <a:srgbClr val="AD7B5C">
                    <a:alpha val="8168"/>
                  </a:srgbClr>
                </a:gs>
                <a:gs pos="57143">
                  <a:srgbClr val="AD7B5C">
                    <a:alpha val="4612"/>
                  </a:srgbClr>
                </a:gs>
                <a:gs pos="71429">
                  <a:srgbClr val="AD7B5C">
                    <a:alpha val="2186"/>
                  </a:srgbClr>
                </a:gs>
                <a:gs pos="85714">
                  <a:srgbClr val="AD7B5C">
                    <a:alpha val="870"/>
                  </a:srgbClr>
                </a:gs>
                <a:gs pos="100000">
                  <a:srgbClr val="AD7B5C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9075204">
              <a:off x="1376385" y="259115"/>
              <a:ext cx="68461" cy="17875"/>
            </a:xfrm>
            <a:prstGeom prst="ellipse">
              <a:avLst/>
            </a:prstGeom>
            <a:gradFill>
              <a:gsLst>
                <a:gs pos="0">
                  <a:srgbClr val="F4DFC0">
                    <a:alpha val="16294"/>
                  </a:srgbClr>
                </a:gs>
                <a:gs pos="14286">
                  <a:srgbClr val="F4DFC0">
                    <a:alpha val="15081"/>
                  </a:srgbClr>
                </a:gs>
                <a:gs pos="28571">
                  <a:srgbClr val="F4DFC0">
                    <a:alpha val="11921"/>
                  </a:srgbClr>
                </a:gs>
                <a:gs pos="42857">
                  <a:srgbClr val="F4DFC0">
                    <a:alpha val="7989"/>
                  </a:srgbClr>
                </a:gs>
                <a:gs pos="57143">
                  <a:srgbClr val="F4DFC0">
                    <a:alpha val="4508"/>
                  </a:srgbClr>
                </a:gs>
                <a:gs pos="71429">
                  <a:srgbClr val="F4DFC0">
                    <a:alpha val="2136"/>
                  </a:srgbClr>
                </a:gs>
                <a:gs pos="85714">
                  <a:srgbClr val="F4DFC0">
                    <a:alpha val="850"/>
                  </a:srgbClr>
                </a:gs>
                <a:gs pos="100000">
                  <a:srgbClr val="F4DFC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3041985">
              <a:off x="756834" y="2352410"/>
              <a:ext cx="68461" cy="17985"/>
            </a:xfrm>
            <a:prstGeom prst="ellipse">
              <a:avLst/>
            </a:prstGeom>
            <a:gradFill>
              <a:gsLst>
                <a:gs pos="0">
                  <a:srgbClr val="C69567">
                    <a:alpha val="16213"/>
                  </a:srgbClr>
                </a:gs>
                <a:gs pos="14286">
                  <a:srgbClr val="C69567">
                    <a:alpha val="15005"/>
                  </a:srgbClr>
                </a:gs>
                <a:gs pos="28571">
                  <a:srgbClr val="C69567">
                    <a:alpha val="11859"/>
                  </a:srgbClr>
                </a:gs>
                <a:gs pos="42857">
                  <a:srgbClr val="C69567">
                    <a:alpha val="7947"/>
                  </a:srgbClr>
                </a:gs>
                <a:gs pos="57143">
                  <a:srgbClr val="C69567">
                    <a:alpha val="4484"/>
                  </a:srgbClr>
                </a:gs>
                <a:gs pos="71429">
                  <a:srgbClr val="C69567">
                    <a:alpha val="2125"/>
                  </a:srgbClr>
                </a:gs>
                <a:gs pos="85714">
                  <a:srgbClr val="C69567">
                    <a:alpha val="846"/>
                  </a:srgbClr>
                </a:gs>
                <a:gs pos="100000">
                  <a:srgbClr val="C69567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5400000">
              <a:off x="1201251" y="1656021"/>
              <a:ext cx="36088" cy="36088"/>
            </a:xfrm>
            <a:prstGeom prst="ellipse">
              <a:avLst/>
            </a:prstGeom>
            <a:gradFill>
              <a:gsLst>
                <a:gs pos="0">
                  <a:srgbClr val="81433B">
                    <a:alpha val="16169"/>
                  </a:srgbClr>
                </a:gs>
                <a:gs pos="14286">
                  <a:srgbClr val="81433B">
                    <a:alpha val="14965"/>
                  </a:srgbClr>
                </a:gs>
                <a:gs pos="28571">
                  <a:srgbClr val="81433B">
                    <a:alpha val="11827"/>
                  </a:srgbClr>
                </a:gs>
                <a:gs pos="42857">
                  <a:srgbClr val="81433B">
                    <a:alpha val="7924"/>
                  </a:srgbClr>
                </a:gs>
                <a:gs pos="57143">
                  <a:srgbClr val="81433B">
                    <a:alpha val="4472"/>
                  </a:srgbClr>
                </a:gs>
                <a:gs pos="71429">
                  <a:srgbClr val="81433B">
                    <a:alpha val="2119"/>
                  </a:srgbClr>
                </a:gs>
                <a:gs pos="85714">
                  <a:srgbClr val="81433B">
                    <a:alpha val="843"/>
                  </a:srgbClr>
                </a:gs>
                <a:gs pos="100000">
                  <a:srgbClr val="81433B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-10419233">
              <a:off x="1511337" y="2315065"/>
              <a:ext cx="68461" cy="18133"/>
            </a:xfrm>
            <a:prstGeom prst="ellipse">
              <a:avLst/>
            </a:prstGeom>
            <a:gradFill>
              <a:gsLst>
                <a:gs pos="0">
                  <a:srgbClr val="B36E51">
                    <a:alpha val="16103"/>
                  </a:srgbClr>
                </a:gs>
                <a:gs pos="14286">
                  <a:srgbClr val="B36E51">
                    <a:alpha val="14903"/>
                  </a:srgbClr>
                </a:gs>
                <a:gs pos="28571">
                  <a:srgbClr val="B36E51">
                    <a:alpha val="11777"/>
                  </a:srgbClr>
                </a:gs>
                <a:gs pos="42857">
                  <a:srgbClr val="B36E51">
                    <a:alpha val="7890"/>
                  </a:srgbClr>
                </a:gs>
                <a:gs pos="57143">
                  <a:srgbClr val="B36E51">
                    <a:alpha val="4452"/>
                  </a:srgbClr>
                </a:gs>
                <a:gs pos="71429">
                  <a:srgbClr val="B36E51">
                    <a:alpha val="2109"/>
                  </a:srgbClr>
                </a:gs>
                <a:gs pos="85714">
                  <a:srgbClr val="B36E51">
                    <a:alpha val="839"/>
                  </a:srgbClr>
                </a:gs>
                <a:gs pos="100000">
                  <a:srgbClr val="B36E51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8658902">
              <a:off x="90371" y="840568"/>
              <a:ext cx="68461" cy="18138"/>
            </a:xfrm>
            <a:prstGeom prst="ellipse">
              <a:avLst/>
            </a:prstGeom>
            <a:gradFill>
              <a:gsLst>
                <a:gs pos="0">
                  <a:srgbClr val="C4622A">
                    <a:alpha val="16099"/>
                  </a:srgbClr>
                </a:gs>
                <a:gs pos="14286">
                  <a:srgbClr val="C4622A">
                    <a:alpha val="14900"/>
                  </a:srgbClr>
                </a:gs>
                <a:gs pos="28571">
                  <a:srgbClr val="C4622A">
                    <a:alpha val="11774"/>
                  </a:srgbClr>
                </a:gs>
                <a:gs pos="42857">
                  <a:srgbClr val="C4622A">
                    <a:alpha val="7888"/>
                  </a:srgbClr>
                </a:gs>
                <a:gs pos="57143">
                  <a:srgbClr val="C4622A">
                    <a:alpha val="4451"/>
                  </a:srgbClr>
                </a:gs>
                <a:gs pos="71429">
                  <a:srgbClr val="C4622A">
                    <a:alpha val="2109"/>
                  </a:srgbClr>
                </a:gs>
                <a:gs pos="85714">
                  <a:srgbClr val="C4622A">
                    <a:alpha val="839"/>
                  </a:srgbClr>
                </a:gs>
                <a:gs pos="100000">
                  <a:srgbClr val="C4622A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6510900">
              <a:off x="2321635" y="857229"/>
              <a:ext cx="68461" cy="18182"/>
            </a:xfrm>
            <a:prstGeom prst="ellipse">
              <a:avLst/>
            </a:prstGeom>
            <a:gradFill>
              <a:gsLst>
                <a:gs pos="0">
                  <a:srgbClr val="F2D8BD">
                    <a:alpha val="16067"/>
                  </a:srgbClr>
                </a:gs>
                <a:gs pos="14286">
                  <a:srgbClr val="F2D8BD">
                    <a:alpha val="14869"/>
                  </a:srgbClr>
                </a:gs>
                <a:gs pos="28571">
                  <a:srgbClr val="F2D8BD">
                    <a:alpha val="11750"/>
                  </a:srgbClr>
                </a:gs>
                <a:gs pos="42857">
                  <a:srgbClr val="F2D8BD">
                    <a:alpha val="7871"/>
                  </a:srgbClr>
                </a:gs>
                <a:gs pos="57143">
                  <a:srgbClr val="F2D8BD">
                    <a:alpha val="4441"/>
                  </a:srgbClr>
                </a:gs>
                <a:gs pos="71429">
                  <a:srgbClr val="F2D8BD">
                    <a:alpha val="2104"/>
                  </a:srgbClr>
                </a:gs>
                <a:gs pos="85714">
                  <a:srgbClr val="F2D8BD">
                    <a:alpha val="837"/>
                  </a:srgbClr>
                </a:gs>
                <a:gs pos="100000">
                  <a:srgbClr val="F2D8BD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10676449">
              <a:off x="2318111" y="345935"/>
              <a:ext cx="463690" cy="398506"/>
            </a:xfrm>
            <a:prstGeom prst="ellipse">
              <a:avLst/>
            </a:prstGeom>
            <a:gradFill>
              <a:gsLst>
                <a:gs pos="0">
                  <a:srgbClr val="FFEF94">
                    <a:alpha val="5256"/>
                  </a:srgbClr>
                </a:gs>
                <a:gs pos="14286">
                  <a:srgbClr val="FFEF94">
                    <a:alpha val="4842"/>
                  </a:srgbClr>
                </a:gs>
                <a:gs pos="28571">
                  <a:srgbClr val="FFEF94">
                    <a:alpha val="3780"/>
                  </a:srgbClr>
                </a:gs>
                <a:gs pos="42857">
                  <a:srgbClr val="FFEF94">
                    <a:alpha val="2496"/>
                  </a:srgbClr>
                </a:gs>
                <a:gs pos="57143">
                  <a:srgbClr val="FFEF94">
                    <a:alpha val="1391"/>
                  </a:srgbClr>
                </a:gs>
                <a:gs pos="71429">
                  <a:srgbClr val="FFEF94">
                    <a:alpha val="653"/>
                  </a:srgbClr>
                </a:gs>
                <a:gs pos="85714">
                  <a:srgbClr val="FFEF94">
                    <a:alpha val="259"/>
                  </a:srgbClr>
                </a:gs>
                <a:gs pos="100000">
                  <a:srgbClr val="FFEF94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7879171">
              <a:off x="2470870" y="1392704"/>
              <a:ext cx="791977" cy="590613"/>
            </a:xfrm>
            <a:prstGeom prst="ellipse">
              <a:avLst/>
            </a:prstGeom>
            <a:gradFill>
              <a:gsLst>
                <a:gs pos="0">
                  <a:srgbClr val="F40000">
                    <a:alpha val="32968"/>
                  </a:srgbClr>
                </a:gs>
                <a:gs pos="14286">
                  <a:srgbClr val="F40000">
                    <a:alpha val="30764"/>
                  </a:srgbClr>
                </a:gs>
                <a:gs pos="28571">
                  <a:srgbClr val="F40000">
                    <a:alpha val="24833"/>
                  </a:srgbClr>
                </a:gs>
                <a:gs pos="42857">
                  <a:srgbClr val="F40000">
                    <a:alpha val="17075"/>
                  </a:srgbClr>
                </a:gs>
                <a:gs pos="57143">
                  <a:srgbClr val="F40000">
                    <a:alpha val="9855"/>
                  </a:srgbClr>
                </a:gs>
                <a:gs pos="71429">
                  <a:srgbClr val="F40000">
                    <a:alpha val="4740"/>
                  </a:srgbClr>
                </a:gs>
                <a:gs pos="85714">
                  <a:srgbClr val="F40000">
                    <a:alpha val="1902"/>
                  </a:srgbClr>
                </a:gs>
                <a:gs pos="100000">
                  <a:srgbClr val="F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7042876">
              <a:off x="2271189" y="920899"/>
              <a:ext cx="289551" cy="27703"/>
            </a:xfrm>
            <a:prstGeom prst="ellipse">
              <a:avLst/>
            </a:prstGeom>
            <a:gradFill>
              <a:gsLst>
                <a:gs pos="0">
                  <a:srgbClr val="FFFAB9">
                    <a:alpha val="32968"/>
                  </a:srgbClr>
                </a:gs>
                <a:gs pos="14286">
                  <a:srgbClr val="FFFAB9">
                    <a:alpha val="30764"/>
                  </a:srgbClr>
                </a:gs>
                <a:gs pos="28571">
                  <a:srgbClr val="FFFAB9">
                    <a:alpha val="24833"/>
                  </a:srgbClr>
                </a:gs>
                <a:gs pos="42857">
                  <a:srgbClr val="FFFAB9">
                    <a:alpha val="17075"/>
                  </a:srgbClr>
                </a:gs>
                <a:gs pos="57143">
                  <a:srgbClr val="FFFAB9">
                    <a:alpha val="9855"/>
                  </a:srgbClr>
                </a:gs>
                <a:gs pos="71429">
                  <a:srgbClr val="FFFAB9">
                    <a:alpha val="4740"/>
                  </a:srgbClr>
                </a:gs>
                <a:gs pos="85714">
                  <a:srgbClr val="FFFAB9">
                    <a:alpha val="1902"/>
                  </a:srgbClr>
                </a:gs>
                <a:gs pos="100000">
                  <a:srgbClr val="FFFA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-9369770">
              <a:off x="2043918" y="221841"/>
              <a:ext cx="68461" cy="18177"/>
            </a:xfrm>
            <a:prstGeom prst="ellipse">
              <a:avLst/>
            </a:prstGeom>
            <a:gradFill>
              <a:gsLst>
                <a:gs pos="0">
                  <a:srgbClr val="F7F5F1">
                    <a:alpha val="16070"/>
                  </a:srgbClr>
                </a:gs>
                <a:gs pos="14286">
                  <a:srgbClr val="F7F5F1">
                    <a:alpha val="14873"/>
                  </a:srgbClr>
                </a:gs>
                <a:gs pos="28571">
                  <a:srgbClr val="F7F5F1">
                    <a:alpha val="11752"/>
                  </a:srgbClr>
                </a:gs>
                <a:gs pos="42857">
                  <a:srgbClr val="F7F5F1">
                    <a:alpha val="7873"/>
                  </a:srgbClr>
                </a:gs>
                <a:gs pos="57143">
                  <a:srgbClr val="F7F5F1">
                    <a:alpha val="4442"/>
                  </a:srgbClr>
                </a:gs>
                <a:gs pos="71429">
                  <a:srgbClr val="F7F5F1">
                    <a:alpha val="2105"/>
                  </a:srgbClr>
                </a:gs>
                <a:gs pos="85714">
                  <a:srgbClr val="F7F5F1">
                    <a:alpha val="838"/>
                  </a:srgbClr>
                </a:gs>
                <a:gs pos="100000">
                  <a:srgbClr val="F7F5F1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-9090339">
              <a:off x="1373214" y="1122750"/>
              <a:ext cx="68461" cy="18178"/>
            </a:xfrm>
            <a:prstGeom prst="ellipse">
              <a:avLst/>
            </a:prstGeom>
            <a:gradFill>
              <a:gsLst>
                <a:gs pos="0">
                  <a:srgbClr val="F5F1F0">
                    <a:alpha val="16070"/>
                  </a:srgbClr>
                </a:gs>
                <a:gs pos="14286">
                  <a:srgbClr val="F5F1F0">
                    <a:alpha val="14872"/>
                  </a:srgbClr>
                </a:gs>
                <a:gs pos="28571">
                  <a:srgbClr val="F5F1F0">
                    <a:alpha val="11752"/>
                  </a:srgbClr>
                </a:gs>
                <a:gs pos="42857">
                  <a:srgbClr val="F5F1F0">
                    <a:alpha val="7873"/>
                  </a:srgbClr>
                </a:gs>
                <a:gs pos="57143">
                  <a:srgbClr val="F5F1F0">
                    <a:alpha val="4442"/>
                  </a:srgbClr>
                </a:gs>
                <a:gs pos="71429">
                  <a:srgbClr val="F5F1F0">
                    <a:alpha val="2104"/>
                  </a:srgbClr>
                </a:gs>
                <a:gs pos="85714">
                  <a:srgbClr val="F5F1F0">
                    <a:alpha val="838"/>
                  </a:srgbClr>
                </a:gs>
                <a:gs pos="100000">
                  <a:srgbClr val="F5F1F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10289116">
              <a:off x="2039142" y="976371"/>
              <a:ext cx="618841" cy="294803"/>
            </a:xfrm>
            <a:prstGeom prst="ellipse">
              <a:avLst/>
            </a:prstGeom>
            <a:gradFill>
              <a:gsLst>
                <a:gs pos="0">
                  <a:srgbClr val="C80000">
                    <a:alpha val="32968"/>
                  </a:srgbClr>
                </a:gs>
                <a:gs pos="14286">
                  <a:srgbClr val="C80000">
                    <a:alpha val="30764"/>
                  </a:srgbClr>
                </a:gs>
                <a:gs pos="28571">
                  <a:srgbClr val="C80000">
                    <a:alpha val="24833"/>
                  </a:srgbClr>
                </a:gs>
                <a:gs pos="42857">
                  <a:srgbClr val="C80000">
                    <a:alpha val="17075"/>
                  </a:srgbClr>
                </a:gs>
                <a:gs pos="57143">
                  <a:srgbClr val="C80000">
                    <a:alpha val="9855"/>
                  </a:srgbClr>
                </a:gs>
                <a:gs pos="71429">
                  <a:srgbClr val="C80000">
                    <a:alpha val="4740"/>
                  </a:srgbClr>
                </a:gs>
                <a:gs pos="85714">
                  <a:srgbClr val="C80000">
                    <a:alpha val="1902"/>
                  </a:srgbClr>
                </a:gs>
                <a:gs pos="100000">
                  <a:srgbClr val="C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6290697">
              <a:off x="2384325" y="514972"/>
              <a:ext cx="350582" cy="34483"/>
            </a:xfrm>
            <a:prstGeom prst="ellipse">
              <a:avLst/>
            </a:prstGeom>
            <a:gradFill>
              <a:gsLst>
                <a:gs pos="0">
                  <a:srgbClr val="FFFFE2">
                    <a:alpha val="32968"/>
                  </a:srgbClr>
                </a:gs>
                <a:gs pos="14286">
                  <a:srgbClr val="FFFFE2">
                    <a:alpha val="30764"/>
                  </a:srgbClr>
                </a:gs>
                <a:gs pos="28571">
                  <a:srgbClr val="FFFFE2">
                    <a:alpha val="24833"/>
                  </a:srgbClr>
                </a:gs>
                <a:gs pos="42857">
                  <a:srgbClr val="FFFFE2">
                    <a:alpha val="17075"/>
                  </a:srgbClr>
                </a:gs>
                <a:gs pos="57143">
                  <a:srgbClr val="FFFFE2">
                    <a:alpha val="9855"/>
                  </a:srgbClr>
                </a:gs>
                <a:gs pos="71429">
                  <a:srgbClr val="FFFFE2">
                    <a:alpha val="4740"/>
                  </a:srgbClr>
                </a:gs>
                <a:gs pos="85714">
                  <a:srgbClr val="FFFFE2">
                    <a:alpha val="1902"/>
                  </a:srgbClr>
                </a:gs>
                <a:gs pos="100000">
                  <a:srgbClr val="FFFF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8436328">
              <a:off x="238901" y="620322"/>
              <a:ext cx="68461" cy="18281"/>
            </a:xfrm>
            <a:prstGeom prst="ellipse">
              <a:avLst/>
            </a:prstGeom>
            <a:gradFill>
              <a:gsLst>
                <a:gs pos="0">
                  <a:srgbClr val="BF6029">
                    <a:alpha val="15993"/>
                  </a:srgbClr>
                </a:gs>
                <a:gs pos="14286">
                  <a:srgbClr val="BF6029">
                    <a:alpha val="14800"/>
                  </a:srgbClr>
                </a:gs>
                <a:gs pos="28571">
                  <a:srgbClr val="BF6029">
                    <a:alpha val="11694"/>
                  </a:srgbClr>
                </a:gs>
                <a:gs pos="42857">
                  <a:srgbClr val="BF6029">
                    <a:alpha val="7834"/>
                  </a:srgbClr>
                </a:gs>
                <a:gs pos="57143">
                  <a:srgbClr val="BF6029">
                    <a:alpha val="4419"/>
                  </a:srgbClr>
                </a:gs>
                <a:gs pos="71429">
                  <a:srgbClr val="BF6029">
                    <a:alpha val="2094"/>
                  </a:srgbClr>
                </a:gs>
                <a:gs pos="85714">
                  <a:srgbClr val="BF6029">
                    <a:alpha val="833"/>
                  </a:srgbClr>
                </a:gs>
                <a:gs pos="100000">
                  <a:srgbClr val="BF6029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7124512">
              <a:off x="3549292" y="188154"/>
              <a:ext cx="68461" cy="18273"/>
            </a:xfrm>
            <a:prstGeom prst="ellipse">
              <a:avLst/>
            </a:prstGeom>
            <a:gradFill>
              <a:gsLst>
                <a:gs pos="0">
                  <a:srgbClr val="D8965D">
                    <a:alpha val="15999"/>
                  </a:srgbClr>
                </a:gs>
                <a:gs pos="14286">
                  <a:srgbClr val="D8965D">
                    <a:alpha val="14806"/>
                  </a:srgbClr>
                </a:gs>
                <a:gs pos="28571">
                  <a:srgbClr val="D8965D">
                    <a:alpha val="11699"/>
                  </a:srgbClr>
                </a:gs>
                <a:gs pos="42857">
                  <a:srgbClr val="D8965D">
                    <a:alpha val="7837"/>
                  </a:srgbClr>
                </a:gs>
                <a:gs pos="57143">
                  <a:srgbClr val="D8965D">
                    <a:alpha val="4421"/>
                  </a:srgbClr>
                </a:gs>
                <a:gs pos="71429">
                  <a:srgbClr val="D8965D">
                    <a:alpha val="2094"/>
                  </a:srgbClr>
                </a:gs>
                <a:gs pos="85714">
                  <a:srgbClr val="D8965D">
                    <a:alpha val="834"/>
                  </a:srgbClr>
                </a:gs>
                <a:gs pos="100000">
                  <a:srgbClr val="D8965D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6949681">
              <a:off x="2898287" y="2128909"/>
              <a:ext cx="113464" cy="33613"/>
            </a:xfrm>
            <a:prstGeom prst="ellipse">
              <a:avLst/>
            </a:prstGeom>
            <a:gradFill>
              <a:gsLst>
                <a:gs pos="0">
                  <a:srgbClr val="FFE2A0">
                    <a:alpha val="32968"/>
                  </a:srgbClr>
                </a:gs>
                <a:gs pos="14286">
                  <a:srgbClr val="FFE2A0">
                    <a:alpha val="30764"/>
                  </a:srgbClr>
                </a:gs>
                <a:gs pos="28571">
                  <a:srgbClr val="FFE2A0">
                    <a:alpha val="24833"/>
                  </a:srgbClr>
                </a:gs>
                <a:gs pos="42857">
                  <a:srgbClr val="FFE2A0">
                    <a:alpha val="17075"/>
                  </a:srgbClr>
                </a:gs>
                <a:gs pos="57143">
                  <a:srgbClr val="FFE2A0">
                    <a:alpha val="9855"/>
                  </a:srgbClr>
                </a:gs>
                <a:gs pos="71429">
                  <a:srgbClr val="FFE2A0">
                    <a:alpha val="4740"/>
                  </a:srgbClr>
                </a:gs>
                <a:gs pos="85714">
                  <a:srgbClr val="FFE2A0">
                    <a:alpha val="1902"/>
                  </a:srgbClr>
                </a:gs>
                <a:gs pos="100000">
                  <a:srgbClr val="FFE2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8576577">
              <a:off x="-58838" y="1995275"/>
              <a:ext cx="361675" cy="20240"/>
            </a:xfrm>
            <a:prstGeom prst="ellipse">
              <a:avLst/>
            </a:prstGeom>
            <a:gradFill>
              <a:gsLst>
                <a:gs pos="0">
                  <a:srgbClr val="FFD8A1">
                    <a:alpha val="32968"/>
                  </a:srgbClr>
                </a:gs>
                <a:gs pos="14286">
                  <a:srgbClr val="FFD8A1">
                    <a:alpha val="30764"/>
                  </a:srgbClr>
                </a:gs>
                <a:gs pos="28571">
                  <a:srgbClr val="FFD8A1">
                    <a:alpha val="24833"/>
                  </a:srgbClr>
                </a:gs>
                <a:gs pos="42857">
                  <a:srgbClr val="FFD8A1">
                    <a:alpha val="17075"/>
                  </a:srgbClr>
                </a:gs>
                <a:gs pos="57143">
                  <a:srgbClr val="FFD8A1">
                    <a:alpha val="9855"/>
                  </a:srgbClr>
                </a:gs>
                <a:gs pos="71429">
                  <a:srgbClr val="FFD8A1">
                    <a:alpha val="4740"/>
                  </a:srgbClr>
                </a:gs>
                <a:gs pos="85714">
                  <a:srgbClr val="FFD8A1">
                    <a:alpha val="1902"/>
                  </a:srgbClr>
                </a:gs>
                <a:gs pos="100000">
                  <a:srgbClr val="FFD8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8706123">
              <a:off x="23165" y="1884372"/>
              <a:ext cx="68461" cy="17822"/>
            </a:xfrm>
            <a:prstGeom prst="ellipse">
              <a:avLst/>
            </a:prstGeom>
            <a:gradFill>
              <a:gsLst>
                <a:gs pos="0">
                  <a:srgbClr val="9C5433">
                    <a:alpha val="16334"/>
                  </a:srgbClr>
                </a:gs>
                <a:gs pos="14286">
                  <a:srgbClr val="9C5433">
                    <a:alpha val="15118"/>
                  </a:srgbClr>
                </a:gs>
                <a:gs pos="28571">
                  <a:srgbClr val="9C5433">
                    <a:alpha val="11950"/>
                  </a:srgbClr>
                </a:gs>
                <a:gs pos="42857">
                  <a:srgbClr val="9C5433">
                    <a:alpha val="8009"/>
                  </a:srgbClr>
                </a:gs>
                <a:gs pos="57143">
                  <a:srgbClr val="9C5433">
                    <a:alpha val="4520"/>
                  </a:srgbClr>
                </a:gs>
                <a:gs pos="71429">
                  <a:srgbClr val="9C5433">
                    <a:alpha val="2142"/>
                  </a:srgbClr>
                </a:gs>
                <a:gs pos="85714">
                  <a:srgbClr val="9C5433">
                    <a:alpha val="853"/>
                  </a:srgbClr>
                </a:gs>
                <a:gs pos="100000">
                  <a:srgbClr val="9C5433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10200940">
              <a:off x="1708385" y="1148230"/>
              <a:ext cx="462557" cy="989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3861165">
              <a:off x="974516" y="850663"/>
              <a:ext cx="482649" cy="40971"/>
            </a:xfrm>
            <a:prstGeom prst="ellipse">
              <a:avLst/>
            </a:prstGeom>
            <a:gradFill>
              <a:gsLst>
                <a:gs pos="0">
                  <a:srgbClr val="FFFE9D">
                    <a:alpha val="32968"/>
                  </a:srgbClr>
                </a:gs>
                <a:gs pos="14286">
                  <a:srgbClr val="FFFE9D">
                    <a:alpha val="30764"/>
                  </a:srgbClr>
                </a:gs>
                <a:gs pos="28571">
                  <a:srgbClr val="FFFE9D">
                    <a:alpha val="24833"/>
                  </a:srgbClr>
                </a:gs>
                <a:gs pos="42857">
                  <a:srgbClr val="FFFE9D">
                    <a:alpha val="17075"/>
                  </a:srgbClr>
                </a:gs>
                <a:gs pos="57143">
                  <a:srgbClr val="FFFE9D">
                    <a:alpha val="9855"/>
                  </a:srgbClr>
                </a:gs>
                <a:gs pos="71429">
                  <a:srgbClr val="FFFE9D">
                    <a:alpha val="4740"/>
                  </a:srgbClr>
                </a:gs>
                <a:gs pos="85714">
                  <a:srgbClr val="FFFE9D">
                    <a:alpha val="1902"/>
                  </a:srgbClr>
                </a:gs>
                <a:gs pos="100000">
                  <a:srgbClr val="FFFE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9828745">
              <a:off x="1304113" y="-236148"/>
              <a:ext cx="557213" cy="520921"/>
            </a:xfrm>
            <a:prstGeom prst="ellipse">
              <a:avLst/>
            </a:prstGeom>
            <a:gradFill>
              <a:gsLst>
                <a:gs pos="0">
                  <a:srgbClr val="FF683F">
                    <a:alpha val="1699"/>
                  </a:srgbClr>
                </a:gs>
                <a:gs pos="14286">
                  <a:srgbClr val="FF683F">
                    <a:alpha val="1562"/>
                  </a:srgbClr>
                </a:gs>
                <a:gs pos="28571">
                  <a:srgbClr val="FF683F">
                    <a:alpha val="1215"/>
                  </a:srgbClr>
                </a:gs>
                <a:gs pos="42857">
                  <a:srgbClr val="FF683F">
                    <a:alpha val="799"/>
                  </a:srgbClr>
                </a:gs>
                <a:gs pos="57143">
                  <a:srgbClr val="FF683F">
                    <a:alpha val="443"/>
                  </a:srgbClr>
                </a:gs>
                <a:gs pos="71429">
                  <a:srgbClr val="FF683F">
                    <a:alpha val="208"/>
                  </a:srgbClr>
                </a:gs>
                <a:gs pos="85714">
                  <a:srgbClr val="FF683F">
                    <a:alpha val="82"/>
                  </a:srgbClr>
                </a:gs>
                <a:gs pos="100000">
                  <a:srgbClr val="FF683F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-9703990">
              <a:off x="-239111" y="1861192"/>
              <a:ext cx="539486" cy="425088"/>
            </a:xfrm>
            <a:prstGeom prst="ellipse">
              <a:avLst/>
            </a:prstGeom>
            <a:gradFill>
              <a:gsLst>
                <a:gs pos="0">
                  <a:srgbClr val="C50000">
                    <a:alpha val="8479"/>
                  </a:srgbClr>
                </a:gs>
                <a:gs pos="14286">
                  <a:srgbClr val="C50000">
                    <a:alpha val="7821"/>
                  </a:srgbClr>
                </a:gs>
                <a:gs pos="28571">
                  <a:srgbClr val="C50000">
                    <a:alpha val="6128"/>
                  </a:srgbClr>
                </a:gs>
                <a:gs pos="42857">
                  <a:srgbClr val="C50000">
                    <a:alpha val="4063"/>
                  </a:srgbClr>
                </a:gs>
                <a:gs pos="57143">
                  <a:srgbClr val="C50000">
                    <a:alpha val="2272"/>
                  </a:srgbClr>
                </a:gs>
                <a:gs pos="71429">
                  <a:srgbClr val="C50000">
                    <a:alpha val="1070"/>
                  </a:srgbClr>
                </a:gs>
                <a:gs pos="85714">
                  <a:srgbClr val="C50000">
                    <a:alpha val="424"/>
                  </a:srgbClr>
                </a:gs>
                <a:gs pos="100000">
                  <a:srgbClr val="C500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-9001857">
              <a:off x="1971992" y="1923361"/>
              <a:ext cx="281559" cy="27178"/>
            </a:xfrm>
            <a:prstGeom prst="ellipse">
              <a:avLst/>
            </a:prstGeom>
            <a:gradFill>
              <a:gsLst>
                <a:gs pos="0">
                  <a:srgbClr val="FFFFCE">
                    <a:alpha val="32968"/>
                  </a:srgbClr>
                </a:gs>
                <a:gs pos="14286">
                  <a:srgbClr val="FFFFCE">
                    <a:alpha val="30764"/>
                  </a:srgbClr>
                </a:gs>
                <a:gs pos="28571">
                  <a:srgbClr val="FFFFCE">
                    <a:alpha val="24833"/>
                  </a:srgbClr>
                </a:gs>
                <a:gs pos="42857">
                  <a:srgbClr val="FFFFCE">
                    <a:alpha val="17075"/>
                  </a:srgbClr>
                </a:gs>
                <a:gs pos="57143">
                  <a:srgbClr val="FFFFCE">
                    <a:alpha val="9855"/>
                  </a:srgbClr>
                </a:gs>
                <a:gs pos="71429">
                  <a:srgbClr val="FFFFCE">
                    <a:alpha val="4740"/>
                  </a:srgbClr>
                </a:gs>
                <a:gs pos="85714">
                  <a:srgbClr val="FFFFCE">
                    <a:alpha val="1902"/>
                  </a:srgbClr>
                </a:gs>
                <a:gs pos="100000">
                  <a:srgbClr val="FFF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8943825">
              <a:off x="395411" y="2046417"/>
              <a:ext cx="68461" cy="18319"/>
            </a:xfrm>
            <a:prstGeom prst="ellipse">
              <a:avLst/>
            </a:prstGeom>
            <a:gradFill>
              <a:gsLst>
                <a:gs pos="0">
                  <a:srgbClr val="E6B488">
                    <a:alpha val="15964"/>
                  </a:srgbClr>
                </a:gs>
                <a:gs pos="14286">
                  <a:srgbClr val="E6B488">
                    <a:alpha val="14774"/>
                  </a:srgbClr>
                </a:gs>
                <a:gs pos="28571">
                  <a:srgbClr val="E6B488">
                    <a:alpha val="11673"/>
                  </a:srgbClr>
                </a:gs>
                <a:gs pos="42857">
                  <a:srgbClr val="E6B488">
                    <a:alpha val="7819"/>
                  </a:srgbClr>
                </a:gs>
                <a:gs pos="57143">
                  <a:srgbClr val="E6B488">
                    <a:alpha val="4411"/>
                  </a:srgbClr>
                </a:gs>
                <a:gs pos="71429">
                  <a:srgbClr val="E6B488">
                    <a:alpha val="2090"/>
                  </a:srgbClr>
                </a:gs>
                <a:gs pos="85714">
                  <a:srgbClr val="E6B488">
                    <a:alpha val="832"/>
                  </a:srgbClr>
                </a:gs>
                <a:gs pos="100000">
                  <a:srgbClr val="E6B488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9604757">
              <a:off x="1500078" y="721069"/>
              <a:ext cx="68461" cy="18444"/>
            </a:xfrm>
            <a:prstGeom prst="ellipse">
              <a:avLst/>
            </a:prstGeom>
            <a:gradFill>
              <a:gsLst>
                <a:gs pos="0">
                  <a:srgbClr val="A74A1E">
                    <a:alpha val="15872"/>
                  </a:srgbClr>
                </a:gs>
                <a:gs pos="14286">
                  <a:srgbClr val="A74A1E">
                    <a:alpha val="14688"/>
                  </a:srgbClr>
                </a:gs>
                <a:gs pos="28571">
                  <a:srgbClr val="A74A1E">
                    <a:alpha val="11604"/>
                  </a:srgbClr>
                </a:gs>
                <a:gs pos="42857">
                  <a:srgbClr val="A74A1E">
                    <a:alpha val="7771"/>
                  </a:srgbClr>
                </a:gs>
                <a:gs pos="57143">
                  <a:srgbClr val="A74A1E">
                    <a:alpha val="4384"/>
                  </a:srgbClr>
                </a:gs>
                <a:gs pos="71429">
                  <a:srgbClr val="A74A1E">
                    <a:alpha val="2076"/>
                  </a:srgbClr>
                </a:gs>
                <a:gs pos="85714">
                  <a:srgbClr val="A74A1E">
                    <a:alpha val="826"/>
                  </a:srgbClr>
                </a:gs>
                <a:gs pos="100000">
                  <a:srgbClr val="A74A1E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9379201">
              <a:off x="435691" y="695135"/>
              <a:ext cx="68461" cy="18459"/>
            </a:xfrm>
            <a:prstGeom prst="ellipse">
              <a:avLst/>
            </a:prstGeom>
            <a:gradFill>
              <a:gsLst>
                <a:gs pos="0">
                  <a:srgbClr val="9E5C33">
                    <a:alpha val="15860"/>
                  </a:srgbClr>
                </a:gs>
                <a:gs pos="14286">
                  <a:srgbClr val="9E5C33">
                    <a:alpha val="14677"/>
                  </a:srgbClr>
                </a:gs>
                <a:gs pos="28571">
                  <a:srgbClr val="9E5C33">
                    <a:alpha val="11595"/>
                  </a:srgbClr>
                </a:gs>
                <a:gs pos="42857">
                  <a:srgbClr val="9E5C33">
                    <a:alpha val="7766"/>
                  </a:srgbClr>
                </a:gs>
                <a:gs pos="57143">
                  <a:srgbClr val="9E5C33">
                    <a:alpha val="4380"/>
                  </a:srgbClr>
                </a:gs>
                <a:gs pos="71429">
                  <a:srgbClr val="9E5C33">
                    <a:alpha val="2075"/>
                  </a:srgbClr>
                </a:gs>
                <a:gs pos="85714">
                  <a:srgbClr val="9E5C33">
                    <a:alpha val="826"/>
                  </a:srgbClr>
                </a:gs>
                <a:gs pos="100000">
                  <a:srgbClr val="9E5C33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6044723">
              <a:off x="105832" y="461140"/>
              <a:ext cx="504631" cy="469668"/>
            </a:xfrm>
            <a:prstGeom prst="ellipse">
              <a:avLst/>
            </a:prstGeom>
            <a:gradFill>
              <a:gsLst>
                <a:gs pos="0">
                  <a:srgbClr val="675623">
                    <a:alpha val="13652"/>
                  </a:srgbClr>
                </a:gs>
                <a:gs pos="14286">
                  <a:srgbClr val="675623">
                    <a:alpha val="12620"/>
                  </a:srgbClr>
                </a:gs>
                <a:gs pos="28571">
                  <a:srgbClr val="675623">
                    <a:alpha val="9945"/>
                  </a:srgbClr>
                </a:gs>
                <a:gs pos="42857">
                  <a:srgbClr val="675623">
                    <a:alpha val="6640"/>
                  </a:srgbClr>
                </a:gs>
                <a:gs pos="57143">
                  <a:srgbClr val="675623">
                    <a:alpha val="3736"/>
                  </a:srgbClr>
                </a:gs>
                <a:gs pos="71429">
                  <a:srgbClr val="675623">
                    <a:alpha val="1766"/>
                  </a:srgbClr>
                </a:gs>
                <a:gs pos="85714">
                  <a:srgbClr val="675623">
                    <a:alpha val="702"/>
                  </a:srgbClr>
                </a:gs>
                <a:gs pos="100000">
                  <a:srgbClr val="675623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5127753">
              <a:off x="1129016" y="716914"/>
              <a:ext cx="68461" cy="18449"/>
            </a:xfrm>
            <a:prstGeom prst="ellipse">
              <a:avLst/>
            </a:prstGeom>
            <a:gradFill>
              <a:gsLst>
                <a:gs pos="0">
                  <a:srgbClr val="F5E0CB">
                    <a:alpha val="15868"/>
                  </a:srgbClr>
                </a:gs>
                <a:gs pos="14286">
                  <a:srgbClr val="F5E0CB">
                    <a:alpha val="14684"/>
                  </a:srgbClr>
                </a:gs>
                <a:gs pos="28571">
                  <a:srgbClr val="F5E0CB">
                    <a:alpha val="11600"/>
                  </a:srgbClr>
                </a:gs>
                <a:gs pos="42857">
                  <a:srgbClr val="F5E0CB">
                    <a:alpha val="7769"/>
                  </a:srgbClr>
                </a:gs>
                <a:gs pos="57143">
                  <a:srgbClr val="F5E0CB">
                    <a:alpha val="4382"/>
                  </a:srgbClr>
                </a:gs>
                <a:gs pos="71429">
                  <a:srgbClr val="F5E0CB">
                    <a:alpha val="2076"/>
                  </a:srgbClr>
                </a:gs>
                <a:gs pos="85714">
                  <a:srgbClr val="F5E0CB">
                    <a:alpha val="826"/>
                  </a:srgbClr>
                </a:gs>
                <a:gs pos="100000">
                  <a:srgbClr val="F5E0CB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3388638">
              <a:off x="2404851" y="774225"/>
              <a:ext cx="569465" cy="98330"/>
            </a:xfrm>
            <a:prstGeom prst="ellipse">
              <a:avLst/>
            </a:prstGeom>
            <a:gradFill>
              <a:gsLst>
                <a:gs pos="0">
                  <a:srgbClr val="FF6900">
                    <a:alpha val="12831"/>
                  </a:srgbClr>
                </a:gs>
                <a:gs pos="14286">
                  <a:srgbClr val="FF6900">
                    <a:alpha val="11857"/>
                  </a:srgbClr>
                </a:gs>
                <a:gs pos="28571">
                  <a:srgbClr val="FF6900">
                    <a:alpha val="9335"/>
                  </a:srgbClr>
                </a:gs>
                <a:gs pos="42857">
                  <a:srgbClr val="FF6900">
                    <a:alpha val="6226"/>
                  </a:srgbClr>
                </a:gs>
                <a:gs pos="57143">
                  <a:srgbClr val="FF6900">
                    <a:alpha val="3499"/>
                  </a:srgbClr>
                </a:gs>
                <a:gs pos="71429">
                  <a:srgbClr val="FF6900">
                    <a:alpha val="1653"/>
                  </a:srgbClr>
                </a:gs>
                <a:gs pos="85714">
                  <a:srgbClr val="FF6900">
                    <a:alpha val="657"/>
                  </a:srgbClr>
                </a:gs>
                <a:gs pos="100000">
                  <a:srgbClr val="FF690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-8842073">
              <a:off x="1217077" y="1111824"/>
              <a:ext cx="242833" cy="21712"/>
            </a:xfrm>
            <a:prstGeom prst="ellipse">
              <a:avLst/>
            </a:prstGeom>
            <a:gradFill>
              <a:gsLst>
                <a:gs pos="0">
                  <a:srgbClr val="FFFA95">
                    <a:alpha val="32968"/>
                  </a:srgbClr>
                </a:gs>
                <a:gs pos="14286">
                  <a:srgbClr val="FFFA95">
                    <a:alpha val="30764"/>
                  </a:srgbClr>
                </a:gs>
                <a:gs pos="28571">
                  <a:srgbClr val="FFFA95">
                    <a:alpha val="24833"/>
                  </a:srgbClr>
                </a:gs>
                <a:gs pos="42857">
                  <a:srgbClr val="FFFA95">
                    <a:alpha val="17075"/>
                  </a:srgbClr>
                </a:gs>
                <a:gs pos="57143">
                  <a:srgbClr val="FFFA95">
                    <a:alpha val="9855"/>
                  </a:srgbClr>
                </a:gs>
                <a:gs pos="71429">
                  <a:srgbClr val="FFFA95">
                    <a:alpha val="4740"/>
                  </a:srgbClr>
                </a:gs>
                <a:gs pos="85714">
                  <a:srgbClr val="FFFA95">
                    <a:alpha val="1902"/>
                  </a:srgbClr>
                </a:gs>
                <a:gs pos="100000">
                  <a:srgbClr val="FFFA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3603390">
              <a:off x="-280691" y="1131489"/>
              <a:ext cx="561383" cy="504636"/>
            </a:xfrm>
            <a:prstGeom prst="ellipse">
              <a:avLst/>
            </a:prstGeom>
            <a:gradFill>
              <a:gsLst>
                <a:gs pos="0">
                  <a:srgbClr val="FF803C">
                    <a:alpha val="26841"/>
                  </a:srgbClr>
                </a:gs>
                <a:gs pos="14286">
                  <a:srgbClr val="FF803C">
                    <a:alpha val="24968"/>
                  </a:srgbClr>
                </a:gs>
                <a:gs pos="28571">
                  <a:srgbClr val="FF803C">
                    <a:alpha val="19991"/>
                  </a:srgbClr>
                </a:gs>
                <a:gs pos="42857">
                  <a:srgbClr val="FF803C">
                    <a:alpha val="13610"/>
                  </a:srgbClr>
                </a:gs>
                <a:gs pos="57143">
                  <a:srgbClr val="FF803C">
                    <a:alpha val="7786"/>
                  </a:srgbClr>
                </a:gs>
                <a:gs pos="71429">
                  <a:srgbClr val="FF803C">
                    <a:alpha val="3723"/>
                  </a:srgbClr>
                </a:gs>
                <a:gs pos="85714">
                  <a:srgbClr val="FF803C">
                    <a:alpha val="1489"/>
                  </a:srgbClr>
                </a:gs>
                <a:gs pos="100000">
                  <a:srgbClr val="FF803C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10120010">
              <a:off x="1816880" y="1215231"/>
              <a:ext cx="298201" cy="39898"/>
            </a:xfrm>
            <a:prstGeom prst="ellipse">
              <a:avLst/>
            </a:prstGeom>
            <a:gradFill>
              <a:gsLst>
                <a:gs pos="0">
                  <a:srgbClr val="FFFF9B">
                    <a:alpha val="32968"/>
                  </a:srgbClr>
                </a:gs>
                <a:gs pos="14286">
                  <a:srgbClr val="FFFF9B">
                    <a:alpha val="30764"/>
                  </a:srgbClr>
                </a:gs>
                <a:gs pos="28571">
                  <a:srgbClr val="FFFF9B">
                    <a:alpha val="24833"/>
                  </a:srgbClr>
                </a:gs>
                <a:gs pos="42857">
                  <a:srgbClr val="FFFF9B">
                    <a:alpha val="17075"/>
                  </a:srgbClr>
                </a:gs>
                <a:gs pos="57143">
                  <a:srgbClr val="FFFF9B">
                    <a:alpha val="9855"/>
                  </a:srgbClr>
                </a:gs>
                <a:gs pos="71429">
                  <a:srgbClr val="FFFF9B">
                    <a:alpha val="4740"/>
                  </a:srgbClr>
                </a:gs>
                <a:gs pos="85714">
                  <a:srgbClr val="FFFF9B">
                    <a:alpha val="1902"/>
                  </a:srgbClr>
                </a:gs>
                <a:gs pos="100000">
                  <a:srgbClr val="FFFF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8552859">
              <a:off x="237545" y="2010108"/>
              <a:ext cx="427132" cy="15198"/>
            </a:xfrm>
            <a:prstGeom prst="ellipse">
              <a:avLst/>
            </a:prstGeom>
            <a:gradFill>
              <a:gsLst>
                <a:gs pos="0">
                  <a:srgbClr val="FFF9D4">
                    <a:alpha val="32968"/>
                  </a:srgbClr>
                </a:gs>
                <a:gs pos="14286">
                  <a:srgbClr val="FFF9D4">
                    <a:alpha val="30764"/>
                  </a:srgbClr>
                </a:gs>
                <a:gs pos="28571">
                  <a:srgbClr val="FFF9D4">
                    <a:alpha val="24833"/>
                  </a:srgbClr>
                </a:gs>
                <a:gs pos="42857">
                  <a:srgbClr val="FFF9D4">
                    <a:alpha val="17075"/>
                  </a:srgbClr>
                </a:gs>
                <a:gs pos="57143">
                  <a:srgbClr val="FFF9D4">
                    <a:alpha val="9855"/>
                  </a:srgbClr>
                </a:gs>
                <a:gs pos="71429">
                  <a:srgbClr val="FFF9D4">
                    <a:alpha val="4740"/>
                  </a:srgbClr>
                </a:gs>
                <a:gs pos="85714">
                  <a:srgbClr val="FFF9D4">
                    <a:alpha val="1902"/>
                  </a:srgbClr>
                </a:gs>
                <a:gs pos="100000">
                  <a:srgbClr val="FFF9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5827846">
              <a:off x="3574539" y="221452"/>
              <a:ext cx="68461" cy="18477"/>
            </a:xfrm>
            <a:prstGeom prst="ellipse">
              <a:avLst/>
            </a:prstGeom>
            <a:gradFill>
              <a:gsLst>
                <a:gs pos="0">
                  <a:srgbClr val="EABF94">
                    <a:alpha val="15847"/>
                  </a:srgbClr>
                </a:gs>
                <a:gs pos="14286">
                  <a:srgbClr val="EABF94">
                    <a:alpha val="14664"/>
                  </a:srgbClr>
                </a:gs>
                <a:gs pos="28571">
                  <a:srgbClr val="EABF94">
                    <a:alpha val="11585"/>
                  </a:srgbClr>
                </a:gs>
                <a:gs pos="42857">
                  <a:srgbClr val="EABF94">
                    <a:alpha val="7759"/>
                  </a:srgbClr>
                </a:gs>
                <a:gs pos="57143">
                  <a:srgbClr val="EABF94">
                    <a:alpha val="4376"/>
                  </a:srgbClr>
                </a:gs>
                <a:gs pos="71429">
                  <a:srgbClr val="EABF94">
                    <a:alpha val="2073"/>
                  </a:srgbClr>
                </a:gs>
                <a:gs pos="85714">
                  <a:srgbClr val="EABF94">
                    <a:alpha val="825"/>
                  </a:srgbClr>
                </a:gs>
                <a:gs pos="100000">
                  <a:srgbClr val="EABF94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8917411">
              <a:off x="3396971" y="794775"/>
              <a:ext cx="292131" cy="82346"/>
            </a:xfrm>
            <a:prstGeom prst="ellipse">
              <a:avLst/>
            </a:prstGeom>
            <a:gradFill>
              <a:gsLst>
                <a:gs pos="0">
                  <a:srgbClr val="9D0000">
                    <a:alpha val="32968"/>
                  </a:srgbClr>
                </a:gs>
                <a:gs pos="14286">
                  <a:srgbClr val="9D0000">
                    <a:alpha val="30764"/>
                  </a:srgbClr>
                </a:gs>
                <a:gs pos="28571">
                  <a:srgbClr val="9D0000">
                    <a:alpha val="24833"/>
                  </a:srgbClr>
                </a:gs>
                <a:gs pos="42857">
                  <a:srgbClr val="9D0000">
                    <a:alpha val="17075"/>
                  </a:srgbClr>
                </a:gs>
                <a:gs pos="57143">
                  <a:srgbClr val="9D0000">
                    <a:alpha val="9855"/>
                  </a:srgbClr>
                </a:gs>
                <a:gs pos="71429">
                  <a:srgbClr val="9D0000">
                    <a:alpha val="4740"/>
                  </a:srgbClr>
                </a:gs>
                <a:gs pos="85714">
                  <a:srgbClr val="9D0000">
                    <a:alpha val="1902"/>
                  </a:srgbClr>
                </a:gs>
                <a:gs pos="100000">
                  <a:srgbClr val="9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4893534">
              <a:off x="2334492" y="635244"/>
              <a:ext cx="68461" cy="18509"/>
            </a:xfrm>
            <a:prstGeom prst="ellipse">
              <a:avLst/>
            </a:prstGeom>
            <a:gradFill>
              <a:gsLst>
                <a:gs pos="0">
                  <a:srgbClr val="F0D5B8">
                    <a:alpha val="15823"/>
                  </a:srgbClr>
                </a:gs>
                <a:gs pos="14286">
                  <a:srgbClr val="F0D5B8">
                    <a:alpha val="14642"/>
                  </a:srgbClr>
                </a:gs>
                <a:gs pos="28571">
                  <a:srgbClr val="F0D5B8">
                    <a:alpha val="11567"/>
                  </a:srgbClr>
                </a:gs>
                <a:gs pos="42857">
                  <a:srgbClr val="F0D5B8">
                    <a:alpha val="7746"/>
                  </a:srgbClr>
                </a:gs>
                <a:gs pos="57143">
                  <a:srgbClr val="F0D5B8">
                    <a:alpha val="4369"/>
                  </a:srgbClr>
                </a:gs>
                <a:gs pos="71429">
                  <a:srgbClr val="F0D5B8">
                    <a:alpha val="2070"/>
                  </a:srgbClr>
                </a:gs>
                <a:gs pos="85714">
                  <a:srgbClr val="F0D5B8">
                    <a:alpha val="824"/>
                  </a:srgbClr>
                </a:gs>
                <a:gs pos="100000">
                  <a:srgbClr val="F0D5B8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4078715">
              <a:off x="3434975" y="789684"/>
              <a:ext cx="198772" cy="43981"/>
            </a:xfrm>
            <a:prstGeom prst="ellipse">
              <a:avLst/>
            </a:prstGeom>
            <a:gradFill>
              <a:gsLst>
                <a:gs pos="0">
                  <a:srgbClr val="FFFCCE">
                    <a:alpha val="32968"/>
                  </a:srgbClr>
                </a:gs>
                <a:gs pos="14286">
                  <a:srgbClr val="FFFCCE">
                    <a:alpha val="30764"/>
                  </a:srgbClr>
                </a:gs>
                <a:gs pos="28571">
                  <a:srgbClr val="FFFCCE">
                    <a:alpha val="24833"/>
                  </a:srgbClr>
                </a:gs>
                <a:gs pos="42857">
                  <a:srgbClr val="FFFCCE">
                    <a:alpha val="17075"/>
                  </a:srgbClr>
                </a:gs>
                <a:gs pos="57143">
                  <a:srgbClr val="FFFCCE">
                    <a:alpha val="9855"/>
                  </a:srgbClr>
                </a:gs>
                <a:gs pos="71429">
                  <a:srgbClr val="FFFCCE">
                    <a:alpha val="4740"/>
                  </a:srgbClr>
                </a:gs>
                <a:gs pos="85714">
                  <a:srgbClr val="FFFCCE">
                    <a:alpha val="1902"/>
                  </a:srgbClr>
                </a:gs>
                <a:gs pos="100000">
                  <a:srgbClr val="FFFC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-9832450">
              <a:off x="1215667" y="2222122"/>
              <a:ext cx="68461" cy="18543"/>
            </a:xfrm>
            <a:prstGeom prst="ellipse">
              <a:avLst/>
            </a:prstGeom>
            <a:gradFill>
              <a:gsLst>
                <a:gs pos="0">
                  <a:srgbClr val="6E0005">
                    <a:alpha val="15798"/>
                  </a:srgbClr>
                </a:gs>
                <a:gs pos="14286">
                  <a:srgbClr val="6E0005">
                    <a:alpha val="14618"/>
                  </a:srgbClr>
                </a:gs>
                <a:gs pos="28571">
                  <a:srgbClr val="6E0005">
                    <a:alpha val="11548"/>
                  </a:srgbClr>
                </a:gs>
                <a:gs pos="42857">
                  <a:srgbClr val="6E0005">
                    <a:alpha val="7733"/>
                  </a:srgbClr>
                </a:gs>
                <a:gs pos="57143">
                  <a:srgbClr val="6E0005">
                    <a:alpha val="4362"/>
                  </a:srgbClr>
                </a:gs>
                <a:gs pos="71429">
                  <a:srgbClr val="6E0005">
                    <a:alpha val="2066"/>
                  </a:srgbClr>
                </a:gs>
                <a:gs pos="85714">
                  <a:srgbClr val="6E0005">
                    <a:alpha val="822"/>
                  </a:srgbClr>
                </a:gs>
                <a:gs pos="100000">
                  <a:srgbClr val="6E0005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-8308030">
              <a:off x="609680" y="1979789"/>
              <a:ext cx="467225" cy="26179"/>
            </a:xfrm>
            <a:prstGeom prst="ellipse">
              <a:avLst/>
            </a:prstGeom>
            <a:gradFill>
              <a:gsLst>
                <a:gs pos="0">
                  <a:srgbClr val="FFFFCC">
                    <a:alpha val="32968"/>
                  </a:srgbClr>
                </a:gs>
                <a:gs pos="14286">
                  <a:srgbClr val="FFFFCC">
                    <a:alpha val="30764"/>
                  </a:srgbClr>
                </a:gs>
                <a:gs pos="28571">
                  <a:srgbClr val="FFFFCC">
                    <a:alpha val="24833"/>
                  </a:srgbClr>
                </a:gs>
                <a:gs pos="42857">
                  <a:srgbClr val="FFFFCC">
                    <a:alpha val="17075"/>
                  </a:srgbClr>
                </a:gs>
                <a:gs pos="57143">
                  <a:srgbClr val="FFFFCC">
                    <a:alpha val="9855"/>
                  </a:srgbClr>
                </a:gs>
                <a:gs pos="71429">
                  <a:srgbClr val="FFFFCC">
                    <a:alpha val="4740"/>
                  </a:srgbClr>
                </a:gs>
                <a:gs pos="85714">
                  <a:srgbClr val="FFFFCC">
                    <a:alpha val="1902"/>
                  </a:srgbClr>
                </a:gs>
                <a:gs pos="100000">
                  <a:srgbClr val="FFFF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6515146">
              <a:off x="2125951" y="1083083"/>
              <a:ext cx="586345" cy="30599"/>
            </a:xfrm>
            <a:prstGeom prst="ellipse">
              <a:avLst/>
            </a:prstGeom>
            <a:gradFill>
              <a:gsLst>
                <a:gs pos="0">
                  <a:srgbClr val="000007">
                    <a:alpha val="32968"/>
                  </a:srgbClr>
                </a:gs>
                <a:gs pos="14286">
                  <a:srgbClr val="000007">
                    <a:alpha val="30764"/>
                  </a:srgbClr>
                </a:gs>
                <a:gs pos="28571">
                  <a:srgbClr val="000007">
                    <a:alpha val="24833"/>
                  </a:srgbClr>
                </a:gs>
                <a:gs pos="42857">
                  <a:srgbClr val="000007">
                    <a:alpha val="17075"/>
                  </a:srgbClr>
                </a:gs>
                <a:gs pos="57143">
                  <a:srgbClr val="000007">
                    <a:alpha val="9855"/>
                  </a:srgbClr>
                </a:gs>
                <a:gs pos="71429">
                  <a:srgbClr val="000007">
                    <a:alpha val="4740"/>
                  </a:srgbClr>
                </a:gs>
                <a:gs pos="85714">
                  <a:srgbClr val="000007">
                    <a:alpha val="1902"/>
                  </a:srgbClr>
                </a:gs>
                <a:gs pos="100000">
                  <a:srgbClr val="00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8245469">
              <a:off x="392922" y="639641"/>
              <a:ext cx="68461" cy="18566"/>
            </a:xfrm>
            <a:prstGeom prst="ellipse">
              <a:avLst/>
            </a:prstGeom>
            <a:gradFill>
              <a:gsLst>
                <a:gs pos="0">
                  <a:srgbClr val="B95E2C">
                    <a:alpha val="15781"/>
                  </a:srgbClr>
                </a:gs>
                <a:gs pos="14286">
                  <a:srgbClr val="B95E2C">
                    <a:alpha val="14603"/>
                  </a:srgbClr>
                </a:gs>
                <a:gs pos="28571">
                  <a:srgbClr val="B95E2C">
                    <a:alpha val="11535"/>
                  </a:srgbClr>
                </a:gs>
                <a:gs pos="42857">
                  <a:srgbClr val="B95E2C">
                    <a:alpha val="7725"/>
                  </a:srgbClr>
                </a:gs>
                <a:gs pos="57143">
                  <a:srgbClr val="B95E2C">
                    <a:alpha val="4357"/>
                  </a:srgbClr>
                </a:gs>
                <a:gs pos="71429">
                  <a:srgbClr val="B95E2C">
                    <a:alpha val="2064"/>
                  </a:srgbClr>
                </a:gs>
                <a:gs pos="85714">
                  <a:srgbClr val="B95E2C">
                    <a:alpha val="821"/>
                  </a:srgbClr>
                </a:gs>
                <a:gs pos="100000">
                  <a:srgbClr val="B95E2C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8556911">
              <a:off x="-116195" y="2007137"/>
              <a:ext cx="603847" cy="20440"/>
            </a:xfrm>
            <a:prstGeom prst="ellipse">
              <a:avLst/>
            </a:prstGeom>
            <a:gradFill>
              <a:gsLst>
                <a:gs pos="0">
                  <a:srgbClr val="FFF2C9">
                    <a:alpha val="32968"/>
                  </a:srgbClr>
                </a:gs>
                <a:gs pos="14286">
                  <a:srgbClr val="FFF2C9">
                    <a:alpha val="30764"/>
                  </a:srgbClr>
                </a:gs>
                <a:gs pos="28571">
                  <a:srgbClr val="FFF2C9">
                    <a:alpha val="24833"/>
                  </a:srgbClr>
                </a:gs>
                <a:gs pos="42857">
                  <a:srgbClr val="FFF2C9">
                    <a:alpha val="17075"/>
                  </a:srgbClr>
                </a:gs>
                <a:gs pos="57143">
                  <a:srgbClr val="FFF2C9">
                    <a:alpha val="9855"/>
                  </a:srgbClr>
                </a:gs>
                <a:gs pos="71429">
                  <a:srgbClr val="FFF2C9">
                    <a:alpha val="4740"/>
                  </a:srgbClr>
                </a:gs>
                <a:gs pos="85714">
                  <a:srgbClr val="FFF2C9">
                    <a:alpha val="1902"/>
                  </a:srgbClr>
                </a:gs>
                <a:gs pos="100000">
                  <a:srgbClr val="FFF2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10426064">
              <a:off x="1685754" y="1180351"/>
              <a:ext cx="423753" cy="766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7248754">
              <a:off x="1213655" y="1544308"/>
              <a:ext cx="68461" cy="18591"/>
            </a:xfrm>
            <a:prstGeom prst="ellipse">
              <a:avLst/>
            </a:prstGeom>
            <a:gradFill>
              <a:gsLst>
                <a:gs pos="0">
                  <a:srgbClr val="711206">
                    <a:alpha val="15762"/>
                  </a:srgbClr>
                </a:gs>
                <a:gs pos="14286">
                  <a:srgbClr val="711206">
                    <a:alpha val="14585"/>
                  </a:srgbClr>
                </a:gs>
                <a:gs pos="28571">
                  <a:srgbClr val="711206">
                    <a:alpha val="11521"/>
                  </a:srgbClr>
                </a:gs>
                <a:gs pos="42857">
                  <a:srgbClr val="711206">
                    <a:alpha val="7715"/>
                  </a:srgbClr>
                </a:gs>
                <a:gs pos="57143">
                  <a:srgbClr val="711206">
                    <a:alpha val="4351"/>
                  </a:srgbClr>
                </a:gs>
                <a:gs pos="71429">
                  <a:srgbClr val="711206">
                    <a:alpha val="2061"/>
                  </a:srgbClr>
                </a:gs>
                <a:gs pos="85714">
                  <a:srgbClr val="711206">
                    <a:alpha val="820"/>
                  </a:srgbClr>
                </a:gs>
                <a:gs pos="100000">
                  <a:srgbClr val="711206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-8325581">
              <a:off x="1084806" y="1021904"/>
              <a:ext cx="421990" cy="536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3093445">
              <a:off x="2109795" y="1529318"/>
              <a:ext cx="561247" cy="69229"/>
            </a:xfrm>
            <a:prstGeom prst="ellipse">
              <a:avLst/>
            </a:prstGeom>
            <a:gradFill>
              <a:gsLst>
                <a:gs pos="0">
                  <a:srgbClr val="003434">
                    <a:alpha val="32968"/>
                  </a:srgbClr>
                </a:gs>
                <a:gs pos="14286">
                  <a:srgbClr val="003434">
                    <a:alpha val="30764"/>
                  </a:srgbClr>
                </a:gs>
                <a:gs pos="28571">
                  <a:srgbClr val="003434">
                    <a:alpha val="24833"/>
                  </a:srgbClr>
                </a:gs>
                <a:gs pos="42857">
                  <a:srgbClr val="003434">
                    <a:alpha val="17075"/>
                  </a:srgbClr>
                </a:gs>
                <a:gs pos="57143">
                  <a:srgbClr val="003434">
                    <a:alpha val="9855"/>
                  </a:srgbClr>
                </a:gs>
                <a:gs pos="71429">
                  <a:srgbClr val="003434">
                    <a:alpha val="4740"/>
                  </a:srgbClr>
                </a:gs>
                <a:gs pos="85714">
                  <a:srgbClr val="003434">
                    <a:alpha val="1902"/>
                  </a:srgbClr>
                </a:gs>
                <a:gs pos="100000">
                  <a:srgbClr val="0034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3375319">
              <a:off x="3374863" y="979745"/>
              <a:ext cx="68461" cy="18608"/>
            </a:xfrm>
            <a:prstGeom prst="ellipse">
              <a:avLst/>
            </a:prstGeom>
            <a:gradFill>
              <a:gsLst>
                <a:gs pos="0">
                  <a:srgbClr val="B97751">
                    <a:alpha val="15749"/>
                  </a:srgbClr>
                </a:gs>
                <a:gs pos="14286">
                  <a:srgbClr val="B97751">
                    <a:alpha val="14573"/>
                  </a:srgbClr>
                </a:gs>
                <a:gs pos="28571">
                  <a:srgbClr val="B97751">
                    <a:alpha val="11511"/>
                  </a:srgbClr>
                </a:gs>
                <a:gs pos="42857">
                  <a:srgbClr val="B97751">
                    <a:alpha val="7708"/>
                  </a:srgbClr>
                </a:gs>
                <a:gs pos="57143">
                  <a:srgbClr val="B97751">
                    <a:alpha val="4348"/>
                  </a:srgbClr>
                </a:gs>
                <a:gs pos="71429">
                  <a:srgbClr val="B97751">
                    <a:alpha val="2059"/>
                  </a:srgbClr>
                </a:gs>
                <a:gs pos="85714">
                  <a:srgbClr val="B97751">
                    <a:alpha val="819"/>
                  </a:srgbClr>
                </a:gs>
                <a:gs pos="100000">
                  <a:srgbClr val="B97751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-8496988">
              <a:off x="3490372" y="1163160"/>
              <a:ext cx="68461" cy="18612"/>
            </a:xfrm>
            <a:prstGeom prst="ellipse">
              <a:avLst/>
            </a:prstGeom>
            <a:gradFill>
              <a:gsLst>
                <a:gs pos="0">
                  <a:srgbClr val="A86647">
                    <a:alpha val="15746"/>
                  </a:srgbClr>
                </a:gs>
                <a:gs pos="14286">
                  <a:srgbClr val="A86647">
                    <a:alpha val="14570"/>
                  </a:srgbClr>
                </a:gs>
                <a:gs pos="28571">
                  <a:srgbClr val="A86647">
                    <a:alpha val="11509"/>
                  </a:srgbClr>
                </a:gs>
                <a:gs pos="42857">
                  <a:srgbClr val="A86647">
                    <a:alpha val="7707"/>
                  </a:srgbClr>
                </a:gs>
                <a:gs pos="57143">
                  <a:srgbClr val="A86647">
                    <a:alpha val="4347"/>
                  </a:srgbClr>
                </a:gs>
                <a:gs pos="71429">
                  <a:srgbClr val="A86647">
                    <a:alpha val="2059"/>
                  </a:srgbClr>
                </a:gs>
                <a:gs pos="85714">
                  <a:srgbClr val="A86647">
                    <a:alpha val="819"/>
                  </a:srgbClr>
                </a:gs>
                <a:gs pos="100000">
                  <a:srgbClr val="A86647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8579419">
              <a:off x="10377" y="1809762"/>
              <a:ext cx="635131" cy="20566"/>
            </a:xfrm>
            <a:prstGeom prst="ellipse">
              <a:avLst/>
            </a:prstGeom>
            <a:gradFill>
              <a:gsLst>
                <a:gs pos="0">
                  <a:srgbClr val="FCCD99">
                    <a:alpha val="32967"/>
                  </a:srgbClr>
                </a:gs>
                <a:gs pos="14286">
                  <a:srgbClr val="FCCD99">
                    <a:alpha val="30763"/>
                  </a:srgbClr>
                </a:gs>
                <a:gs pos="28571">
                  <a:srgbClr val="FCCD99">
                    <a:alpha val="24832"/>
                  </a:srgbClr>
                </a:gs>
                <a:gs pos="42857">
                  <a:srgbClr val="FCCD99">
                    <a:alpha val="17075"/>
                  </a:srgbClr>
                </a:gs>
                <a:gs pos="57143">
                  <a:srgbClr val="FCCD99">
                    <a:alpha val="9854"/>
                  </a:srgbClr>
                </a:gs>
                <a:gs pos="71429">
                  <a:srgbClr val="FCCD99">
                    <a:alpha val="4740"/>
                  </a:srgbClr>
                </a:gs>
                <a:gs pos="85714">
                  <a:srgbClr val="FCCD99">
                    <a:alpha val="1902"/>
                  </a:srgbClr>
                </a:gs>
                <a:gs pos="100000">
                  <a:srgbClr val="FCCD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-8802782">
              <a:off x="-136312" y="1263883"/>
              <a:ext cx="491839" cy="485552"/>
            </a:xfrm>
            <a:prstGeom prst="ellipse">
              <a:avLst/>
            </a:prstGeom>
            <a:gradFill>
              <a:gsLst>
                <a:gs pos="0">
                  <a:srgbClr val="DD9123">
                    <a:alpha val="11625"/>
                  </a:srgbClr>
                </a:gs>
                <a:gs pos="14286">
                  <a:srgbClr val="DD9123">
                    <a:alpha val="10737"/>
                  </a:srgbClr>
                </a:gs>
                <a:gs pos="28571">
                  <a:srgbClr val="DD9123">
                    <a:alpha val="8441"/>
                  </a:srgbClr>
                </a:gs>
                <a:gs pos="42857">
                  <a:srgbClr val="DD9123">
                    <a:alpha val="5620"/>
                  </a:srgbClr>
                </a:gs>
                <a:gs pos="57143">
                  <a:srgbClr val="DD9123">
                    <a:alpha val="3154"/>
                  </a:srgbClr>
                </a:gs>
                <a:gs pos="71429">
                  <a:srgbClr val="DD9123">
                    <a:alpha val="1489"/>
                  </a:srgbClr>
                </a:gs>
                <a:gs pos="85714">
                  <a:srgbClr val="DD9123">
                    <a:alpha val="592"/>
                  </a:srgbClr>
                </a:gs>
                <a:gs pos="100000">
                  <a:srgbClr val="DD9123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-9697186">
              <a:off x="826897" y="1942043"/>
              <a:ext cx="666157" cy="5058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8759273">
              <a:off x="815218" y="561023"/>
              <a:ext cx="68461" cy="18668"/>
            </a:xfrm>
            <a:prstGeom prst="ellipse">
              <a:avLst/>
            </a:prstGeom>
            <a:gradFill>
              <a:gsLst>
                <a:gs pos="0">
                  <a:srgbClr val="BF4D23">
                    <a:alpha val="15704"/>
                  </a:srgbClr>
                </a:gs>
                <a:gs pos="14286">
                  <a:srgbClr val="BF4D23">
                    <a:alpha val="14531"/>
                  </a:srgbClr>
                </a:gs>
                <a:gs pos="28571">
                  <a:srgbClr val="BF4D23">
                    <a:alpha val="11478"/>
                  </a:srgbClr>
                </a:gs>
                <a:gs pos="42857">
                  <a:srgbClr val="BF4D23">
                    <a:alpha val="7685"/>
                  </a:srgbClr>
                </a:gs>
                <a:gs pos="57143">
                  <a:srgbClr val="BF4D23">
                    <a:alpha val="4334"/>
                  </a:srgbClr>
                </a:gs>
                <a:gs pos="71429">
                  <a:srgbClr val="BF4D23">
                    <a:alpha val="2053"/>
                  </a:srgbClr>
                </a:gs>
                <a:gs pos="85714">
                  <a:srgbClr val="BF4D23">
                    <a:alpha val="817"/>
                  </a:srgbClr>
                </a:gs>
                <a:gs pos="100000">
                  <a:srgbClr val="BF4D23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-9598376">
              <a:off x="1724161" y="155891"/>
              <a:ext cx="464796" cy="233940"/>
            </a:xfrm>
            <a:prstGeom prst="ellipse">
              <a:avLst/>
            </a:prstGeom>
            <a:gradFill>
              <a:gsLst>
                <a:gs pos="0">
                  <a:srgbClr val="E5C399">
                    <a:alpha val="32968"/>
                  </a:srgbClr>
                </a:gs>
                <a:gs pos="14286">
                  <a:srgbClr val="E5C399">
                    <a:alpha val="30764"/>
                  </a:srgbClr>
                </a:gs>
                <a:gs pos="28571">
                  <a:srgbClr val="E5C399">
                    <a:alpha val="24833"/>
                  </a:srgbClr>
                </a:gs>
                <a:gs pos="42857">
                  <a:srgbClr val="E5C399">
                    <a:alpha val="17075"/>
                  </a:srgbClr>
                </a:gs>
                <a:gs pos="57143">
                  <a:srgbClr val="E5C399">
                    <a:alpha val="9855"/>
                  </a:srgbClr>
                </a:gs>
                <a:gs pos="71429">
                  <a:srgbClr val="E5C399">
                    <a:alpha val="4740"/>
                  </a:srgbClr>
                </a:gs>
                <a:gs pos="85714">
                  <a:srgbClr val="E5C399">
                    <a:alpha val="1902"/>
                  </a:srgbClr>
                </a:gs>
                <a:gs pos="100000">
                  <a:srgbClr val="E5C3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7519167">
              <a:off x="456273" y="128737"/>
              <a:ext cx="696729" cy="514240"/>
            </a:xfrm>
            <a:prstGeom prst="ellipse">
              <a:avLst/>
            </a:prstGeom>
            <a:gradFill>
              <a:gsLst>
                <a:gs pos="0">
                  <a:srgbClr val="FE7000">
                    <a:alpha val="32962"/>
                  </a:srgbClr>
                </a:gs>
                <a:gs pos="14286">
                  <a:srgbClr val="FE7000">
                    <a:alpha val="30758"/>
                  </a:srgbClr>
                </a:gs>
                <a:gs pos="28571">
                  <a:srgbClr val="FE7000">
                    <a:alpha val="24828"/>
                  </a:srgbClr>
                </a:gs>
                <a:gs pos="42857">
                  <a:srgbClr val="FE7000">
                    <a:alpha val="17072"/>
                  </a:srgbClr>
                </a:gs>
                <a:gs pos="57143">
                  <a:srgbClr val="FE7000">
                    <a:alpha val="9853"/>
                  </a:srgbClr>
                </a:gs>
                <a:gs pos="71429">
                  <a:srgbClr val="FE7000">
                    <a:alpha val="4739"/>
                  </a:srgbClr>
                </a:gs>
                <a:gs pos="85714">
                  <a:srgbClr val="FE7000">
                    <a:alpha val="1902"/>
                  </a:srgbClr>
                </a:gs>
                <a:gs pos="100000">
                  <a:srgbClr val="FE7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8479817">
              <a:off x="105516" y="2077023"/>
              <a:ext cx="68461" cy="18622"/>
            </a:xfrm>
            <a:prstGeom prst="ellipse">
              <a:avLst/>
            </a:prstGeom>
            <a:gradFill>
              <a:gsLst>
                <a:gs pos="0">
                  <a:srgbClr val="DBAB7E">
                    <a:alpha val="15739"/>
                  </a:srgbClr>
                </a:gs>
                <a:gs pos="14286">
                  <a:srgbClr val="DBAB7E">
                    <a:alpha val="14563"/>
                  </a:srgbClr>
                </a:gs>
                <a:gs pos="28571">
                  <a:srgbClr val="DBAB7E">
                    <a:alpha val="11504"/>
                  </a:srgbClr>
                </a:gs>
                <a:gs pos="42857">
                  <a:srgbClr val="DBAB7E">
                    <a:alpha val="7703"/>
                  </a:srgbClr>
                </a:gs>
                <a:gs pos="57143">
                  <a:srgbClr val="DBAB7E">
                    <a:alpha val="4344"/>
                  </a:srgbClr>
                </a:gs>
                <a:gs pos="71429">
                  <a:srgbClr val="DBAB7E">
                    <a:alpha val="2058"/>
                  </a:srgbClr>
                </a:gs>
                <a:gs pos="85714">
                  <a:srgbClr val="DBAB7E">
                    <a:alpha val="819"/>
                  </a:srgbClr>
                </a:gs>
                <a:gs pos="100000">
                  <a:srgbClr val="DBAB7E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8714382">
              <a:off x="-10940" y="729304"/>
              <a:ext cx="585872" cy="34738"/>
            </a:xfrm>
            <a:prstGeom prst="ellipse">
              <a:avLst/>
            </a:prstGeom>
            <a:gradFill>
              <a:gsLst>
                <a:gs pos="0">
                  <a:srgbClr val="FFA74E">
                    <a:alpha val="32968"/>
                  </a:srgbClr>
                </a:gs>
                <a:gs pos="14286">
                  <a:srgbClr val="FFA74E">
                    <a:alpha val="30764"/>
                  </a:srgbClr>
                </a:gs>
                <a:gs pos="28571">
                  <a:srgbClr val="FFA74E">
                    <a:alpha val="24833"/>
                  </a:srgbClr>
                </a:gs>
                <a:gs pos="42857">
                  <a:srgbClr val="FFA74E">
                    <a:alpha val="17075"/>
                  </a:srgbClr>
                </a:gs>
                <a:gs pos="57143">
                  <a:srgbClr val="FFA74E">
                    <a:alpha val="9855"/>
                  </a:srgbClr>
                </a:gs>
                <a:gs pos="71429">
                  <a:srgbClr val="FFA74E">
                    <a:alpha val="4740"/>
                  </a:srgbClr>
                </a:gs>
                <a:gs pos="85714">
                  <a:srgbClr val="FFA74E">
                    <a:alpha val="1902"/>
                  </a:srgbClr>
                </a:gs>
                <a:gs pos="100000">
                  <a:srgbClr val="FFA7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8572671">
              <a:off x="295811" y="1188729"/>
              <a:ext cx="244232" cy="16876"/>
            </a:xfrm>
            <a:prstGeom prst="ellipse">
              <a:avLst/>
            </a:prstGeom>
            <a:gradFill>
              <a:gsLst>
                <a:gs pos="0">
                  <a:srgbClr val="FFFFC1">
                    <a:alpha val="32968"/>
                  </a:srgbClr>
                </a:gs>
                <a:gs pos="14286">
                  <a:srgbClr val="FFFFC1">
                    <a:alpha val="30764"/>
                  </a:srgbClr>
                </a:gs>
                <a:gs pos="28571">
                  <a:srgbClr val="FFFFC1">
                    <a:alpha val="24833"/>
                  </a:srgbClr>
                </a:gs>
                <a:gs pos="42857">
                  <a:srgbClr val="FFFFC1">
                    <a:alpha val="17075"/>
                  </a:srgbClr>
                </a:gs>
                <a:gs pos="57143">
                  <a:srgbClr val="FFFFC1">
                    <a:alpha val="9855"/>
                  </a:srgbClr>
                </a:gs>
                <a:gs pos="71429">
                  <a:srgbClr val="FFFFC1">
                    <a:alpha val="4740"/>
                  </a:srgbClr>
                </a:gs>
                <a:gs pos="85714">
                  <a:srgbClr val="FFFFC1">
                    <a:alpha val="1902"/>
                  </a:srgbClr>
                </a:gs>
                <a:gs pos="100000">
                  <a:srgbClr val="FFFF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6152412">
              <a:off x="3444032" y="113834"/>
              <a:ext cx="68461" cy="18698"/>
            </a:xfrm>
            <a:prstGeom prst="ellipse">
              <a:avLst/>
            </a:prstGeom>
            <a:gradFill>
              <a:gsLst>
                <a:gs pos="0">
                  <a:srgbClr val="D7A479">
                    <a:alpha val="15682"/>
                  </a:srgbClr>
                </a:gs>
                <a:gs pos="14286">
                  <a:srgbClr val="D7A479">
                    <a:alpha val="14511"/>
                  </a:srgbClr>
                </a:gs>
                <a:gs pos="28571">
                  <a:srgbClr val="D7A479">
                    <a:alpha val="11461"/>
                  </a:srgbClr>
                </a:gs>
                <a:gs pos="42857">
                  <a:srgbClr val="D7A479">
                    <a:alpha val="7674"/>
                  </a:srgbClr>
                </a:gs>
                <a:gs pos="57143">
                  <a:srgbClr val="D7A479">
                    <a:alpha val="4328"/>
                  </a:srgbClr>
                </a:gs>
                <a:gs pos="71429">
                  <a:srgbClr val="D7A479">
                    <a:alpha val="2050"/>
                  </a:srgbClr>
                </a:gs>
                <a:gs pos="85714">
                  <a:srgbClr val="D7A479">
                    <a:alpha val="816"/>
                  </a:srgbClr>
                </a:gs>
                <a:gs pos="100000">
                  <a:srgbClr val="D7A479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7078974">
              <a:off x="-28038" y="1563909"/>
              <a:ext cx="274639" cy="85175"/>
            </a:xfrm>
            <a:prstGeom prst="ellipse">
              <a:avLst/>
            </a:prstGeom>
            <a:gradFill>
              <a:gsLst>
                <a:gs pos="0">
                  <a:srgbClr val="FEC77D">
                    <a:alpha val="32815"/>
                  </a:srgbClr>
                </a:gs>
                <a:gs pos="14286">
                  <a:srgbClr val="FEC77D">
                    <a:alpha val="30618"/>
                  </a:srgbClr>
                </a:gs>
                <a:gs pos="28571">
                  <a:srgbClr val="FEC77D">
                    <a:alpha val="24710"/>
                  </a:srgbClr>
                </a:gs>
                <a:gs pos="42857">
                  <a:srgbClr val="FEC77D">
                    <a:alpha val="16987"/>
                  </a:srgbClr>
                </a:gs>
                <a:gs pos="57143">
                  <a:srgbClr val="FEC77D">
                    <a:alpha val="9801"/>
                  </a:srgbClr>
                </a:gs>
                <a:gs pos="71429">
                  <a:srgbClr val="FEC77D">
                    <a:alpha val="4714"/>
                  </a:srgbClr>
                </a:gs>
                <a:gs pos="85714">
                  <a:srgbClr val="FEC77D">
                    <a:alpha val="1891"/>
                  </a:srgbClr>
                </a:gs>
                <a:gs pos="100000">
                  <a:srgbClr val="FEC77D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-8737818">
              <a:off x="2425859" y="416315"/>
              <a:ext cx="316373" cy="40846"/>
            </a:xfrm>
            <a:prstGeom prst="ellipse">
              <a:avLst/>
            </a:prstGeom>
            <a:gradFill>
              <a:gsLst>
                <a:gs pos="0">
                  <a:srgbClr val="B91600">
                    <a:alpha val="32968"/>
                  </a:srgbClr>
                </a:gs>
                <a:gs pos="14286">
                  <a:srgbClr val="B91600">
                    <a:alpha val="30764"/>
                  </a:srgbClr>
                </a:gs>
                <a:gs pos="28571">
                  <a:srgbClr val="B91600">
                    <a:alpha val="24833"/>
                  </a:srgbClr>
                </a:gs>
                <a:gs pos="42857">
                  <a:srgbClr val="B91600">
                    <a:alpha val="17075"/>
                  </a:srgbClr>
                </a:gs>
                <a:gs pos="57143">
                  <a:srgbClr val="B91600">
                    <a:alpha val="9855"/>
                  </a:srgbClr>
                </a:gs>
                <a:gs pos="71429">
                  <a:srgbClr val="B91600">
                    <a:alpha val="4740"/>
                  </a:srgbClr>
                </a:gs>
                <a:gs pos="85714">
                  <a:srgbClr val="B91600">
                    <a:alpha val="1902"/>
                  </a:srgbClr>
                </a:gs>
                <a:gs pos="100000">
                  <a:srgbClr val="B9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7913384">
              <a:off x="2214411" y="1029704"/>
              <a:ext cx="247924" cy="30135"/>
            </a:xfrm>
            <a:prstGeom prst="ellipse">
              <a:avLst/>
            </a:prstGeom>
            <a:gradFill>
              <a:gsLst>
                <a:gs pos="0">
                  <a:srgbClr val="FFF3AD">
                    <a:alpha val="32968"/>
                  </a:srgbClr>
                </a:gs>
                <a:gs pos="14286">
                  <a:srgbClr val="FFF3AD">
                    <a:alpha val="30764"/>
                  </a:srgbClr>
                </a:gs>
                <a:gs pos="28571">
                  <a:srgbClr val="FFF3AD">
                    <a:alpha val="24833"/>
                  </a:srgbClr>
                </a:gs>
                <a:gs pos="42857">
                  <a:srgbClr val="FFF3AD">
                    <a:alpha val="17075"/>
                  </a:srgbClr>
                </a:gs>
                <a:gs pos="57143">
                  <a:srgbClr val="FFF3AD">
                    <a:alpha val="9855"/>
                  </a:srgbClr>
                </a:gs>
                <a:gs pos="71429">
                  <a:srgbClr val="FFF3AD">
                    <a:alpha val="4740"/>
                  </a:srgbClr>
                </a:gs>
                <a:gs pos="85714">
                  <a:srgbClr val="FFF3AD">
                    <a:alpha val="1902"/>
                  </a:srgbClr>
                </a:gs>
                <a:gs pos="100000">
                  <a:srgbClr val="FFF3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7411277">
              <a:off x="3363710" y="2295381"/>
              <a:ext cx="68461" cy="18586"/>
            </a:xfrm>
            <a:prstGeom prst="ellipse">
              <a:avLst/>
            </a:prstGeom>
            <a:gradFill>
              <a:gsLst>
                <a:gs pos="0">
                  <a:srgbClr val="783718">
                    <a:alpha val="15766"/>
                  </a:srgbClr>
                </a:gs>
                <a:gs pos="14286">
                  <a:srgbClr val="783718">
                    <a:alpha val="14588"/>
                  </a:srgbClr>
                </a:gs>
                <a:gs pos="28571">
                  <a:srgbClr val="783718">
                    <a:alpha val="11524"/>
                  </a:srgbClr>
                </a:gs>
                <a:gs pos="42857">
                  <a:srgbClr val="783718">
                    <a:alpha val="7717"/>
                  </a:srgbClr>
                </a:gs>
                <a:gs pos="57143">
                  <a:srgbClr val="783718">
                    <a:alpha val="4352"/>
                  </a:srgbClr>
                </a:gs>
                <a:gs pos="71429">
                  <a:srgbClr val="783718">
                    <a:alpha val="2061"/>
                  </a:srgbClr>
                </a:gs>
                <a:gs pos="85714">
                  <a:srgbClr val="783718">
                    <a:alpha val="820"/>
                  </a:srgbClr>
                </a:gs>
                <a:gs pos="100000">
                  <a:srgbClr val="783718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8843041">
              <a:off x="153811" y="2036019"/>
              <a:ext cx="68461" cy="18737"/>
            </a:xfrm>
            <a:prstGeom prst="ellipse">
              <a:avLst/>
            </a:prstGeom>
            <a:gradFill>
              <a:gsLst>
                <a:gs pos="0">
                  <a:srgbClr val="CF9366">
                    <a:alpha val="15653"/>
                  </a:srgbClr>
                </a:gs>
                <a:gs pos="14286">
                  <a:srgbClr val="CF9366">
                    <a:alpha val="14484"/>
                  </a:srgbClr>
                </a:gs>
                <a:gs pos="28571">
                  <a:srgbClr val="CF9366">
                    <a:alpha val="11440"/>
                  </a:srgbClr>
                </a:gs>
                <a:gs pos="42857">
                  <a:srgbClr val="CF9366">
                    <a:alpha val="7659"/>
                  </a:srgbClr>
                </a:gs>
                <a:gs pos="57143">
                  <a:srgbClr val="CF9366">
                    <a:alpha val="4319"/>
                  </a:srgbClr>
                </a:gs>
                <a:gs pos="71429">
                  <a:srgbClr val="CF9366">
                    <a:alpha val="2046"/>
                  </a:srgbClr>
                </a:gs>
                <a:gs pos="85714">
                  <a:srgbClr val="CF9366">
                    <a:alpha val="814"/>
                  </a:srgbClr>
                </a:gs>
                <a:gs pos="100000">
                  <a:srgbClr val="CF9366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6343383">
              <a:off x="2589270" y="1598017"/>
              <a:ext cx="598448" cy="42563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10076634">
              <a:off x="37342" y="2102255"/>
              <a:ext cx="399124" cy="80957"/>
            </a:xfrm>
            <a:prstGeom prst="ellipse">
              <a:avLst/>
            </a:prstGeom>
            <a:gradFill>
              <a:gsLst>
                <a:gs pos="0">
                  <a:srgbClr val="540500">
                    <a:alpha val="32968"/>
                  </a:srgbClr>
                </a:gs>
                <a:gs pos="14286">
                  <a:srgbClr val="540500">
                    <a:alpha val="30764"/>
                  </a:srgbClr>
                </a:gs>
                <a:gs pos="28571">
                  <a:srgbClr val="540500">
                    <a:alpha val="24833"/>
                  </a:srgbClr>
                </a:gs>
                <a:gs pos="42857">
                  <a:srgbClr val="540500">
                    <a:alpha val="17075"/>
                  </a:srgbClr>
                </a:gs>
                <a:gs pos="57143">
                  <a:srgbClr val="540500">
                    <a:alpha val="9855"/>
                  </a:srgbClr>
                </a:gs>
                <a:gs pos="71429">
                  <a:srgbClr val="540500">
                    <a:alpha val="4740"/>
                  </a:srgbClr>
                </a:gs>
                <a:gs pos="85714">
                  <a:srgbClr val="540500">
                    <a:alpha val="1902"/>
                  </a:srgbClr>
                </a:gs>
                <a:gs pos="100000">
                  <a:srgbClr val="54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6719122">
              <a:off x="3297520" y="2321904"/>
              <a:ext cx="68461" cy="18754"/>
            </a:xfrm>
            <a:prstGeom prst="ellipse">
              <a:avLst/>
            </a:prstGeom>
            <a:gradFill>
              <a:gsLst>
                <a:gs pos="0">
                  <a:srgbClr val="C4743E">
                    <a:alpha val="15640"/>
                  </a:srgbClr>
                </a:gs>
                <a:gs pos="14286">
                  <a:srgbClr val="C4743E">
                    <a:alpha val="14472"/>
                  </a:srgbClr>
                </a:gs>
                <a:gs pos="28571">
                  <a:srgbClr val="C4743E">
                    <a:alpha val="11430"/>
                  </a:srgbClr>
                </a:gs>
                <a:gs pos="42857">
                  <a:srgbClr val="C4743E">
                    <a:alpha val="7653"/>
                  </a:srgbClr>
                </a:gs>
                <a:gs pos="57143">
                  <a:srgbClr val="C4743E">
                    <a:alpha val="4316"/>
                  </a:srgbClr>
                </a:gs>
                <a:gs pos="71429">
                  <a:srgbClr val="C4743E">
                    <a:alpha val="2044"/>
                  </a:srgbClr>
                </a:gs>
                <a:gs pos="85714">
                  <a:srgbClr val="C4743E">
                    <a:alpha val="813"/>
                  </a:srgbClr>
                </a:gs>
                <a:gs pos="100000">
                  <a:srgbClr val="C4743E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3140676">
              <a:off x="2299121" y="1872925"/>
              <a:ext cx="77160" cy="62869"/>
            </a:xfrm>
            <a:prstGeom prst="ellipse">
              <a:avLst/>
            </a:prstGeom>
            <a:gradFill>
              <a:gsLst>
                <a:gs pos="0">
                  <a:srgbClr val="FFFFDA">
                    <a:alpha val="32968"/>
                  </a:srgbClr>
                </a:gs>
                <a:gs pos="14286">
                  <a:srgbClr val="FFFFDA">
                    <a:alpha val="30764"/>
                  </a:srgbClr>
                </a:gs>
                <a:gs pos="28571">
                  <a:srgbClr val="FFFFDA">
                    <a:alpha val="24833"/>
                  </a:srgbClr>
                </a:gs>
                <a:gs pos="42857">
                  <a:srgbClr val="FFFFDA">
                    <a:alpha val="17075"/>
                  </a:srgbClr>
                </a:gs>
                <a:gs pos="57143">
                  <a:srgbClr val="FFFFDA">
                    <a:alpha val="9855"/>
                  </a:srgbClr>
                </a:gs>
                <a:gs pos="71429">
                  <a:srgbClr val="FFFFDA">
                    <a:alpha val="4740"/>
                  </a:srgbClr>
                </a:gs>
                <a:gs pos="85714">
                  <a:srgbClr val="FFFFDA">
                    <a:alpha val="1902"/>
                  </a:srgbClr>
                </a:gs>
                <a:gs pos="100000">
                  <a:srgbClr val="FFFF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6274504">
              <a:off x="430005" y="1502751"/>
              <a:ext cx="68461" cy="18743"/>
            </a:xfrm>
            <a:prstGeom prst="ellipse">
              <a:avLst/>
            </a:prstGeom>
            <a:gradFill>
              <a:gsLst>
                <a:gs pos="0">
                  <a:srgbClr val="924323">
                    <a:alpha val="15648"/>
                  </a:srgbClr>
                </a:gs>
                <a:gs pos="14286">
                  <a:srgbClr val="924323">
                    <a:alpha val="14479"/>
                  </a:srgbClr>
                </a:gs>
                <a:gs pos="28571">
                  <a:srgbClr val="924323">
                    <a:alpha val="11436"/>
                  </a:srgbClr>
                </a:gs>
                <a:gs pos="42857">
                  <a:srgbClr val="924323">
                    <a:alpha val="7657"/>
                  </a:srgbClr>
                </a:gs>
                <a:gs pos="57143">
                  <a:srgbClr val="924323">
                    <a:alpha val="4318"/>
                  </a:srgbClr>
                </a:gs>
                <a:gs pos="71429">
                  <a:srgbClr val="924323">
                    <a:alpha val="2045"/>
                  </a:srgbClr>
                </a:gs>
                <a:gs pos="85714">
                  <a:srgbClr val="924323">
                    <a:alpha val="814"/>
                  </a:srgbClr>
                </a:gs>
                <a:gs pos="100000">
                  <a:srgbClr val="924323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8053384">
              <a:off x="3102225" y="2076912"/>
              <a:ext cx="68461" cy="18739"/>
            </a:xfrm>
            <a:prstGeom prst="ellipse">
              <a:avLst/>
            </a:prstGeom>
            <a:gradFill>
              <a:gsLst>
                <a:gs pos="0">
                  <a:srgbClr val="8C401A">
                    <a:alpha val="15652"/>
                  </a:srgbClr>
                </a:gs>
                <a:gs pos="14286">
                  <a:srgbClr val="8C401A">
                    <a:alpha val="14482"/>
                  </a:srgbClr>
                </a:gs>
                <a:gs pos="28571">
                  <a:srgbClr val="8C401A">
                    <a:alpha val="11438"/>
                  </a:srgbClr>
                </a:gs>
                <a:gs pos="42857">
                  <a:srgbClr val="8C401A">
                    <a:alpha val="7658"/>
                  </a:srgbClr>
                </a:gs>
                <a:gs pos="57143">
                  <a:srgbClr val="8C401A">
                    <a:alpha val="4319"/>
                  </a:srgbClr>
                </a:gs>
                <a:gs pos="71429">
                  <a:srgbClr val="8C401A">
                    <a:alpha val="2045"/>
                  </a:srgbClr>
                </a:gs>
                <a:gs pos="85714">
                  <a:srgbClr val="8C401A">
                    <a:alpha val="814"/>
                  </a:srgbClr>
                </a:gs>
                <a:gs pos="100000">
                  <a:srgbClr val="8C401A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7906691">
              <a:off x="2370376" y="1962825"/>
              <a:ext cx="615727" cy="69347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8000909">
              <a:off x="811897" y="1269702"/>
              <a:ext cx="68461" cy="18827"/>
            </a:xfrm>
            <a:prstGeom prst="ellipse">
              <a:avLst/>
            </a:prstGeom>
            <a:gradFill>
              <a:gsLst>
                <a:gs pos="0">
                  <a:srgbClr val="C1603B">
                    <a:alpha val="15585"/>
                  </a:srgbClr>
                </a:gs>
                <a:gs pos="14286">
                  <a:srgbClr val="C1603B">
                    <a:alpha val="14421"/>
                  </a:srgbClr>
                </a:gs>
                <a:gs pos="28571">
                  <a:srgbClr val="C1603B">
                    <a:alpha val="11389"/>
                  </a:srgbClr>
                </a:gs>
                <a:gs pos="42857">
                  <a:srgbClr val="C1603B">
                    <a:alpha val="7625"/>
                  </a:srgbClr>
                </a:gs>
                <a:gs pos="57143">
                  <a:srgbClr val="C1603B">
                    <a:alpha val="4299"/>
                  </a:srgbClr>
                </a:gs>
                <a:gs pos="71429">
                  <a:srgbClr val="C1603B">
                    <a:alpha val="2036"/>
                  </a:srgbClr>
                </a:gs>
                <a:gs pos="85714">
                  <a:srgbClr val="C1603B">
                    <a:alpha val="810"/>
                  </a:srgbClr>
                </a:gs>
                <a:gs pos="100000">
                  <a:srgbClr val="C1603B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2982614">
              <a:off x="587814" y="2197561"/>
              <a:ext cx="68461" cy="18820"/>
            </a:xfrm>
            <a:prstGeom prst="ellipse">
              <a:avLst/>
            </a:prstGeom>
            <a:gradFill>
              <a:gsLst>
                <a:gs pos="0">
                  <a:srgbClr val="E0A873">
                    <a:alpha val="15591"/>
                  </a:srgbClr>
                </a:gs>
                <a:gs pos="14286">
                  <a:srgbClr val="E0A873">
                    <a:alpha val="14426"/>
                  </a:srgbClr>
                </a:gs>
                <a:gs pos="28571">
                  <a:srgbClr val="E0A873">
                    <a:alpha val="11393"/>
                  </a:srgbClr>
                </a:gs>
                <a:gs pos="42857">
                  <a:srgbClr val="E0A873">
                    <a:alpha val="7627"/>
                  </a:srgbClr>
                </a:gs>
                <a:gs pos="57143">
                  <a:srgbClr val="E0A873">
                    <a:alpha val="4301"/>
                  </a:srgbClr>
                </a:gs>
                <a:gs pos="71429">
                  <a:srgbClr val="E0A873">
                    <a:alpha val="2037"/>
                  </a:srgbClr>
                </a:gs>
                <a:gs pos="85714">
                  <a:srgbClr val="E0A873">
                    <a:alpha val="810"/>
                  </a:srgbClr>
                </a:gs>
                <a:gs pos="100000">
                  <a:srgbClr val="E0A873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2851170">
              <a:off x="2231253" y="382501"/>
              <a:ext cx="68461" cy="18845"/>
            </a:xfrm>
            <a:prstGeom prst="ellipse">
              <a:avLst/>
            </a:prstGeom>
            <a:gradFill>
              <a:gsLst>
                <a:gs pos="0">
                  <a:srgbClr val="F5E3D1">
                    <a:alpha val="15572"/>
                  </a:srgbClr>
                </a:gs>
                <a:gs pos="14286">
                  <a:srgbClr val="F5E3D1">
                    <a:alpha val="14409"/>
                  </a:srgbClr>
                </a:gs>
                <a:gs pos="28571">
                  <a:srgbClr val="F5E3D1">
                    <a:alpha val="11379"/>
                  </a:srgbClr>
                </a:gs>
                <a:gs pos="42857">
                  <a:srgbClr val="F5E3D1">
                    <a:alpha val="7618"/>
                  </a:srgbClr>
                </a:gs>
                <a:gs pos="57143">
                  <a:srgbClr val="F5E3D1">
                    <a:alpha val="4296"/>
                  </a:srgbClr>
                </a:gs>
                <a:gs pos="71429">
                  <a:srgbClr val="F5E3D1">
                    <a:alpha val="2034"/>
                  </a:srgbClr>
                </a:gs>
                <a:gs pos="85714">
                  <a:srgbClr val="F5E3D1">
                    <a:alpha val="809"/>
                  </a:srgbClr>
                </a:gs>
                <a:gs pos="100000">
                  <a:srgbClr val="F5E3D1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8309988">
              <a:off x="2035170" y="798335"/>
              <a:ext cx="68461" cy="18846"/>
            </a:xfrm>
            <a:prstGeom prst="ellipse">
              <a:avLst/>
            </a:prstGeom>
            <a:gradFill>
              <a:gsLst>
                <a:gs pos="0">
                  <a:srgbClr val="BA581E">
                    <a:alpha val="15572"/>
                  </a:srgbClr>
                </a:gs>
                <a:gs pos="14286">
                  <a:srgbClr val="BA581E">
                    <a:alpha val="14408"/>
                  </a:srgbClr>
                </a:gs>
                <a:gs pos="28571">
                  <a:srgbClr val="BA581E">
                    <a:alpha val="11379"/>
                  </a:srgbClr>
                </a:gs>
                <a:gs pos="42857">
                  <a:srgbClr val="BA581E">
                    <a:alpha val="7618"/>
                  </a:srgbClr>
                </a:gs>
                <a:gs pos="57143">
                  <a:srgbClr val="BA581E">
                    <a:alpha val="4295"/>
                  </a:srgbClr>
                </a:gs>
                <a:gs pos="71429">
                  <a:srgbClr val="BA581E">
                    <a:alpha val="2034"/>
                  </a:srgbClr>
                </a:gs>
                <a:gs pos="85714">
                  <a:srgbClr val="BA581E">
                    <a:alpha val="809"/>
                  </a:srgbClr>
                </a:gs>
                <a:gs pos="100000">
                  <a:srgbClr val="BA581E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9340577">
              <a:off x="3044793" y="1725123"/>
              <a:ext cx="68461" cy="18860"/>
            </a:xfrm>
            <a:prstGeom prst="ellipse">
              <a:avLst/>
            </a:prstGeom>
            <a:gradFill>
              <a:gsLst>
                <a:gs pos="0">
                  <a:srgbClr val="914522">
                    <a:alpha val="15561"/>
                  </a:srgbClr>
                </a:gs>
                <a:gs pos="14286">
                  <a:srgbClr val="914522">
                    <a:alpha val="14398"/>
                  </a:srgbClr>
                </a:gs>
                <a:gs pos="28571">
                  <a:srgbClr val="914522">
                    <a:alpha val="11371"/>
                  </a:srgbClr>
                </a:gs>
                <a:gs pos="42857">
                  <a:srgbClr val="914522">
                    <a:alpha val="7612"/>
                  </a:srgbClr>
                </a:gs>
                <a:gs pos="57143">
                  <a:srgbClr val="914522">
                    <a:alpha val="4292"/>
                  </a:srgbClr>
                </a:gs>
                <a:gs pos="71429">
                  <a:srgbClr val="914522">
                    <a:alpha val="2033"/>
                  </a:srgbClr>
                </a:gs>
                <a:gs pos="85714">
                  <a:srgbClr val="914522">
                    <a:alpha val="809"/>
                  </a:srgbClr>
                </a:gs>
                <a:gs pos="100000">
                  <a:srgbClr val="914522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4843280">
              <a:off x="884284" y="618928"/>
              <a:ext cx="500555" cy="159118"/>
            </a:xfrm>
            <a:prstGeom prst="ellipse">
              <a:avLst/>
            </a:prstGeom>
            <a:gradFill>
              <a:gsLst>
                <a:gs pos="0">
                  <a:srgbClr val="FFFF7A">
                    <a:alpha val="32968"/>
                  </a:srgbClr>
                </a:gs>
                <a:gs pos="14286">
                  <a:srgbClr val="FFFF7A">
                    <a:alpha val="30764"/>
                  </a:srgbClr>
                </a:gs>
                <a:gs pos="28571">
                  <a:srgbClr val="FFFF7A">
                    <a:alpha val="24833"/>
                  </a:srgbClr>
                </a:gs>
                <a:gs pos="42857">
                  <a:srgbClr val="FFFF7A">
                    <a:alpha val="17075"/>
                  </a:srgbClr>
                </a:gs>
                <a:gs pos="57143">
                  <a:srgbClr val="FFFF7A">
                    <a:alpha val="9855"/>
                  </a:srgbClr>
                </a:gs>
                <a:gs pos="71429">
                  <a:srgbClr val="FFFF7A">
                    <a:alpha val="4740"/>
                  </a:srgbClr>
                </a:gs>
                <a:gs pos="85714">
                  <a:srgbClr val="FFFF7A">
                    <a:alpha val="1902"/>
                  </a:srgbClr>
                </a:gs>
                <a:gs pos="100000">
                  <a:srgbClr val="FFFF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2826766">
              <a:off x="2018999" y="590252"/>
              <a:ext cx="394770" cy="68851"/>
            </a:xfrm>
            <a:prstGeom prst="ellipse">
              <a:avLst/>
            </a:prstGeom>
            <a:gradFill>
              <a:gsLst>
                <a:gs pos="0">
                  <a:srgbClr val="FFE8D1">
                    <a:alpha val="32968"/>
                  </a:srgbClr>
                </a:gs>
                <a:gs pos="14286">
                  <a:srgbClr val="FFE8D1">
                    <a:alpha val="30764"/>
                  </a:srgbClr>
                </a:gs>
                <a:gs pos="28571">
                  <a:srgbClr val="FFE8D1">
                    <a:alpha val="24833"/>
                  </a:srgbClr>
                </a:gs>
                <a:gs pos="42857">
                  <a:srgbClr val="FFE8D1">
                    <a:alpha val="17075"/>
                  </a:srgbClr>
                </a:gs>
                <a:gs pos="57143">
                  <a:srgbClr val="FFE8D1">
                    <a:alpha val="9855"/>
                  </a:srgbClr>
                </a:gs>
                <a:gs pos="71429">
                  <a:srgbClr val="FFE8D1">
                    <a:alpha val="4740"/>
                  </a:srgbClr>
                </a:gs>
                <a:gs pos="85714">
                  <a:srgbClr val="FFE8D1">
                    <a:alpha val="1902"/>
                  </a:srgbClr>
                </a:gs>
                <a:gs pos="100000">
                  <a:srgbClr val="FFE8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3709295">
              <a:off x="3024349" y="2141059"/>
              <a:ext cx="68461" cy="18895"/>
            </a:xfrm>
            <a:prstGeom prst="ellipse">
              <a:avLst/>
            </a:prstGeom>
            <a:gradFill>
              <a:gsLst>
                <a:gs pos="0">
                  <a:srgbClr val="A6562E">
                    <a:alpha val="15534"/>
                  </a:srgbClr>
                </a:gs>
                <a:gs pos="14286">
                  <a:srgbClr val="A6562E">
                    <a:alpha val="14373"/>
                  </a:srgbClr>
                </a:gs>
                <a:gs pos="28571">
                  <a:srgbClr val="A6562E">
                    <a:alpha val="11351"/>
                  </a:srgbClr>
                </a:gs>
                <a:gs pos="42857">
                  <a:srgbClr val="A6562E">
                    <a:alpha val="7598"/>
                  </a:srgbClr>
                </a:gs>
                <a:gs pos="57143">
                  <a:srgbClr val="A6562E">
                    <a:alpha val="4284"/>
                  </a:srgbClr>
                </a:gs>
                <a:gs pos="71429">
                  <a:srgbClr val="A6562E">
                    <a:alpha val="2029"/>
                  </a:srgbClr>
                </a:gs>
                <a:gs pos="85714">
                  <a:srgbClr val="A6562E">
                    <a:alpha val="807"/>
                  </a:srgbClr>
                </a:gs>
                <a:gs pos="100000">
                  <a:srgbClr val="A6562E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8607878">
              <a:off x="-201695" y="1769257"/>
              <a:ext cx="714653" cy="28782"/>
            </a:xfrm>
            <a:prstGeom prst="ellipse">
              <a:avLst/>
            </a:prstGeom>
            <a:gradFill>
              <a:gsLst>
                <a:gs pos="0">
                  <a:srgbClr val="690000">
                    <a:alpha val="32968"/>
                  </a:srgbClr>
                </a:gs>
                <a:gs pos="14286">
                  <a:srgbClr val="690000">
                    <a:alpha val="30764"/>
                  </a:srgbClr>
                </a:gs>
                <a:gs pos="28571">
                  <a:srgbClr val="690000">
                    <a:alpha val="24833"/>
                  </a:srgbClr>
                </a:gs>
                <a:gs pos="42857">
                  <a:srgbClr val="690000">
                    <a:alpha val="17075"/>
                  </a:srgbClr>
                </a:gs>
                <a:gs pos="57143">
                  <a:srgbClr val="690000">
                    <a:alpha val="9855"/>
                  </a:srgbClr>
                </a:gs>
                <a:gs pos="71429">
                  <a:srgbClr val="690000">
                    <a:alpha val="4740"/>
                  </a:srgbClr>
                </a:gs>
                <a:gs pos="85714">
                  <a:srgbClr val="690000">
                    <a:alpha val="1902"/>
                  </a:srgbClr>
                </a:gs>
                <a:gs pos="100000">
                  <a:srgbClr val="6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6771567">
              <a:off x="1054357" y="704644"/>
              <a:ext cx="519138" cy="156796"/>
            </a:xfrm>
            <a:prstGeom prst="ellipse">
              <a:avLst/>
            </a:prstGeom>
            <a:gradFill>
              <a:gsLst>
                <a:gs pos="0">
                  <a:srgbClr val="A60000">
                    <a:alpha val="32968"/>
                  </a:srgbClr>
                </a:gs>
                <a:gs pos="14286">
                  <a:srgbClr val="A60000">
                    <a:alpha val="30764"/>
                  </a:srgbClr>
                </a:gs>
                <a:gs pos="28571">
                  <a:srgbClr val="A60000">
                    <a:alpha val="24833"/>
                  </a:srgbClr>
                </a:gs>
                <a:gs pos="42857">
                  <a:srgbClr val="A60000">
                    <a:alpha val="17075"/>
                  </a:srgbClr>
                </a:gs>
                <a:gs pos="57143">
                  <a:srgbClr val="A60000">
                    <a:alpha val="9855"/>
                  </a:srgbClr>
                </a:gs>
                <a:gs pos="71429">
                  <a:srgbClr val="A60000">
                    <a:alpha val="4740"/>
                  </a:srgbClr>
                </a:gs>
                <a:gs pos="85714">
                  <a:srgbClr val="A60000">
                    <a:alpha val="1902"/>
                  </a:srgbClr>
                </a:gs>
                <a:gs pos="100000">
                  <a:srgbClr val="A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9888013">
              <a:off x="1330828" y="133513"/>
              <a:ext cx="365941" cy="129530"/>
            </a:xfrm>
            <a:prstGeom prst="ellipse">
              <a:avLst/>
            </a:prstGeom>
            <a:gradFill>
              <a:gsLst>
                <a:gs pos="0">
                  <a:srgbClr val="FFECC2">
                    <a:alpha val="32968"/>
                  </a:srgbClr>
                </a:gs>
                <a:gs pos="14286">
                  <a:srgbClr val="FFECC2">
                    <a:alpha val="30764"/>
                  </a:srgbClr>
                </a:gs>
                <a:gs pos="28571">
                  <a:srgbClr val="FFECC2">
                    <a:alpha val="24833"/>
                  </a:srgbClr>
                </a:gs>
                <a:gs pos="42857">
                  <a:srgbClr val="FFECC2">
                    <a:alpha val="17075"/>
                  </a:srgbClr>
                </a:gs>
                <a:gs pos="57143">
                  <a:srgbClr val="FFECC2">
                    <a:alpha val="9855"/>
                  </a:srgbClr>
                </a:gs>
                <a:gs pos="71429">
                  <a:srgbClr val="FFECC2">
                    <a:alpha val="4740"/>
                  </a:srgbClr>
                </a:gs>
                <a:gs pos="85714">
                  <a:srgbClr val="FFECC2">
                    <a:alpha val="1902"/>
                  </a:srgbClr>
                </a:gs>
                <a:gs pos="100000">
                  <a:srgbClr val="FFEC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-9565018">
              <a:off x="2156582" y="1981748"/>
              <a:ext cx="68461" cy="18940"/>
            </a:xfrm>
            <a:prstGeom prst="ellipse">
              <a:avLst/>
            </a:prstGeom>
            <a:gradFill>
              <a:gsLst>
                <a:gs pos="0">
                  <a:srgbClr val="3A281E">
                    <a:alpha val="15501"/>
                  </a:srgbClr>
                </a:gs>
                <a:gs pos="14286">
                  <a:srgbClr val="3A281E">
                    <a:alpha val="14342"/>
                  </a:srgbClr>
                </a:gs>
                <a:gs pos="28571">
                  <a:srgbClr val="3A281E">
                    <a:alpha val="11325"/>
                  </a:srgbClr>
                </a:gs>
                <a:gs pos="42857">
                  <a:srgbClr val="3A281E">
                    <a:alpha val="7581"/>
                  </a:srgbClr>
                </a:gs>
                <a:gs pos="57143">
                  <a:srgbClr val="3A281E">
                    <a:alpha val="4274"/>
                  </a:srgbClr>
                </a:gs>
                <a:gs pos="71429">
                  <a:srgbClr val="3A281E">
                    <a:alpha val="2024"/>
                  </a:srgbClr>
                </a:gs>
                <a:gs pos="85714">
                  <a:srgbClr val="3A281E">
                    <a:alpha val="805"/>
                  </a:srgbClr>
                </a:gs>
                <a:gs pos="100000">
                  <a:srgbClr val="3A281E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-10112993">
              <a:off x="1284230" y="2285256"/>
              <a:ext cx="384527" cy="237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8884867">
              <a:off x="-363244" y="1363927"/>
              <a:ext cx="810704" cy="160980"/>
            </a:xfrm>
            <a:prstGeom prst="ellipse">
              <a:avLst/>
            </a:prstGeom>
            <a:gradFill>
              <a:gsLst>
                <a:gs pos="0">
                  <a:srgbClr val="FFCF90">
                    <a:alpha val="30345"/>
                  </a:srgbClr>
                </a:gs>
                <a:gs pos="14286">
                  <a:srgbClr val="FFCF90">
                    <a:alpha val="28277"/>
                  </a:srgbClr>
                </a:gs>
                <a:gs pos="28571">
                  <a:srgbClr val="FFCF90">
                    <a:alpha val="22745"/>
                  </a:srgbClr>
                </a:gs>
                <a:gs pos="42857">
                  <a:srgbClr val="FFCF90">
                    <a:alpha val="15572"/>
                  </a:srgbClr>
                </a:gs>
                <a:gs pos="57143">
                  <a:srgbClr val="FFCF90">
                    <a:alpha val="8953"/>
                  </a:srgbClr>
                </a:gs>
                <a:gs pos="71429">
                  <a:srgbClr val="FFCF90">
                    <a:alpha val="4295"/>
                  </a:srgbClr>
                </a:gs>
                <a:gs pos="85714">
                  <a:srgbClr val="FFCF90">
                    <a:alpha val="1721"/>
                  </a:srgbClr>
                </a:gs>
                <a:gs pos="100000">
                  <a:srgbClr val="FFCF90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8672956">
              <a:off x="-14746" y="1019279"/>
              <a:ext cx="620163" cy="16385"/>
            </a:xfrm>
            <a:prstGeom prst="ellipse">
              <a:avLst/>
            </a:prstGeom>
            <a:gradFill>
              <a:gsLst>
                <a:gs pos="0">
                  <a:srgbClr val="FFC78E">
                    <a:alpha val="32968"/>
                  </a:srgbClr>
                </a:gs>
                <a:gs pos="14286">
                  <a:srgbClr val="FFC78E">
                    <a:alpha val="30764"/>
                  </a:srgbClr>
                </a:gs>
                <a:gs pos="28571">
                  <a:srgbClr val="FFC78E">
                    <a:alpha val="24833"/>
                  </a:srgbClr>
                </a:gs>
                <a:gs pos="42857">
                  <a:srgbClr val="FFC78E">
                    <a:alpha val="17075"/>
                  </a:srgbClr>
                </a:gs>
                <a:gs pos="57143">
                  <a:srgbClr val="FFC78E">
                    <a:alpha val="9855"/>
                  </a:srgbClr>
                </a:gs>
                <a:gs pos="71429">
                  <a:srgbClr val="FFC78E">
                    <a:alpha val="4740"/>
                  </a:srgbClr>
                </a:gs>
                <a:gs pos="85714">
                  <a:srgbClr val="FFC78E">
                    <a:alpha val="1902"/>
                  </a:srgbClr>
                </a:gs>
                <a:gs pos="100000">
                  <a:srgbClr val="FFC7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8381356">
              <a:off x="325495" y="2406837"/>
              <a:ext cx="178214" cy="250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8617875">
              <a:off x="864100" y="2031570"/>
              <a:ext cx="68461" cy="18697"/>
            </a:xfrm>
            <a:prstGeom prst="ellipse">
              <a:avLst/>
            </a:prstGeom>
            <a:gradFill>
              <a:gsLst>
                <a:gs pos="0">
                  <a:srgbClr val="ED9959">
                    <a:alpha val="15682"/>
                  </a:srgbClr>
                </a:gs>
                <a:gs pos="14286">
                  <a:srgbClr val="ED9959">
                    <a:alpha val="14511"/>
                  </a:srgbClr>
                </a:gs>
                <a:gs pos="28571">
                  <a:srgbClr val="ED9959">
                    <a:alpha val="11462"/>
                  </a:srgbClr>
                </a:gs>
                <a:gs pos="42857">
                  <a:srgbClr val="ED9959">
                    <a:alpha val="7674"/>
                  </a:srgbClr>
                </a:gs>
                <a:gs pos="57143">
                  <a:srgbClr val="ED9959">
                    <a:alpha val="4328"/>
                  </a:srgbClr>
                </a:gs>
                <a:gs pos="71429">
                  <a:srgbClr val="ED9959">
                    <a:alpha val="2050"/>
                  </a:srgbClr>
                </a:gs>
                <a:gs pos="85714">
                  <a:srgbClr val="ED9959">
                    <a:alpha val="816"/>
                  </a:srgbClr>
                </a:gs>
                <a:gs pos="100000">
                  <a:srgbClr val="ED9959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8562519">
              <a:off x="116017" y="2013471"/>
              <a:ext cx="353414" cy="21477"/>
            </a:xfrm>
            <a:prstGeom prst="ellipse">
              <a:avLst/>
            </a:prstGeom>
            <a:gradFill>
              <a:gsLst>
                <a:gs pos="0">
                  <a:srgbClr val="6E0000">
                    <a:alpha val="32968"/>
                  </a:srgbClr>
                </a:gs>
                <a:gs pos="14286">
                  <a:srgbClr val="6E0000">
                    <a:alpha val="30764"/>
                  </a:srgbClr>
                </a:gs>
                <a:gs pos="28571">
                  <a:srgbClr val="6E0000">
                    <a:alpha val="24833"/>
                  </a:srgbClr>
                </a:gs>
                <a:gs pos="42857">
                  <a:srgbClr val="6E0000">
                    <a:alpha val="17075"/>
                  </a:srgbClr>
                </a:gs>
                <a:gs pos="57143">
                  <a:srgbClr val="6E0000">
                    <a:alpha val="9855"/>
                  </a:srgbClr>
                </a:gs>
                <a:gs pos="71429">
                  <a:srgbClr val="6E0000">
                    <a:alpha val="4740"/>
                  </a:srgbClr>
                </a:gs>
                <a:gs pos="85714">
                  <a:srgbClr val="6E0000">
                    <a:alpha val="1902"/>
                  </a:srgbClr>
                </a:gs>
                <a:gs pos="100000">
                  <a:srgbClr val="6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2936878">
              <a:off x="-90203" y="1789430"/>
              <a:ext cx="185375" cy="1514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8706882">
              <a:off x="-63552" y="930578"/>
              <a:ext cx="685067" cy="20382"/>
            </a:xfrm>
            <a:prstGeom prst="ellipse">
              <a:avLst/>
            </a:prstGeom>
            <a:gradFill>
              <a:gsLst>
                <a:gs pos="0">
                  <a:srgbClr val="FFBA66">
                    <a:alpha val="32968"/>
                  </a:srgbClr>
                </a:gs>
                <a:gs pos="14286">
                  <a:srgbClr val="FFBA66">
                    <a:alpha val="30764"/>
                  </a:srgbClr>
                </a:gs>
                <a:gs pos="28571">
                  <a:srgbClr val="FFBA66">
                    <a:alpha val="24833"/>
                  </a:srgbClr>
                </a:gs>
                <a:gs pos="42857">
                  <a:srgbClr val="FFBA66">
                    <a:alpha val="17075"/>
                  </a:srgbClr>
                </a:gs>
                <a:gs pos="57143">
                  <a:srgbClr val="FFBA66">
                    <a:alpha val="9855"/>
                  </a:srgbClr>
                </a:gs>
                <a:gs pos="71429">
                  <a:srgbClr val="FFBA66">
                    <a:alpha val="4740"/>
                  </a:srgbClr>
                </a:gs>
                <a:gs pos="85714">
                  <a:srgbClr val="FFBA66">
                    <a:alpha val="1902"/>
                  </a:srgbClr>
                </a:gs>
                <a:gs pos="100000">
                  <a:srgbClr val="FFBA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-9624741">
              <a:off x="2133142" y="1637614"/>
              <a:ext cx="233426" cy="44927"/>
            </a:xfrm>
            <a:prstGeom prst="ellipse">
              <a:avLst/>
            </a:prstGeom>
            <a:gradFill>
              <a:gsLst>
                <a:gs pos="0">
                  <a:srgbClr val="FF5600">
                    <a:alpha val="32968"/>
                  </a:srgbClr>
                </a:gs>
                <a:gs pos="14286">
                  <a:srgbClr val="FF5600">
                    <a:alpha val="30764"/>
                  </a:srgbClr>
                </a:gs>
                <a:gs pos="28571">
                  <a:srgbClr val="FF5600">
                    <a:alpha val="24833"/>
                  </a:srgbClr>
                </a:gs>
                <a:gs pos="42857">
                  <a:srgbClr val="FF5600">
                    <a:alpha val="17075"/>
                  </a:srgbClr>
                </a:gs>
                <a:gs pos="57143">
                  <a:srgbClr val="FF5600">
                    <a:alpha val="9855"/>
                  </a:srgbClr>
                </a:gs>
                <a:gs pos="71429">
                  <a:srgbClr val="FF5600">
                    <a:alpha val="4740"/>
                  </a:srgbClr>
                </a:gs>
                <a:gs pos="85714">
                  <a:srgbClr val="FF5600">
                    <a:alpha val="1902"/>
                  </a:srgbClr>
                </a:gs>
                <a:gs pos="100000">
                  <a:srgbClr val="FF5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-9686658">
              <a:off x="2169383" y="1636670"/>
              <a:ext cx="137691" cy="40543"/>
            </a:xfrm>
            <a:prstGeom prst="ellipse">
              <a:avLst/>
            </a:prstGeom>
            <a:gradFill>
              <a:gsLst>
                <a:gs pos="0">
                  <a:srgbClr val="FFFFB7">
                    <a:alpha val="32968"/>
                  </a:srgbClr>
                </a:gs>
                <a:gs pos="14286">
                  <a:srgbClr val="FFFFB7">
                    <a:alpha val="30764"/>
                  </a:srgbClr>
                </a:gs>
                <a:gs pos="28571">
                  <a:srgbClr val="FFFFB7">
                    <a:alpha val="24833"/>
                  </a:srgbClr>
                </a:gs>
                <a:gs pos="42857">
                  <a:srgbClr val="FFFFB7">
                    <a:alpha val="17075"/>
                  </a:srgbClr>
                </a:gs>
                <a:gs pos="57143">
                  <a:srgbClr val="FFFFB7">
                    <a:alpha val="9855"/>
                  </a:srgbClr>
                </a:gs>
                <a:gs pos="71429">
                  <a:srgbClr val="FFFFB7">
                    <a:alpha val="4740"/>
                  </a:srgbClr>
                </a:gs>
                <a:gs pos="85714">
                  <a:srgbClr val="FFFFB7">
                    <a:alpha val="1902"/>
                  </a:srgbClr>
                </a:gs>
                <a:gs pos="100000">
                  <a:srgbClr val="FFFF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8516427">
              <a:off x="29150" y="2121270"/>
              <a:ext cx="286497" cy="20760"/>
            </a:xfrm>
            <a:prstGeom prst="ellipse">
              <a:avLst/>
            </a:prstGeom>
            <a:gradFill>
              <a:gsLst>
                <a:gs pos="0">
                  <a:srgbClr val="FFEABA">
                    <a:alpha val="32968"/>
                  </a:srgbClr>
                </a:gs>
                <a:gs pos="14286">
                  <a:srgbClr val="FFEABA">
                    <a:alpha val="30764"/>
                  </a:srgbClr>
                </a:gs>
                <a:gs pos="28571">
                  <a:srgbClr val="FFEABA">
                    <a:alpha val="24833"/>
                  </a:srgbClr>
                </a:gs>
                <a:gs pos="42857">
                  <a:srgbClr val="FFEABA">
                    <a:alpha val="17075"/>
                  </a:srgbClr>
                </a:gs>
                <a:gs pos="57143">
                  <a:srgbClr val="FFEABA">
                    <a:alpha val="9855"/>
                  </a:srgbClr>
                </a:gs>
                <a:gs pos="71429">
                  <a:srgbClr val="FFEABA">
                    <a:alpha val="4740"/>
                  </a:srgbClr>
                </a:gs>
                <a:gs pos="85714">
                  <a:srgbClr val="FFEABA">
                    <a:alpha val="1902"/>
                  </a:srgbClr>
                </a:gs>
                <a:gs pos="100000">
                  <a:srgbClr val="FFEA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-8275453">
              <a:off x="616380" y="2299726"/>
              <a:ext cx="335417" cy="136775"/>
            </a:xfrm>
            <a:prstGeom prst="ellipse">
              <a:avLst/>
            </a:prstGeom>
            <a:gradFill>
              <a:gsLst>
                <a:gs pos="0">
                  <a:srgbClr val="FFE554">
                    <a:alpha val="32968"/>
                  </a:srgbClr>
                </a:gs>
                <a:gs pos="14286">
                  <a:srgbClr val="FFE554">
                    <a:alpha val="30764"/>
                  </a:srgbClr>
                </a:gs>
                <a:gs pos="28571">
                  <a:srgbClr val="FFE554">
                    <a:alpha val="24833"/>
                  </a:srgbClr>
                </a:gs>
                <a:gs pos="42857">
                  <a:srgbClr val="FFE554">
                    <a:alpha val="17075"/>
                  </a:srgbClr>
                </a:gs>
                <a:gs pos="57143">
                  <a:srgbClr val="FFE554">
                    <a:alpha val="9855"/>
                  </a:srgbClr>
                </a:gs>
                <a:gs pos="71429">
                  <a:srgbClr val="FFE554">
                    <a:alpha val="4740"/>
                  </a:srgbClr>
                </a:gs>
                <a:gs pos="85714">
                  <a:srgbClr val="FFE554">
                    <a:alpha val="1902"/>
                  </a:srgbClr>
                </a:gs>
                <a:gs pos="100000">
                  <a:srgbClr val="FFE5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5741289">
              <a:off x="168574" y="1206066"/>
              <a:ext cx="630005" cy="779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8524826">
              <a:off x="-120656" y="2020634"/>
              <a:ext cx="502628" cy="19463"/>
            </a:xfrm>
            <a:prstGeom prst="ellipse">
              <a:avLst/>
            </a:prstGeom>
            <a:gradFill>
              <a:gsLst>
                <a:gs pos="0">
                  <a:srgbClr val="FFDEAF">
                    <a:alpha val="32968"/>
                  </a:srgbClr>
                </a:gs>
                <a:gs pos="14286">
                  <a:srgbClr val="FFDEAF">
                    <a:alpha val="30764"/>
                  </a:srgbClr>
                </a:gs>
                <a:gs pos="28571">
                  <a:srgbClr val="FFDEAF">
                    <a:alpha val="24833"/>
                  </a:srgbClr>
                </a:gs>
                <a:gs pos="42857">
                  <a:srgbClr val="FFDEAF">
                    <a:alpha val="17075"/>
                  </a:srgbClr>
                </a:gs>
                <a:gs pos="57143">
                  <a:srgbClr val="FFDEAF">
                    <a:alpha val="9855"/>
                  </a:srgbClr>
                </a:gs>
                <a:gs pos="71429">
                  <a:srgbClr val="FFDEAF">
                    <a:alpha val="4740"/>
                  </a:srgbClr>
                </a:gs>
                <a:gs pos="85714">
                  <a:srgbClr val="FFDEAF">
                    <a:alpha val="1902"/>
                  </a:srgbClr>
                </a:gs>
                <a:gs pos="100000">
                  <a:srgbClr val="FFDE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9759366">
              <a:off x="2022188" y="1764582"/>
              <a:ext cx="184453" cy="118298"/>
            </a:xfrm>
            <a:prstGeom prst="ellipse">
              <a:avLst/>
            </a:prstGeom>
            <a:gradFill>
              <a:gsLst>
                <a:gs pos="0">
                  <a:srgbClr val="FFF3BC">
                    <a:alpha val="21007"/>
                  </a:srgbClr>
                </a:gs>
                <a:gs pos="14286">
                  <a:srgbClr val="FFF3BC">
                    <a:alpha val="19486"/>
                  </a:srgbClr>
                </a:gs>
                <a:gs pos="28571">
                  <a:srgbClr val="FFF3BC">
                    <a:alpha val="15489"/>
                  </a:srgbClr>
                </a:gs>
                <a:gs pos="42857">
                  <a:srgbClr val="FFF3BC">
                    <a:alpha val="10451"/>
                  </a:srgbClr>
                </a:gs>
                <a:gs pos="57143">
                  <a:srgbClr val="FFF3BC">
                    <a:alpha val="5933"/>
                  </a:srgbClr>
                </a:gs>
                <a:gs pos="71429">
                  <a:srgbClr val="FFF3BC">
                    <a:alpha val="2822"/>
                  </a:srgbClr>
                </a:gs>
                <a:gs pos="85714">
                  <a:srgbClr val="FFF3BC">
                    <a:alpha val="1126"/>
                  </a:srgbClr>
                </a:gs>
                <a:gs pos="100000">
                  <a:srgbClr val="FFF3BC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7781735">
              <a:off x="3266618" y="2346590"/>
              <a:ext cx="598958" cy="26287"/>
            </a:xfrm>
            <a:prstGeom prst="ellipse">
              <a:avLst/>
            </a:prstGeom>
            <a:gradFill>
              <a:gsLst>
                <a:gs pos="0">
                  <a:srgbClr val="FFC04E">
                    <a:alpha val="32968"/>
                  </a:srgbClr>
                </a:gs>
                <a:gs pos="14286">
                  <a:srgbClr val="FFC04E">
                    <a:alpha val="30764"/>
                  </a:srgbClr>
                </a:gs>
                <a:gs pos="28571">
                  <a:srgbClr val="FFC04E">
                    <a:alpha val="24833"/>
                  </a:srgbClr>
                </a:gs>
                <a:gs pos="42857">
                  <a:srgbClr val="FFC04E">
                    <a:alpha val="17075"/>
                  </a:srgbClr>
                </a:gs>
                <a:gs pos="57143">
                  <a:srgbClr val="FFC04E">
                    <a:alpha val="9855"/>
                  </a:srgbClr>
                </a:gs>
                <a:gs pos="71429">
                  <a:srgbClr val="FFC04E">
                    <a:alpha val="4740"/>
                  </a:srgbClr>
                </a:gs>
                <a:gs pos="85714">
                  <a:srgbClr val="FFC04E">
                    <a:alpha val="1902"/>
                  </a:srgbClr>
                </a:gs>
                <a:gs pos="100000">
                  <a:srgbClr val="FFC0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8814281">
              <a:off x="173947" y="2158235"/>
              <a:ext cx="519235" cy="108699"/>
            </a:xfrm>
            <a:prstGeom prst="ellipse">
              <a:avLst/>
            </a:prstGeom>
            <a:gradFill>
              <a:gsLst>
                <a:gs pos="0">
                  <a:srgbClr val="880000">
                    <a:alpha val="24602"/>
                  </a:srgbClr>
                </a:gs>
                <a:gs pos="14286">
                  <a:srgbClr val="880000">
                    <a:alpha val="22860"/>
                  </a:srgbClr>
                </a:gs>
                <a:gs pos="28571">
                  <a:srgbClr val="880000">
                    <a:alpha val="18252"/>
                  </a:srgbClr>
                </a:gs>
                <a:gs pos="42857">
                  <a:srgbClr val="880000">
                    <a:alpha val="12382"/>
                  </a:srgbClr>
                </a:gs>
                <a:gs pos="57143">
                  <a:srgbClr val="880000">
                    <a:alpha val="7063"/>
                  </a:srgbClr>
                </a:gs>
                <a:gs pos="71429">
                  <a:srgbClr val="880000">
                    <a:alpha val="3370"/>
                  </a:srgbClr>
                </a:gs>
                <a:gs pos="85714">
                  <a:srgbClr val="880000">
                    <a:alpha val="1347"/>
                  </a:srgbClr>
                </a:gs>
                <a:gs pos="100000">
                  <a:srgbClr val="880000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9338846">
              <a:off x="1142785" y="612056"/>
              <a:ext cx="526183" cy="116234"/>
            </a:xfrm>
            <a:prstGeom prst="ellipse">
              <a:avLst/>
            </a:prstGeom>
            <a:gradFill>
              <a:gsLst>
                <a:gs pos="0">
                  <a:srgbClr val="BA0000">
                    <a:alpha val="32968"/>
                  </a:srgbClr>
                </a:gs>
                <a:gs pos="14286">
                  <a:srgbClr val="BA0000">
                    <a:alpha val="30764"/>
                  </a:srgbClr>
                </a:gs>
                <a:gs pos="28571">
                  <a:srgbClr val="BA0000">
                    <a:alpha val="24833"/>
                  </a:srgbClr>
                </a:gs>
                <a:gs pos="42857">
                  <a:srgbClr val="BA0000">
                    <a:alpha val="17075"/>
                  </a:srgbClr>
                </a:gs>
                <a:gs pos="57143">
                  <a:srgbClr val="BA0000">
                    <a:alpha val="9855"/>
                  </a:srgbClr>
                </a:gs>
                <a:gs pos="71429">
                  <a:srgbClr val="BA0000">
                    <a:alpha val="4740"/>
                  </a:srgbClr>
                </a:gs>
                <a:gs pos="85714">
                  <a:srgbClr val="BA0000">
                    <a:alpha val="1902"/>
                  </a:srgbClr>
                </a:gs>
                <a:gs pos="100000">
                  <a:srgbClr val="B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2821838">
              <a:off x="978948" y="1103913"/>
              <a:ext cx="611988" cy="125027"/>
            </a:xfrm>
            <a:prstGeom prst="ellipse">
              <a:avLst/>
            </a:prstGeom>
            <a:gradFill>
              <a:gsLst>
                <a:gs pos="0">
                  <a:srgbClr val="000012">
                    <a:alpha val="32968"/>
                  </a:srgbClr>
                </a:gs>
                <a:gs pos="14286">
                  <a:srgbClr val="000012">
                    <a:alpha val="30764"/>
                  </a:srgbClr>
                </a:gs>
                <a:gs pos="28571">
                  <a:srgbClr val="000012">
                    <a:alpha val="24833"/>
                  </a:srgbClr>
                </a:gs>
                <a:gs pos="42857">
                  <a:srgbClr val="000012">
                    <a:alpha val="17075"/>
                  </a:srgbClr>
                </a:gs>
                <a:gs pos="57143">
                  <a:srgbClr val="000012">
                    <a:alpha val="9855"/>
                  </a:srgbClr>
                </a:gs>
                <a:gs pos="71429">
                  <a:srgbClr val="000012">
                    <a:alpha val="4740"/>
                  </a:srgbClr>
                </a:gs>
                <a:gs pos="85714">
                  <a:srgbClr val="000012">
                    <a:alpha val="1902"/>
                  </a:srgbClr>
                </a:gs>
                <a:gs pos="100000">
                  <a:srgbClr val="00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-9827640">
              <a:off x="1146110" y="2261594"/>
              <a:ext cx="276135" cy="42080"/>
            </a:xfrm>
            <a:prstGeom prst="ellipse">
              <a:avLst/>
            </a:prstGeom>
            <a:gradFill>
              <a:gsLst>
                <a:gs pos="0">
                  <a:srgbClr val="FFFF87">
                    <a:alpha val="32968"/>
                  </a:srgbClr>
                </a:gs>
                <a:gs pos="14286">
                  <a:srgbClr val="FFFF87">
                    <a:alpha val="30764"/>
                  </a:srgbClr>
                </a:gs>
                <a:gs pos="28571">
                  <a:srgbClr val="FFFF87">
                    <a:alpha val="24833"/>
                  </a:srgbClr>
                </a:gs>
                <a:gs pos="42857">
                  <a:srgbClr val="FFFF87">
                    <a:alpha val="17075"/>
                  </a:srgbClr>
                </a:gs>
                <a:gs pos="57143">
                  <a:srgbClr val="FFFF87">
                    <a:alpha val="9855"/>
                  </a:srgbClr>
                </a:gs>
                <a:gs pos="71429">
                  <a:srgbClr val="FFFF87">
                    <a:alpha val="4740"/>
                  </a:srgbClr>
                </a:gs>
                <a:gs pos="85714">
                  <a:srgbClr val="FFFF87">
                    <a:alpha val="1902"/>
                  </a:srgbClr>
                </a:gs>
                <a:gs pos="100000">
                  <a:srgbClr val="FFFF8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-8585327">
              <a:off x="2045279" y="1626440"/>
              <a:ext cx="186350" cy="815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5524227">
              <a:off x="331970" y="1886475"/>
              <a:ext cx="248452" cy="188265"/>
            </a:xfrm>
            <a:prstGeom prst="ellipse">
              <a:avLst/>
            </a:prstGeom>
            <a:gradFill>
              <a:gsLst>
                <a:gs pos="0">
                  <a:srgbClr val="F6FFD0">
                    <a:alpha val="19805"/>
                  </a:srgbClr>
                </a:gs>
                <a:gs pos="14286">
                  <a:srgbClr val="F6FFD0">
                    <a:alpha val="18361"/>
                  </a:srgbClr>
                </a:gs>
                <a:gs pos="28571">
                  <a:srgbClr val="F6FFD0">
                    <a:alpha val="14573"/>
                  </a:srgbClr>
                </a:gs>
                <a:gs pos="42857">
                  <a:srgbClr val="F6FFD0">
                    <a:alpha val="9816"/>
                  </a:srgbClr>
                </a:gs>
                <a:gs pos="57143">
                  <a:srgbClr val="F6FFD0">
                    <a:alpha val="5564"/>
                  </a:srgbClr>
                </a:gs>
                <a:gs pos="71429">
                  <a:srgbClr val="F6FFD0">
                    <a:alpha val="2644"/>
                  </a:srgbClr>
                </a:gs>
                <a:gs pos="85714">
                  <a:srgbClr val="F6FFD0">
                    <a:alpha val="1054"/>
                  </a:srgbClr>
                </a:gs>
                <a:gs pos="100000">
                  <a:srgbClr val="F6FFD0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9649416">
              <a:off x="2830207" y="2082210"/>
              <a:ext cx="197593" cy="42980"/>
            </a:xfrm>
            <a:prstGeom prst="ellipse">
              <a:avLst/>
            </a:prstGeom>
            <a:gradFill>
              <a:gsLst>
                <a:gs pos="0">
                  <a:srgbClr val="00001A">
                    <a:alpha val="32968"/>
                  </a:srgbClr>
                </a:gs>
                <a:gs pos="14286">
                  <a:srgbClr val="00001A">
                    <a:alpha val="30764"/>
                  </a:srgbClr>
                </a:gs>
                <a:gs pos="28571">
                  <a:srgbClr val="00001A">
                    <a:alpha val="24833"/>
                  </a:srgbClr>
                </a:gs>
                <a:gs pos="42857">
                  <a:srgbClr val="00001A">
                    <a:alpha val="17075"/>
                  </a:srgbClr>
                </a:gs>
                <a:gs pos="57143">
                  <a:srgbClr val="00001A">
                    <a:alpha val="9855"/>
                  </a:srgbClr>
                </a:gs>
                <a:gs pos="71429">
                  <a:srgbClr val="00001A">
                    <a:alpha val="4740"/>
                  </a:srgbClr>
                </a:gs>
                <a:gs pos="85714">
                  <a:srgbClr val="00001A">
                    <a:alpha val="1902"/>
                  </a:srgbClr>
                </a:gs>
                <a:gs pos="100000">
                  <a:srgbClr val="00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-9643363">
              <a:off x="1357520" y="1180898"/>
              <a:ext cx="295561" cy="33984"/>
            </a:xfrm>
            <a:prstGeom prst="ellipse">
              <a:avLst/>
            </a:prstGeom>
            <a:gradFill>
              <a:gsLst>
                <a:gs pos="0">
                  <a:srgbClr val="FFFFB1">
                    <a:alpha val="32968"/>
                  </a:srgbClr>
                </a:gs>
                <a:gs pos="14286">
                  <a:srgbClr val="FFFFB1">
                    <a:alpha val="30764"/>
                  </a:srgbClr>
                </a:gs>
                <a:gs pos="28571">
                  <a:srgbClr val="FFFFB1">
                    <a:alpha val="24833"/>
                  </a:srgbClr>
                </a:gs>
                <a:gs pos="42857">
                  <a:srgbClr val="FFFFB1">
                    <a:alpha val="17075"/>
                  </a:srgbClr>
                </a:gs>
                <a:gs pos="57143">
                  <a:srgbClr val="FFFFB1">
                    <a:alpha val="9855"/>
                  </a:srgbClr>
                </a:gs>
                <a:gs pos="71429">
                  <a:srgbClr val="FFFFB1">
                    <a:alpha val="4740"/>
                  </a:srgbClr>
                </a:gs>
                <a:gs pos="85714">
                  <a:srgbClr val="FFFFB1">
                    <a:alpha val="1902"/>
                  </a:srgbClr>
                </a:gs>
                <a:gs pos="100000">
                  <a:srgbClr val="FFFF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3711137">
              <a:off x="2443935" y="937378"/>
              <a:ext cx="659516" cy="260792"/>
            </a:xfrm>
            <a:prstGeom prst="ellipse">
              <a:avLst/>
            </a:prstGeom>
            <a:gradFill>
              <a:gsLst>
                <a:gs pos="0">
                  <a:srgbClr val="C70000">
                    <a:alpha val="32968"/>
                  </a:srgbClr>
                </a:gs>
                <a:gs pos="14286">
                  <a:srgbClr val="C70000">
                    <a:alpha val="30764"/>
                  </a:srgbClr>
                </a:gs>
                <a:gs pos="28571">
                  <a:srgbClr val="C70000">
                    <a:alpha val="24833"/>
                  </a:srgbClr>
                </a:gs>
                <a:gs pos="42857">
                  <a:srgbClr val="C70000">
                    <a:alpha val="17075"/>
                  </a:srgbClr>
                </a:gs>
                <a:gs pos="57143">
                  <a:srgbClr val="C70000">
                    <a:alpha val="9855"/>
                  </a:srgbClr>
                </a:gs>
                <a:gs pos="71429">
                  <a:srgbClr val="C70000">
                    <a:alpha val="4740"/>
                  </a:srgbClr>
                </a:gs>
                <a:gs pos="85714">
                  <a:srgbClr val="C70000">
                    <a:alpha val="1902"/>
                  </a:srgbClr>
                </a:gs>
                <a:gs pos="100000">
                  <a:srgbClr val="C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9700611">
              <a:off x="1625755" y="462506"/>
              <a:ext cx="601916" cy="45397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8492020">
              <a:off x="-91408" y="2181262"/>
              <a:ext cx="573188" cy="29063"/>
            </a:xfrm>
            <a:prstGeom prst="ellipse">
              <a:avLst/>
            </a:prstGeom>
            <a:gradFill>
              <a:gsLst>
                <a:gs pos="0">
                  <a:srgbClr val="FFEBC4">
                    <a:alpha val="32968"/>
                  </a:srgbClr>
                </a:gs>
                <a:gs pos="14286">
                  <a:srgbClr val="FFEBC4">
                    <a:alpha val="30764"/>
                  </a:srgbClr>
                </a:gs>
                <a:gs pos="28571">
                  <a:srgbClr val="FFEBC4">
                    <a:alpha val="24833"/>
                  </a:srgbClr>
                </a:gs>
                <a:gs pos="42857">
                  <a:srgbClr val="FFEBC4">
                    <a:alpha val="17075"/>
                  </a:srgbClr>
                </a:gs>
                <a:gs pos="57143">
                  <a:srgbClr val="FFEBC4">
                    <a:alpha val="9855"/>
                  </a:srgbClr>
                </a:gs>
                <a:gs pos="71429">
                  <a:srgbClr val="FFEBC4">
                    <a:alpha val="4740"/>
                  </a:srgbClr>
                </a:gs>
                <a:gs pos="85714">
                  <a:srgbClr val="FFEBC4">
                    <a:alpha val="1902"/>
                  </a:srgbClr>
                </a:gs>
                <a:gs pos="100000">
                  <a:srgbClr val="FFEB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9041218">
              <a:off x="-39852" y="494164"/>
              <a:ext cx="550451" cy="39528"/>
            </a:xfrm>
            <a:prstGeom prst="ellipse">
              <a:avLst/>
            </a:prstGeom>
            <a:gradFill>
              <a:gsLst>
                <a:gs pos="0">
                  <a:srgbClr val="FFB640">
                    <a:alpha val="32968"/>
                  </a:srgbClr>
                </a:gs>
                <a:gs pos="14286">
                  <a:srgbClr val="FFB640">
                    <a:alpha val="30764"/>
                  </a:srgbClr>
                </a:gs>
                <a:gs pos="28571">
                  <a:srgbClr val="FFB640">
                    <a:alpha val="24833"/>
                  </a:srgbClr>
                </a:gs>
                <a:gs pos="42857">
                  <a:srgbClr val="FFB640">
                    <a:alpha val="17075"/>
                  </a:srgbClr>
                </a:gs>
                <a:gs pos="57143">
                  <a:srgbClr val="FFB640">
                    <a:alpha val="9855"/>
                  </a:srgbClr>
                </a:gs>
                <a:gs pos="71429">
                  <a:srgbClr val="FFB640">
                    <a:alpha val="4740"/>
                  </a:srgbClr>
                </a:gs>
                <a:gs pos="85714">
                  <a:srgbClr val="FFB640">
                    <a:alpha val="1902"/>
                  </a:srgbClr>
                </a:gs>
                <a:gs pos="100000">
                  <a:srgbClr val="FFB6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8949876">
              <a:off x="2207064" y="151136"/>
              <a:ext cx="531490" cy="437946"/>
            </a:xfrm>
            <a:prstGeom prst="ellipse">
              <a:avLst/>
            </a:prstGeom>
            <a:gradFill>
              <a:gsLst>
                <a:gs pos="0">
                  <a:srgbClr val="FF0000">
                    <a:alpha val="4905"/>
                  </a:srgbClr>
                </a:gs>
                <a:gs pos="14286">
                  <a:srgbClr val="FF0000">
                    <a:alpha val="4517"/>
                  </a:srgbClr>
                </a:gs>
                <a:gs pos="28571">
                  <a:srgbClr val="FF0000">
                    <a:alpha val="3525"/>
                  </a:srgbClr>
                </a:gs>
                <a:gs pos="42857">
                  <a:srgbClr val="FF0000">
                    <a:alpha val="2326"/>
                  </a:srgbClr>
                </a:gs>
                <a:gs pos="57143">
                  <a:srgbClr val="FF0000">
                    <a:alpha val="1296"/>
                  </a:srgbClr>
                </a:gs>
                <a:gs pos="71429">
                  <a:srgbClr val="FF0000">
                    <a:alpha val="609"/>
                  </a:srgbClr>
                </a:gs>
                <a:gs pos="85714">
                  <a:srgbClr val="FF0000">
                    <a:alpha val="241"/>
                  </a:srgbClr>
                </a:gs>
                <a:gs pos="100000">
                  <a:srgbClr val="FF00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3758858">
              <a:off x="2913813" y="2176305"/>
              <a:ext cx="380988" cy="27151"/>
            </a:xfrm>
            <a:prstGeom prst="ellipse">
              <a:avLst/>
            </a:prstGeom>
            <a:gradFill>
              <a:gsLst>
                <a:gs pos="0">
                  <a:srgbClr val="FFC985">
                    <a:alpha val="32968"/>
                  </a:srgbClr>
                </a:gs>
                <a:gs pos="14286">
                  <a:srgbClr val="FFC985">
                    <a:alpha val="30764"/>
                  </a:srgbClr>
                </a:gs>
                <a:gs pos="28571">
                  <a:srgbClr val="FFC985">
                    <a:alpha val="24833"/>
                  </a:srgbClr>
                </a:gs>
                <a:gs pos="42857">
                  <a:srgbClr val="FFC985">
                    <a:alpha val="17075"/>
                  </a:srgbClr>
                </a:gs>
                <a:gs pos="57143">
                  <a:srgbClr val="FFC985">
                    <a:alpha val="9855"/>
                  </a:srgbClr>
                </a:gs>
                <a:gs pos="71429">
                  <a:srgbClr val="FFC985">
                    <a:alpha val="4740"/>
                  </a:srgbClr>
                </a:gs>
                <a:gs pos="85714">
                  <a:srgbClr val="FFC985">
                    <a:alpha val="1902"/>
                  </a:srgbClr>
                </a:gs>
                <a:gs pos="100000">
                  <a:srgbClr val="FFC9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10699621">
              <a:off x="1304462" y="570188"/>
              <a:ext cx="620784" cy="215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10730409">
              <a:off x="1410243" y="2137124"/>
              <a:ext cx="660424" cy="4698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-8812246">
              <a:off x="1203439" y="1689849"/>
              <a:ext cx="226334" cy="55941"/>
            </a:xfrm>
            <a:prstGeom prst="ellipse">
              <a:avLst/>
            </a:prstGeom>
            <a:gradFill>
              <a:gsLst>
                <a:gs pos="0">
                  <a:srgbClr val="FFFFAB">
                    <a:alpha val="26371"/>
                  </a:srgbClr>
                </a:gs>
                <a:gs pos="14286">
                  <a:srgbClr val="FFFFAB">
                    <a:alpha val="24525"/>
                  </a:srgbClr>
                </a:gs>
                <a:gs pos="28571">
                  <a:srgbClr val="FFFFAB">
                    <a:alpha val="19625"/>
                  </a:srgbClr>
                </a:gs>
                <a:gs pos="42857">
                  <a:srgbClr val="FFFFAB">
                    <a:alpha val="13350"/>
                  </a:srgbClr>
                </a:gs>
                <a:gs pos="57143">
                  <a:srgbClr val="FFFFAB">
                    <a:alpha val="7633"/>
                  </a:srgbClr>
                </a:gs>
                <a:gs pos="71429">
                  <a:srgbClr val="FFFFAB">
                    <a:alpha val="3648"/>
                  </a:srgbClr>
                </a:gs>
                <a:gs pos="85714">
                  <a:srgbClr val="FFFFAB">
                    <a:alpha val="1459"/>
                  </a:srgbClr>
                </a:gs>
                <a:gs pos="100000">
                  <a:srgbClr val="FFFFAB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9872914">
              <a:off x="36801" y="2093245"/>
              <a:ext cx="136006" cy="28676"/>
            </a:xfrm>
            <a:prstGeom prst="ellipse">
              <a:avLst/>
            </a:prstGeom>
            <a:gradFill>
              <a:gsLst>
                <a:gs pos="0">
                  <a:srgbClr val="FFFBD3">
                    <a:alpha val="32968"/>
                  </a:srgbClr>
                </a:gs>
                <a:gs pos="14286">
                  <a:srgbClr val="FFFBD3">
                    <a:alpha val="30764"/>
                  </a:srgbClr>
                </a:gs>
                <a:gs pos="28571">
                  <a:srgbClr val="FFFBD3">
                    <a:alpha val="24833"/>
                  </a:srgbClr>
                </a:gs>
                <a:gs pos="42857">
                  <a:srgbClr val="FFFBD3">
                    <a:alpha val="17075"/>
                  </a:srgbClr>
                </a:gs>
                <a:gs pos="57143">
                  <a:srgbClr val="FFFBD3">
                    <a:alpha val="9855"/>
                  </a:srgbClr>
                </a:gs>
                <a:gs pos="71429">
                  <a:srgbClr val="FFFBD3">
                    <a:alpha val="4740"/>
                  </a:srgbClr>
                </a:gs>
                <a:gs pos="85714">
                  <a:srgbClr val="FFFBD3">
                    <a:alpha val="1902"/>
                  </a:srgbClr>
                </a:gs>
                <a:gs pos="100000">
                  <a:srgbClr val="FFFB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2968093">
              <a:off x="2162576" y="406201"/>
              <a:ext cx="386671" cy="120194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5461510">
              <a:off x="2162733" y="667585"/>
              <a:ext cx="439939" cy="90584"/>
            </a:xfrm>
            <a:prstGeom prst="ellipse">
              <a:avLst/>
            </a:prstGeom>
            <a:gradFill>
              <a:gsLst>
                <a:gs pos="0">
                  <a:srgbClr val="FFE7CF">
                    <a:alpha val="32968"/>
                  </a:srgbClr>
                </a:gs>
                <a:gs pos="14286">
                  <a:srgbClr val="FFE7CF">
                    <a:alpha val="30764"/>
                  </a:srgbClr>
                </a:gs>
                <a:gs pos="28571">
                  <a:srgbClr val="FFE7CF">
                    <a:alpha val="24833"/>
                  </a:srgbClr>
                </a:gs>
                <a:gs pos="42857">
                  <a:srgbClr val="FFE7CF">
                    <a:alpha val="17075"/>
                  </a:srgbClr>
                </a:gs>
                <a:gs pos="57143">
                  <a:srgbClr val="FFE7CF">
                    <a:alpha val="9855"/>
                  </a:srgbClr>
                </a:gs>
                <a:gs pos="71429">
                  <a:srgbClr val="FFE7CF">
                    <a:alpha val="4740"/>
                  </a:srgbClr>
                </a:gs>
                <a:gs pos="85714">
                  <a:srgbClr val="FFE7CF">
                    <a:alpha val="1902"/>
                  </a:srgbClr>
                </a:gs>
                <a:gs pos="100000">
                  <a:srgbClr val="FFE7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3888444">
              <a:off x="3505318" y="824512"/>
              <a:ext cx="249770" cy="87409"/>
            </a:xfrm>
            <a:prstGeom prst="ellipse">
              <a:avLst/>
            </a:prstGeom>
            <a:gradFill>
              <a:gsLst>
                <a:gs pos="0">
                  <a:srgbClr val="FFCD9F">
                    <a:alpha val="32792"/>
                  </a:srgbClr>
                </a:gs>
                <a:gs pos="14286">
                  <a:srgbClr val="FFCD9F">
                    <a:alpha val="30597"/>
                  </a:srgbClr>
                </a:gs>
                <a:gs pos="28571">
                  <a:srgbClr val="FFCD9F">
                    <a:alpha val="24692"/>
                  </a:srgbClr>
                </a:gs>
                <a:gs pos="42857">
                  <a:srgbClr val="FFCD9F">
                    <a:alpha val="16973"/>
                  </a:srgbClr>
                </a:gs>
                <a:gs pos="57143">
                  <a:srgbClr val="FFCD9F">
                    <a:alpha val="9793"/>
                  </a:srgbClr>
                </a:gs>
                <a:gs pos="71429">
                  <a:srgbClr val="FFCD9F">
                    <a:alpha val="4710"/>
                  </a:srgbClr>
                </a:gs>
                <a:gs pos="85714">
                  <a:srgbClr val="FFCD9F">
                    <a:alpha val="1890"/>
                  </a:srgbClr>
                </a:gs>
                <a:gs pos="100000">
                  <a:srgbClr val="FFCD9F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9648468">
              <a:off x="412171" y="396106"/>
              <a:ext cx="501009" cy="250830"/>
            </a:xfrm>
            <a:prstGeom prst="ellipse">
              <a:avLst/>
            </a:prstGeom>
            <a:gradFill>
              <a:gsLst>
                <a:gs pos="0">
                  <a:srgbClr val="E8B84E">
                    <a:alpha val="11961"/>
                  </a:srgbClr>
                </a:gs>
                <a:gs pos="14286">
                  <a:srgbClr val="E8B84E">
                    <a:alpha val="11049"/>
                  </a:srgbClr>
                </a:gs>
                <a:gs pos="28571">
                  <a:srgbClr val="E8B84E">
                    <a:alpha val="8690"/>
                  </a:srgbClr>
                </a:gs>
                <a:gs pos="42857">
                  <a:srgbClr val="E8B84E">
                    <a:alpha val="5789"/>
                  </a:srgbClr>
                </a:gs>
                <a:gs pos="57143">
                  <a:srgbClr val="E8B84E">
                    <a:alpha val="3250"/>
                  </a:srgbClr>
                </a:gs>
                <a:gs pos="71429">
                  <a:srgbClr val="E8B84E">
                    <a:alpha val="1535"/>
                  </a:srgbClr>
                </a:gs>
                <a:gs pos="85714">
                  <a:srgbClr val="E8B84E">
                    <a:alpha val="610"/>
                  </a:srgbClr>
                </a:gs>
                <a:gs pos="100000">
                  <a:srgbClr val="E8B84E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-9500393">
              <a:off x="1110073" y="1127620"/>
              <a:ext cx="654593" cy="212239"/>
            </a:xfrm>
            <a:prstGeom prst="ellipse">
              <a:avLst/>
            </a:prstGeom>
            <a:gradFill>
              <a:gsLst>
                <a:gs pos="0">
                  <a:srgbClr val="5C0005">
                    <a:alpha val="32968"/>
                  </a:srgbClr>
                </a:gs>
                <a:gs pos="14286">
                  <a:srgbClr val="5C0005">
                    <a:alpha val="30764"/>
                  </a:srgbClr>
                </a:gs>
                <a:gs pos="28571">
                  <a:srgbClr val="5C0005">
                    <a:alpha val="24833"/>
                  </a:srgbClr>
                </a:gs>
                <a:gs pos="42857">
                  <a:srgbClr val="5C0005">
                    <a:alpha val="17075"/>
                  </a:srgbClr>
                </a:gs>
                <a:gs pos="57143">
                  <a:srgbClr val="5C0005">
                    <a:alpha val="9855"/>
                  </a:srgbClr>
                </a:gs>
                <a:gs pos="71429">
                  <a:srgbClr val="5C0005">
                    <a:alpha val="4740"/>
                  </a:srgbClr>
                </a:gs>
                <a:gs pos="85714">
                  <a:srgbClr val="5C0005">
                    <a:alpha val="1902"/>
                  </a:srgbClr>
                </a:gs>
                <a:gs pos="100000">
                  <a:srgbClr val="5C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6504838">
              <a:off x="924717" y="465267"/>
              <a:ext cx="460431" cy="171424"/>
            </a:xfrm>
            <a:prstGeom prst="ellipse">
              <a:avLst/>
            </a:prstGeom>
            <a:gradFill>
              <a:gsLst>
                <a:gs pos="0">
                  <a:srgbClr val="FFFFC7">
                    <a:alpha val="32968"/>
                  </a:srgbClr>
                </a:gs>
                <a:gs pos="14286">
                  <a:srgbClr val="FFFFC7">
                    <a:alpha val="30764"/>
                  </a:srgbClr>
                </a:gs>
                <a:gs pos="28571">
                  <a:srgbClr val="FFFFC7">
                    <a:alpha val="24833"/>
                  </a:srgbClr>
                </a:gs>
                <a:gs pos="42857">
                  <a:srgbClr val="FFFFC7">
                    <a:alpha val="17075"/>
                  </a:srgbClr>
                </a:gs>
                <a:gs pos="57143">
                  <a:srgbClr val="FFFFC7">
                    <a:alpha val="9855"/>
                  </a:srgbClr>
                </a:gs>
                <a:gs pos="71429">
                  <a:srgbClr val="FFFFC7">
                    <a:alpha val="4740"/>
                  </a:srgbClr>
                </a:gs>
                <a:gs pos="85714">
                  <a:srgbClr val="FFFFC7">
                    <a:alpha val="1902"/>
                  </a:srgbClr>
                </a:gs>
                <a:gs pos="100000">
                  <a:srgbClr val="FFFF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7924639">
              <a:off x="642983" y="560549"/>
              <a:ext cx="261870" cy="47453"/>
            </a:xfrm>
            <a:prstGeom prst="ellipse">
              <a:avLst/>
            </a:prstGeom>
            <a:gradFill>
              <a:gsLst>
                <a:gs pos="0">
                  <a:srgbClr val="00001E">
                    <a:alpha val="32968"/>
                  </a:srgbClr>
                </a:gs>
                <a:gs pos="14286">
                  <a:srgbClr val="00001E">
                    <a:alpha val="30764"/>
                  </a:srgbClr>
                </a:gs>
                <a:gs pos="28571">
                  <a:srgbClr val="00001E">
                    <a:alpha val="24833"/>
                  </a:srgbClr>
                </a:gs>
                <a:gs pos="42857">
                  <a:srgbClr val="00001E">
                    <a:alpha val="17075"/>
                  </a:srgbClr>
                </a:gs>
                <a:gs pos="57143">
                  <a:srgbClr val="00001E">
                    <a:alpha val="9855"/>
                  </a:srgbClr>
                </a:gs>
                <a:gs pos="71429">
                  <a:srgbClr val="00001E">
                    <a:alpha val="4740"/>
                  </a:srgbClr>
                </a:gs>
                <a:gs pos="85714">
                  <a:srgbClr val="00001E">
                    <a:alpha val="1902"/>
                  </a:srgbClr>
                </a:gs>
                <a:gs pos="100000">
                  <a:srgbClr val="0000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8508542">
              <a:off x="774763" y="1171864"/>
              <a:ext cx="307504" cy="77727"/>
            </a:xfrm>
            <a:prstGeom prst="ellipse">
              <a:avLst/>
            </a:prstGeom>
            <a:gradFill>
              <a:gsLst>
                <a:gs pos="0">
                  <a:srgbClr val="FFF59E">
                    <a:alpha val="32968"/>
                  </a:srgbClr>
                </a:gs>
                <a:gs pos="14286">
                  <a:srgbClr val="FFF59E">
                    <a:alpha val="30764"/>
                  </a:srgbClr>
                </a:gs>
                <a:gs pos="28571">
                  <a:srgbClr val="FFF59E">
                    <a:alpha val="24833"/>
                  </a:srgbClr>
                </a:gs>
                <a:gs pos="42857">
                  <a:srgbClr val="FFF59E">
                    <a:alpha val="17075"/>
                  </a:srgbClr>
                </a:gs>
                <a:gs pos="57143">
                  <a:srgbClr val="FFF59E">
                    <a:alpha val="9855"/>
                  </a:srgbClr>
                </a:gs>
                <a:gs pos="71429">
                  <a:srgbClr val="FFF59E">
                    <a:alpha val="4740"/>
                  </a:srgbClr>
                </a:gs>
                <a:gs pos="85714">
                  <a:srgbClr val="FFF59E">
                    <a:alpha val="1902"/>
                  </a:srgbClr>
                </a:gs>
                <a:gs pos="100000">
                  <a:srgbClr val="FFF5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8258347">
              <a:off x="1117786" y="257612"/>
              <a:ext cx="454854" cy="87143"/>
            </a:xfrm>
            <a:prstGeom prst="ellipse">
              <a:avLst/>
            </a:prstGeom>
            <a:gradFill>
              <a:gsLst>
                <a:gs pos="0">
                  <a:srgbClr val="FFE3B5">
                    <a:alpha val="32968"/>
                  </a:srgbClr>
                </a:gs>
                <a:gs pos="14286">
                  <a:srgbClr val="FFE3B5">
                    <a:alpha val="30764"/>
                  </a:srgbClr>
                </a:gs>
                <a:gs pos="28571">
                  <a:srgbClr val="FFE3B5">
                    <a:alpha val="24833"/>
                  </a:srgbClr>
                </a:gs>
                <a:gs pos="42857">
                  <a:srgbClr val="FFE3B5">
                    <a:alpha val="17075"/>
                  </a:srgbClr>
                </a:gs>
                <a:gs pos="57143">
                  <a:srgbClr val="FFE3B5">
                    <a:alpha val="9855"/>
                  </a:srgbClr>
                </a:gs>
                <a:gs pos="71429">
                  <a:srgbClr val="FFE3B5">
                    <a:alpha val="4740"/>
                  </a:srgbClr>
                </a:gs>
                <a:gs pos="85714">
                  <a:srgbClr val="FFE3B5">
                    <a:alpha val="1902"/>
                  </a:srgbClr>
                </a:gs>
                <a:gs pos="100000">
                  <a:srgbClr val="FFE3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9971306">
              <a:off x="102589" y="1949892"/>
              <a:ext cx="154013" cy="46123"/>
            </a:xfrm>
            <a:prstGeom prst="ellipse">
              <a:avLst/>
            </a:prstGeom>
            <a:gradFill>
              <a:gsLst>
                <a:gs pos="0">
                  <a:srgbClr val="8A2800">
                    <a:alpha val="32968"/>
                  </a:srgbClr>
                </a:gs>
                <a:gs pos="14286">
                  <a:srgbClr val="8A2800">
                    <a:alpha val="30764"/>
                  </a:srgbClr>
                </a:gs>
                <a:gs pos="28571">
                  <a:srgbClr val="8A2800">
                    <a:alpha val="24833"/>
                  </a:srgbClr>
                </a:gs>
                <a:gs pos="42857">
                  <a:srgbClr val="8A2800">
                    <a:alpha val="17075"/>
                  </a:srgbClr>
                </a:gs>
                <a:gs pos="57143">
                  <a:srgbClr val="8A2800">
                    <a:alpha val="9855"/>
                  </a:srgbClr>
                </a:gs>
                <a:gs pos="71429">
                  <a:srgbClr val="8A2800">
                    <a:alpha val="4740"/>
                  </a:srgbClr>
                </a:gs>
                <a:gs pos="85714">
                  <a:srgbClr val="8A2800">
                    <a:alpha val="1902"/>
                  </a:srgbClr>
                </a:gs>
                <a:gs pos="100000">
                  <a:srgbClr val="8A2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7869428">
              <a:off x="2583970" y="2138367"/>
              <a:ext cx="591324" cy="138214"/>
            </a:xfrm>
            <a:prstGeom prst="ellipse">
              <a:avLst/>
            </a:prstGeom>
            <a:gradFill>
              <a:gsLst>
                <a:gs pos="0">
                  <a:srgbClr val="360000">
                    <a:alpha val="32968"/>
                  </a:srgbClr>
                </a:gs>
                <a:gs pos="14286">
                  <a:srgbClr val="360000">
                    <a:alpha val="30764"/>
                  </a:srgbClr>
                </a:gs>
                <a:gs pos="28571">
                  <a:srgbClr val="360000">
                    <a:alpha val="24833"/>
                  </a:srgbClr>
                </a:gs>
                <a:gs pos="42857">
                  <a:srgbClr val="360000">
                    <a:alpha val="17075"/>
                  </a:srgbClr>
                </a:gs>
                <a:gs pos="57143">
                  <a:srgbClr val="360000">
                    <a:alpha val="9855"/>
                  </a:srgbClr>
                </a:gs>
                <a:gs pos="71429">
                  <a:srgbClr val="360000">
                    <a:alpha val="4740"/>
                  </a:srgbClr>
                </a:gs>
                <a:gs pos="85714">
                  <a:srgbClr val="360000">
                    <a:alpha val="1902"/>
                  </a:srgbClr>
                </a:gs>
                <a:gs pos="100000">
                  <a:srgbClr val="3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-9097900">
              <a:off x="1788885" y="190663"/>
              <a:ext cx="546678" cy="113245"/>
            </a:xfrm>
            <a:prstGeom prst="ellipse">
              <a:avLst/>
            </a:prstGeom>
            <a:gradFill>
              <a:gsLst>
                <a:gs pos="0">
                  <a:srgbClr val="FFB400">
                    <a:alpha val="32968"/>
                  </a:srgbClr>
                </a:gs>
                <a:gs pos="14286">
                  <a:srgbClr val="FFB400">
                    <a:alpha val="30764"/>
                  </a:srgbClr>
                </a:gs>
                <a:gs pos="28571">
                  <a:srgbClr val="FFB400">
                    <a:alpha val="24833"/>
                  </a:srgbClr>
                </a:gs>
                <a:gs pos="42857">
                  <a:srgbClr val="FFB400">
                    <a:alpha val="17075"/>
                  </a:srgbClr>
                </a:gs>
                <a:gs pos="57143">
                  <a:srgbClr val="FFB400">
                    <a:alpha val="9855"/>
                  </a:srgbClr>
                </a:gs>
                <a:gs pos="71429">
                  <a:srgbClr val="FFB400">
                    <a:alpha val="4740"/>
                  </a:srgbClr>
                </a:gs>
                <a:gs pos="85714">
                  <a:srgbClr val="FFB400">
                    <a:alpha val="1902"/>
                  </a:srgbClr>
                </a:gs>
                <a:gs pos="100000">
                  <a:srgbClr val="FFB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-10245616">
              <a:off x="1345784" y="2169055"/>
              <a:ext cx="708535" cy="237796"/>
            </a:xfrm>
            <a:prstGeom prst="ellipse">
              <a:avLst/>
            </a:prstGeom>
            <a:gradFill>
              <a:gsLst>
                <a:gs pos="0">
                  <a:srgbClr val="AE0000">
                    <a:alpha val="32968"/>
                  </a:srgbClr>
                </a:gs>
                <a:gs pos="14286">
                  <a:srgbClr val="AE0000">
                    <a:alpha val="30764"/>
                  </a:srgbClr>
                </a:gs>
                <a:gs pos="28571">
                  <a:srgbClr val="AE0000">
                    <a:alpha val="24833"/>
                  </a:srgbClr>
                </a:gs>
                <a:gs pos="42857">
                  <a:srgbClr val="AE0000">
                    <a:alpha val="17075"/>
                  </a:srgbClr>
                </a:gs>
                <a:gs pos="57143">
                  <a:srgbClr val="AE0000">
                    <a:alpha val="9855"/>
                  </a:srgbClr>
                </a:gs>
                <a:gs pos="71429">
                  <a:srgbClr val="AE0000">
                    <a:alpha val="4740"/>
                  </a:srgbClr>
                </a:gs>
                <a:gs pos="85714">
                  <a:srgbClr val="AE0000">
                    <a:alpha val="1902"/>
                  </a:srgbClr>
                </a:gs>
                <a:gs pos="100000">
                  <a:srgbClr val="A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-10498132">
              <a:off x="123468" y="1169845"/>
              <a:ext cx="599663" cy="468279"/>
            </a:xfrm>
            <a:prstGeom prst="ellipse">
              <a:avLst/>
            </a:prstGeom>
            <a:gradFill>
              <a:gsLst>
                <a:gs pos="0">
                  <a:srgbClr val="A70000">
                    <a:alpha val="28519"/>
                  </a:srgbClr>
                </a:gs>
                <a:gs pos="14286">
                  <a:srgbClr val="A70000">
                    <a:alpha val="26551"/>
                  </a:srgbClr>
                </a:gs>
                <a:gs pos="28571">
                  <a:srgbClr val="A70000">
                    <a:alpha val="21306"/>
                  </a:srgbClr>
                </a:gs>
                <a:gs pos="42857">
                  <a:srgbClr val="A70000">
                    <a:alpha val="14543"/>
                  </a:srgbClr>
                </a:gs>
                <a:gs pos="57143">
                  <a:srgbClr val="A70000">
                    <a:alpha val="8340"/>
                  </a:srgbClr>
                </a:gs>
                <a:gs pos="71429">
                  <a:srgbClr val="A70000">
                    <a:alpha val="3994"/>
                  </a:srgbClr>
                </a:gs>
                <a:gs pos="85714">
                  <a:srgbClr val="A70000">
                    <a:alpha val="1599"/>
                  </a:srgbClr>
                </a:gs>
                <a:gs pos="100000">
                  <a:srgbClr val="A70000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4716022">
              <a:off x="258718" y="1499808"/>
              <a:ext cx="326917" cy="124632"/>
            </a:xfrm>
            <a:prstGeom prst="ellipse">
              <a:avLst/>
            </a:prstGeom>
            <a:gradFill>
              <a:gsLst>
                <a:gs pos="0">
                  <a:srgbClr val="FFA955">
                    <a:alpha val="32968"/>
                  </a:srgbClr>
                </a:gs>
                <a:gs pos="14286">
                  <a:srgbClr val="FFA955">
                    <a:alpha val="30764"/>
                  </a:srgbClr>
                </a:gs>
                <a:gs pos="28571">
                  <a:srgbClr val="FFA955">
                    <a:alpha val="24833"/>
                  </a:srgbClr>
                </a:gs>
                <a:gs pos="42857">
                  <a:srgbClr val="FFA955">
                    <a:alpha val="17075"/>
                  </a:srgbClr>
                </a:gs>
                <a:gs pos="57143">
                  <a:srgbClr val="FFA955">
                    <a:alpha val="9855"/>
                  </a:srgbClr>
                </a:gs>
                <a:gs pos="71429">
                  <a:srgbClr val="FFA955">
                    <a:alpha val="4740"/>
                  </a:srgbClr>
                </a:gs>
                <a:gs pos="85714">
                  <a:srgbClr val="FFA955">
                    <a:alpha val="1902"/>
                  </a:srgbClr>
                </a:gs>
                <a:gs pos="100000">
                  <a:srgbClr val="FFA9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5442827">
              <a:off x="2136096" y="1198442"/>
              <a:ext cx="489730" cy="1086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8497369">
              <a:off x="38407" y="1899420"/>
              <a:ext cx="566680" cy="22574"/>
            </a:xfrm>
            <a:prstGeom prst="ellipse">
              <a:avLst/>
            </a:prstGeom>
            <a:gradFill>
              <a:gsLst>
                <a:gs pos="0">
                  <a:srgbClr val="FFF8CA">
                    <a:alpha val="32968"/>
                  </a:srgbClr>
                </a:gs>
                <a:gs pos="14286">
                  <a:srgbClr val="FFF8CA">
                    <a:alpha val="30764"/>
                  </a:srgbClr>
                </a:gs>
                <a:gs pos="28571">
                  <a:srgbClr val="FFF8CA">
                    <a:alpha val="24833"/>
                  </a:srgbClr>
                </a:gs>
                <a:gs pos="42857">
                  <a:srgbClr val="FFF8CA">
                    <a:alpha val="17075"/>
                  </a:srgbClr>
                </a:gs>
                <a:gs pos="57143">
                  <a:srgbClr val="FFF8CA">
                    <a:alpha val="9855"/>
                  </a:srgbClr>
                </a:gs>
                <a:gs pos="71429">
                  <a:srgbClr val="FFF8CA">
                    <a:alpha val="4740"/>
                  </a:srgbClr>
                </a:gs>
                <a:gs pos="85714">
                  <a:srgbClr val="FFF8CA">
                    <a:alpha val="1902"/>
                  </a:srgbClr>
                </a:gs>
                <a:gs pos="100000">
                  <a:srgbClr val="FFF8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8179491">
              <a:off x="271188" y="1805825"/>
              <a:ext cx="285216" cy="48041"/>
            </a:xfrm>
            <a:prstGeom prst="ellipse">
              <a:avLst/>
            </a:prstGeom>
            <a:gradFill>
              <a:gsLst>
                <a:gs pos="0">
                  <a:srgbClr val="FFE4AD">
                    <a:alpha val="32968"/>
                  </a:srgbClr>
                </a:gs>
                <a:gs pos="14286">
                  <a:srgbClr val="FFE4AD">
                    <a:alpha val="30764"/>
                  </a:srgbClr>
                </a:gs>
                <a:gs pos="28571">
                  <a:srgbClr val="FFE4AD">
                    <a:alpha val="24833"/>
                  </a:srgbClr>
                </a:gs>
                <a:gs pos="42857">
                  <a:srgbClr val="FFE4AD">
                    <a:alpha val="17075"/>
                  </a:srgbClr>
                </a:gs>
                <a:gs pos="57143">
                  <a:srgbClr val="FFE4AD">
                    <a:alpha val="9855"/>
                  </a:srgbClr>
                </a:gs>
                <a:gs pos="71429">
                  <a:srgbClr val="FFE4AD">
                    <a:alpha val="4740"/>
                  </a:srgbClr>
                </a:gs>
                <a:gs pos="85714">
                  <a:srgbClr val="FFE4AD">
                    <a:alpha val="1902"/>
                  </a:srgbClr>
                </a:gs>
                <a:gs pos="100000">
                  <a:srgbClr val="FFE4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8423022">
              <a:off x="-169940" y="2321203"/>
              <a:ext cx="613849" cy="22067"/>
            </a:xfrm>
            <a:prstGeom prst="ellipse">
              <a:avLst/>
            </a:prstGeom>
            <a:gradFill>
              <a:gsLst>
                <a:gs pos="0">
                  <a:srgbClr val="750000">
                    <a:alpha val="32968"/>
                  </a:srgbClr>
                </a:gs>
                <a:gs pos="14286">
                  <a:srgbClr val="750000">
                    <a:alpha val="30764"/>
                  </a:srgbClr>
                </a:gs>
                <a:gs pos="28571">
                  <a:srgbClr val="750000">
                    <a:alpha val="24833"/>
                  </a:srgbClr>
                </a:gs>
                <a:gs pos="42857">
                  <a:srgbClr val="750000">
                    <a:alpha val="17075"/>
                  </a:srgbClr>
                </a:gs>
                <a:gs pos="57143">
                  <a:srgbClr val="750000">
                    <a:alpha val="9855"/>
                  </a:srgbClr>
                </a:gs>
                <a:gs pos="71429">
                  <a:srgbClr val="750000">
                    <a:alpha val="4740"/>
                  </a:srgbClr>
                </a:gs>
                <a:gs pos="85714">
                  <a:srgbClr val="750000">
                    <a:alpha val="1902"/>
                  </a:srgbClr>
                </a:gs>
                <a:gs pos="100000">
                  <a:srgbClr val="7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9647950">
              <a:off x="2407467" y="1681397"/>
              <a:ext cx="540537" cy="454920"/>
            </a:xfrm>
            <a:prstGeom prst="ellipse">
              <a:avLst/>
            </a:prstGeom>
            <a:gradFill>
              <a:gsLst>
                <a:gs pos="0">
                  <a:srgbClr val="FB0000">
                    <a:alpha val="18068"/>
                  </a:srgbClr>
                </a:gs>
                <a:gs pos="14286">
                  <a:srgbClr val="FB0000">
                    <a:alpha val="16737"/>
                  </a:srgbClr>
                </a:gs>
                <a:gs pos="28571">
                  <a:srgbClr val="FB0000">
                    <a:alpha val="13257"/>
                  </a:srgbClr>
                </a:gs>
                <a:gs pos="42857">
                  <a:srgbClr val="FB0000">
                    <a:alpha val="8907"/>
                  </a:srgbClr>
                </a:gs>
                <a:gs pos="57143">
                  <a:srgbClr val="FB0000">
                    <a:alpha val="5038"/>
                  </a:srgbClr>
                </a:gs>
                <a:gs pos="71429">
                  <a:srgbClr val="FB0000">
                    <a:alpha val="2390"/>
                  </a:srgbClr>
                </a:gs>
                <a:gs pos="85714">
                  <a:srgbClr val="FB0000">
                    <a:alpha val="952"/>
                  </a:srgbClr>
                </a:gs>
                <a:gs pos="100000">
                  <a:srgbClr val="FB000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4040698">
              <a:off x="302465" y="1626126"/>
              <a:ext cx="481011" cy="41160"/>
            </a:xfrm>
            <a:prstGeom prst="ellipse">
              <a:avLst/>
            </a:prstGeom>
            <a:gradFill>
              <a:gsLst>
                <a:gs pos="0">
                  <a:srgbClr val="FF3E18">
                    <a:alpha val="32968"/>
                  </a:srgbClr>
                </a:gs>
                <a:gs pos="14286">
                  <a:srgbClr val="FF3E18">
                    <a:alpha val="30764"/>
                  </a:srgbClr>
                </a:gs>
                <a:gs pos="28571">
                  <a:srgbClr val="FF3E18">
                    <a:alpha val="24833"/>
                  </a:srgbClr>
                </a:gs>
                <a:gs pos="42857">
                  <a:srgbClr val="FF3E18">
                    <a:alpha val="17075"/>
                  </a:srgbClr>
                </a:gs>
                <a:gs pos="57143">
                  <a:srgbClr val="FF3E18">
                    <a:alpha val="9855"/>
                  </a:srgbClr>
                </a:gs>
                <a:gs pos="71429">
                  <a:srgbClr val="FF3E18">
                    <a:alpha val="4740"/>
                  </a:srgbClr>
                </a:gs>
                <a:gs pos="85714">
                  <a:srgbClr val="FF3E18">
                    <a:alpha val="1902"/>
                  </a:srgbClr>
                </a:gs>
                <a:gs pos="100000">
                  <a:srgbClr val="FF3E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9389371">
              <a:off x="2050922" y="2170100"/>
              <a:ext cx="546982" cy="70242"/>
            </a:xfrm>
            <a:prstGeom prst="ellipse">
              <a:avLst/>
            </a:prstGeom>
            <a:gradFill>
              <a:gsLst>
                <a:gs pos="0">
                  <a:srgbClr val="FFF85C">
                    <a:alpha val="32968"/>
                  </a:srgbClr>
                </a:gs>
                <a:gs pos="14286">
                  <a:srgbClr val="FFF85C">
                    <a:alpha val="30764"/>
                  </a:srgbClr>
                </a:gs>
                <a:gs pos="28571">
                  <a:srgbClr val="FFF85C">
                    <a:alpha val="24833"/>
                  </a:srgbClr>
                </a:gs>
                <a:gs pos="42857">
                  <a:srgbClr val="FFF85C">
                    <a:alpha val="17075"/>
                  </a:srgbClr>
                </a:gs>
                <a:gs pos="57143">
                  <a:srgbClr val="FFF85C">
                    <a:alpha val="9855"/>
                  </a:srgbClr>
                </a:gs>
                <a:gs pos="71429">
                  <a:srgbClr val="FFF85C">
                    <a:alpha val="4740"/>
                  </a:srgbClr>
                </a:gs>
                <a:gs pos="85714">
                  <a:srgbClr val="FFF85C">
                    <a:alpha val="1902"/>
                  </a:srgbClr>
                </a:gs>
                <a:gs pos="100000">
                  <a:srgbClr val="FFF8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3850993">
              <a:off x="2210591" y="463190"/>
              <a:ext cx="343738" cy="1542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9896161">
              <a:off x="1361578" y="1156256"/>
              <a:ext cx="449949" cy="748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-8565879">
              <a:off x="3265226" y="829123"/>
              <a:ext cx="160729" cy="50945"/>
            </a:xfrm>
            <a:prstGeom prst="ellipse">
              <a:avLst/>
            </a:prstGeom>
            <a:gradFill>
              <a:gsLst>
                <a:gs pos="0">
                  <a:srgbClr val="FFF8CC">
                    <a:alpha val="32968"/>
                  </a:srgbClr>
                </a:gs>
                <a:gs pos="14286">
                  <a:srgbClr val="FFF8CC">
                    <a:alpha val="30764"/>
                  </a:srgbClr>
                </a:gs>
                <a:gs pos="28571">
                  <a:srgbClr val="FFF8CC">
                    <a:alpha val="24833"/>
                  </a:srgbClr>
                </a:gs>
                <a:gs pos="42857">
                  <a:srgbClr val="FFF8CC">
                    <a:alpha val="17075"/>
                  </a:srgbClr>
                </a:gs>
                <a:gs pos="57143">
                  <a:srgbClr val="FFF8CC">
                    <a:alpha val="9855"/>
                  </a:srgbClr>
                </a:gs>
                <a:gs pos="71429">
                  <a:srgbClr val="FFF8CC">
                    <a:alpha val="4740"/>
                  </a:srgbClr>
                </a:gs>
                <a:gs pos="85714">
                  <a:srgbClr val="FFF8CC">
                    <a:alpha val="1902"/>
                  </a:srgbClr>
                </a:gs>
                <a:gs pos="100000">
                  <a:srgbClr val="FFF8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8613035">
              <a:off x="927259" y="423489"/>
              <a:ext cx="287446" cy="42459"/>
            </a:xfrm>
            <a:prstGeom prst="ellipse">
              <a:avLst/>
            </a:prstGeom>
            <a:gradFill>
              <a:gsLst>
                <a:gs pos="0">
                  <a:srgbClr val="9A0000">
                    <a:alpha val="32968"/>
                  </a:srgbClr>
                </a:gs>
                <a:gs pos="14286">
                  <a:srgbClr val="9A0000">
                    <a:alpha val="30764"/>
                  </a:srgbClr>
                </a:gs>
                <a:gs pos="28571">
                  <a:srgbClr val="9A0000">
                    <a:alpha val="24833"/>
                  </a:srgbClr>
                </a:gs>
                <a:gs pos="42857">
                  <a:srgbClr val="9A0000">
                    <a:alpha val="17075"/>
                  </a:srgbClr>
                </a:gs>
                <a:gs pos="57143">
                  <a:srgbClr val="9A0000">
                    <a:alpha val="9855"/>
                  </a:srgbClr>
                </a:gs>
                <a:gs pos="71429">
                  <a:srgbClr val="9A0000">
                    <a:alpha val="4740"/>
                  </a:srgbClr>
                </a:gs>
                <a:gs pos="85714">
                  <a:srgbClr val="9A0000">
                    <a:alpha val="1902"/>
                  </a:srgbClr>
                </a:gs>
                <a:gs pos="100000">
                  <a:srgbClr val="9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8545559">
              <a:off x="240610" y="2172956"/>
              <a:ext cx="438117" cy="26314"/>
            </a:xfrm>
            <a:prstGeom prst="ellipse">
              <a:avLst/>
            </a:prstGeom>
            <a:gradFill>
              <a:gsLst>
                <a:gs pos="0">
                  <a:srgbClr val="FFFFE2">
                    <a:alpha val="32968"/>
                  </a:srgbClr>
                </a:gs>
                <a:gs pos="14286">
                  <a:srgbClr val="FFFFE2">
                    <a:alpha val="30764"/>
                  </a:srgbClr>
                </a:gs>
                <a:gs pos="28571">
                  <a:srgbClr val="FFFFE2">
                    <a:alpha val="24833"/>
                  </a:srgbClr>
                </a:gs>
                <a:gs pos="42857">
                  <a:srgbClr val="FFFFE2">
                    <a:alpha val="17075"/>
                  </a:srgbClr>
                </a:gs>
                <a:gs pos="57143">
                  <a:srgbClr val="FFFFE2">
                    <a:alpha val="9855"/>
                  </a:srgbClr>
                </a:gs>
                <a:gs pos="71429">
                  <a:srgbClr val="FFFFE2">
                    <a:alpha val="4740"/>
                  </a:srgbClr>
                </a:gs>
                <a:gs pos="85714">
                  <a:srgbClr val="FFFFE2">
                    <a:alpha val="1902"/>
                  </a:srgbClr>
                </a:gs>
                <a:gs pos="100000">
                  <a:srgbClr val="FFFF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8468780">
              <a:off x="141176" y="2371344"/>
              <a:ext cx="475364" cy="21448"/>
            </a:xfrm>
            <a:prstGeom prst="ellipse">
              <a:avLst/>
            </a:prstGeom>
            <a:gradFill>
              <a:gsLst>
                <a:gs pos="0">
                  <a:srgbClr val="FFEDD6">
                    <a:alpha val="32968"/>
                  </a:srgbClr>
                </a:gs>
                <a:gs pos="14286">
                  <a:srgbClr val="FFEDD6">
                    <a:alpha val="30764"/>
                  </a:srgbClr>
                </a:gs>
                <a:gs pos="28571">
                  <a:srgbClr val="FFEDD6">
                    <a:alpha val="24833"/>
                  </a:srgbClr>
                </a:gs>
                <a:gs pos="42857">
                  <a:srgbClr val="FFEDD6">
                    <a:alpha val="17075"/>
                  </a:srgbClr>
                </a:gs>
                <a:gs pos="57143">
                  <a:srgbClr val="FFEDD6">
                    <a:alpha val="9855"/>
                  </a:srgbClr>
                </a:gs>
                <a:gs pos="71429">
                  <a:srgbClr val="FFEDD6">
                    <a:alpha val="4740"/>
                  </a:srgbClr>
                </a:gs>
                <a:gs pos="85714">
                  <a:srgbClr val="FFEDD6">
                    <a:alpha val="1902"/>
                  </a:srgbClr>
                </a:gs>
                <a:gs pos="100000">
                  <a:srgbClr val="FFED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10649762">
              <a:off x="-174154" y="1531990"/>
              <a:ext cx="361185" cy="45566"/>
            </a:xfrm>
            <a:prstGeom prst="ellipse">
              <a:avLst/>
            </a:prstGeom>
            <a:gradFill>
              <a:gsLst>
                <a:gs pos="0">
                  <a:srgbClr val="FFF6B8">
                    <a:alpha val="32968"/>
                  </a:srgbClr>
                </a:gs>
                <a:gs pos="14286">
                  <a:srgbClr val="FFF6B8">
                    <a:alpha val="30764"/>
                  </a:srgbClr>
                </a:gs>
                <a:gs pos="28571">
                  <a:srgbClr val="FFF6B8">
                    <a:alpha val="24833"/>
                  </a:srgbClr>
                </a:gs>
                <a:gs pos="42857">
                  <a:srgbClr val="FFF6B8">
                    <a:alpha val="17075"/>
                  </a:srgbClr>
                </a:gs>
                <a:gs pos="57143">
                  <a:srgbClr val="FFF6B8">
                    <a:alpha val="9855"/>
                  </a:srgbClr>
                </a:gs>
                <a:gs pos="71429">
                  <a:srgbClr val="FFF6B8">
                    <a:alpha val="4740"/>
                  </a:srgbClr>
                </a:gs>
                <a:gs pos="85714">
                  <a:srgbClr val="FFF6B8">
                    <a:alpha val="1902"/>
                  </a:srgbClr>
                </a:gs>
                <a:gs pos="100000">
                  <a:srgbClr val="FFF6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7927615">
              <a:off x="3114108" y="2291054"/>
              <a:ext cx="487205" cy="17526"/>
            </a:xfrm>
            <a:prstGeom prst="ellipse">
              <a:avLst/>
            </a:prstGeom>
            <a:gradFill>
              <a:gsLst>
                <a:gs pos="0">
                  <a:srgbClr val="FFA457">
                    <a:alpha val="32968"/>
                  </a:srgbClr>
                </a:gs>
                <a:gs pos="14286">
                  <a:srgbClr val="FFA457">
                    <a:alpha val="30764"/>
                  </a:srgbClr>
                </a:gs>
                <a:gs pos="28571">
                  <a:srgbClr val="FFA457">
                    <a:alpha val="24833"/>
                  </a:srgbClr>
                </a:gs>
                <a:gs pos="42857">
                  <a:srgbClr val="FFA457">
                    <a:alpha val="17075"/>
                  </a:srgbClr>
                </a:gs>
                <a:gs pos="57143">
                  <a:srgbClr val="FFA457">
                    <a:alpha val="9855"/>
                  </a:srgbClr>
                </a:gs>
                <a:gs pos="71429">
                  <a:srgbClr val="FFA457">
                    <a:alpha val="4740"/>
                  </a:srgbClr>
                </a:gs>
                <a:gs pos="85714">
                  <a:srgbClr val="FFA457">
                    <a:alpha val="1902"/>
                  </a:srgbClr>
                </a:gs>
                <a:gs pos="100000">
                  <a:srgbClr val="FFA4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8695188">
              <a:off x="657181" y="219136"/>
              <a:ext cx="628406" cy="93993"/>
            </a:xfrm>
            <a:prstGeom prst="ellipse">
              <a:avLst/>
            </a:prstGeom>
            <a:gradFill>
              <a:gsLst>
                <a:gs pos="0">
                  <a:srgbClr val="CFBB70">
                    <a:alpha val="32968"/>
                  </a:srgbClr>
                </a:gs>
                <a:gs pos="14286">
                  <a:srgbClr val="CFBB70">
                    <a:alpha val="30764"/>
                  </a:srgbClr>
                </a:gs>
                <a:gs pos="28571">
                  <a:srgbClr val="CFBB70">
                    <a:alpha val="24833"/>
                  </a:srgbClr>
                </a:gs>
                <a:gs pos="42857">
                  <a:srgbClr val="CFBB70">
                    <a:alpha val="17075"/>
                  </a:srgbClr>
                </a:gs>
                <a:gs pos="57143">
                  <a:srgbClr val="CFBB70">
                    <a:alpha val="9855"/>
                  </a:srgbClr>
                </a:gs>
                <a:gs pos="71429">
                  <a:srgbClr val="CFBB70">
                    <a:alpha val="4740"/>
                  </a:srgbClr>
                </a:gs>
                <a:gs pos="85714">
                  <a:srgbClr val="CFBB70">
                    <a:alpha val="1902"/>
                  </a:srgbClr>
                </a:gs>
                <a:gs pos="100000">
                  <a:srgbClr val="CFBB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4717355">
              <a:off x="934468" y="723140"/>
              <a:ext cx="272788" cy="31366"/>
            </a:xfrm>
            <a:prstGeom prst="ellipse">
              <a:avLst/>
            </a:prstGeom>
            <a:gradFill>
              <a:gsLst>
                <a:gs pos="0">
                  <a:srgbClr val="FFFFCD">
                    <a:alpha val="32968"/>
                  </a:srgbClr>
                </a:gs>
                <a:gs pos="14286">
                  <a:srgbClr val="FFFFCD">
                    <a:alpha val="30764"/>
                  </a:srgbClr>
                </a:gs>
                <a:gs pos="28571">
                  <a:srgbClr val="FFFFCD">
                    <a:alpha val="24833"/>
                  </a:srgbClr>
                </a:gs>
                <a:gs pos="42857">
                  <a:srgbClr val="FFFFCD">
                    <a:alpha val="17075"/>
                  </a:srgbClr>
                </a:gs>
                <a:gs pos="57143">
                  <a:srgbClr val="FFFFCD">
                    <a:alpha val="9855"/>
                  </a:srgbClr>
                </a:gs>
                <a:gs pos="71429">
                  <a:srgbClr val="FFFFCD">
                    <a:alpha val="4740"/>
                  </a:srgbClr>
                </a:gs>
                <a:gs pos="85714">
                  <a:srgbClr val="FFFFCD">
                    <a:alpha val="1902"/>
                  </a:srgbClr>
                </a:gs>
                <a:gs pos="100000">
                  <a:srgbClr val="FFFF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10551438">
              <a:off x="1488733" y="86942"/>
              <a:ext cx="551625" cy="25099"/>
            </a:xfrm>
            <a:prstGeom prst="ellipse">
              <a:avLst/>
            </a:prstGeom>
            <a:gradFill>
              <a:gsLst>
                <a:gs pos="0">
                  <a:srgbClr val="A00000">
                    <a:alpha val="32968"/>
                  </a:srgbClr>
                </a:gs>
                <a:gs pos="14286">
                  <a:srgbClr val="A00000">
                    <a:alpha val="30764"/>
                  </a:srgbClr>
                </a:gs>
                <a:gs pos="28571">
                  <a:srgbClr val="A00000">
                    <a:alpha val="24833"/>
                  </a:srgbClr>
                </a:gs>
                <a:gs pos="42857">
                  <a:srgbClr val="A00000">
                    <a:alpha val="17075"/>
                  </a:srgbClr>
                </a:gs>
                <a:gs pos="57143">
                  <a:srgbClr val="A00000">
                    <a:alpha val="9855"/>
                  </a:srgbClr>
                </a:gs>
                <a:gs pos="71429">
                  <a:srgbClr val="A00000">
                    <a:alpha val="4740"/>
                  </a:srgbClr>
                </a:gs>
                <a:gs pos="85714">
                  <a:srgbClr val="A00000">
                    <a:alpha val="1902"/>
                  </a:srgbClr>
                </a:gs>
                <a:gs pos="100000">
                  <a:srgbClr val="A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7913878">
              <a:off x="521674" y="2258348"/>
              <a:ext cx="254500" cy="73191"/>
            </a:xfrm>
            <a:prstGeom prst="ellipse">
              <a:avLst/>
            </a:prstGeom>
            <a:gradFill>
              <a:gsLst>
                <a:gs pos="0">
                  <a:srgbClr val="FFFFDE">
                    <a:alpha val="32968"/>
                  </a:srgbClr>
                </a:gs>
                <a:gs pos="14286">
                  <a:srgbClr val="FFFFDE">
                    <a:alpha val="30764"/>
                  </a:srgbClr>
                </a:gs>
                <a:gs pos="28571">
                  <a:srgbClr val="FFFFDE">
                    <a:alpha val="24833"/>
                  </a:srgbClr>
                </a:gs>
                <a:gs pos="42857">
                  <a:srgbClr val="FFFFDE">
                    <a:alpha val="17075"/>
                  </a:srgbClr>
                </a:gs>
                <a:gs pos="57143">
                  <a:srgbClr val="FFFFDE">
                    <a:alpha val="9855"/>
                  </a:srgbClr>
                </a:gs>
                <a:gs pos="71429">
                  <a:srgbClr val="FFFFDE">
                    <a:alpha val="4740"/>
                  </a:srgbClr>
                </a:gs>
                <a:gs pos="85714">
                  <a:srgbClr val="FFFFDE">
                    <a:alpha val="1902"/>
                  </a:srgbClr>
                </a:gs>
                <a:gs pos="100000">
                  <a:srgbClr val="FFFF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8688052">
              <a:off x="374874" y="661035"/>
              <a:ext cx="290570" cy="24902"/>
            </a:xfrm>
            <a:prstGeom prst="ellipse">
              <a:avLst/>
            </a:prstGeom>
            <a:gradFill>
              <a:gsLst>
                <a:gs pos="0">
                  <a:srgbClr val="FFCD82">
                    <a:alpha val="32968"/>
                  </a:srgbClr>
                </a:gs>
                <a:gs pos="14286">
                  <a:srgbClr val="FFCD82">
                    <a:alpha val="30764"/>
                  </a:srgbClr>
                </a:gs>
                <a:gs pos="28571">
                  <a:srgbClr val="FFCD82">
                    <a:alpha val="24833"/>
                  </a:srgbClr>
                </a:gs>
                <a:gs pos="42857">
                  <a:srgbClr val="FFCD82">
                    <a:alpha val="17075"/>
                  </a:srgbClr>
                </a:gs>
                <a:gs pos="57143">
                  <a:srgbClr val="FFCD82">
                    <a:alpha val="9855"/>
                  </a:srgbClr>
                </a:gs>
                <a:gs pos="71429">
                  <a:srgbClr val="FFCD82">
                    <a:alpha val="4740"/>
                  </a:srgbClr>
                </a:gs>
                <a:gs pos="85714">
                  <a:srgbClr val="FFCD82">
                    <a:alpha val="1902"/>
                  </a:srgbClr>
                </a:gs>
                <a:gs pos="100000">
                  <a:srgbClr val="FFCD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3270069">
              <a:off x="2494032" y="834136"/>
              <a:ext cx="395427" cy="27605"/>
            </a:xfrm>
            <a:prstGeom prst="ellipse">
              <a:avLst/>
            </a:prstGeom>
            <a:gradFill>
              <a:gsLst>
                <a:gs pos="0">
                  <a:srgbClr val="FFFFD6">
                    <a:alpha val="32968"/>
                  </a:srgbClr>
                </a:gs>
                <a:gs pos="14286">
                  <a:srgbClr val="FFFFD6">
                    <a:alpha val="30764"/>
                  </a:srgbClr>
                </a:gs>
                <a:gs pos="28571">
                  <a:srgbClr val="FFFFD6">
                    <a:alpha val="24833"/>
                  </a:srgbClr>
                </a:gs>
                <a:gs pos="42857">
                  <a:srgbClr val="FFFFD6">
                    <a:alpha val="17075"/>
                  </a:srgbClr>
                </a:gs>
                <a:gs pos="57143">
                  <a:srgbClr val="FFFFD6">
                    <a:alpha val="9855"/>
                  </a:srgbClr>
                </a:gs>
                <a:gs pos="71429">
                  <a:srgbClr val="FFFFD6">
                    <a:alpha val="4740"/>
                  </a:srgbClr>
                </a:gs>
                <a:gs pos="85714">
                  <a:srgbClr val="FFFFD6">
                    <a:alpha val="1902"/>
                  </a:srgbClr>
                </a:gs>
                <a:gs pos="100000">
                  <a:srgbClr val="FFFF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8686942">
              <a:off x="-104236" y="2056214"/>
              <a:ext cx="270439" cy="38802"/>
            </a:xfrm>
            <a:prstGeom prst="ellipse">
              <a:avLst/>
            </a:prstGeom>
            <a:gradFill>
              <a:gsLst>
                <a:gs pos="0">
                  <a:srgbClr val="ECB27F">
                    <a:alpha val="32968"/>
                  </a:srgbClr>
                </a:gs>
                <a:gs pos="14286">
                  <a:srgbClr val="ECB27F">
                    <a:alpha val="30764"/>
                  </a:srgbClr>
                </a:gs>
                <a:gs pos="28571">
                  <a:srgbClr val="ECB27F">
                    <a:alpha val="24833"/>
                  </a:srgbClr>
                </a:gs>
                <a:gs pos="42857">
                  <a:srgbClr val="ECB27F">
                    <a:alpha val="17075"/>
                  </a:srgbClr>
                </a:gs>
                <a:gs pos="57143">
                  <a:srgbClr val="ECB27F">
                    <a:alpha val="9855"/>
                  </a:srgbClr>
                </a:gs>
                <a:gs pos="71429">
                  <a:srgbClr val="ECB27F">
                    <a:alpha val="4740"/>
                  </a:srgbClr>
                </a:gs>
                <a:gs pos="85714">
                  <a:srgbClr val="ECB27F">
                    <a:alpha val="1902"/>
                  </a:srgbClr>
                </a:gs>
                <a:gs pos="100000">
                  <a:srgbClr val="ECB2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9660621">
              <a:off x="262402" y="1238566"/>
              <a:ext cx="645267" cy="442087"/>
            </a:xfrm>
            <a:prstGeom prst="ellipse">
              <a:avLst/>
            </a:prstGeom>
            <a:gradFill>
              <a:gsLst>
                <a:gs pos="0">
                  <a:srgbClr val="B50000">
                    <a:alpha val="32968"/>
                  </a:srgbClr>
                </a:gs>
                <a:gs pos="14286">
                  <a:srgbClr val="B50000">
                    <a:alpha val="30764"/>
                  </a:srgbClr>
                </a:gs>
                <a:gs pos="28571">
                  <a:srgbClr val="B50000">
                    <a:alpha val="24833"/>
                  </a:srgbClr>
                </a:gs>
                <a:gs pos="42857">
                  <a:srgbClr val="B50000">
                    <a:alpha val="17075"/>
                  </a:srgbClr>
                </a:gs>
                <a:gs pos="57143">
                  <a:srgbClr val="B50000">
                    <a:alpha val="9855"/>
                  </a:srgbClr>
                </a:gs>
                <a:gs pos="71429">
                  <a:srgbClr val="B50000">
                    <a:alpha val="4740"/>
                  </a:srgbClr>
                </a:gs>
                <a:gs pos="85714">
                  <a:srgbClr val="B50000">
                    <a:alpha val="1902"/>
                  </a:srgbClr>
                </a:gs>
                <a:gs pos="100000">
                  <a:srgbClr val="B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4718428">
              <a:off x="393004" y="1418782"/>
              <a:ext cx="317914" cy="265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-10342948">
              <a:off x="1437021" y="1157158"/>
              <a:ext cx="533085" cy="412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8526457">
              <a:off x="-167" y="1840337"/>
              <a:ext cx="646759" cy="30576"/>
            </a:xfrm>
            <a:prstGeom prst="ellipse">
              <a:avLst/>
            </a:prstGeom>
            <a:gradFill>
              <a:gsLst>
                <a:gs pos="0">
                  <a:srgbClr val="EEBF8A">
                    <a:alpha val="32968"/>
                  </a:srgbClr>
                </a:gs>
                <a:gs pos="14286">
                  <a:srgbClr val="EEBF8A">
                    <a:alpha val="30764"/>
                  </a:srgbClr>
                </a:gs>
                <a:gs pos="28571">
                  <a:srgbClr val="EEBF8A">
                    <a:alpha val="24833"/>
                  </a:srgbClr>
                </a:gs>
                <a:gs pos="42857">
                  <a:srgbClr val="EEBF8A">
                    <a:alpha val="17075"/>
                  </a:srgbClr>
                </a:gs>
                <a:gs pos="57143">
                  <a:srgbClr val="EEBF8A">
                    <a:alpha val="9855"/>
                  </a:srgbClr>
                </a:gs>
                <a:gs pos="71429">
                  <a:srgbClr val="EEBF8A">
                    <a:alpha val="4740"/>
                  </a:srgbClr>
                </a:gs>
                <a:gs pos="85714">
                  <a:srgbClr val="EEBF8A">
                    <a:alpha val="1902"/>
                  </a:srgbClr>
                </a:gs>
                <a:gs pos="100000">
                  <a:srgbClr val="EEBF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-9138279">
              <a:off x="1023390" y="2189953"/>
              <a:ext cx="135281" cy="28956"/>
            </a:xfrm>
            <a:prstGeom prst="ellipse">
              <a:avLst/>
            </a:prstGeom>
            <a:gradFill>
              <a:gsLst>
                <a:gs pos="0">
                  <a:srgbClr val="FFFFBA">
                    <a:alpha val="32968"/>
                  </a:srgbClr>
                </a:gs>
                <a:gs pos="14286">
                  <a:srgbClr val="FFFFBA">
                    <a:alpha val="30764"/>
                  </a:srgbClr>
                </a:gs>
                <a:gs pos="28571">
                  <a:srgbClr val="FFFFBA">
                    <a:alpha val="24833"/>
                  </a:srgbClr>
                </a:gs>
                <a:gs pos="42857">
                  <a:srgbClr val="FFFFBA">
                    <a:alpha val="17075"/>
                  </a:srgbClr>
                </a:gs>
                <a:gs pos="57143">
                  <a:srgbClr val="FFFFBA">
                    <a:alpha val="9855"/>
                  </a:srgbClr>
                </a:gs>
                <a:gs pos="71429">
                  <a:srgbClr val="FFFFBA">
                    <a:alpha val="4740"/>
                  </a:srgbClr>
                </a:gs>
                <a:gs pos="85714">
                  <a:srgbClr val="FFFFBA">
                    <a:alpha val="1902"/>
                  </a:srgbClr>
                </a:gs>
                <a:gs pos="100000">
                  <a:srgbClr val="FFFF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7755051">
              <a:off x="1080336" y="643910"/>
              <a:ext cx="469167" cy="85187"/>
            </a:xfrm>
            <a:prstGeom prst="ellipse">
              <a:avLst/>
            </a:prstGeom>
            <a:gradFill>
              <a:gsLst>
                <a:gs pos="0">
                  <a:srgbClr val="BF8D4D">
                    <a:alpha val="32968"/>
                  </a:srgbClr>
                </a:gs>
                <a:gs pos="14286">
                  <a:srgbClr val="BF8D4D">
                    <a:alpha val="30764"/>
                  </a:srgbClr>
                </a:gs>
                <a:gs pos="28571">
                  <a:srgbClr val="BF8D4D">
                    <a:alpha val="24833"/>
                  </a:srgbClr>
                </a:gs>
                <a:gs pos="42857">
                  <a:srgbClr val="BF8D4D">
                    <a:alpha val="17075"/>
                  </a:srgbClr>
                </a:gs>
                <a:gs pos="57143">
                  <a:srgbClr val="BF8D4D">
                    <a:alpha val="9855"/>
                  </a:srgbClr>
                </a:gs>
                <a:gs pos="71429">
                  <a:srgbClr val="BF8D4D">
                    <a:alpha val="4740"/>
                  </a:srgbClr>
                </a:gs>
                <a:gs pos="85714">
                  <a:srgbClr val="BF8D4D">
                    <a:alpha val="1902"/>
                  </a:srgbClr>
                </a:gs>
                <a:gs pos="100000">
                  <a:srgbClr val="BF8D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8419050">
              <a:off x="181488" y="364154"/>
              <a:ext cx="523542" cy="487757"/>
            </a:xfrm>
            <a:prstGeom prst="ellipse">
              <a:avLst/>
            </a:prstGeom>
            <a:gradFill>
              <a:gsLst>
                <a:gs pos="0">
                  <a:srgbClr val="FF8844">
                    <a:alpha val="8968"/>
                  </a:srgbClr>
                </a:gs>
                <a:gs pos="14286">
                  <a:srgbClr val="FF8844">
                    <a:alpha val="8274"/>
                  </a:srgbClr>
                </a:gs>
                <a:gs pos="28571">
                  <a:srgbClr val="FF8844">
                    <a:alpha val="6485"/>
                  </a:srgbClr>
                </a:gs>
                <a:gs pos="42857">
                  <a:srgbClr val="FF8844">
                    <a:alpha val="4303"/>
                  </a:srgbClr>
                </a:gs>
                <a:gs pos="57143">
                  <a:srgbClr val="FF8844">
                    <a:alpha val="2408"/>
                  </a:srgbClr>
                </a:gs>
                <a:gs pos="71429">
                  <a:srgbClr val="FF8844">
                    <a:alpha val="1134"/>
                  </a:srgbClr>
                </a:gs>
                <a:gs pos="85714">
                  <a:srgbClr val="FF8844">
                    <a:alpha val="450"/>
                  </a:srgbClr>
                </a:gs>
                <a:gs pos="100000">
                  <a:srgbClr val="FF8844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8607195">
              <a:off x="319400" y="2300513"/>
              <a:ext cx="197840" cy="19098"/>
            </a:xfrm>
            <a:prstGeom prst="ellipse">
              <a:avLst/>
            </a:prstGeom>
            <a:gradFill>
              <a:gsLst>
                <a:gs pos="0">
                  <a:srgbClr val="E5D9C8">
                    <a:alpha val="30836"/>
                  </a:srgbClr>
                </a:gs>
                <a:gs pos="14286">
                  <a:srgbClr val="E5D9C8">
                    <a:alpha val="28742"/>
                  </a:srgbClr>
                </a:gs>
                <a:gs pos="28571">
                  <a:srgbClr val="E5D9C8">
                    <a:alpha val="23135"/>
                  </a:srgbClr>
                </a:gs>
                <a:gs pos="42857">
                  <a:srgbClr val="E5D9C8">
                    <a:alpha val="15851"/>
                  </a:srgbClr>
                </a:gs>
                <a:gs pos="57143">
                  <a:srgbClr val="E5D9C8">
                    <a:alpha val="9120"/>
                  </a:srgbClr>
                </a:gs>
                <a:gs pos="71429">
                  <a:srgbClr val="E5D9C8">
                    <a:alpha val="4378"/>
                  </a:srgbClr>
                </a:gs>
                <a:gs pos="85714">
                  <a:srgbClr val="E5D9C8">
                    <a:alpha val="1754"/>
                  </a:srgbClr>
                </a:gs>
                <a:gs pos="100000">
                  <a:srgbClr val="E5D9C8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8869132">
              <a:off x="136583" y="1918654"/>
              <a:ext cx="434893" cy="24882"/>
            </a:xfrm>
            <a:prstGeom prst="ellipse">
              <a:avLst/>
            </a:prstGeom>
            <a:gradFill>
              <a:gsLst>
                <a:gs pos="0">
                  <a:srgbClr val="F4C898">
                    <a:alpha val="32968"/>
                  </a:srgbClr>
                </a:gs>
                <a:gs pos="14286">
                  <a:srgbClr val="F4C898">
                    <a:alpha val="30764"/>
                  </a:srgbClr>
                </a:gs>
                <a:gs pos="28571">
                  <a:srgbClr val="F4C898">
                    <a:alpha val="24833"/>
                  </a:srgbClr>
                </a:gs>
                <a:gs pos="42857">
                  <a:srgbClr val="F4C898">
                    <a:alpha val="17075"/>
                  </a:srgbClr>
                </a:gs>
                <a:gs pos="57143">
                  <a:srgbClr val="F4C898">
                    <a:alpha val="9855"/>
                  </a:srgbClr>
                </a:gs>
                <a:gs pos="71429">
                  <a:srgbClr val="F4C898">
                    <a:alpha val="4740"/>
                  </a:srgbClr>
                </a:gs>
                <a:gs pos="85714">
                  <a:srgbClr val="F4C898">
                    <a:alpha val="1902"/>
                  </a:srgbClr>
                </a:gs>
                <a:gs pos="100000">
                  <a:srgbClr val="F4C8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5386156">
              <a:off x="2649652" y="967892"/>
              <a:ext cx="485931" cy="169442"/>
            </a:xfrm>
            <a:prstGeom prst="ellipse">
              <a:avLst/>
            </a:prstGeom>
            <a:gradFill>
              <a:gsLst>
                <a:gs pos="0">
                  <a:srgbClr val="D09052">
                    <a:alpha val="32968"/>
                  </a:srgbClr>
                </a:gs>
                <a:gs pos="14286">
                  <a:srgbClr val="D09052">
                    <a:alpha val="30764"/>
                  </a:srgbClr>
                </a:gs>
                <a:gs pos="28571">
                  <a:srgbClr val="D09052">
                    <a:alpha val="24833"/>
                  </a:srgbClr>
                </a:gs>
                <a:gs pos="42857">
                  <a:srgbClr val="D09052">
                    <a:alpha val="17075"/>
                  </a:srgbClr>
                </a:gs>
                <a:gs pos="57143">
                  <a:srgbClr val="D09052">
                    <a:alpha val="9855"/>
                  </a:srgbClr>
                </a:gs>
                <a:gs pos="71429">
                  <a:srgbClr val="D09052">
                    <a:alpha val="4740"/>
                  </a:srgbClr>
                </a:gs>
                <a:gs pos="85714">
                  <a:srgbClr val="D09052">
                    <a:alpha val="1902"/>
                  </a:srgbClr>
                </a:gs>
                <a:gs pos="100000">
                  <a:srgbClr val="D090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5150717">
              <a:off x="1238376" y="1802360"/>
              <a:ext cx="490506" cy="1008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8834471">
              <a:off x="860031" y="206167"/>
              <a:ext cx="499381" cy="25197"/>
            </a:xfrm>
            <a:prstGeom prst="ellipse">
              <a:avLst/>
            </a:prstGeom>
            <a:gradFill>
              <a:gsLst>
                <a:gs pos="0">
                  <a:srgbClr val="FFA04B">
                    <a:alpha val="32968"/>
                  </a:srgbClr>
                </a:gs>
                <a:gs pos="14286">
                  <a:srgbClr val="FFA04B">
                    <a:alpha val="30764"/>
                  </a:srgbClr>
                </a:gs>
                <a:gs pos="28571">
                  <a:srgbClr val="FFA04B">
                    <a:alpha val="24833"/>
                  </a:srgbClr>
                </a:gs>
                <a:gs pos="42857">
                  <a:srgbClr val="FFA04B">
                    <a:alpha val="17075"/>
                  </a:srgbClr>
                </a:gs>
                <a:gs pos="57143">
                  <a:srgbClr val="FFA04B">
                    <a:alpha val="9855"/>
                  </a:srgbClr>
                </a:gs>
                <a:gs pos="71429">
                  <a:srgbClr val="FFA04B">
                    <a:alpha val="4740"/>
                  </a:srgbClr>
                </a:gs>
                <a:gs pos="85714">
                  <a:srgbClr val="FFA04B">
                    <a:alpha val="1902"/>
                  </a:srgbClr>
                </a:gs>
                <a:gs pos="100000">
                  <a:srgbClr val="FFA0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2945953">
              <a:off x="952822" y="771342"/>
              <a:ext cx="71169" cy="54495"/>
            </a:xfrm>
            <a:prstGeom prst="ellipse">
              <a:avLst/>
            </a:prstGeom>
            <a:gradFill>
              <a:gsLst>
                <a:gs pos="0">
                  <a:srgbClr val="FFFFA0">
                    <a:alpha val="32968"/>
                  </a:srgbClr>
                </a:gs>
                <a:gs pos="14286">
                  <a:srgbClr val="FFFFA0">
                    <a:alpha val="30764"/>
                  </a:srgbClr>
                </a:gs>
                <a:gs pos="28571">
                  <a:srgbClr val="FFFFA0">
                    <a:alpha val="24833"/>
                  </a:srgbClr>
                </a:gs>
                <a:gs pos="42857">
                  <a:srgbClr val="FFFFA0">
                    <a:alpha val="17075"/>
                  </a:srgbClr>
                </a:gs>
                <a:gs pos="57143">
                  <a:srgbClr val="FFFFA0">
                    <a:alpha val="9855"/>
                  </a:srgbClr>
                </a:gs>
                <a:gs pos="71429">
                  <a:srgbClr val="FFFFA0">
                    <a:alpha val="4740"/>
                  </a:srgbClr>
                </a:gs>
                <a:gs pos="85714">
                  <a:srgbClr val="FFFFA0">
                    <a:alpha val="1902"/>
                  </a:srgbClr>
                </a:gs>
                <a:gs pos="100000">
                  <a:srgbClr val="FFF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9355360">
              <a:off x="1884899" y="1811722"/>
              <a:ext cx="660518" cy="154675"/>
            </a:xfrm>
            <a:prstGeom prst="ellipse">
              <a:avLst/>
            </a:prstGeom>
            <a:gradFill>
              <a:gsLst>
                <a:gs pos="0">
                  <a:srgbClr val="00000A">
                    <a:alpha val="32968"/>
                  </a:srgbClr>
                </a:gs>
                <a:gs pos="14286">
                  <a:srgbClr val="00000A">
                    <a:alpha val="30764"/>
                  </a:srgbClr>
                </a:gs>
                <a:gs pos="28571">
                  <a:srgbClr val="00000A">
                    <a:alpha val="24833"/>
                  </a:srgbClr>
                </a:gs>
                <a:gs pos="42857">
                  <a:srgbClr val="00000A">
                    <a:alpha val="17075"/>
                  </a:srgbClr>
                </a:gs>
                <a:gs pos="57143">
                  <a:srgbClr val="00000A">
                    <a:alpha val="9855"/>
                  </a:srgbClr>
                </a:gs>
                <a:gs pos="71429">
                  <a:srgbClr val="00000A">
                    <a:alpha val="4740"/>
                  </a:srgbClr>
                </a:gs>
                <a:gs pos="85714">
                  <a:srgbClr val="00000A">
                    <a:alpha val="1902"/>
                  </a:srgbClr>
                </a:gs>
                <a:gs pos="100000">
                  <a:srgbClr val="0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-9516394">
              <a:off x="2674793" y="1498346"/>
              <a:ext cx="529492" cy="489764"/>
            </a:xfrm>
            <a:prstGeom prst="ellipse">
              <a:avLst/>
            </a:prstGeom>
            <a:gradFill>
              <a:gsLst>
                <a:gs pos="0">
                  <a:srgbClr val="004700">
                    <a:alpha val="24666"/>
                  </a:srgbClr>
                </a:gs>
                <a:gs pos="14286">
                  <a:srgbClr val="004700">
                    <a:alpha val="22920"/>
                  </a:srgbClr>
                </a:gs>
                <a:gs pos="28571">
                  <a:srgbClr val="004700">
                    <a:alpha val="18301"/>
                  </a:srgbClr>
                </a:gs>
                <a:gs pos="42857">
                  <a:srgbClr val="004700">
                    <a:alpha val="12417"/>
                  </a:srgbClr>
                </a:gs>
                <a:gs pos="57143">
                  <a:srgbClr val="004700">
                    <a:alpha val="7083"/>
                  </a:srgbClr>
                </a:gs>
                <a:gs pos="71429">
                  <a:srgbClr val="004700">
                    <a:alpha val="3380"/>
                  </a:srgbClr>
                </a:gs>
                <a:gs pos="85714">
                  <a:srgbClr val="004700">
                    <a:alpha val="1351"/>
                  </a:srgbClr>
                </a:gs>
                <a:gs pos="100000">
                  <a:srgbClr val="004700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7364995">
              <a:off x="3118380" y="2269861"/>
              <a:ext cx="455308" cy="314760"/>
            </a:xfrm>
            <a:prstGeom prst="ellipse">
              <a:avLst/>
            </a:prstGeom>
            <a:gradFill>
              <a:gsLst>
                <a:gs pos="0">
                  <a:srgbClr val="3A0024">
                    <a:alpha val="11186"/>
                  </a:srgbClr>
                </a:gs>
                <a:gs pos="14286">
                  <a:srgbClr val="3A0024">
                    <a:alpha val="10330"/>
                  </a:srgbClr>
                </a:gs>
                <a:gs pos="28571">
                  <a:srgbClr val="3A0024">
                    <a:alpha val="8117"/>
                  </a:srgbClr>
                </a:gs>
                <a:gs pos="42857">
                  <a:srgbClr val="3A0024">
                    <a:alpha val="5401"/>
                  </a:srgbClr>
                </a:gs>
                <a:gs pos="57143">
                  <a:srgbClr val="3A0024">
                    <a:alpha val="3030"/>
                  </a:srgbClr>
                </a:gs>
                <a:gs pos="71429">
                  <a:srgbClr val="3A0024">
                    <a:alpha val="1430"/>
                  </a:srgbClr>
                </a:gs>
                <a:gs pos="85714">
                  <a:srgbClr val="3A0024">
                    <a:alpha val="568"/>
                  </a:srgbClr>
                </a:gs>
                <a:gs pos="100000">
                  <a:srgbClr val="3A0024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5922399">
              <a:off x="-49163" y="1040079"/>
              <a:ext cx="499733" cy="489827"/>
            </a:xfrm>
            <a:prstGeom prst="ellipse">
              <a:avLst/>
            </a:prstGeom>
            <a:gradFill>
              <a:gsLst>
                <a:gs pos="0">
                  <a:srgbClr val="DD876F">
                    <a:alpha val="4388"/>
                  </a:srgbClr>
                </a:gs>
                <a:gs pos="14286">
                  <a:srgbClr val="DD876F">
                    <a:alpha val="4040"/>
                  </a:srgbClr>
                </a:gs>
                <a:gs pos="28571">
                  <a:srgbClr val="DD876F">
                    <a:alpha val="3152"/>
                  </a:srgbClr>
                </a:gs>
                <a:gs pos="42857">
                  <a:srgbClr val="DD876F">
                    <a:alpha val="2079"/>
                  </a:srgbClr>
                </a:gs>
                <a:gs pos="57143">
                  <a:srgbClr val="DD876F">
                    <a:alpha val="1157"/>
                  </a:srgbClr>
                </a:gs>
                <a:gs pos="71429">
                  <a:srgbClr val="DD876F">
                    <a:alpha val="543"/>
                  </a:srgbClr>
                </a:gs>
                <a:gs pos="85714">
                  <a:srgbClr val="DD876F">
                    <a:alpha val="215"/>
                  </a:srgbClr>
                </a:gs>
                <a:gs pos="100000">
                  <a:srgbClr val="DD876F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7698615">
              <a:off x="2152025" y="1767825"/>
              <a:ext cx="184412" cy="37642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-10107092">
              <a:off x="1714434" y="-137007"/>
              <a:ext cx="627719" cy="415977"/>
            </a:xfrm>
            <a:prstGeom prst="ellipse">
              <a:avLst/>
            </a:prstGeom>
            <a:gradFill>
              <a:gsLst>
                <a:gs pos="0">
                  <a:srgbClr val="FF0000">
                    <a:alpha val="5674"/>
                  </a:srgbClr>
                </a:gs>
                <a:gs pos="14286">
                  <a:srgbClr val="FF0000">
                    <a:alpha val="5228"/>
                  </a:srgbClr>
                </a:gs>
                <a:gs pos="28571">
                  <a:srgbClr val="FF0000">
                    <a:alpha val="4083"/>
                  </a:srgbClr>
                </a:gs>
                <a:gs pos="42857">
                  <a:srgbClr val="FF0000">
                    <a:alpha val="2697"/>
                  </a:srgbClr>
                </a:gs>
                <a:gs pos="57143">
                  <a:srgbClr val="FF0000">
                    <a:alpha val="1504"/>
                  </a:srgbClr>
                </a:gs>
                <a:gs pos="71429">
                  <a:srgbClr val="FF0000">
                    <a:alpha val="707"/>
                  </a:srgbClr>
                </a:gs>
                <a:gs pos="85714">
                  <a:srgbClr val="FF0000">
                    <a:alpha val="280"/>
                  </a:srgbClr>
                </a:gs>
                <a:gs pos="100000">
                  <a:srgbClr val="FF0000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8112467">
              <a:off x="2866484" y="1999263"/>
              <a:ext cx="512873" cy="400269"/>
            </a:xfrm>
            <a:prstGeom prst="ellipse">
              <a:avLst/>
            </a:prstGeom>
            <a:gradFill>
              <a:gsLst>
                <a:gs pos="0">
                  <a:srgbClr val="990037">
                    <a:alpha val="6853"/>
                  </a:srgbClr>
                </a:gs>
                <a:gs pos="14286">
                  <a:srgbClr val="990037">
                    <a:alpha val="6317"/>
                  </a:srgbClr>
                </a:gs>
                <a:gs pos="28571">
                  <a:srgbClr val="990037">
                    <a:alpha val="4940"/>
                  </a:srgbClr>
                </a:gs>
                <a:gs pos="42857">
                  <a:srgbClr val="990037">
                    <a:alpha val="3268"/>
                  </a:srgbClr>
                </a:gs>
                <a:gs pos="57143">
                  <a:srgbClr val="990037">
                    <a:alpha val="1824"/>
                  </a:srgbClr>
                </a:gs>
                <a:gs pos="71429">
                  <a:srgbClr val="990037">
                    <a:alpha val="858"/>
                  </a:srgbClr>
                </a:gs>
                <a:gs pos="85714">
                  <a:srgbClr val="990037">
                    <a:alpha val="340"/>
                  </a:srgbClr>
                </a:gs>
                <a:gs pos="100000">
                  <a:srgbClr val="990037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-8927480">
              <a:off x="16729" y="637007"/>
              <a:ext cx="517747" cy="293085"/>
            </a:xfrm>
            <a:prstGeom prst="ellipse">
              <a:avLst/>
            </a:prstGeom>
            <a:gradFill>
              <a:gsLst>
                <a:gs pos="0">
                  <a:srgbClr val="FF9C55">
                    <a:alpha val="6011"/>
                  </a:srgbClr>
                </a:gs>
                <a:gs pos="14286">
                  <a:srgbClr val="FF9C55">
                    <a:alpha val="5539"/>
                  </a:srgbClr>
                </a:gs>
                <a:gs pos="28571">
                  <a:srgbClr val="FF9C55">
                    <a:alpha val="4328"/>
                  </a:srgbClr>
                </a:gs>
                <a:gs pos="42857">
                  <a:srgbClr val="FF9C55">
                    <a:alpha val="2860"/>
                  </a:srgbClr>
                </a:gs>
                <a:gs pos="57143">
                  <a:srgbClr val="FF9C55">
                    <a:alpha val="1595"/>
                  </a:srgbClr>
                </a:gs>
                <a:gs pos="71429">
                  <a:srgbClr val="FF9C55">
                    <a:alpha val="750"/>
                  </a:srgbClr>
                </a:gs>
                <a:gs pos="85714">
                  <a:srgbClr val="FF9C55">
                    <a:alpha val="297"/>
                  </a:srgbClr>
                </a:gs>
                <a:gs pos="100000">
                  <a:srgbClr val="FF9C55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-9701067">
              <a:off x="1314681" y="1135827"/>
              <a:ext cx="460521" cy="8100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4220865">
              <a:off x="-188649" y="1175743"/>
              <a:ext cx="464499" cy="402116"/>
            </a:xfrm>
            <a:prstGeom prst="ellipse">
              <a:avLst/>
            </a:prstGeom>
            <a:gradFill>
              <a:gsLst>
                <a:gs pos="0">
                  <a:srgbClr val="5C001A">
                    <a:alpha val="32968"/>
                  </a:srgbClr>
                </a:gs>
                <a:gs pos="14286">
                  <a:srgbClr val="5C001A">
                    <a:alpha val="30764"/>
                  </a:srgbClr>
                </a:gs>
                <a:gs pos="28571">
                  <a:srgbClr val="5C001A">
                    <a:alpha val="24833"/>
                  </a:srgbClr>
                </a:gs>
                <a:gs pos="42857">
                  <a:srgbClr val="5C001A">
                    <a:alpha val="17075"/>
                  </a:srgbClr>
                </a:gs>
                <a:gs pos="57143">
                  <a:srgbClr val="5C001A">
                    <a:alpha val="9855"/>
                  </a:srgbClr>
                </a:gs>
                <a:gs pos="71429">
                  <a:srgbClr val="5C001A">
                    <a:alpha val="4740"/>
                  </a:srgbClr>
                </a:gs>
                <a:gs pos="85714">
                  <a:srgbClr val="5C001A">
                    <a:alpha val="1902"/>
                  </a:srgbClr>
                </a:gs>
                <a:gs pos="100000">
                  <a:srgbClr val="5C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8758392">
              <a:off x="1957042" y="1244906"/>
              <a:ext cx="421199" cy="137041"/>
            </a:xfrm>
            <a:prstGeom prst="ellipse">
              <a:avLst/>
            </a:prstGeom>
            <a:gradFill>
              <a:gsLst>
                <a:gs pos="0">
                  <a:srgbClr val="FFA45E">
                    <a:alpha val="32968"/>
                  </a:srgbClr>
                </a:gs>
                <a:gs pos="14286">
                  <a:srgbClr val="FFA45E">
                    <a:alpha val="30764"/>
                  </a:srgbClr>
                </a:gs>
                <a:gs pos="28571">
                  <a:srgbClr val="FFA45E">
                    <a:alpha val="24833"/>
                  </a:srgbClr>
                </a:gs>
                <a:gs pos="42857">
                  <a:srgbClr val="FFA45E">
                    <a:alpha val="17075"/>
                  </a:srgbClr>
                </a:gs>
                <a:gs pos="57143">
                  <a:srgbClr val="FFA45E">
                    <a:alpha val="9855"/>
                  </a:srgbClr>
                </a:gs>
                <a:gs pos="71429">
                  <a:srgbClr val="FFA45E">
                    <a:alpha val="4740"/>
                  </a:srgbClr>
                </a:gs>
                <a:gs pos="85714">
                  <a:srgbClr val="FFA45E">
                    <a:alpha val="1902"/>
                  </a:srgbClr>
                </a:gs>
                <a:gs pos="100000">
                  <a:srgbClr val="FFA45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-8628566">
              <a:off x="3242727" y="708192"/>
              <a:ext cx="487474" cy="428286"/>
            </a:xfrm>
            <a:prstGeom prst="ellipse">
              <a:avLst/>
            </a:prstGeom>
            <a:gradFill>
              <a:gsLst>
                <a:gs pos="0">
                  <a:srgbClr val="FCAE9E">
                    <a:alpha val="1896"/>
                  </a:srgbClr>
                </a:gs>
                <a:gs pos="14286">
                  <a:srgbClr val="FCAE9E">
                    <a:alpha val="1744"/>
                  </a:srgbClr>
                </a:gs>
                <a:gs pos="28571">
                  <a:srgbClr val="FCAE9E">
                    <a:alpha val="1357"/>
                  </a:srgbClr>
                </a:gs>
                <a:gs pos="42857">
                  <a:srgbClr val="FCAE9E">
                    <a:alpha val="892"/>
                  </a:srgbClr>
                </a:gs>
                <a:gs pos="57143">
                  <a:srgbClr val="FCAE9E">
                    <a:alpha val="495"/>
                  </a:srgbClr>
                </a:gs>
                <a:gs pos="71429">
                  <a:srgbClr val="FCAE9E">
                    <a:alpha val="232"/>
                  </a:srgbClr>
                </a:gs>
                <a:gs pos="85714">
                  <a:srgbClr val="FCAE9E">
                    <a:alpha val="92"/>
                  </a:srgbClr>
                </a:gs>
                <a:gs pos="100000">
                  <a:srgbClr val="FCAE9E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4774453">
              <a:off x="967643" y="574387"/>
              <a:ext cx="471808" cy="455418"/>
            </a:xfrm>
            <a:prstGeom prst="ellipse">
              <a:avLst/>
            </a:prstGeom>
            <a:gradFill>
              <a:gsLst>
                <a:gs pos="0">
                  <a:srgbClr val="FF0000">
                    <a:alpha val="5478"/>
                  </a:srgbClr>
                </a:gs>
                <a:gs pos="14286">
                  <a:srgbClr val="FF0000">
                    <a:alpha val="5046"/>
                  </a:srgbClr>
                </a:gs>
                <a:gs pos="28571">
                  <a:srgbClr val="FF0000">
                    <a:alpha val="3940"/>
                  </a:srgbClr>
                </a:gs>
                <a:gs pos="42857">
                  <a:srgbClr val="FF0000">
                    <a:alpha val="2602"/>
                  </a:srgbClr>
                </a:gs>
                <a:gs pos="57143">
                  <a:srgbClr val="FF0000">
                    <a:alpha val="1450"/>
                  </a:srgbClr>
                </a:gs>
                <a:gs pos="71429">
                  <a:srgbClr val="FF0000">
                    <a:alpha val="682"/>
                  </a:srgbClr>
                </a:gs>
                <a:gs pos="85714">
                  <a:srgbClr val="FF0000">
                    <a:alpha val="270"/>
                  </a:srgbClr>
                </a:gs>
                <a:gs pos="100000">
                  <a:srgbClr val="FF0000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-10550635">
              <a:off x="1551353" y="1229577"/>
              <a:ext cx="373182" cy="33286"/>
            </a:xfrm>
            <a:prstGeom prst="ellipse">
              <a:avLst/>
            </a:prstGeom>
            <a:gradFill>
              <a:gsLst>
                <a:gs pos="0">
                  <a:srgbClr val="FFFFBB">
                    <a:alpha val="32968"/>
                  </a:srgbClr>
                </a:gs>
                <a:gs pos="14286">
                  <a:srgbClr val="FFFFBB">
                    <a:alpha val="30764"/>
                  </a:srgbClr>
                </a:gs>
                <a:gs pos="28571">
                  <a:srgbClr val="FFFFBB">
                    <a:alpha val="24833"/>
                  </a:srgbClr>
                </a:gs>
                <a:gs pos="42857">
                  <a:srgbClr val="FFFFBB">
                    <a:alpha val="17075"/>
                  </a:srgbClr>
                </a:gs>
                <a:gs pos="57143">
                  <a:srgbClr val="FFFFBB">
                    <a:alpha val="9855"/>
                  </a:srgbClr>
                </a:gs>
                <a:gs pos="71429">
                  <a:srgbClr val="FFFFBB">
                    <a:alpha val="4740"/>
                  </a:srgbClr>
                </a:gs>
                <a:gs pos="85714">
                  <a:srgbClr val="FFFFBB">
                    <a:alpha val="1902"/>
                  </a:srgbClr>
                </a:gs>
                <a:gs pos="100000">
                  <a:srgbClr val="FFFF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5400000">
              <a:off x="2275590" y="1919130"/>
              <a:ext cx="52905" cy="52905"/>
            </a:xfrm>
            <a:prstGeom prst="ellipse">
              <a:avLst/>
            </a:prstGeom>
            <a:gradFill>
              <a:gsLst>
                <a:gs pos="0">
                  <a:srgbClr val="C3B3A8">
                    <a:alpha val="15725"/>
                  </a:srgbClr>
                </a:gs>
                <a:gs pos="14286">
                  <a:srgbClr val="C3B3A8">
                    <a:alpha val="14551"/>
                  </a:srgbClr>
                </a:gs>
                <a:gs pos="28571">
                  <a:srgbClr val="C3B3A8">
                    <a:alpha val="11493"/>
                  </a:srgbClr>
                </a:gs>
                <a:gs pos="42857">
                  <a:srgbClr val="C3B3A8">
                    <a:alpha val="7696"/>
                  </a:srgbClr>
                </a:gs>
                <a:gs pos="57143">
                  <a:srgbClr val="C3B3A8">
                    <a:alpha val="4340"/>
                  </a:srgbClr>
                </a:gs>
                <a:gs pos="71429">
                  <a:srgbClr val="C3B3A8">
                    <a:alpha val="2056"/>
                  </a:srgbClr>
                </a:gs>
                <a:gs pos="85714">
                  <a:srgbClr val="C3B3A8">
                    <a:alpha val="818"/>
                  </a:srgbClr>
                </a:gs>
                <a:gs pos="100000">
                  <a:srgbClr val="C3B3A8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-9195995">
              <a:off x="848629" y="2165589"/>
              <a:ext cx="561086" cy="25645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-8102392">
              <a:off x="2420026" y="702193"/>
              <a:ext cx="389057" cy="22608"/>
            </a:xfrm>
            <a:prstGeom prst="ellipse">
              <a:avLst/>
            </a:prstGeom>
            <a:gradFill>
              <a:gsLst>
                <a:gs pos="0">
                  <a:srgbClr val="FF8F33">
                    <a:alpha val="32968"/>
                  </a:srgbClr>
                </a:gs>
                <a:gs pos="14286">
                  <a:srgbClr val="FF8F33">
                    <a:alpha val="30764"/>
                  </a:srgbClr>
                </a:gs>
                <a:gs pos="28571">
                  <a:srgbClr val="FF8F33">
                    <a:alpha val="24833"/>
                  </a:srgbClr>
                </a:gs>
                <a:gs pos="42857">
                  <a:srgbClr val="FF8F33">
                    <a:alpha val="17075"/>
                  </a:srgbClr>
                </a:gs>
                <a:gs pos="57143">
                  <a:srgbClr val="FF8F33">
                    <a:alpha val="9855"/>
                  </a:srgbClr>
                </a:gs>
                <a:gs pos="71429">
                  <a:srgbClr val="FF8F33">
                    <a:alpha val="4740"/>
                  </a:srgbClr>
                </a:gs>
                <a:gs pos="85714">
                  <a:srgbClr val="FF8F33">
                    <a:alpha val="1902"/>
                  </a:srgbClr>
                </a:gs>
                <a:gs pos="100000">
                  <a:srgbClr val="FF8F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-8890993">
              <a:off x="1205533" y="1101377"/>
              <a:ext cx="311636" cy="43921"/>
            </a:xfrm>
            <a:prstGeom prst="ellipse">
              <a:avLst/>
            </a:prstGeom>
            <a:gradFill>
              <a:gsLst>
                <a:gs pos="0">
                  <a:srgbClr val="FFDD8B">
                    <a:alpha val="32968"/>
                  </a:srgbClr>
                </a:gs>
                <a:gs pos="14286">
                  <a:srgbClr val="FFDD8B">
                    <a:alpha val="30764"/>
                  </a:srgbClr>
                </a:gs>
                <a:gs pos="28571">
                  <a:srgbClr val="FFDD8B">
                    <a:alpha val="24833"/>
                  </a:srgbClr>
                </a:gs>
                <a:gs pos="42857">
                  <a:srgbClr val="FFDD8B">
                    <a:alpha val="17075"/>
                  </a:srgbClr>
                </a:gs>
                <a:gs pos="57143">
                  <a:srgbClr val="FFDD8B">
                    <a:alpha val="9855"/>
                  </a:srgbClr>
                </a:gs>
                <a:gs pos="71429">
                  <a:srgbClr val="FFDD8B">
                    <a:alpha val="4740"/>
                  </a:srgbClr>
                </a:gs>
                <a:gs pos="85714">
                  <a:srgbClr val="FFDD8B">
                    <a:alpha val="1902"/>
                  </a:srgbClr>
                </a:gs>
                <a:gs pos="100000">
                  <a:srgbClr val="FFDD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5842575">
              <a:off x="1206571" y="-87707"/>
              <a:ext cx="457602" cy="423885"/>
            </a:xfrm>
            <a:prstGeom prst="ellipse">
              <a:avLst/>
            </a:prstGeom>
            <a:gradFill>
              <a:gsLst>
                <a:gs pos="0">
                  <a:srgbClr val="FF7F0C">
                    <a:alpha val="3757"/>
                  </a:srgbClr>
                </a:gs>
                <a:gs pos="14286">
                  <a:srgbClr val="FF7F0C">
                    <a:alpha val="3459"/>
                  </a:srgbClr>
                </a:gs>
                <a:gs pos="28571">
                  <a:srgbClr val="FF7F0C">
                    <a:alpha val="2696"/>
                  </a:srgbClr>
                </a:gs>
                <a:gs pos="42857">
                  <a:srgbClr val="FF7F0C">
                    <a:alpha val="1777"/>
                  </a:srgbClr>
                </a:gs>
                <a:gs pos="57143">
                  <a:srgbClr val="FF7F0C">
                    <a:alpha val="988"/>
                  </a:srgbClr>
                </a:gs>
                <a:gs pos="71429">
                  <a:srgbClr val="FF7F0C">
                    <a:alpha val="464"/>
                  </a:srgbClr>
                </a:gs>
                <a:gs pos="85714">
                  <a:srgbClr val="FF7F0C">
                    <a:alpha val="184"/>
                  </a:srgbClr>
                </a:gs>
                <a:gs pos="100000">
                  <a:srgbClr val="FF7F0C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5400000">
              <a:off x="2008950" y="1696615"/>
              <a:ext cx="57159" cy="57159"/>
            </a:xfrm>
            <a:prstGeom prst="ellipse">
              <a:avLst/>
            </a:prstGeom>
            <a:gradFill>
              <a:gsLst>
                <a:gs pos="0">
                  <a:srgbClr val="F3D6B1">
                    <a:alpha val="14602"/>
                  </a:srgbClr>
                </a:gs>
                <a:gs pos="14286">
                  <a:srgbClr val="F3D6B1">
                    <a:alpha val="13505"/>
                  </a:srgbClr>
                </a:gs>
                <a:gs pos="28571">
                  <a:srgbClr val="F3D6B1">
                    <a:alpha val="10653"/>
                  </a:srgbClr>
                </a:gs>
                <a:gs pos="42857">
                  <a:srgbClr val="F3D6B1">
                    <a:alpha val="7122"/>
                  </a:srgbClr>
                </a:gs>
                <a:gs pos="57143">
                  <a:srgbClr val="F3D6B1">
                    <a:alpha val="4011"/>
                  </a:srgbClr>
                </a:gs>
                <a:gs pos="71429">
                  <a:srgbClr val="F3D6B1">
                    <a:alpha val="1898"/>
                  </a:srgbClr>
                </a:gs>
                <a:gs pos="85714">
                  <a:srgbClr val="F3D6B1">
                    <a:alpha val="755"/>
                  </a:srgbClr>
                </a:gs>
                <a:gs pos="100000">
                  <a:srgbClr val="F3D6B1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-10053225">
              <a:off x="1682472" y="129782"/>
              <a:ext cx="496149" cy="81476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-9326324">
              <a:off x="1912910" y="179809"/>
              <a:ext cx="386147" cy="80178"/>
            </a:xfrm>
            <a:prstGeom prst="ellipse">
              <a:avLst/>
            </a:prstGeom>
            <a:gradFill>
              <a:gsLst>
                <a:gs pos="0">
                  <a:srgbClr val="FFFFDD">
                    <a:alpha val="32968"/>
                  </a:srgbClr>
                </a:gs>
                <a:gs pos="14286">
                  <a:srgbClr val="FFFFDD">
                    <a:alpha val="30764"/>
                  </a:srgbClr>
                </a:gs>
                <a:gs pos="28571">
                  <a:srgbClr val="FFFFDD">
                    <a:alpha val="24833"/>
                  </a:srgbClr>
                </a:gs>
                <a:gs pos="42857">
                  <a:srgbClr val="FFFFDD">
                    <a:alpha val="17075"/>
                  </a:srgbClr>
                </a:gs>
                <a:gs pos="57143">
                  <a:srgbClr val="FFFFDD">
                    <a:alpha val="9855"/>
                  </a:srgbClr>
                </a:gs>
                <a:gs pos="71429">
                  <a:srgbClr val="FFFFDD">
                    <a:alpha val="4740"/>
                  </a:srgbClr>
                </a:gs>
                <a:gs pos="85714">
                  <a:srgbClr val="FFFFDD">
                    <a:alpha val="1902"/>
                  </a:srgbClr>
                </a:gs>
                <a:gs pos="100000">
                  <a:srgbClr val="FFFF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9844594">
              <a:off x="1813520" y="1157999"/>
              <a:ext cx="429804" cy="754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-10401231">
              <a:off x="2875934" y="1809246"/>
              <a:ext cx="542716" cy="434099"/>
            </a:xfrm>
            <a:prstGeom prst="ellipse">
              <a:avLst/>
            </a:prstGeom>
            <a:gradFill>
              <a:gsLst>
                <a:gs pos="0">
                  <a:srgbClr val="7A0000">
                    <a:alpha val="19754"/>
                  </a:srgbClr>
                </a:gs>
                <a:gs pos="14286">
                  <a:srgbClr val="7A0000">
                    <a:alpha val="18312"/>
                  </a:srgbClr>
                </a:gs>
                <a:gs pos="28571">
                  <a:srgbClr val="7A0000">
                    <a:alpha val="14534"/>
                  </a:srgbClr>
                </a:gs>
                <a:gs pos="42857">
                  <a:srgbClr val="7A0000">
                    <a:alpha val="9788"/>
                  </a:srgbClr>
                </a:gs>
                <a:gs pos="57143">
                  <a:srgbClr val="7A0000">
                    <a:alpha val="5548"/>
                  </a:srgbClr>
                </a:gs>
                <a:gs pos="71429">
                  <a:srgbClr val="7A0000">
                    <a:alpha val="2636"/>
                  </a:srgbClr>
                </a:gs>
                <a:gs pos="85714">
                  <a:srgbClr val="7A0000">
                    <a:alpha val="1051"/>
                  </a:srgbClr>
                </a:gs>
                <a:gs pos="100000">
                  <a:srgbClr val="7A00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7669528">
              <a:off x="-190762" y="1982089"/>
              <a:ext cx="717060" cy="109578"/>
            </a:xfrm>
            <a:prstGeom prst="ellipse">
              <a:avLst/>
            </a:prstGeom>
            <a:gradFill>
              <a:gsLst>
                <a:gs pos="0">
                  <a:srgbClr val="FF8200">
                    <a:alpha val="9637"/>
                  </a:srgbClr>
                </a:gs>
                <a:gs pos="14286">
                  <a:srgbClr val="FF8200">
                    <a:alpha val="8893"/>
                  </a:srgbClr>
                </a:gs>
                <a:gs pos="28571">
                  <a:srgbClr val="FF8200">
                    <a:alpha val="6976"/>
                  </a:srgbClr>
                </a:gs>
                <a:gs pos="42857">
                  <a:srgbClr val="FF8200">
                    <a:alpha val="4633"/>
                  </a:srgbClr>
                </a:gs>
                <a:gs pos="57143">
                  <a:srgbClr val="FF8200">
                    <a:alpha val="2594"/>
                  </a:srgbClr>
                </a:gs>
                <a:gs pos="71429">
                  <a:srgbClr val="FF8200">
                    <a:alpha val="1223"/>
                  </a:srgbClr>
                </a:gs>
                <a:gs pos="85714">
                  <a:srgbClr val="FF8200">
                    <a:alpha val="485"/>
                  </a:srgbClr>
                </a:gs>
                <a:gs pos="100000">
                  <a:srgbClr val="FF820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5400000">
              <a:off x="1862993" y="128888"/>
              <a:ext cx="65523" cy="65523"/>
            </a:xfrm>
            <a:prstGeom prst="ellipse">
              <a:avLst/>
            </a:prstGeom>
            <a:gradFill>
              <a:gsLst>
                <a:gs pos="0">
                  <a:srgbClr val="F5F8F5">
                    <a:alpha val="12350"/>
                  </a:srgbClr>
                </a:gs>
                <a:gs pos="14286">
                  <a:srgbClr val="F5F8F5">
                    <a:alpha val="11411"/>
                  </a:srgbClr>
                </a:gs>
                <a:gs pos="28571">
                  <a:srgbClr val="F5F8F5">
                    <a:alpha val="8978"/>
                  </a:srgbClr>
                </a:gs>
                <a:gs pos="42857">
                  <a:srgbClr val="F5F8F5">
                    <a:alpha val="5984"/>
                  </a:srgbClr>
                </a:gs>
                <a:gs pos="57143">
                  <a:srgbClr val="F5F8F5">
                    <a:alpha val="3361"/>
                  </a:srgbClr>
                </a:gs>
                <a:gs pos="71429">
                  <a:srgbClr val="F5F8F5">
                    <a:alpha val="1588"/>
                  </a:srgbClr>
                </a:gs>
                <a:gs pos="85714">
                  <a:srgbClr val="F5F8F5">
                    <a:alpha val="631"/>
                  </a:srgbClr>
                </a:gs>
                <a:gs pos="100000">
                  <a:srgbClr val="F5F8F5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-9991754">
              <a:off x="638939" y="166043"/>
              <a:ext cx="437419" cy="336123"/>
            </a:xfrm>
            <a:prstGeom prst="ellipse">
              <a:avLst/>
            </a:prstGeom>
            <a:gradFill>
              <a:gsLst>
                <a:gs pos="0">
                  <a:srgbClr val="732423">
                    <a:alpha val="32968"/>
                  </a:srgbClr>
                </a:gs>
                <a:gs pos="14286">
                  <a:srgbClr val="732423">
                    <a:alpha val="30764"/>
                  </a:srgbClr>
                </a:gs>
                <a:gs pos="28571">
                  <a:srgbClr val="732423">
                    <a:alpha val="24833"/>
                  </a:srgbClr>
                </a:gs>
                <a:gs pos="42857">
                  <a:srgbClr val="732423">
                    <a:alpha val="17075"/>
                  </a:srgbClr>
                </a:gs>
                <a:gs pos="57143">
                  <a:srgbClr val="732423">
                    <a:alpha val="9855"/>
                  </a:srgbClr>
                </a:gs>
                <a:gs pos="71429">
                  <a:srgbClr val="732423">
                    <a:alpha val="4740"/>
                  </a:srgbClr>
                </a:gs>
                <a:gs pos="85714">
                  <a:srgbClr val="732423">
                    <a:alpha val="1902"/>
                  </a:srgbClr>
                </a:gs>
                <a:gs pos="100000">
                  <a:srgbClr val="7324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10350934">
              <a:off x="531493" y="282804"/>
              <a:ext cx="453892" cy="337670"/>
            </a:xfrm>
            <a:prstGeom prst="ellipse">
              <a:avLst/>
            </a:prstGeom>
            <a:gradFill>
              <a:gsLst>
                <a:gs pos="0">
                  <a:srgbClr val="003E3D">
                    <a:alpha val="17984"/>
                  </a:srgbClr>
                </a:gs>
                <a:gs pos="14286">
                  <a:srgbClr val="003E3D">
                    <a:alpha val="16658"/>
                  </a:srgbClr>
                </a:gs>
                <a:gs pos="28571">
                  <a:srgbClr val="003E3D">
                    <a:alpha val="13193"/>
                  </a:srgbClr>
                </a:gs>
                <a:gs pos="42857">
                  <a:srgbClr val="003E3D">
                    <a:alpha val="8863"/>
                  </a:srgbClr>
                </a:gs>
                <a:gs pos="57143">
                  <a:srgbClr val="003E3D">
                    <a:alpha val="5012"/>
                  </a:srgbClr>
                </a:gs>
                <a:gs pos="71429">
                  <a:srgbClr val="003E3D">
                    <a:alpha val="2378"/>
                  </a:srgbClr>
                </a:gs>
                <a:gs pos="85714">
                  <a:srgbClr val="003E3D">
                    <a:alpha val="947"/>
                  </a:srgbClr>
                </a:gs>
                <a:gs pos="100000">
                  <a:srgbClr val="003E3D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-8170085">
              <a:off x="823138" y="964648"/>
              <a:ext cx="676509" cy="69993"/>
            </a:xfrm>
            <a:prstGeom prst="ellipse">
              <a:avLst/>
            </a:prstGeom>
            <a:gradFill>
              <a:gsLst>
                <a:gs pos="0">
                  <a:srgbClr val="890000">
                    <a:alpha val="32968"/>
                  </a:srgbClr>
                </a:gs>
                <a:gs pos="14286">
                  <a:srgbClr val="890000">
                    <a:alpha val="30764"/>
                  </a:srgbClr>
                </a:gs>
                <a:gs pos="28571">
                  <a:srgbClr val="890000">
                    <a:alpha val="24833"/>
                  </a:srgbClr>
                </a:gs>
                <a:gs pos="42857">
                  <a:srgbClr val="890000">
                    <a:alpha val="17075"/>
                  </a:srgbClr>
                </a:gs>
                <a:gs pos="57143">
                  <a:srgbClr val="890000">
                    <a:alpha val="9855"/>
                  </a:srgbClr>
                </a:gs>
                <a:gs pos="71429">
                  <a:srgbClr val="890000">
                    <a:alpha val="4740"/>
                  </a:srgbClr>
                </a:gs>
                <a:gs pos="85714">
                  <a:srgbClr val="890000">
                    <a:alpha val="1902"/>
                  </a:srgbClr>
                </a:gs>
                <a:gs pos="100000">
                  <a:srgbClr val="8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8596164">
              <a:off x="-210377" y="627171"/>
              <a:ext cx="531463" cy="288757"/>
            </a:xfrm>
            <a:prstGeom prst="ellipse">
              <a:avLst/>
            </a:prstGeom>
            <a:gradFill>
              <a:gsLst>
                <a:gs pos="0">
                  <a:srgbClr val="FF4A17">
                    <a:alpha val="32968"/>
                  </a:srgbClr>
                </a:gs>
                <a:gs pos="14286">
                  <a:srgbClr val="FF4A17">
                    <a:alpha val="30764"/>
                  </a:srgbClr>
                </a:gs>
                <a:gs pos="28571">
                  <a:srgbClr val="FF4A17">
                    <a:alpha val="24833"/>
                  </a:srgbClr>
                </a:gs>
                <a:gs pos="42857">
                  <a:srgbClr val="FF4A17">
                    <a:alpha val="17075"/>
                  </a:srgbClr>
                </a:gs>
                <a:gs pos="57143">
                  <a:srgbClr val="FF4A17">
                    <a:alpha val="9855"/>
                  </a:srgbClr>
                </a:gs>
                <a:gs pos="71429">
                  <a:srgbClr val="FF4A17">
                    <a:alpha val="4740"/>
                  </a:srgbClr>
                </a:gs>
                <a:gs pos="85714">
                  <a:srgbClr val="FF4A17">
                    <a:alpha val="1902"/>
                  </a:srgbClr>
                </a:gs>
                <a:gs pos="100000">
                  <a:srgbClr val="FF4A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8929749">
              <a:off x="-253959" y="1422143"/>
              <a:ext cx="753718" cy="27781"/>
            </a:xfrm>
            <a:prstGeom prst="ellipse">
              <a:avLst/>
            </a:prstGeom>
            <a:gradFill>
              <a:gsLst>
                <a:gs pos="0">
                  <a:srgbClr val="2F0000">
                    <a:alpha val="32968"/>
                  </a:srgbClr>
                </a:gs>
                <a:gs pos="14286">
                  <a:srgbClr val="2F0000">
                    <a:alpha val="30764"/>
                  </a:srgbClr>
                </a:gs>
                <a:gs pos="28571">
                  <a:srgbClr val="2F0000">
                    <a:alpha val="24833"/>
                  </a:srgbClr>
                </a:gs>
                <a:gs pos="42857">
                  <a:srgbClr val="2F0000">
                    <a:alpha val="17075"/>
                  </a:srgbClr>
                </a:gs>
                <a:gs pos="57143">
                  <a:srgbClr val="2F0000">
                    <a:alpha val="9855"/>
                  </a:srgbClr>
                </a:gs>
                <a:gs pos="71429">
                  <a:srgbClr val="2F0000">
                    <a:alpha val="4740"/>
                  </a:srgbClr>
                </a:gs>
                <a:gs pos="85714">
                  <a:srgbClr val="2F0000">
                    <a:alpha val="1902"/>
                  </a:srgbClr>
                </a:gs>
                <a:gs pos="100000">
                  <a:srgbClr val="2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8667483">
              <a:off x="-178528" y="837780"/>
              <a:ext cx="603565" cy="41361"/>
            </a:xfrm>
            <a:prstGeom prst="ellipse">
              <a:avLst/>
            </a:prstGeom>
            <a:gradFill>
              <a:gsLst>
                <a:gs pos="0">
                  <a:srgbClr val="FF6700">
                    <a:alpha val="22063"/>
                  </a:srgbClr>
                </a:gs>
                <a:gs pos="14286">
                  <a:srgbClr val="FF6700">
                    <a:alpha val="20476"/>
                  </a:srgbClr>
                </a:gs>
                <a:gs pos="28571">
                  <a:srgbClr val="FF6700">
                    <a:alpha val="16296"/>
                  </a:srgbClr>
                </a:gs>
                <a:gs pos="42857">
                  <a:srgbClr val="FF6700">
                    <a:alpha val="11013"/>
                  </a:srgbClr>
                </a:gs>
                <a:gs pos="57143">
                  <a:srgbClr val="FF6700">
                    <a:alpha val="6261"/>
                  </a:srgbClr>
                </a:gs>
                <a:gs pos="71429">
                  <a:srgbClr val="FF6700">
                    <a:alpha val="2981"/>
                  </a:srgbClr>
                </a:gs>
                <a:gs pos="85714">
                  <a:srgbClr val="FF6700">
                    <a:alpha val="1190"/>
                  </a:srgbClr>
                </a:gs>
                <a:gs pos="100000">
                  <a:srgbClr val="FF6700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8408784">
              <a:off x="-127510" y="2293920"/>
              <a:ext cx="641610" cy="22823"/>
            </a:xfrm>
            <a:prstGeom prst="ellipse">
              <a:avLst/>
            </a:prstGeom>
            <a:gradFill>
              <a:gsLst>
                <a:gs pos="0">
                  <a:srgbClr val="FFE8BE">
                    <a:alpha val="32968"/>
                  </a:srgbClr>
                </a:gs>
                <a:gs pos="14286">
                  <a:srgbClr val="FFE8BE">
                    <a:alpha val="30764"/>
                  </a:srgbClr>
                </a:gs>
                <a:gs pos="28571">
                  <a:srgbClr val="FFE8BE">
                    <a:alpha val="24833"/>
                  </a:srgbClr>
                </a:gs>
                <a:gs pos="42857">
                  <a:srgbClr val="FFE8BE">
                    <a:alpha val="17075"/>
                  </a:srgbClr>
                </a:gs>
                <a:gs pos="57143">
                  <a:srgbClr val="FFE8BE">
                    <a:alpha val="9855"/>
                  </a:srgbClr>
                </a:gs>
                <a:gs pos="71429">
                  <a:srgbClr val="FFE8BE">
                    <a:alpha val="4740"/>
                  </a:srgbClr>
                </a:gs>
                <a:gs pos="85714">
                  <a:srgbClr val="FFE8BE">
                    <a:alpha val="1902"/>
                  </a:srgbClr>
                </a:gs>
                <a:gs pos="100000">
                  <a:srgbClr val="FFE8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-9831568">
              <a:off x="367734" y="1523897"/>
              <a:ext cx="507589" cy="398813"/>
            </a:xfrm>
            <a:prstGeom prst="ellipse">
              <a:avLst/>
            </a:prstGeom>
            <a:gradFill>
              <a:gsLst>
                <a:gs pos="0">
                  <a:srgbClr val="D31300">
                    <a:alpha val="21977"/>
                  </a:srgbClr>
                </a:gs>
                <a:gs pos="14286">
                  <a:srgbClr val="D31300">
                    <a:alpha val="20395"/>
                  </a:srgbClr>
                </a:gs>
                <a:gs pos="28571">
                  <a:srgbClr val="D31300">
                    <a:alpha val="16231"/>
                  </a:srgbClr>
                </a:gs>
                <a:gs pos="42857">
                  <a:srgbClr val="D31300">
                    <a:alpha val="10967"/>
                  </a:srgbClr>
                </a:gs>
                <a:gs pos="57143">
                  <a:srgbClr val="D31300">
                    <a:alpha val="6234"/>
                  </a:srgbClr>
                </a:gs>
                <a:gs pos="71429">
                  <a:srgbClr val="D31300">
                    <a:alpha val="2968"/>
                  </a:srgbClr>
                </a:gs>
                <a:gs pos="85714">
                  <a:srgbClr val="D31300">
                    <a:alpha val="1184"/>
                  </a:srgbClr>
                </a:gs>
                <a:gs pos="100000">
                  <a:srgbClr val="D31300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5776947">
              <a:off x="3407090" y="708202"/>
              <a:ext cx="462740" cy="452789"/>
            </a:xfrm>
            <a:prstGeom prst="ellipse">
              <a:avLst/>
            </a:prstGeom>
            <a:gradFill>
              <a:gsLst>
                <a:gs pos="0">
                  <a:srgbClr val="B49B52">
                    <a:alpha val="4159"/>
                  </a:srgbClr>
                </a:gs>
                <a:gs pos="14286">
                  <a:srgbClr val="B49B52">
                    <a:alpha val="3829"/>
                  </a:srgbClr>
                </a:gs>
                <a:gs pos="28571">
                  <a:srgbClr val="B49B52">
                    <a:alpha val="2986"/>
                  </a:srgbClr>
                </a:gs>
                <a:gs pos="42857">
                  <a:srgbClr val="B49B52">
                    <a:alpha val="1969"/>
                  </a:srgbClr>
                </a:gs>
                <a:gs pos="57143">
                  <a:srgbClr val="B49B52">
                    <a:alpha val="1096"/>
                  </a:srgbClr>
                </a:gs>
                <a:gs pos="71429">
                  <a:srgbClr val="B49B52">
                    <a:alpha val="514"/>
                  </a:srgbClr>
                </a:gs>
                <a:gs pos="85714">
                  <a:srgbClr val="B49B52">
                    <a:alpha val="204"/>
                  </a:srgbClr>
                </a:gs>
                <a:gs pos="100000">
                  <a:srgbClr val="B49B52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9290641">
              <a:off x="2818816" y="1558117"/>
              <a:ext cx="430871" cy="298986"/>
            </a:xfrm>
            <a:prstGeom prst="ellipse">
              <a:avLst/>
            </a:prstGeom>
            <a:gradFill>
              <a:gsLst>
                <a:gs pos="0">
                  <a:srgbClr val="FEAE7A">
                    <a:alpha val="17255"/>
                  </a:srgbClr>
                </a:gs>
                <a:gs pos="14286">
                  <a:srgbClr val="FEAE7A">
                    <a:alpha val="15978"/>
                  </a:srgbClr>
                </a:gs>
                <a:gs pos="28571">
                  <a:srgbClr val="FEAE7A">
                    <a:alpha val="12643"/>
                  </a:srgbClr>
                </a:gs>
                <a:gs pos="42857">
                  <a:srgbClr val="FEAE7A">
                    <a:alpha val="8484"/>
                  </a:srgbClr>
                </a:gs>
                <a:gs pos="57143">
                  <a:srgbClr val="FEAE7A">
                    <a:alpha val="4794"/>
                  </a:srgbClr>
                </a:gs>
                <a:gs pos="71429">
                  <a:srgbClr val="FEAE7A">
                    <a:alpha val="2273"/>
                  </a:srgbClr>
                </a:gs>
                <a:gs pos="85714">
                  <a:srgbClr val="FEAE7A">
                    <a:alpha val="905"/>
                  </a:srgbClr>
                </a:gs>
                <a:gs pos="100000">
                  <a:srgbClr val="FEAE7A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7126281">
              <a:off x="1175160" y="-31851"/>
              <a:ext cx="357964" cy="263847"/>
            </a:xfrm>
            <a:prstGeom prst="ellipse">
              <a:avLst/>
            </a:prstGeom>
            <a:gradFill>
              <a:gsLst>
                <a:gs pos="0">
                  <a:srgbClr val="770000">
                    <a:alpha val="17714"/>
                  </a:srgbClr>
                </a:gs>
                <a:gs pos="14286">
                  <a:srgbClr val="770000">
                    <a:alpha val="16406"/>
                  </a:srgbClr>
                </a:gs>
                <a:gs pos="28571">
                  <a:srgbClr val="770000">
                    <a:alpha val="12989"/>
                  </a:srgbClr>
                </a:gs>
                <a:gs pos="42857">
                  <a:srgbClr val="770000">
                    <a:alpha val="8722"/>
                  </a:srgbClr>
                </a:gs>
                <a:gs pos="57143">
                  <a:srgbClr val="770000">
                    <a:alpha val="4931"/>
                  </a:srgbClr>
                </a:gs>
                <a:gs pos="71429">
                  <a:srgbClr val="770000">
                    <a:alpha val="2339"/>
                  </a:srgbClr>
                </a:gs>
                <a:gs pos="85714">
                  <a:srgbClr val="770000">
                    <a:alpha val="932"/>
                  </a:srgbClr>
                </a:gs>
                <a:gs pos="100000">
                  <a:srgbClr val="770000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5457419">
              <a:off x="954776" y="413253"/>
              <a:ext cx="569092" cy="380263"/>
            </a:xfrm>
            <a:prstGeom prst="ellipse">
              <a:avLst/>
            </a:prstGeom>
            <a:gradFill>
              <a:gsLst>
                <a:gs pos="0">
                  <a:srgbClr val="FFDD00">
                    <a:alpha val="4317"/>
                  </a:srgbClr>
                </a:gs>
                <a:gs pos="14286">
                  <a:srgbClr val="FFDD00">
                    <a:alpha val="3975"/>
                  </a:srgbClr>
                </a:gs>
                <a:gs pos="28571">
                  <a:srgbClr val="FFDD00">
                    <a:alpha val="3100"/>
                  </a:srgbClr>
                </a:gs>
                <a:gs pos="42857">
                  <a:srgbClr val="FFDD00">
                    <a:alpha val="2044"/>
                  </a:srgbClr>
                </a:gs>
                <a:gs pos="57143">
                  <a:srgbClr val="FFDD00">
                    <a:alpha val="1138"/>
                  </a:srgbClr>
                </a:gs>
                <a:gs pos="71429">
                  <a:srgbClr val="FFDD00">
                    <a:alpha val="534"/>
                  </a:srgbClr>
                </a:gs>
                <a:gs pos="85714">
                  <a:srgbClr val="FFDD00">
                    <a:alpha val="212"/>
                  </a:srgbClr>
                </a:gs>
                <a:gs pos="100000">
                  <a:srgbClr val="FFDD0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-10482011">
              <a:off x="1500446" y="1179713"/>
              <a:ext cx="470768" cy="758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-9147968">
              <a:off x="1092640" y="1322652"/>
              <a:ext cx="696688" cy="272370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5400000">
              <a:off x="2168693" y="1778637"/>
              <a:ext cx="58616" cy="58616"/>
            </a:xfrm>
            <a:prstGeom prst="ellipse">
              <a:avLst/>
            </a:prstGeom>
            <a:gradFill>
              <a:gsLst>
                <a:gs pos="0">
                  <a:srgbClr val="AA888A">
                    <a:alpha val="14214"/>
                  </a:srgbClr>
                </a:gs>
                <a:gs pos="14286">
                  <a:srgbClr val="AA888A">
                    <a:alpha val="13144"/>
                  </a:srgbClr>
                </a:gs>
                <a:gs pos="28571">
                  <a:srgbClr val="AA888A">
                    <a:alpha val="10364"/>
                  </a:srgbClr>
                </a:gs>
                <a:gs pos="42857">
                  <a:srgbClr val="AA888A">
                    <a:alpha val="6925"/>
                  </a:srgbClr>
                </a:gs>
                <a:gs pos="57143">
                  <a:srgbClr val="AA888A">
                    <a:alpha val="3899"/>
                  </a:srgbClr>
                </a:gs>
                <a:gs pos="71429">
                  <a:srgbClr val="AA888A">
                    <a:alpha val="1844"/>
                  </a:srgbClr>
                </a:gs>
                <a:gs pos="85714">
                  <a:srgbClr val="AA888A">
                    <a:alpha val="733"/>
                  </a:srgbClr>
                </a:gs>
                <a:gs pos="100000">
                  <a:srgbClr val="AA888A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5069514">
              <a:off x="3356873" y="1558847"/>
              <a:ext cx="532153" cy="476237"/>
            </a:xfrm>
            <a:prstGeom prst="ellipse">
              <a:avLst/>
            </a:prstGeom>
            <a:gradFill>
              <a:gsLst>
                <a:gs pos="0">
                  <a:srgbClr val="D58037">
                    <a:alpha val="16372"/>
                  </a:srgbClr>
                </a:gs>
                <a:gs pos="14286">
                  <a:srgbClr val="D58037">
                    <a:alpha val="15154"/>
                  </a:srgbClr>
                </a:gs>
                <a:gs pos="28571">
                  <a:srgbClr val="D58037">
                    <a:alpha val="11979"/>
                  </a:srgbClr>
                </a:gs>
                <a:gs pos="42857">
                  <a:srgbClr val="D58037">
                    <a:alpha val="8028"/>
                  </a:srgbClr>
                </a:gs>
                <a:gs pos="57143">
                  <a:srgbClr val="D58037">
                    <a:alpha val="4531"/>
                  </a:srgbClr>
                </a:gs>
                <a:gs pos="71429">
                  <a:srgbClr val="D58037">
                    <a:alpha val="2147"/>
                  </a:srgbClr>
                </a:gs>
                <a:gs pos="85714">
                  <a:srgbClr val="D58037">
                    <a:alpha val="855"/>
                  </a:srgbClr>
                </a:gs>
                <a:gs pos="100000">
                  <a:srgbClr val="D58037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-9145316">
              <a:off x="-126110" y="1174961"/>
              <a:ext cx="437998" cy="369709"/>
            </a:xfrm>
            <a:prstGeom prst="ellipse">
              <a:avLst/>
            </a:prstGeom>
            <a:gradFill>
              <a:gsLst>
                <a:gs pos="0">
                  <a:srgbClr val="F5B16A">
                    <a:alpha val="12718"/>
                  </a:srgbClr>
                </a:gs>
                <a:gs pos="14286">
                  <a:srgbClr val="F5B16A">
                    <a:alpha val="11752"/>
                  </a:srgbClr>
                </a:gs>
                <a:gs pos="28571">
                  <a:srgbClr val="F5B16A">
                    <a:alpha val="9251"/>
                  </a:srgbClr>
                </a:gs>
                <a:gs pos="42857">
                  <a:srgbClr val="F5B16A">
                    <a:alpha val="6169"/>
                  </a:srgbClr>
                </a:gs>
                <a:gs pos="57143">
                  <a:srgbClr val="F5B16A">
                    <a:alpha val="3467"/>
                  </a:srgbClr>
                </a:gs>
                <a:gs pos="71429">
                  <a:srgbClr val="F5B16A">
                    <a:alpha val="1638"/>
                  </a:srgbClr>
                </a:gs>
                <a:gs pos="85714">
                  <a:srgbClr val="F5B16A">
                    <a:alpha val="651"/>
                  </a:srgbClr>
                </a:gs>
                <a:gs pos="100000">
                  <a:srgbClr val="F5B16A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7002529">
              <a:off x="2975046" y="1931882"/>
              <a:ext cx="392441" cy="347422"/>
            </a:xfrm>
            <a:prstGeom prst="ellipse">
              <a:avLst/>
            </a:prstGeom>
            <a:gradFill>
              <a:gsLst>
                <a:gs pos="0">
                  <a:srgbClr val="CC7533">
                    <a:alpha val="22221"/>
                  </a:srgbClr>
                </a:gs>
                <a:gs pos="14286">
                  <a:srgbClr val="CC7533">
                    <a:alpha val="20624"/>
                  </a:srgbClr>
                </a:gs>
                <a:gs pos="28571">
                  <a:srgbClr val="CC7533">
                    <a:alpha val="16418"/>
                  </a:srgbClr>
                </a:gs>
                <a:gs pos="42857">
                  <a:srgbClr val="CC7533">
                    <a:alpha val="11098"/>
                  </a:srgbClr>
                </a:gs>
                <a:gs pos="57143">
                  <a:srgbClr val="CC7533">
                    <a:alpha val="6310"/>
                  </a:srgbClr>
                </a:gs>
                <a:gs pos="71429">
                  <a:srgbClr val="CC7533">
                    <a:alpha val="3005"/>
                  </a:srgbClr>
                </a:gs>
                <a:gs pos="85714">
                  <a:srgbClr val="CC7533">
                    <a:alpha val="1199"/>
                  </a:srgbClr>
                </a:gs>
                <a:gs pos="100000">
                  <a:srgbClr val="CC7533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6140168">
              <a:off x="-28854" y="1872565"/>
              <a:ext cx="426343" cy="423690"/>
            </a:xfrm>
            <a:prstGeom prst="ellipse">
              <a:avLst/>
            </a:prstGeom>
            <a:gradFill>
              <a:gsLst>
                <a:gs pos="0">
                  <a:srgbClr val="FF1E00">
                    <a:alpha val="1663"/>
                  </a:srgbClr>
                </a:gs>
                <a:gs pos="14286">
                  <a:srgbClr val="FF1E00">
                    <a:alpha val="1530"/>
                  </a:srgbClr>
                </a:gs>
                <a:gs pos="28571">
                  <a:srgbClr val="FF1E00">
                    <a:alpha val="1190"/>
                  </a:srgbClr>
                </a:gs>
                <a:gs pos="42857">
                  <a:srgbClr val="FF1E00">
                    <a:alpha val="782"/>
                  </a:srgbClr>
                </a:gs>
                <a:gs pos="57143">
                  <a:srgbClr val="FF1E00">
                    <a:alpha val="434"/>
                  </a:srgbClr>
                </a:gs>
                <a:gs pos="71429">
                  <a:srgbClr val="FF1E00">
                    <a:alpha val="203"/>
                  </a:srgbClr>
                </a:gs>
                <a:gs pos="85714">
                  <a:srgbClr val="FF1E00">
                    <a:alpha val="80"/>
                  </a:srgbClr>
                </a:gs>
                <a:gs pos="100000">
                  <a:srgbClr val="FF1E00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-9728592">
              <a:off x="-199881" y="1576742"/>
              <a:ext cx="508255" cy="434795"/>
            </a:xfrm>
            <a:prstGeom prst="ellipse">
              <a:avLst/>
            </a:prstGeom>
            <a:gradFill>
              <a:gsLst>
                <a:gs pos="0">
                  <a:srgbClr val="957658">
                    <a:alpha val="4083"/>
                  </a:srgbClr>
                </a:gs>
                <a:gs pos="14286">
                  <a:srgbClr val="957658">
                    <a:alpha val="3759"/>
                  </a:srgbClr>
                </a:gs>
                <a:gs pos="28571">
                  <a:srgbClr val="957658">
                    <a:alpha val="2931"/>
                  </a:srgbClr>
                </a:gs>
                <a:gs pos="42857">
                  <a:srgbClr val="957658">
                    <a:alpha val="1933"/>
                  </a:srgbClr>
                </a:gs>
                <a:gs pos="57143">
                  <a:srgbClr val="957658">
                    <a:alpha val="1075"/>
                  </a:srgbClr>
                </a:gs>
                <a:gs pos="71429">
                  <a:srgbClr val="957658">
                    <a:alpha val="505"/>
                  </a:srgbClr>
                </a:gs>
                <a:gs pos="85714">
                  <a:srgbClr val="957658">
                    <a:alpha val="200"/>
                  </a:srgbClr>
                </a:gs>
                <a:gs pos="100000">
                  <a:srgbClr val="957658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-9363371">
              <a:off x="1854175" y="180075"/>
              <a:ext cx="444823" cy="741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-8175909">
              <a:off x="1057286" y="945079"/>
              <a:ext cx="414290" cy="964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9817804">
              <a:off x="793248" y="219626"/>
              <a:ext cx="424820" cy="274028"/>
            </a:xfrm>
            <a:prstGeom prst="ellipse">
              <a:avLst/>
            </a:prstGeom>
            <a:gradFill>
              <a:gsLst>
                <a:gs pos="0">
                  <a:srgbClr val="D4D175">
                    <a:alpha val="3828"/>
                  </a:srgbClr>
                </a:gs>
                <a:gs pos="14286">
                  <a:srgbClr val="D4D175">
                    <a:alpha val="3524"/>
                  </a:srgbClr>
                </a:gs>
                <a:gs pos="28571">
                  <a:srgbClr val="D4D175">
                    <a:alpha val="2747"/>
                  </a:srgbClr>
                </a:gs>
                <a:gs pos="42857">
                  <a:srgbClr val="D4D175">
                    <a:alpha val="1811"/>
                  </a:srgbClr>
                </a:gs>
                <a:gs pos="57143">
                  <a:srgbClr val="D4D175">
                    <a:alpha val="1007"/>
                  </a:srgbClr>
                </a:gs>
                <a:gs pos="71429">
                  <a:srgbClr val="D4D175">
                    <a:alpha val="473"/>
                  </a:srgbClr>
                </a:gs>
                <a:gs pos="85714">
                  <a:srgbClr val="D4D175">
                    <a:alpha val="187"/>
                  </a:srgbClr>
                </a:gs>
                <a:gs pos="100000">
                  <a:srgbClr val="D4D175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400000">
              <a:off x="1481349" y="2273338"/>
              <a:ext cx="62099" cy="62099"/>
            </a:xfrm>
            <a:prstGeom prst="ellipse">
              <a:avLst/>
            </a:prstGeom>
            <a:gradFill>
              <a:gsLst>
                <a:gs pos="0">
                  <a:srgbClr val="E69E6D">
                    <a:alpha val="13279"/>
                  </a:srgbClr>
                </a:gs>
                <a:gs pos="14286">
                  <a:srgbClr val="E69E6D">
                    <a:alpha val="12274"/>
                  </a:srgbClr>
                </a:gs>
                <a:gs pos="28571">
                  <a:srgbClr val="E69E6D">
                    <a:alpha val="9668"/>
                  </a:srgbClr>
                </a:gs>
                <a:gs pos="42857">
                  <a:srgbClr val="E69E6D">
                    <a:alpha val="6452"/>
                  </a:srgbClr>
                </a:gs>
                <a:gs pos="57143">
                  <a:srgbClr val="E69E6D">
                    <a:alpha val="3628"/>
                  </a:srgbClr>
                </a:gs>
                <a:gs pos="71429">
                  <a:srgbClr val="E69E6D">
                    <a:alpha val="1715"/>
                  </a:srgbClr>
                </a:gs>
                <a:gs pos="85714">
                  <a:srgbClr val="E69E6D">
                    <a:alpha val="682"/>
                  </a:srgbClr>
                </a:gs>
                <a:gs pos="100000">
                  <a:srgbClr val="E69E6D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3362568">
              <a:off x="1257314" y="65216"/>
              <a:ext cx="474174" cy="416493"/>
            </a:xfrm>
            <a:prstGeom prst="ellipse">
              <a:avLst/>
            </a:prstGeom>
            <a:gradFill>
              <a:gsLst>
                <a:gs pos="0">
                  <a:srgbClr val="FFDD00">
                    <a:alpha val="3531"/>
                  </a:srgbClr>
                </a:gs>
                <a:gs pos="14286">
                  <a:srgbClr val="FFDD00">
                    <a:alpha val="3250"/>
                  </a:srgbClr>
                </a:gs>
                <a:gs pos="28571">
                  <a:srgbClr val="FFDD00">
                    <a:alpha val="2533"/>
                  </a:srgbClr>
                </a:gs>
                <a:gs pos="42857">
                  <a:srgbClr val="FFDD00">
                    <a:alpha val="1669"/>
                  </a:srgbClr>
                </a:gs>
                <a:gs pos="57143">
                  <a:srgbClr val="FFDD00">
                    <a:alpha val="928"/>
                  </a:srgbClr>
                </a:gs>
                <a:gs pos="71429">
                  <a:srgbClr val="FFDD00">
                    <a:alpha val="435"/>
                  </a:srgbClr>
                </a:gs>
                <a:gs pos="85714">
                  <a:srgbClr val="FFDD00">
                    <a:alpha val="172"/>
                  </a:srgbClr>
                </a:gs>
                <a:gs pos="100000">
                  <a:srgbClr val="FFDD0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5328561">
              <a:off x="-342204" y="549142"/>
              <a:ext cx="685590" cy="427312"/>
            </a:xfrm>
            <a:prstGeom prst="ellipse">
              <a:avLst/>
            </a:prstGeom>
            <a:gradFill>
              <a:gsLst>
                <a:gs pos="0">
                  <a:srgbClr val="3C0000">
                    <a:alpha val="28605"/>
                  </a:srgbClr>
                </a:gs>
                <a:gs pos="14286">
                  <a:srgbClr val="3C0000">
                    <a:alpha val="26632"/>
                  </a:srgbClr>
                </a:gs>
                <a:gs pos="28571">
                  <a:srgbClr val="3C0000">
                    <a:alpha val="21373"/>
                  </a:srgbClr>
                </a:gs>
                <a:gs pos="42857">
                  <a:srgbClr val="3C0000">
                    <a:alpha val="14591"/>
                  </a:srgbClr>
                </a:gs>
                <a:gs pos="57143">
                  <a:srgbClr val="3C0000">
                    <a:alpha val="8368"/>
                  </a:srgbClr>
                </a:gs>
                <a:gs pos="71429">
                  <a:srgbClr val="3C0000">
                    <a:alpha val="4008"/>
                  </a:srgbClr>
                </a:gs>
                <a:gs pos="85714">
                  <a:srgbClr val="3C0000">
                    <a:alpha val="1605"/>
                  </a:srgbClr>
                </a:gs>
                <a:gs pos="100000">
                  <a:srgbClr val="3C0000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3434527">
              <a:off x="793214" y="694212"/>
              <a:ext cx="497825" cy="286262"/>
            </a:xfrm>
            <a:prstGeom prst="ellipse">
              <a:avLst/>
            </a:prstGeom>
            <a:gradFill>
              <a:gsLst>
                <a:gs pos="0">
                  <a:srgbClr val="EF0000">
                    <a:alpha val="13403"/>
                  </a:srgbClr>
                </a:gs>
                <a:gs pos="14286">
                  <a:srgbClr val="EF0000">
                    <a:alpha val="12390"/>
                  </a:srgbClr>
                </a:gs>
                <a:gs pos="28571">
                  <a:srgbClr val="EF0000">
                    <a:alpha val="9760"/>
                  </a:srgbClr>
                </a:gs>
                <a:gs pos="42857">
                  <a:srgbClr val="EF0000">
                    <a:alpha val="6514"/>
                  </a:srgbClr>
                </a:gs>
                <a:gs pos="57143">
                  <a:srgbClr val="EF0000">
                    <a:alpha val="3664"/>
                  </a:srgbClr>
                </a:gs>
                <a:gs pos="71429">
                  <a:srgbClr val="EF0000">
                    <a:alpha val="1732"/>
                  </a:srgbClr>
                </a:gs>
                <a:gs pos="85714">
                  <a:srgbClr val="EF0000">
                    <a:alpha val="689"/>
                  </a:srgbClr>
                </a:gs>
                <a:gs pos="100000">
                  <a:srgbClr val="EF0000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10441331">
              <a:off x="1062373" y="704636"/>
              <a:ext cx="430040" cy="420556"/>
            </a:xfrm>
            <a:prstGeom prst="ellipse">
              <a:avLst/>
            </a:prstGeom>
            <a:gradFill>
              <a:gsLst>
                <a:gs pos="0">
                  <a:srgbClr val="FF0000">
                    <a:alpha val="2372"/>
                  </a:srgbClr>
                </a:gs>
                <a:gs pos="14286">
                  <a:srgbClr val="FF0000">
                    <a:alpha val="2182"/>
                  </a:srgbClr>
                </a:gs>
                <a:gs pos="28571">
                  <a:srgbClr val="FF0000">
                    <a:alpha val="1699"/>
                  </a:srgbClr>
                </a:gs>
                <a:gs pos="42857">
                  <a:srgbClr val="FF0000">
                    <a:alpha val="1118"/>
                  </a:srgbClr>
                </a:gs>
                <a:gs pos="57143">
                  <a:srgbClr val="FF0000">
                    <a:alpha val="621"/>
                  </a:srgbClr>
                </a:gs>
                <a:gs pos="71429">
                  <a:srgbClr val="FF0000">
                    <a:alpha val="291"/>
                  </a:srgbClr>
                </a:gs>
                <a:gs pos="85714">
                  <a:srgbClr val="FF0000">
                    <a:alpha val="115"/>
                  </a:srgbClr>
                </a:gs>
                <a:gs pos="100000">
                  <a:srgbClr val="FF0000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8944687">
              <a:off x="-214095" y="1437938"/>
              <a:ext cx="707246" cy="28880"/>
            </a:xfrm>
            <a:prstGeom prst="ellipse">
              <a:avLst/>
            </a:prstGeom>
            <a:gradFill>
              <a:gsLst>
                <a:gs pos="0">
                  <a:srgbClr val="9E0000">
                    <a:alpha val="32968"/>
                  </a:srgbClr>
                </a:gs>
                <a:gs pos="14286">
                  <a:srgbClr val="9E0000">
                    <a:alpha val="30764"/>
                  </a:srgbClr>
                </a:gs>
                <a:gs pos="28571">
                  <a:srgbClr val="9E0000">
                    <a:alpha val="24833"/>
                  </a:srgbClr>
                </a:gs>
                <a:gs pos="42857">
                  <a:srgbClr val="9E0000">
                    <a:alpha val="17075"/>
                  </a:srgbClr>
                </a:gs>
                <a:gs pos="57143">
                  <a:srgbClr val="9E0000">
                    <a:alpha val="9855"/>
                  </a:srgbClr>
                </a:gs>
                <a:gs pos="71429">
                  <a:srgbClr val="9E0000">
                    <a:alpha val="4740"/>
                  </a:srgbClr>
                </a:gs>
                <a:gs pos="85714">
                  <a:srgbClr val="9E0000">
                    <a:alpha val="1902"/>
                  </a:srgbClr>
                </a:gs>
                <a:gs pos="100000">
                  <a:srgbClr val="9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-10247734">
              <a:off x="1639316" y="116968"/>
              <a:ext cx="467818" cy="717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5400000">
              <a:off x="2115773" y="1941224"/>
              <a:ext cx="60331" cy="60331"/>
            </a:xfrm>
            <a:prstGeom prst="ellipse">
              <a:avLst/>
            </a:prstGeom>
            <a:gradFill>
              <a:gsLst>
                <a:gs pos="0">
                  <a:srgbClr val="BE9174">
                    <a:alpha val="13755"/>
                  </a:srgbClr>
                </a:gs>
                <a:gs pos="14286">
                  <a:srgbClr val="BE9174">
                    <a:alpha val="12716"/>
                  </a:srgbClr>
                </a:gs>
                <a:gs pos="28571">
                  <a:srgbClr val="BE9174">
                    <a:alpha val="10022"/>
                  </a:srgbClr>
                </a:gs>
                <a:gs pos="42857">
                  <a:srgbClr val="BE9174">
                    <a:alpha val="6692"/>
                  </a:srgbClr>
                </a:gs>
                <a:gs pos="57143">
                  <a:srgbClr val="BE9174">
                    <a:alpha val="3765"/>
                  </a:srgbClr>
                </a:gs>
                <a:gs pos="71429">
                  <a:srgbClr val="BE9174">
                    <a:alpha val="1781"/>
                  </a:srgbClr>
                </a:gs>
                <a:gs pos="85714">
                  <a:srgbClr val="BE9174">
                    <a:alpha val="708"/>
                  </a:srgbClr>
                </a:gs>
                <a:gs pos="100000">
                  <a:srgbClr val="BE9174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4931269">
              <a:off x="898792" y="636799"/>
              <a:ext cx="466344" cy="134574"/>
            </a:xfrm>
            <a:prstGeom prst="ellipse">
              <a:avLst/>
            </a:prstGeom>
            <a:gradFill>
              <a:gsLst>
                <a:gs pos="0">
                  <a:srgbClr val="FFF9FF">
                    <a:alpha val="32968"/>
                  </a:srgbClr>
                </a:gs>
                <a:gs pos="14286">
                  <a:srgbClr val="FFF9FF">
                    <a:alpha val="30764"/>
                  </a:srgbClr>
                </a:gs>
                <a:gs pos="28571">
                  <a:srgbClr val="FFF9FF">
                    <a:alpha val="24833"/>
                  </a:srgbClr>
                </a:gs>
                <a:gs pos="42857">
                  <a:srgbClr val="FFF9FF">
                    <a:alpha val="17075"/>
                  </a:srgbClr>
                </a:gs>
                <a:gs pos="57143">
                  <a:srgbClr val="FFF9FF">
                    <a:alpha val="9855"/>
                  </a:srgbClr>
                </a:gs>
                <a:gs pos="71429">
                  <a:srgbClr val="FFF9FF">
                    <a:alpha val="4740"/>
                  </a:srgbClr>
                </a:gs>
                <a:gs pos="85714">
                  <a:srgbClr val="FFF9FF">
                    <a:alpha val="1902"/>
                  </a:srgbClr>
                </a:gs>
                <a:gs pos="100000">
                  <a:srgbClr val="FF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8786722">
              <a:off x="2083089" y="1063489"/>
              <a:ext cx="300934" cy="81043"/>
            </a:xfrm>
            <a:prstGeom prst="ellipse">
              <a:avLst/>
            </a:prstGeom>
            <a:gradFill>
              <a:gsLst>
                <a:gs pos="0">
                  <a:srgbClr val="FFFFE1">
                    <a:alpha val="32968"/>
                  </a:srgbClr>
                </a:gs>
                <a:gs pos="14286">
                  <a:srgbClr val="FFFFE1">
                    <a:alpha val="30764"/>
                  </a:srgbClr>
                </a:gs>
                <a:gs pos="28571">
                  <a:srgbClr val="FFFFE1">
                    <a:alpha val="24833"/>
                  </a:srgbClr>
                </a:gs>
                <a:gs pos="42857">
                  <a:srgbClr val="FFFFE1">
                    <a:alpha val="17075"/>
                  </a:srgbClr>
                </a:gs>
                <a:gs pos="57143">
                  <a:srgbClr val="FFFFE1">
                    <a:alpha val="9855"/>
                  </a:srgbClr>
                </a:gs>
                <a:gs pos="71429">
                  <a:srgbClr val="FFFFE1">
                    <a:alpha val="4740"/>
                  </a:srgbClr>
                </a:gs>
                <a:gs pos="85714">
                  <a:srgbClr val="FFFFE1">
                    <a:alpha val="1902"/>
                  </a:srgbClr>
                </a:gs>
                <a:gs pos="100000">
                  <a:srgbClr val="FFFF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7529919">
              <a:off x="2040914" y="919389"/>
              <a:ext cx="466020" cy="116042"/>
            </a:xfrm>
            <a:prstGeom prst="ellipse">
              <a:avLst/>
            </a:prstGeom>
            <a:gradFill>
              <a:gsLst>
                <a:gs pos="0">
                  <a:srgbClr val="E4FF00">
                    <a:alpha val="6081"/>
                  </a:srgbClr>
                </a:gs>
                <a:gs pos="14286">
                  <a:srgbClr val="E4FF00">
                    <a:alpha val="5603"/>
                  </a:srgbClr>
                </a:gs>
                <a:gs pos="28571">
                  <a:srgbClr val="E4FF00">
                    <a:alpha val="4378"/>
                  </a:srgbClr>
                </a:gs>
                <a:gs pos="42857">
                  <a:srgbClr val="E4FF00">
                    <a:alpha val="2894"/>
                  </a:srgbClr>
                </a:gs>
                <a:gs pos="57143">
                  <a:srgbClr val="E4FF00">
                    <a:alpha val="1614"/>
                  </a:srgbClr>
                </a:gs>
                <a:gs pos="71429">
                  <a:srgbClr val="E4FF00">
                    <a:alpha val="759"/>
                  </a:srgbClr>
                </a:gs>
                <a:gs pos="85714">
                  <a:srgbClr val="E4FF00">
                    <a:alpha val="301"/>
                  </a:srgbClr>
                </a:gs>
                <a:gs pos="100000">
                  <a:srgbClr val="E4FF00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10127964">
              <a:off x="1334421" y="123723"/>
              <a:ext cx="449518" cy="856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-8913528">
              <a:off x="599706" y="2062436"/>
              <a:ext cx="640851" cy="34486"/>
            </a:xfrm>
            <a:prstGeom prst="ellipse">
              <a:avLst/>
            </a:prstGeom>
            <a:gradFill>
              <a:gsLst>
                <a:gs pos="0">
                  <a:srgbClr val="AC0000">
                    <a:alpha val="32968"/>
                  </a:srgbClr>
                </a:gs>
                <a:gs pos="14286">
                  <a:srgbClr val="AC0000">
                    <a:alpha val="30764"/>
                  </a:srgbClr>
                </a:gs>
                <a:gs pos="28571">
                  <a:srgbClr val="AC0000">
                    <a:alpha val="24833"/>
                  </a:srgbClr>
                </a:gs>
                <a:gs pos="42857">
                  <a:srgbClr val="AC0000">
                    <a:alpha val="17075"/>
                  </a:srgbClr>
                </a:gs>
                <a:gs pos="57143">
                  <a:srgbClr val="AC0000">
                    <a:alpha val="9855"/>
                  </a:srgbClr>
                </a:gs>
                <a:gs pos="71429">
                  <a:srgbClr val="AC0000">
                    <a:alpha val="4740"/>
                  </a:srgbClr>
                </a:gs>
                <a:gs pos="85714">
                  <a:srgbClr val="AC0000">
                    <a:alpha val="1902"/>
                  </a:srgbClr>
                </a:gs>
                <a:gs pos="100000">
                  <a:srgbClr val="A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3473904">
              <a:off x="1043900" y="1430292"/>
              <a:ext cx="500580" cy="362353"/>
            </a:xfrm>
            <a:prstGeom prst="ellipse">
              <a:avLst/>
            </a:prstGeom>
            <a:gradFill>
              <a:gsLst>
                <a:gs pos="0">
                  <a:srgbClr val="FF0000">
                    <a:alpha val="16072"/>
                  </a:srgbClr>
                </a:gs>
                <a:gs pos="14286">
                  <a:srgbClr val="FF0000">
                    <a:alpha val="14874"/>
                  </a:srgbClr>
                </a:gs>
                <a:gs pos="28571">
                  <a:srgbClr val="FF0000">
                    <a:alpha val="11753"/>
                  </a:srgbClr>
                </a:gs>
                <a:gs pos="42857">
                  <a:srgbClr val="FF0000">
                    <a:alpha val="7874"/>
                  </a:srgbClr>
                </a:gs>
                <a:gs pos="57143">
                  <a:srgbClr val="FF0000">
                    <a:alpha val="4443"/>
                  </a:srgbClr>
                </a:gs>
                <a:gs pos="71429">
                  <a:srgbClr val="FF0000">
                    <a:alpha val="2105"/>
                  </a:srgbClr>
                </a:gs>
                <a:gs pos="85714">
                  <a:srgbClr val="FF0000">
                    <a:alpha val="838"/>
                  </a:srgbClr>
                </a:gs>
                <a:gs pos="100000">
                  <a:srgbClr val="FF000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5400000">
              <a:off x="1429992" y="1769565"/>
              <a:ext cx="61245" cy="61245"/>
            </a:xfrm>
            <a:prstGeom prst="ellipse">
              <a:avLst/>
            </a:prstGeom>
            <a:gradFill>
              <a:gsLst>
                <a:gs pos="0">
                  <a:srgbClr val="B86748">
                    <a:alpha val="13509"/>
                  </a:srgbClr>
                </a:gs>
                <a:gs pos="14286">
                  <a:srgbClr val="B86748">
                    <a:alpha val="12488"/>
                  </a:srgbClr>
                </a:gs>
                <a:gs pos="28571">
                  <a:srgbClr val="B86748">
                    <a:alpha val="9839"/>
                  </a:srgbClr>
                </a:gs>
                <a:gs pos="42857">
                  <a:srgbClr val="B86748">
                    <a:alpha val="6568"/>
                  </a:srgbClr>
                </a:gs>
                <a:gs pos="57143">
                  <a:srgbClr val="B86748">
                    <a:alpha val="3694"/>
                  </a:srgbClr>
                </a:gs>
                <a:gs pos="71429">
                  <a:srgbClr val="B86748">
                    <a:alpha val="1747"/>
                  </a:srgbClr>
                </a:gs>
                <a:gs pos="85714">
                  <a:srgbClr val="B86748">
                    <a:alpha val="694"/>
                  </a:srgbClr>
                </a:gs>
                <a:gs pos="100000">
                  <a:srgbClr val="B86748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9630222">
              <a:off x="1906954" y="1183398"/>
              <a:ext cx="355722" cy="37135"/>
            </a:xfrm>
            <a:prstGeom prst="ellipse">
              <a:avLst/>
            </a:prstGeom>
            <a:gradFill>
              <a:gsLst>
                <a:gs pos="0">
                  <a:srgbClr val="FFFFCB">
                    <a:alpha val="32968"/>
                  </a:srgbClr>
                </a:gs>
                <a:gs pos="14286">
                  <a:srgbClr val="FFFFCB">
                    <a:alpha val="30764"/>
                  </a:srgbClr>
                </a:gs>
                <a:gs pos="28571">
                  <a:srgbClr val="FFFFCB">
                    <a:alpha val="24833"/>
                  </a:srgbClr>
                </a:gs>
                <a:gs pos="42857">
                  <a:srgbClr val="FFFFCB">
                    <a:alpha val="17075"/>
                  </a:srgbClr>
                </a:gs>
                <a:gs pos="57143">
                  <a:srgbClr val="FFFFCB">
                    <a:alpha val="9855"/>
                  </a:srgbClr>
                </a:gs>
                <a:gs pos="71429">
                  <a:srgbClr val="FFFFCB">
                    <a:alpha val="4740"/>
                  </a:srgbClr>
                </a:gs>
                <a:gs pos="85714">
                  <a:srgbClr val="FFFFCB">
                    <a:alpha val="1902"/>
                  </a:srgbClr>
                </a:gs>
                <a:gs pos="100000">
                  <a:srgbClr val="FFFF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-10344518">
              <a:off x="871387" y="16259"/>
              <a:ext cx="457556" cy="262814"/>
            </a:xfrm>
            <a:prstGeom prst="ellipse">
              <a:avLst/>
            </a:prstGeom>
            <a:gradFill>
              <a:gsLst>
                <a:gs pos="0">
                  <a:srgbClr val="370024">
                    <a:alpha val="22701"/>
                  </a:srgbClr>
                </a:gs>
                <a:gs pos="14286">
                  <a:srgbClr val="370024">
                    <a:alpha val="21074"/>
                  </a:srgbClr>
                </a:gs>
                <a:gs pos="28571">
                  <a:srgbClr val="370024">
                    <a:alpha val="16786"/>
                  </a:srgbClr>
                </a:gs>
                <a:gs pos="42857">
                  <a:srgbClr val="370024">
                    <a:alpha val="11355"/>
                  </a:srgbClr>
                </a:gs>
                <a:gs pos="57143">
                  <a:srgbClr val="370024">
                    <a:alpha val="6460"/>
                  </a:srgbClr>
                </a:gs>
                <a:gs pos="71429">
                  <a:srgbClr val="370024">
                    <a:alpha val="3078"/>
                  </a:srgbClr>
                </a:gs>
                <a:gs pos="85714">
                  <a:srgbClr val="370024">
                    <a:alpha val="1229"/>
                  </a:srgbClr>
                </a:gs>
                <a:gs pos="100000">
                  <a:srgbClr val="370024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10791152">
              <a:off x="3322403" y="701045"/>
              <a:ext cx="418689" cy="410185"/>
            </a:xfrm>
            <a:prstGeom prst="ellipse">
              <a:avLst/>
            </a:prstGeom>
            <a:gradFill>
              <a:gsLst>
                <a:gs pos="0">
                  <a:srgbClr val="F87E00">
                    <a:alpha val="2968"/>
                  </a:srgbClr>
                </a:gs>
                <a:gs pos="14286">
                  <a:srgbClr val="F87E00">
                    <a:alpha val="2731"/>
                  </a:srgbClr>
                </a:gs>
                <a:gs pos="28571">
                  <a:srgbClr val="F87E00">
                    <a:alpha val="2127"/>
                  </a:srgbClr>
                </a:gs>
                <a:gs pos="42857">
                  <a:srgbClr val="F87E00">
                    <a:alpha val="1400"/>
                  </a:srgbClr>
                </a:gs>
                <a:gs pos="57143">
                  <a:srgbClr val="F87E00">
                    <a:alpha val="778"/>
                  </a:srgbClr>
                </a:gs>
                <a:gs pos="71429">
                  <a:srgbClr val="F87E00">
                    <a:alpha val="365"/>
                  </a:srgbClr>
                </a:gs>
                <a:gs pos="85714">
                  <a:srgbClr val="F87E00">
                    <a:alpha val="145"/>
                  </a:srgbClr>
                </a:gs>
                <a:gs pos="100000">
                  <a:srgbClr val="F87E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3719792">
              <a:off x="780810" y="887270"/>
              <a:ext cx="607126" cy="228171"/>
            </a:xfrm>
            <a:prstGeom prst="ellipse">
              <a:avLst/>
            </a:prstGeom>
            <a:gradFill>
              <a:gsLst>
                <a:gs pos="0">
                  <a:srgbClr val="8E0000">
                    <a:alpha val="32968"/>
                  </a:srgbClr>
                </a:gs>
                <a:gs pos="14286">
                  <a:srgbClr val="8E0000">
                    <a:alpha val="30764"/>
                  </a:srgbClr>
                </a:gs>
                <a:gs pos="28571">
                  <a:srgbClr val="8E0000">
                    <a:alpha val="24833"/>
                  </a:srgbClr>
                </a:gs>
                <a:gs pos="42857">
                  <a:srgbClr val="8E0000">
                    <a:alpha val="17075"/>
                  </a:srgbClr>
                </a:gs>
                <a:gs pos="57143">
                  <a:srgbClr val="8E0000">
                    <a:alpha val="9855"/>
                  </a:srgbClr>
                </a:gs>
                <a:gs pos="71429">
                  <a:srgbClr val="8E0000">
                    <a:alpha val="4740"/>
                  </a:srgbClr>
                </a:gs>
                <a:gs pos="85714">
                  <a:srgbClr val="8E0000">
                    <a:alpha val="1902"/>
                  </a:srgbClr>
                </a:gs>
                <a:gs pos="100000">
                  <a:srgbClr val="8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5400000">
              <a:off x="789018" y="1941649"/>
              <a:ext cx="62889" cy="62889"/>
            </a:xfrm>
            <a:prstGeom prst="ellipse">
              <a:avLst/>
            </a:prstGeom>
            <a:gradFill>
              <a:gsLst>
                <a:gs pos="0">
                  <a:srgbClr val="F1A36B">
                    <a:alpha val="13066"/>
                  </a:srgbClr>
                </a:gs>
                <a:gs pos="14286">
                  <a:srgbClr val="F1A36B">
                    <a:alpha val="12076"/>
                  </a:srgbClr>
                </a:gs>
                <a:gs pos="28571">
                  <a:srgbClr val="F1A36B">
                    <a:alpha val="9509"/>
                  </a:srgbClr>
                </a:gs>
                <a:gs pos="42857">
                  <a:srgbClr val="F1A36B">
                    <a:alpha val="6344"/>
                  </a:srgbClr>
                </a:gs>
                <a:gs pos="57143">
                  <a:srgbClr val="F1A36B">
                    <a:alpha val="3567"/>
                  </a:srgbClr>
                </a:gs>
                <a:gs pos="71429">
                  <a:srgbClr val="F1A36B">
                    <a:alpha val="1686"/>
                  </a:srgbClr>
                </a:gs>
                <a:gs pos="85714">
                  <a:srgbClr val="F1A36B">
                    <a:alpha val="670"/>
                  </a:srgbClr>
                </a:gs>
                <a:gs pos="100000">
                  <a:srgbClr val="F1A36B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8585385">
              <a:off x="1451796" y="484248"/>
              <a:ext cx="627590" cy="480902"/>
            </a:xfrm>
            <a:prstGeom prst="ellipse">
              <a:avLst/>
            </a:prstGeom>
            <a:gradFill>
              <a:gsLst>
                <a:gs pos="0">
                  <a:srgbClr val="FF1A00">
                    <a:alpha val="5996"/>
                  </a:srgbClr>
                </a:gs>
                <a:gs pos="14286">
                  <a:srgbClr val="FF1A00">
                    <a:alpha val="5525"/>
                  </a:srgbClr>
                </a:gs>
                <a:gs pos="28571">
                  <a:srgbClr val="FF1A00">
                    <a:alpha val="4317"/>
                  </a:srgbClr>
                </a:gs>
                <a:gs pos="42857">
                  <a:srgbClr val="FF1A00">
                    <a:alpha val="2853"/>
                  </a:srgbClr>
                </a:gs>
                <a:gs pos="57143">
                  <a:srgbClr val="FF1A00">
                    <a:alpha val="1591"/>
                  </a:srgbClr>
                </a:gs>
                <a:gs pos="71429">
                  <a:srgbClr val="FF1A00">
                    <a:alpha val="748"/>
                  </a:srgbClr>
                </a:gs>
                <a:gs pos="85714">
                  <a:srgbClr val="FF1A00">
                    <a:alpha val="296"/>
                  </a:srgbClr>
                </a:gs>
                <a:gs pos="100000">
                  <a:srgbClr val="FF1A0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5273490">
              <a:off x="2772571" y="1232371"/>
              <a:ext cx="500510" cy="321251"/>
            </a:xfrm>
            <a:prstGeom prst="ellipse">
              <a:avLst/>
            </a:prstGeom>
            <a:gradFill>
              <a:gsLst>
                <a:gs pos="0">
                  <a:srgbClr val="D08A69">
                    <a:alpha val="32968"/>
                  </a:srgbClr>
                </a:gs>
                <a:gs pos="14286">
                  <a:srgbClr val="D08A69">
                    <a:alpha val="30764"/>
                  </a:srgbClr>
                </a:gs>
                <a:gs pos="28571">
                  <a:srgbClr val="D08A69">
                    <a:alpha val="24833"/>
                  </a:srgbClr>
                </a:gs>
                <a:gs pos="42857">
                  <a:srgbClr val="D08A69">
                    <a:alpha val="17075"/>
                  </a:srgbClr>
                </a:gs>
                <a:gs pos="57143">
                  <a:srgbClr val="D08A69">
                    <a:alpha val="9855"/>
                  </a:srgbClr>
                </a:gs>
                <a:gs pos="71429">
                  <a:srgbClr val="D08A69">
                    <a:alpha val="4740"/>
                  </a:srgbClr>
                </a:gs>
                <a:gs pos="85714">
                  <a:srgbClr val="D08A69">
                    <a:alpha val="1902"/>
                  </a:srgbClr>
                </a:gs>
                <a:gs pos="100000">
                  <a:srgbClr val="D08A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5400000">
              <a:off x="-19127" y="2118940"/>
              <a:ext cx="61965" cy="61965"/>
            </a:xfrm>
            <a:prstGeom prst="ellipse">
              <a:avLst/>
            </a:prstGeom>
            <a:gradFill>
              <a:gsLst>
                <a:gs pos="0">
                  <a:srgbClr val="E9B78A">
                    <a:alpha val="13315"/>
                  </a:srgbClr>
                </a:gs>
                <a:gs pos="14286">
                  <a:srgbClr val="E9B78A">
                    <a:alpha val="12308"/>
                  </a:srgbClr>
                </a:gs>
                <a:gs pos="28571">
                  <a:srgbClr val="E9B78A">
                    <a:alpha val="9695"/>
                  </a:srgbClr>
                </a:gs>
                <a:gs pos="42857">
                  <a:srgbClr val="E9B78A">
                    <a:alpha val="6470"/>
                  </a:srgbClr>
                </a:gs>
                <a:gs pos="57143">
                  <a:srgbClr val="E9B78A">
                    <a:alpha val="3638"/>
                  </a:srgbClr>
                </a:gs>
                <a:gs pos="71429">
                  <a:srgbClr val="E9B78A">
                    <a:alpha val="1720"/>
                  </a:srgbClr>
                </a:gs>
                <a:gs pos="85714">
                  <a:srgbClr val="E9B78A">
                    <a:alpha val="684"/>
                  </a:srgbClr>
                </a:gs>
                <a:gs pos="100000">
                  <a:srgbClr val="E9B78A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4281851">
              <a:off x="421511" y="472543"/>
              <a:ext cx="452926" cy="299895"/>
            </a:xfrm>
            <a:prstGeom prst="ellipse">
              <a:avLst/>
            </a:prstGeom>
            <a:gradFill>
              <a:gsLst>
                <a:gs pos="0">
                  <a:srgbClr val="BA2F00">
                    <a:alpha val="22459"/>
                  </a:srgbClr>
                </a:gs>
                <a:gs pos="14286">
                  <a:srgbClr val="BA2F00">
                    <a:alpha val="20847"/>
                  </a:srgbClr>
                </a:gs>
                <a:gs pos="28571">
                  <a:srgbClr val="BA2F00">
                    <a:alpha val="16600"/>
                  </a:srgbClr>
                </a:gs>
                <a:gs pos="42857">
                  <a:srgbClr val="BA2F00">
                    <a:alpha val="11225"/>
                  </a:srgbClr>
                </a:gs>
                <a:gs pos="57143">
                  <a:srgbClr val="BA2F00">
                    <a:alpha val="6384"/>
                  </a:srgbClr>
                </a:gs>
                <a:gs pos="71429">
                  <a:srgbClr val="BA2F00">
                    <a:alpha val="3041"/>
                  </a:srgbClr>
                </a:gs>
                <a:gs pos="85714">
                  <a:srgbClr val="BA2F00">
                    <a:alpha val="1214"/>
                  </a:srgbClr>
                </a:gs>
                <a:gs pos="100000">
                  <a:srgbClr val="BA2F00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400000">
              <a:off x="2405264" y="546266"/>
              <a:ext cx="65144" cy="65144"/>
            </a:xfrm>
            <a:prstGeom prst="ellipse">
              <a:avLst/>
            </a:prstGeom>
            <a:gradFill>
              <a:gsLst>
                <a:gs pos="0">
                  <a:srgbClr val="F5F7F8">
                    <a:alpha val="12453"/>
                  </a:srgbClr>
                </a:gs>
                <a:gs pos="14286">
                  <a:srgbClr val="F5F7F8">
                    <a:alpha val="11507"/>
                  </a:srgbClr>
                </a:gs>
                <a:gs pos="28571">
                  <a:srgbClr val="F5F7F8">
                    <a:alpha val="9055"/>
                  </a:srgbClr>
                </a:gs>
                <a:gs pos="42857">
                  <a:srgbClr val="F5F7F8">
                    <a:alpha val="6036"/>
                  </a:srgbClr>
                </a:gs>
                <a:gs pos="57143">
                  <a:srgbClr val="F5F7F8">
                    <a:alpha val="3391"/>
                  </a:srgbClr>
                </a:gs>
                <a:gs pos="71429">
                  <a:srgbClr val="F5F7F8">
                    <a:alpha val="1602"/>
                  </a:srgbClr>
                </a:gs>
                <a:gs pos="85714">
                  <a:srgbClr val="F5F7F8">
                    <a:alpha val="636"/>
                  </a:srgbClr>
                </a:gs>
                <a:gs pos="100000">
                  <a:srgbClr val="F5F7F8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-9319147">
              <a:off x="3404683" y="508285"/>
              <a:ext cx="444586" cy="304139"/>
            </a:xfrm>
            <a:prstGeom prst="ellipse">
              <a:avLst/>
            </a:prstGeom>
            <a:gradFill>
              <a:gsLst>
                <a:gs pos="0">
                  <a:srgbClr val="B40000">
                    <a:alpha val="26329"/>
                  </a:srgbClr>
                </a:gs>
                <a:gs pos="14286">
                  <a:srgbClr val="B40000">
                    <a:alpha val="24486"/>
                  </a:srgbClr>
                </a:gs>
                <a:gs pos="28571">
                  <a:srgbClr val="B40000">
                    <a:alpha val="19593"/>
                  </a:srgbClr>
                </a:gs>
                <a:gs pos="42857">
                  <a:srgbClr val="B40000">
                    <a:alpha val="13328"/>
                  </a:srgbClr>
                </a:gs>
                <a:gs pos="57143">
                  <a:srgbClr val="B40000">
                    <a:alpha val="7620"/>
                  </a:srgbClr>
                </a:gs>
                <a:gs pos="71429">
                  <a:srgbClr val="B40000">
                    <a:alpha val="3642"/>
                  </a:srgbClr>
                </a:gs>
                <a:gs pos="85714">
                  <a:srgbClr val="B40000">
                    <a:alpha val="1456"/>
                  </a:srgbClr>
                </a:gs>
                <a:gs pos="100000">
                  <a:srgbClr val="B40000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5148614">
              <a:off x="2288912" y="327341"/>
              <a:ext cx="426572" cy="236140"/>
            </a:xfrm>
            <a:prstGeom prst="ellipse">
              <a:avLst/>
            </a:prstGeom>
            <a:gradFill>
              <a:gsLst>
                <a:gs pos="0">
                  <a:srgbClr val="004000">
                    <a:alpha val="7898"/>
                  </a:srgbClr>
                </a:gs>
                <a:gs pos="14286">
                  <a:srgbClr val="004000">
                    <a:alpha val="7283"/>
                  </a:srgbClr>
                </a:gs>
                <a:gs pos="28571">
                  <a:srgbClr val="004000">
                    <a:alpha val="5702"/>
                  </a:srgbClr>
                </a:gs>
                <a:gs pos="42857">
                  <a:srgbClr val="004000">
                    <a:alpha val="3778"/>
                  </a:srgbClr>
                </a:gs>
                <a:gs pos="57143">
                  <a:srgbClr val="004000">
                    <a:alpha val="2111"/>
                  </a:srgbClr>
                </a:gs>
                <a:gs pos="71429">
                  <a:srgbClr val="004000">
                    <a:alpha val="994"/>
                  </a:srgbClr>
                </a:gs>
                <a:gs pos="85714">
                  <a:srgbClr val="004000">
                    <a:alpha val="394"/>
                  </a:srgbClr>
                </a:gs>
                <a:gs pos="100000">
                  <a:srgbClr val="004000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-8224301">
              <a:off x="1098353" y="1002122"/>
              <a:ext cx="327571" cy="626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8984884">
              <a:off x="1721280" y="1506691"/>
              <a:ext cx="593320" cy="210416"/>
            </a:xfrm>
            <a:prstGeom prst="ellipse">
              <a:avLst/>
            </a:prstGeom>
            <a:gradFill>
              <a:gsLst>
                <a:gs pos="0">
                  <a:srgbClr val="00001D">
                    <a:alpha val="32968"/>
                  </a:srgbClr>
                </a:gs>
                <a:gs pos="14286">
                  <a:srgbClr val="00001D">
                    <a:alpha val="30764"/>
                  </a:srgbClr>
                </a:gs>
                <a:gs pos="28571">
                  <a:srgbClr val="00001D">
                    <a:alpha val="24833"/>
                  </a:srgbClr>
                </a:gs>
                <a:gs pos="42857">
                  <a:srgbClr val="00001D">
                    <a:alpha val="17075"/>
                  </a:srgbClr>
                </a:gs>
                <a:gs pos="57143">
                  <a:srgbClr val="00001D">
                    <a:alpha val="9855"/>
                  </a:srgbClr>
                </a:gs>
                <a:gs pos="71429">
                  <a:srgbClr val="00001D">
                    <a:alpha val="4740"/>
                  </a:srgbClr>
                </a:gs>
                <a:gs pos="85714">
                  <a:srgbClr val="00001D">
                    <a:alpha val="1902"/>
                  </a:srgbClr>
                </a:gs>
                <a:gs pos="100000">
                  <a:srgbClr val="00001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5400000">
              <a:off x="580090" y="796409"/>
              <a:ext cx="62661" cy="62661"/>
            </a:xfrm>
            <a:prstGeom prst="ellipse">
              <a:avLst/>
            </a:prstGeom>
            <a:gradFill>
              <a:gsLst>
                <a:gs pos="0">
                  <a:srgbClr val="D29477">
                    <a:alpha val="13127"/>
                  </a:srgbClr>
                </a:gs>
                <a:gs pos="14286">
                  <a:srgbClr val="D29477">
                    <a:alpha val="12133"/>
                  </a:srgbClr>
                </a:gs>
                <a:gs pos="28571">
                  <a:srgbClr val="D29477">
                    <a:alpha val="9555"/>
                  </a:srgbClr>
                </a:gs>
                <a:gs pos="42857">
                  <a:srgbClr val="D29477">
                    <a:alpha val="6375"/>
                  </a:srgbClr>
                </a:gs>
                <a:gs pos="57143">
                  <a:srgbClr val="D29477">
                    <a:alpha val="3584"/>
                  </a:srgbClr>
                </a:gs>
                <a:gs pos="71429">
                  <a:srgbClr val="D29477">
                    <a:alpha val="1694"/>
                  </a:srgbClr>
                </a:gs>
                <a:gs pos="85714">
                  <a:srgbClr val="D29477">
                    <a:alpha val="673"/>
                  </a:srgbClr>
                </a:gs>
                <a:gs pos="100000">
                  <a:srgbClr val="D29477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9072550">
              <a:off x="2050972" y="1134216"/>
              <a:ext cx="287276" cy="38050"/>
            </a:xfrm>
            <a:prstGeom prst="ellipse">
              <a:avLst/>
            </a:prstGeom>
            <a:gradFill>
              <a:gsLst>
                <a:gs pos="0">
                  <a:srgbClr val="FFFFCF">
                    <a:alpha val="32968"/>
                  </a:srgbClr>
                </a:gs>
                <a:gs pos="14286">
                  <a:srgbClr val="FFFFCF">
                    <a:alpha val="30764"/>
                  </a:srgbClr>
                </a:gs>
                <a:gs pos="28571">
                  <a:srgbClr val="FFFFCF">
                    <a:alpha val="24833"/>
                  </a:srgbClr>
                </a:gs>
                <a:gs pos="42857">
                  <a:srgbClr val="FFFFCF">
                    <a:alpha val="17075"/>
                  </a:srgbClr>
                </a:gs>
                <a:gs pos="57143">
                  <a:srgbClr val="FFFFCF">
                    <a:alpha val="9855"/>
                  </a:srgbClr>
                </a:gs>
                <a:gs pos="71429">
                  <a:srgbClr val="FFFFCF">
                    <a:alpha val="4740"/>
                  </a:srgbClr>
                </a:gs>
                <a:gs pos="85714">
                  <a:srgbClr val="FFFFCF">
                    <a:alpha val="1902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4346256">
              <a:off x="2457929" y="904932"/>
              <a:ext cx="636898" cy="83717"/>
            </a:xfrm>
            <a:prstGeom prst="ellipse">
              <a:avLst/>
            </a:prstGeom>
            <a:gradFill>
              <a:gsLst>
                <a:gs pos="0">
                  <a:srgbClr val="BF0000">
                    <a:alpha val="32968"/>
                  </a:srgbClr>
                </a:gs>
                <a:gs pos="14286">
                  <a:srgbClr val="BF0000">
                    <a:alpha val="30764"/>
                  </a:srgbClr>
                </a:gs>
                <a:gs pos="28571">
                  <a:srgbClr val="BF0000">
                    <a:alpha val="24833"/>
                  </a:srgbClr>
                </a:gs>
                <a:gs pos="42857">
                  <a:srgbClr val="BF0000">
                    <a:alpha val="17075"/>
                  </a:srgbClr>
                </a:gs>
                <a:gs pos="57143">
                  <a:srgbClr val="BF0000">
                    <a:alpha val="9855"/>
                  </a:srgbClr>
                </a:gs>
                <a:gs pos="71429">
                  <a:srgbClr val="BF0000">
                    <a:alpha val="4740"/>
                  </a:srgbClr>
                </a:gs>
                <a:gs pos="85714">
                  <a:srgbClr val="BF0000">
                    <a:alpha val="1902"/>
                  </a:srgbClr>
                </a:gs>
                <a:gs pos="100000">
                  <a:srgbClr val="B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4327356">
              <a:off x="909154" y="757723"/>
              <a:ext cx="397219" cy="67610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5347684">
              <a:off x="2198845" y="498516"/>
              <a:ext cx="512020" cy="137179"/>
            </a:xfrm>
            <a:prstGeom prst="ellipse">
              <a:avLst/>
            </a:prstGeom>
            <a:gradFill>
              <a:gsLst>
                <a:gs pos="0">
                  <a:srgbClr val="FFFF00">
                    <a:alpha val="6028"/>
                  </a:srgbClr>
                </a:gs>
                <a:gs pos="14286">
                  <a:srgbClr val="FFFF00">
                    <a:alpha val="5554"/>
                  </a:srgbClr>
                </a:gs>
                <a:gs pos="28571">
                  <a:srgbClr val="FFFF00">
                    <a:alpha val="4340"/>
                  </a:srgbClr>
                </a:gs>
                <a:gs pos="42857">
                  <a:srgbClr val="FFFF00">
                    <a:alpha val="2868"/>
                  </a:srgbClr>
                </a:gs>
                <a:gs pos="57143">
                  <a:srgbClr val="FFFF00">
                    <a:alpha val="1600"/>
                  </a:srgbClr>
                </a:gs>
                <a:gs pos="71429">
                  <a:srgbClr val="FFFF00">
                    <a:alpha val="752"/>
                  </a:srgbClr>
                </a:gs>
                <a:gs pos="85714">
                  <a:srgbClr val="FFFF00">
                    <a:alpha val="298"/>
                  </a:srgbClr>
                </a:gs>
                <a:gs pos="100000">
                  <a:srgbClr val="FFFF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400000">
              <a:off x="2910001" y="2043941"/>
              <a:ext cx="63290" cy="63290"/>
            </a:xfrm>
            <a:prstGeom prst="ellipse">
              <a:avLst/>
            </a:prstGeom>
            <a:gradFill>
              <a:gsLst>
                <a:gs pos="0">
                  <a:srgbClr val="C4935F">
                    <a:alpha val="12957"/>
                  </a:srgbClr>
                </a:gs>
                <a:gs pos="14286">
                  <a:srgbClr val="C4935F">
                    <a:alpha val="11975"/>
                  </a:srgbClr>
                </a:gs>
                <a:gs pos="28571">
                  <a:srgbClr val="C4935F">
                    <a:alpha val="9429"/>
                  </a:srgbClr>
                </a:gs>
                <a:gs pos="42857">
                  <a:srgbClr val="C4935F">
                    <a:alpha val="6289"/>
                  </a:srgbClr>
                </a:gs>
                <a:gs pos="57143">
                  <a:srgbClr val="C4935F">
                    <a:alpha val="3535"/>
                  </a:srgbClr>
                </a:gs>
                <a:gs pos="71429">
                  <a:srgbClr val="C4935F">
                    <a:alpha val="1671"/>
                  </a:srgbClr>
                </a:gs>
                <a:gs pos="85714">
                  <a:srgbClr val="C4935F">
                    <a:alpha val="664"/>
                  </a:srgbClr>
                </a:gs>
                <a:gs pos="100000">
                  <a:srgbClr val="C4935F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400000">
              <a:off x="1921872" y="186512"/>
              <a:ext cx="63808" cy="63808"/>
            </a:xfrm>
            <a:prstGeom prst="ellipse">
              <a:avLst/>
            </a:prstGeom>
            <a:gradFill>
              <a:gsLst>
                <a:gs pos="0">
                  <a:srgbClr val="F0E2E4">
                    <a:alpha val="12817"/>
                  </a:srgbClr>
                </a:gs>
                <a:gs pos="14286">
                  <a:srgbClr val="F0E2E4">
                    <a:alpha val="11844"/>
                  </a:srgbClr>
                </a:gs>
                <a:gs pos="28571">
                  <a:srgbClr val="F0E2E4">
                    <a:alpha val="9324"/>
                  </a:srgbClr>
                </a:gs>
                <a:gs pos="42857">
                  <a:srgbClr val="F0E2E4">
                    <a:alpha val="6218"/>
                  </a:srgbClr>
                </a:gs>
                <a:gs pos="57143">
                  <a:srgbClr val="F0E2E4">
                    <a:alpha val="3495"/>
                  </a:srgbClr>
                </a:gs>
                <a:gs pos="71429">
                  <a:srgbClr val="F0E2E4">
                    <a:alpha val="1651"/>
                  </a:srgbClr>
                </a:gs>
                <a:gs pos="85714">
                  <a:srgbClr val="F0E2E4">
                    <a:alpha val="656"/>
                  </a:srgbClr>
                </a:gs>
                <a:gs pos="100000">
                  <a:srgbClr val="F0E2E4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3138497">
              <a:off x="998029" y="878771"/>
              <a:ext cx="432961" cy="91010"/>
            </a:xfrm>
            <a:prstGeom prst="ellipse">
              <a:avLst/>
            </a:prstGeom>
            <a:gradFill>
              <a:gsLst>
                <a:gs pos="0">
                  <a:srgbClr val="FFFFEA">
                    <a:alpha val="32968"/>
                  </a:srgbClr>
                </a:gs>
                <a:gs pos="14286">
                  <a:srgbClr val="FFFFEA">
                    <a:alpha val="30764"/>
                  </a:srgbClr>
                </a:gs>
                <a:gs pos="28571">
                  <a:srgbClr val="FFFFEA">
                    <a:alpha val="24833"/>
                  </a:srgbClr>
                </a:gs>
                <a:gs pos="42857">
                  <a:srgbClr val="FFFFEA">
                    <a:alpha val="17075"/>
                  </a:srgbClr>
                </a:gs>
                <a:gs pos="57143">
                  <a:srgbClr val="FFFFEA">
                    <a:alpha val="9855"/>
                  </a:srgbClr>
                </a:gs>
                <a:gs pos="71429">
                  <a:srgbClr val="FFFFEA">
                    <a:alpha val="4740"/>
                  </a:srgbClr>
                </a:gs>
                <a:gs pos="85714">
                  <a:srgbClr val="FFFFEA">
                    <a:alpha val="1902"/>
                  </a:srgbClr>
                </a:gs>
                <a:gs pos="100000">
                  <a:srgbClr val="FF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400000">
              <a:off x="692714" y="1847210"/>
              <a:ext cx="63902" cy="63902"/>
            </a:xfrm>
            <a:prstGeom prst="ellipse">
              <a:avLst/>
            </a:prstGeom>
            <a:gradFill>
              <a:gsLst>
                <a:gs pos="0">
                  <a:srgbClr val="E38665">
                    <a:alpha val="12791"/>
                  </a:srgbClr>
                </a:gs>
                <a:gs pos="14286">
                  <a:srgbClr val="E38665">
                    <a:alpha val="11820"/>
                  </a:srgbClr>
                </a:gs>
                <a:gs pos="28571">
                  <a:srgbClr val="E38665">
                    <a:alpha val="9305"/>
                  </a:srgbClr>
                </a:gs>
                <a:gs pos="42857">
                  <a:srgbClr val="E38665">
                    <a:alpha val="6206"/>
                  </a:srgbClr>
                </a:gs>
                <a:gs pos="57143">
                  <a:srgbClr val="E38665">
                    <a:alpha val="3488"/>
                  </a:srgbClr>
                </a:gs>
                <a:gs pos="71429">
                  <a:srgbClr val="E38665">
                    <a:alpha val="1648"/>
                  </a:srgbClr>
                </a:gs>
                <a:gs pos="85714">
                  <a:srgbClr val="E38665">
                    <a:alpha val="655"/>
                  </a:srgbClr>
                </a:gs>
                <a:gs pos="100000">
                  <a:srgbClr val="E38665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-8105094">
              <a:off x="2858568" y="1511076"/>
              <a:ext cx="403734" cy="338235"/>
            </a:xfrm>
            <a:prstGeom prst="ellipse">
              <a:avLst/>
            </a:prstGeom>
            <a:gradFill>
              <a:gsLst>
                <a:gs pos="0">
                  <a:srgbClr val="E98F2A">
                    <a:alpha val="12079"/>
                  </a:srgbClr>
                </a:gs>
                <a:gs pos="14286">
                  <a:srgbClr val="E98F2A">
                    <a:alpha val="11159"/>
                  </a:srgbClr>
                </a:gs>
                <a:gs pos="28571">
                  <a:srgbClr val="E98F2A">
                    <a:alpha val="8777"/>
                  </a:srgbClr>
                </a:gs>
                <a:gs pos="42857">
                  <a:srgbClr val="E98F2A">
                    <a:alpha val="5848"/>
                  </a:srgbClr>
                </a:gs>
                <a:gs pos="57143">
                  <a:srgbClr val="E98F2A">
                    <a:alpha val="3284"/>
                  </a:srgbClr>
                </a:gs>
                <a:gs pos="71429">
                  <a:srgbClr val="E98F2A">
                    <a:alpha val="1551"/>
                  </a:srgbClr>
                </a:gs>
                <a:gs pos="85714">
                  <a:srgbClr val="E98F2A">
                    <a:alpha val="616"/>
                  </a:srgbClr>
                </a:gs>
                <a:gs pos="100000">
                  <a:srgbClr val="E98F2A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5400000">
              <a:off x="738291" y="1892307"/>
              <a:ext cx="64067" cy="64067"/>
            </a:xfrm>
            <a:prstGeom prst="ellipse">
              <a:avLst/>
            </a:prstGeom>
            <a:gradFill>
              <a:gsLst>
                <a:gs pos="0">
                  <a:srgbClr val="E98040">
                    <a:alpha val="12746"/>
                  </a:srgbClr>
                </a:gs>
                <a:gs pos="14286">
                  <a:srgbClr val="E98040">
                    <a:alpha val="11779"/>
                  </a:srgbClr>
                </a:gs>
                <a:gs pos="28571">
                  <a:srgbClr val="E98040">
                    <a:alpha val="9272"/>
                  </a:srgbClr>
                </a:gs>
                <a:gs pos="42857">
                  <a:srgbClr val="E98040">
                    <a:alpha val="6183"/>
                  </a:srgbClr>
                </a:gs>
                <a:gs pos="57143">
                  <a:srgbClr val="E98040">
                    <a:alpha val="3475"/>
                  </a:srgbClr>
                </a:gs>
                <a:gs pos="71429">
                  <a:srgbClr val="E98040">
                    <a:alpha val="1642"/>
                  </a:srgbClr>
                </a:gs>
                <a:gs pos="85714">
                  <a:srgbClr val="E98040">
                    <a:alpha val="652"/>
                  </a:srgbClr>
                </a:gs>
                <a:gs pos="100000">
                  <a:srgbClr val="E98040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7177832">
              <a:off x="2095504" y="1127349"/>
              <a:ext cx="486543" cy="34684"/>
            </a:xfrm>
            <a:prstGeom prst="ellipse">
              <a:avLst/>
            </a:prstGeom>
            <a:gradFill>
              <a:gsLst>
                <a:gs pos="0">
                  <a:srgbClr val="FFC071">
                    <a:alpha val="32968"/>
                  </a:srgbClr>
                </a:gs>
                <a:gs pos="14286">
                  <a:srgbClr val="FFC071">
                    <a:alpha val="30764"/>
                  </a:srgbClr>
                </a:gs>
                <a:gs pos="28571">
                  <a:srgbClr val="FFC071">
                    <a:alpha val="24833"/>
                  </a:srgbClr>
                </a:gs>
                <a:gs pos="42857">
                  <a:srgbClr val="FFC071">
                    <a:alpha val="17075"/>
                  </a:srgbClr>
                </a:gs>
                <a:gs pos="57143">
                  <a:srgbClr val="FFC071">
                    <a:alpha val="9855"/>
                  </a:srgbClr>
                </a:gs>
                <a:gs pos="71429">
                  <a:srgbClr val="FFC071">
                    <a:alpha val="4740"/>
                  </a:srgbClr>
                </a:gs>
                <a:gs pos="85714">
                  <a:srgbClr val="FFC071">
                    <a:alpha val="1902"/>
                  </a:srgbClr>
                </a:gs>
                <a:gs pos="100000">
                  <a:srgbClr val="FFC0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5400000">
              <a:off x="2337827" y="1485959"/>
              <a:ext cx="63518" cy="63518"/>
            </a:xfrm>
            <a:prstGeom prst="ellipse">
              <a:avLst/>
            </a:prstGeom>
            <a:gradFill>
              <a:gsLst>
                <a:gs pos="0">
                  <a:srgbClr val="A37263">
                    <a:alpha val="12895"/>
                  </a:srgbClr>
                </a:gs>
                <a:gs pos="14286">
                  <a:srgbClr val="A37263">
                    <a:alpha val="11917"/>
                  </a:srgbClr>
                </a:gs>
                <a:gs pos="28571">
                  <a:srgbClr val="A37263">
                    <a:alpha val="9383"/>
                  </a:srgbClr>
                </a:gs>
                <a:gs pos="42857">
                  <a:srgbClr val="A37263">
                    <a:alpha val="6258"/>
                  </a:srgbClr>
                </a:gs>
                <a:gs pos="57143">
                  <a:srgbClr val="A37263">
                    <a:alpha val="3518"/>
                  </a:srgbClr>
                </a:gs>
                <a:gs pos="71429">
                  <a:srgbClr val="A37263">
                    <a:alpha val="1662"/>
                  </a:srgbClr>
                </a:gs>
                <a:gs pos="85714">
                  <a:srgbClr val="A37263">
                    <a:alpha val="661"/>
                  </a:srgbClr>
                </a:gs>
                <a:gs pos="100000">
                  <a:srgbClr val="A37263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-9824110">
              <a:off x="2767471" y="1692865"/>
              <a:ext cx="420523" cy="417870"/>
            </a:xfrm>
            <a:prstGeom prst="ellipse">
              <a:avLst/>
            </a:prstGeom>
            <a:gradFill>
              <a:gsLst>
                <a:gs pos="0">
                  <a:srgbClr val="FB6802">
                    <a:alpha val="12244"/>
                  </a:srgbClr>
                </a:gs>
                <a:gs pos="14286">
                  <a:srgbClr val="FB6802">
                    <a:alpha val="11312"/>
                  </a:srgbClr>
                </a:gs>
                <a:gs pos="28571">
                  <a:srgbClr val="FB6802">
                    <a:alpha val="8900"/>
                  </a:srgbClr>
                </a:gs>
                <a:gs pos="42857">
                  <a:srgbClr val="FB6802">
                    <a:alpha val="5931"/>
                  </a:srgbClr>
                </a:gs>
                <a:gs pos="57143">
                  <a:srgbClr val="FB6802">
                    <a:alpha val="3331"/>
                  </a:srgbClr>
                </a:gs>
                <a:gs pos="71429">
                  <a:srgbClr val="FB6802">
                    <a:alpha val="1573"/>
                  </a:srgbClr>
                </a:gs>
                <a:gs pos="85714">
                  <a:srgbClr val="FB6802">
                    <a:alpha val="625"/>
                  </a:srgbClr>
                </a:gs>
                <a:gs pos="100000">
                  <a:srgbClr val="FB6802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8261039">
              <a:off x="2058554" y="634990"/>
              <a:ext cx="446737" cy="322686"/>
            </a:xfrm>
            <a:prstGeom prst="ellipse">
              <a:avLst/>
            </a:prstGeom>
            <a:gradFill>
              <a:gsLst>
                <a:gs pos="0">
                  <a:srgbClr val="F4E92E">
                    <a:alpha val="16467"/>
                  </a:srgbClr>
                </a:gs>
                <a:gs pos="14286">
                  <a:srgbClr val="F4E92E">
                    <a:alpha val="15242"/>
                  </a:srgbClr>
                </a:gs>
                <a:gs pos="28571">
                  <a:srgbClr val="F4E92E">
                    <a:alpha val="12050"/>
                  </a:srgbClr>
                </a:gs>
                <a:gs pos="42857">
                  <a:srgbClr val="F4E92E">
                    <a:alpha val="8077"/>
                  </a:srgbClr>
                </a:gs>
                <a:gs pos="57143">
                  <a:srgbClr val="F4E92E">
                    <a:alpha val="4560"/>
                  </a:srgbClr>
                </a:gs>
                <a:gs pos="71429">
                  <a:srgbClr val="F4E92E">
                    <a:alpha val="2161"/>
                  </a:srgbClr>
                </a:gs>
                <a:gs pos="85714">
                  <a:srgbClr val="F4E92E">
                    <a:alpha val="860"/>
                  </a:srgbClr>
                </a:gs>
                <a:gs pos="100000">
                  <a:srgbClr val="F4E92E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5400000">
              <a:off x="961193" y="242985"/>
              <a:ext cx="63664" cy="63664"/>
            </a:xfrm>
            <a:prstGeom prst="ellipse">
              <a:avLst/>
            </a:prstGeom>
            <a:gradFill>
              <a:gsLst>
                <a:gs pos="0">
                  <a:srgbClr val="CC8F5F">
                    <a:alpha val="12856"/>
                  </a:srgbClr>
                </a:gs>
                <a:gs pos="14286">
                  <a:srgbClr val="CC8F5F">
                    <a:alpha val="11880"/>
                  </a:srgbClr>
                </a:gs>
                <a:gs pos="28571">
                  <a:srgbClr val="CC8F5F">
                    <a:alpha val="9353"/>
                  </a:srgbClr>
                </a:gs>
                <a:gs pos="42857">
                  <a:srgbClr val="CC8F5F">
                    <a:alpha val="6238"/>
                  </a:srgbClr>
                </a:gs>
                <a:gs pos="57143">
                  <a:srgbClr val="CC8F5F">
                    <a:alpha val="3506"/>
                  </a:srgbClr>
                </a:gs>
                <a:gs pos="71429">
                  <a:srgbClr val="CC8F5F">
                    <a:alpha val="1657"/>
                  </a:srgbClr>
                </a:gs>
                <a:gs pos="85714">
                  <a:srgbClr val="CC8F5F">
                    <a:alpha val="658"/>
                  </a:srgbClr>
                </a:gs>
                <a:gs pos="100000">
                  <a:srgbClr val="CC8F5F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5400000">
              <a:off x="-15711" y="2299687"/>
              <a:ext cx="63980" cy="63980"/>
            </a:xfrm>
            <a:prstGeom prst="ellipse">
              <a:avLst/>
            </a:prstGeom>
            <a:gradFill>
              <a:gsLst>
                <a:gs pos="0">
                  <a:srgbClr val="E1B593">
                    <a:alpha val="12770"/>
                  </a:srgbClr>
                </a:gs>
                <a:gs pos="14286">
                  <a:srgbClr val="E1B593">
                    <a:alpha val="11801"/>
                  </a:srgbClr>
                </a:gs>
                <a:gs pos="28571">
                  <a:srgbClr val="E1B593">
                    <a:alpha val="9290"/>
                  </a:srgbClr>
                </a:gs>
                <a:gs pos="42857">
                  <a:srgbClr val="E1B593">
                    <a:alpha val="6195"/>
                  </a:srgbClr>
                </a:gs>
                <a:gs pos="57143">
                  <a:srgbClr val="E1B593">
                    <a:alpha val="3482"/>
                  </a:srgbClr>
                </a:gs>
                <a:gs pos="71429">
                  <a:srgbClr val="E1B593">
                    <a:alpha val="1645"/>
                  </a:srgbClr>
                </a:gs>
                <a:gs pos="85714">
                  <a:srgbClr val="E1B593">
                    <a:alpha val="654"/>
                  </a:srgbClr>
                </a:gs>
                <a:gs pos="100000">
                  <a:srgbClr val="E1B593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6887409">
              <a:off x="2203334" y="859404"/>
              <a:ext cx="397143" cy="70567"/>
            </a:xfrm>
            <a:prstGeom prst="ellipse">
              <a:avLst/>
            </a:prstGeom>
            <a:gradFill>
              <a:gsLst>
                <a:gs pos="0">
                  <a:srgbClr val="FFFFF7">
                    <a:alpha val="32968"/>
                  </a:srgbClr>
                </a:gs>
                <a:gs pos="14286">
                  <a:srgbClr val="FFFFF7">
                    <a:alpha val="30764"/>
                  </a:srgbClr>
                </a:gs>
                <a:gs pos="28571">
                  <a:srgbClr val="FFFFF7">
                    <a:alpha val="24833"/>
                  </a:srgbClr>
                </a:gs>
                <a:gs pos="42857">
                  <a:srgbClr val="FFFFF7">
                    <a:alpha val="17075"/>
                  </a:srgbClr>
                </a:gs>
                <a:gs pos="57143">
                  <a:srgbClr val="FFFFF7">
                    <a:alpha val="9855"/>
                  </a:srgbClr>
                </a:gs>
                <a:gs pos="71429">
                  <a:srgbClr val="FFFFF7">
                    <a:alpha val="4740"/>
                  </a:srgbClr>
                </a:gs>
                <a:gs pos="85714">
                  <a:srgbClr val="FFFFF7">
                    <a:alpha val="1902"/>
                  </a:srgbClr>
                </a:gs>
                <a:gs pos="100000">
                  <a:srgbClr val="FF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-8849123">
              <a:off x="671440" y="-154954"/>
              <a:ext cx="509362" cy="478526"/>
            </a:xfrm>
            <a:prstGeom prst="ellipse">
              <a:avLst/>
            </a:prstGeom>
            <a:gradFill>
              <a:gsLst>
                <a:gs pos="0">
                  <a:srgbClr val="004000">
                    <a:alpha val="32968"/>
                  </a:srgbClr>
                </a:gs>
                <a:gs pos="14286">
                  <a:srgbClr val="004000">
                    <a:alpha val="30764"/>
                  </a:srgbClr>
                </a:gs>
                <a:gs pos="28571">
                  <a:srgbClr val="004000">
                    <a:alpha val="24833"/>
                  </a:srgbClr>
                </a:gs>
                <a:gs pos="42857">
                  <a:srgbClr val="004000">
                    <a:alpha val="17075"/>
                  </a:srgbClr>
                </a:gs>
                <a:gs pos="57143">
                  <a:srgbClr val="004000">
                    <a:alpha val="9855"/>
                  </a:srgbClr>
                </a:gs>
                <a:gs pos="71429">
                  <a:srgbClr val="004000">
                    <a:alpha val="4740"/>
                  </a:srgbClr>
                </a:gs>
                <a:gs pos="85714">
                  <a:srgbClr val="004000">
                    <a:alpha val="1902"/>
                  </a:srgbClr>
                </a:gs>
                <a:gs pos="100000">
                  <a:srgbClr val="00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3683517">
              <a:off x="526630" y="441945"/>
              <a:ext cx="381633" cy="288063"/>
            </a:xfrm>
            <a:prstGeom prst="ellipse">
              <a:avLst/>
            </a:prstGeom>
            <a:gradFill>
              <a:gsLst>
                <a:gs pos="0">
                  <a:srgbClr val="FF0000">
                    <a:alpha val="11375"/>
                  </a:srgbClr>
                </a:gs>
                <a:gs pos="14286">
                  <a:srgbClr val="FF0000">
                    <a:alpha val="10505"/>
                  </a:srgbClr>
                </a:gs>
                <a:gs pos="28571">
                  <a:srgbClr val="FF0000">
                    <a:alpha val="8257"/>
                  </a:srgbClr>
                </a:gs>
                <a:gs pos="42857">
                  <a:srgbClr val="FF0000">
                    <a:alpha val="5496"/>
                  </a:srgbClr>
                </a:gs>
                <a:gs pos="57143">
                  <a:srgbClr val="FF0000">
                    <a:alpha val="3084"/>
                  </a:srgbClr>
                </a:gs>
                <a:gs pos="71429">
                  <a:srgbClr val="FF0000">
                    <a:alpha val="1455"/>
                  </a:srgbClr>
                </a:gs>
                <a:gs pos="85714">
                  <a:srgbClr val="FF0000">
                    <a:alpha val="578"/>
                  </a:srgbClr>
                </a:gs>
                <a:gs pos="100000">
                  <a:srgbClr val="FF0000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400000">
              <a:off x="92824" y="1538610"/>
              <a:ext cx="63967" cy="63967"/>
            </a:xfrm>
            <a:prstGeom prst="ellipse">
              <a:avLst/>
            </a:prstGeom>
            <a:gradFill>
              <a:gsLst>
                <a:gs pos="0">
                  <a:srgbClr val="E0A272">
                    <a:alpha val="12774"/>
                  </a:srgbClr>
                </a:gs>
                <a:gs pos="14286">
                  <a:srgbClr val="E0A272">
                    <a:alpha val="11804"/>
                  </a:srgbClr>
                </a:gs>
                <a:gs pos="28571">
                  <a:srgbClr val="E0A272">
                    <a:alpha val="9292"/>
                  </a:srgbClr>
                </a:gs>
                <a:gs pos="42857">
                  <a:srgbClr val="E0A272">
                    <a:alpha val="6197"/>
                  </a:srgbClr>
                </a:gs>
                <a:gs pos="57143">
                  <a:srgbClr val="E0A272">
                    <a:alpha val="3483"/>
                  </a:srgbClr>
                </a:gs>
                <a:gs pos="71429">
                  <a:srgbClr val="E0A272">
                    <a:alpha val="1646"/>
                  </a:srgbClr>
                </a:gs>
                <a:gs pos="85714">
                  <a:srgbClr val="E0A272">
                    <a:alpha val="654"/>
                  </a:srgbClr>
                </a:gs>
                <a:gs pos="100000">
                  <a:srgbClr val="E0A272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5390141">
              <a:off x="3052135" y="2207169"/>
              <a:ext cx="443578" cy="443411"/>
            </a:xfrm>
            <a:prstGeom prst="ellipse">
              <a:avLst/>
            </a:prstGeom>
            <a:gradFill>
              <a:gsLst>
                <a:gs pos="0">
                  <a:srgbClr val="D1702F">
                    <a:alpha val="4899"/>
                  </a:srgbClr>
                </a:gs>
                <a:gs pos="14286">
                  <a:srgbClr val="D1702F">
                    <a:alpha val="4512"/>
                  </a:srgbClr>
                </a:gs>
                <a:gs pos="28571">
                  <a:srgbClr val="D1702F">
                    <a:alpha val="3521"/>
                  </a:srgbClr>
                </a:gs>
                <a:gs pos="42857">
                  <a:srgbClr val="D1702F">
                    <a:alpha val="2324"/>
                  </a:srgbClr>
                </a:gs>
                <a:gs pos="57143">
                  <a:srgbClr val="D1702F">
                    <a:alpha val="1294"/>
                  </a:srgbClr>
                </a:gs>
                <a:gs pos="71429">
                  <a:srgbClr val="D1702F">
                    <a:alpha val="608"/>
                  </a:srgbClr>
                </a:gs>
                <a:gs pos="85714">
                  <a:srgbClr val="D1702F">
                    <a:alpha val="241"/>
                  </a:srgbClr>
                </a:gs>
                <a:gs pos="100000">
                  <a:srgbClr val="D1702F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5400000">
              <a:off x="355113" y="1932522"/>
              <a:ext cx="64370" cy="64370"/>
            </a:xfrm>
            <a:prstGeom prst="ellipse">
              <a:avLst/>
            </a:prstGeom>
            <a:gradFill>
              <a:gsLst>
                <a:gs pos="0">
                  <a:srgbClr val="E5B17F">
                    <a:alpha val="12664"/>
                  </a:srgbClr>
                </a:gs>
                <a:gs pos="14286">
                  <a:srgbClr val="E5B17F">
                    <a:alpha val="11702"/>
                  </a:srgbClr>
                </a:gs>
                <a:gs pos="28571">
                  <a:srgbClr val="E5B17F">
                    <a:alpha val="9211"/>
                  </a:srgbClr>
                </a:gs>
                <a:gs pos="42857">
                  <a:srgbClr val="E5B17F">
                    <a:alpha val="6142"/>
                  </a:srgbClr>
                </a:gs>
                <a:gs pos="57143">
                  <a:srgbClr val="E5B17F">
                    <a:alpha val="3451"/>
                  </a:srgbClr>
                </a:gs>
                <a:gs pos="71429">
                  <a:srgbClr val="E5B17F">
                    <a:alpha val="1631"/>
                  </a:srgbClr>
                </a:gs>
                <a:gs pos="85714">
                  <a:srgbClr val="E5B17F">
                    <a:alpha val="648"/>
                  </a:srgbClr>
                </a:gs>
                <a:gs pos="100000">
                  <a:srgbClr val="E5B17F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5400000">
              <a:off x="2766007" y="2054449"/>
              <a:ext cx="64652" cy="64652"/>
            </a:xfrm>
            <a:prstGeom prst="ellipse">
              <a:avLst/>
            </a:prstGeom>
            <a:gradFill>
              <a:gsLst>
                <a:gs pos="0">
                  <a:srgbClr val="A95423">
                    <a:alpha val="12587"/>
                  </a:srgbClr>
                </a:gs>
                <a:gs pos="14286">
                  <a:srgbClr val="A95423">
                    <a:alpha val="11631"/>
                  </a:srgbClr>
                </a:gs>
                <a:gs pos="28571">
                  <a:srgbClr val="A95423">
                    <a:alpha val="9154"/>
                  </a:srgbClr>
                </a:gs>
                <a:gs pos="42857">
                  <a:srgbClr val="A95423">
                    <a:alpha val="6103"/>
                  </a:srgbClr>
                </a:gs>
                <a:gs pos="57143">
                  <a:srgbClr val="A95423">
                    <a:alpha val="3429"/>
                  </a:srgbClr>
                </a:gs>
                <a:gs pos="71429">
                  <a:srgbClr val="A95423">
                    <a:alpha val="1620"/>
                  </a:srgbClr>
                </a:gs>
                <a:gs pos="85714">
                  <a:srgbClr val="A95423">
                    <a:alpha val="644"/>
                  </a:srgbClr>
                </a:gs>
                <a:gs pos="100000">
                  <a:srgbClr val="A95423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5400000">
              <a:off x="501269" y="2291354"/>
              <a:ext cx="64722" cy="64722"/>
            </a:xfrm>
            <a:prstGeom prst="ellipse">
              <a:avLst/>
            </a:prstGeom>
            <a:gradFill>
              <a:gsLst>
                <a:gs pos="0">
                  <a:srgbClr val="D09F79">
                    <a:alpha val="12568"/>
                  </a:srgbClr>
                </a:gs>
                <a:gs pos="14286">
                  <a:srgbClr val="D09F79">
                    <a:alpha val="11613"/>
                  </a:srgbClr>
                </a:gs>
                <a:gs pos="28571">
                  <a:srgbClr val="D09F79">
                    <a:alpha val="9140"/>
                  </a:srgbClr>
                </a:gs>
                <a:gs pos="42857">
                  <a:srgbClr val="D09F79">
                    <a:alpha val="6094"/>
                  </a:srgbClr>
                </a:gs>
                <a:gs pos="57143">
                  <a:srgbClr val="D09F79">
                    <a:alpha val="3424"/>
                  </a:srgbClr>
                </a:gs>
                <a:gs pos="71429">
                  <a:srgbClr val="D09F79">
                    <a:alpha val="1617"/>
                  </a:srgbClr>
                </a:gs>
                <a:gs pos="85714">
                  <a:srgbClr val="D09F79">
                    <a:alpha val="643"/>
                  </a:srgbClr>
                </a:gs>
                <a:gs pos="100000">
                  <a:srgbClr val="D09F79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5400000">
              <a:off x="59695" y="1589661"/>
              <a:ext cx="64714" cy="64714"/>
            </a:xfrm>
            <a:prstGeom prst="ellipse">
              <a:avLst/>
            </a:prstGeom>
            <a:gradFill>
              <a:gsLst>
                <a:gs pos="0">
                  <a:srgbClr val="D49365">
                    <a:alpha val="12571"/>
                  </a:srgbClr>
                </a:gs>
                <a:gs pos="14286">
                  <a:srgbClr val="D49365">
                    <a:alpha val="11616"/>
                  </a:srgbClr>
                </a:gs>
                <a:gs pos="28571">
                  <a:srgbClr val="D49365">
                    <a:alpha val="9142"/>
                  </a:srgbClr>
                </a:gs>
                <a:gs pos="42857">
                  <a:srgbClr val="D49365">
                    <a:alpha val="6095"/>
                  </a:srgbClr>
                </a:gs>
                <a:gs pos="57143">
                  <a:srgbClr val="D49365">
                    <a:alpha val="3424"/>
                  </a:srgbClr>
                </a:gs>
                <a:gs pos="71429">
                  <a:srgbClr val="D49365">
                    <a:alpha val="1618"/>
                  </a:srgbClr>
                </a:gs>
                <a:gs pos="85714">
                  <a:srgbClr val="D49365">
                    <a:alpha val="643"/>
                  </a:srgbClr>
                </a:gs>
                <a:gs pos="100000">
                  <a:srgbClr val="D49365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9487497">
              <a:off x="3323780" y="767775"/>
              <a:ext cx="543416" cy="342424"/>
            </a:xfrm>
            <a:prstGeom prst="ellipse">
              <a:avLst/>
            </a:prstGeom>
            <a:gradFill>
              <a:gsLst>
                <a:gs pos="0">
                  <a:srgbClr val="AFB2C8">
                    <a:alpha val="4121"/>
                  </a:srgbClr>
                </a:gs>
                <a:gs pos="14286">
                  <a:srgbClr val="AFB2C8">
                    <a:alpha val="3794"/>
                  </a:srgbClr>
                </a:gs>
                <a:gs pos="28571">
                  <a:srgbClr val="AFB2C8">
                    <a:alpha val="2959"/>
                  </a:srgbClr>
                </a:gs>
                <a:gs pos="42857">
                  <a:srgbClr val="AFB2C8">
                    <a:alpha val="1951"/>
                  </a:srgbClr>
                </a:gs>
                <a:gs pos="57143">
                  <a:srgbClr val="AFB2C8">
                    <a:alpha val="1086"/>
                  </a:srgbClr>
                </a:gs>
                <a:gs pos="71429">
                  <a:srgbClr val="AFB2C8">
                    <a:alpha val="510"/>
                  </a:srgbClr>
                </a:gs>
                <a:gs pos="85714">
                  <a:srgbClr val="AFB2C8">
                    <a:alpha val="202"/>
                  </a:srgbClr>
                </a:gs>
                <a:gs pos="100000">
                  <a:srgbClr val="AFB2C8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5400000">
              <a:off x="384315" y="1547441"/>
              <a:ext cx="64809" cy="64809"/>
            </a:xfrm>
            <a:prstGeom prst="ellipse">
              <a:avLst/>
            </a:prstGeom>
            <a:gradFill>
              <a:gsLst>
                <a:gs pos="0">
                  <a:srgbClr val="965734">
                    <a:alpha val="12545"/>
                  </a:srgbClr>
                </a:gs>
                <a:gs pos="14286">
                  <a:srgbClr val="965734">
                    <a:alpha val="11591"/>
                  </a:srgbClr>
                </a:gs>
                <a:gs pos="28571">
                  <a:srgbClr val="965734">
                    <a:alpha val="9123"/>
                  </a:srgbClr>
                </a:gs>
                <a:gs pos="42857">
                  <a:srgbClr val="965734">
                    <a:alpha val="6082"/>
                  </a:srgbClr>
                </a:gs>
                <a:gs pos="57143">
                  <a:srgbClr val="965734">
                    <a:alpha val="3417"/>
                  </a:srgbClr>
                </a:gs>
                <a:gs pos="71429">
                  <a:srgbClr val="965734">
                    <a:alpha val="1614"/>
                  </a:srgbClr>
                </a:gs>
                <a:gs pos="85714">
                  <a:srgbClr val="965734">
                    <a:alpha val="641"/>
                  </a:srgbClr>
                </a:gs>
                <a:gs pos="100000">
                  <a:srgbClr val="965734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5400000">
              <a:off x="359552" y="1691402"/>
              <a:ext cx="64565" cy="64565"/>
            </a:xfrm>
            <a:prstGeom prst="ellipse">
              <a:avLst/>
            </a:prstGeom>
            <a:gradFill>
              <a:gsLst>
                <a:gs pos="0">
                  <a:srgbClr val="E2A376">
                    <a:alpha val="12611"/>
                  </a:srgbClr>
                </a:gs>
                <a:gs pos="14286">
                  <a:srgbClr val="E2A376">
                    <a:alpha val="11653"/>
                  </a:srgbClr>
                </a:gs>
                <a:gs pos="28571">
                  <a:srgbClr val="E2A376">
                    <a:alpha val="9172"/>
                  </a:srgbClr>
                </a:gs>
                <a:gs pos="42857">
                  <a:srgbClr val="E2A376">
                    <a:alpha val="6115"/>
                  </a:srgbClr>
                </a:gs>
                <a:gs pos="57143">
                  <a:srgbClr val="E2A376">
                    <a:alpha val="3436"/>
                  </a:srgbClr>
                </a:gs>
                <a:gs pos="71429">
                  <a:srgbClr val="E2A376">
                    <a:alpha val="1623"/>
                  </a:srgbClr>
                </a:gs>
                <a:gs pos="85714">
                  <a:srgbClr val="E2A376">
                    <a:alpha val="645"/>
                  </a:srgbClr>
                </a:gs>
                <a:gs pos="100000">
                  <a:srgbClr val="E2A376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6824322">
              <a:off x="3277833" y="1714720"/>
              <a:ext cx="454776" cy="292480"/>
            </a:xfrm>
            <a:prstGeom prst="ellipse">
              <a:avLst/>
            </a:prstGeom>
            <a:gradFill>
              <a:gsLst>
                <a:gs pos="0">
                  <a:srgbClr val="E59A51">
                    <a:alpha val="11843"/>
                  </a:srgbClr>
                </a:gs>
                <a:gs pos="14286">
                  <a:srgbClr val="E59A51">
                    <a:alpha val="10940"/>
                  </a:srgbClr>
                </a:gs>
                <a:gs pos="28571">
                  <a:srgbClr val="E59A51">
                    <a:alpha val="8603"/>
                  </a:srgbClr>
                </a:gs>
                <a:gs pos="42857">
                  <a:srgbClr val="E59A51">
                    <a:alpha val="5730"/>
                  </a:srgbClr>
                </a:gs>
                <a:gs pos="57143">
                  <a:srgbClr val="E59A51">
                    <a:alpha val="3217"/>
                  </a:srgbClr>
                </a:gs>
                <a:gs pos="71429">
                  <a:srgbClr val="E59A51">
                    <a:alpha val="1519"/>
                  </a:srgbClr>
                </a:gs>
                <a:gs pos="85714">
                  <a:srgbClr val="E59A51">
                    <a:alpha val="603"/>
                  </a:srgbClr>
                </a:gs>
                <a:gs pos="100000">
                  <a:srgbClr val="E59A51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3446908">
              <a:off x="825678" y="974612"/>
              <a:ext cx="678220" cy="787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5400000">
              <a:off x="531867" y="2119665"/>
              <a:ext cx="65072" cy="65072"/>
            </a:xfrm>
            <a:prstGeom prst="ellipse">
              <a:avLst/>
            </a:prstGeom>
            <a:gradFill>
              <a:gsLst>
                <a:gs pos="0">
                  <a:srgbClr val="EEC296">
                    <a:alpha val="12473"/>
                  </a:srgbClr>
                </a:gs>
                <a:gs pos="14286">
                  <a:srgbClr val="EEC296">
                    <a:alpha val="11525"/>
                  </a:srgbClr>
                </a:gs>
                <a:gs pos="28571">
                  <a:srgbClr val="EEC296">
                    <a:alpha val="9069"/>
                  </a:srgbClr>
                </a:gs>
                <a:gs pos="42857">
                  <a:srgbClr val="EEC296">
                    <a:alpha val="6046"/>
                  </a:srgbClr>
                </a:gs>
                <a:gs pos="57143">
                  <a:srgbClr val="EEC296">
                    <a:alpha val="3396"/>
                  </a:srgbClr>
                </a:gs>
                <a:gs pos="71429">
                  <a:srgbClr val="EEC296">
                    <a:alpha val="1604"/>
                  </a:srgbClr>
                </a:gs>
                <a:gs pos="85714">
                  <a:srgbClr val="EEC296">
                    <a:alpha val="638"/>
                  </a:srgbClr>
                </a:gs>
                <a:gs pos="100000">
                  <a:srgbClr val="EEC296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-8159542">
              <a:off x="1977293" y="542801"/>
              <a:ext cx="425569" cy="277379"/>
            </a:xfrm>
            <a:prstGeom prst="ellipse">
              <a:avLst/>
            </a:prstGeom>
            <a:gradFill>
              <a:gsLst>
                <a:gs pos="0">
                  <a:srgbClr val="D0C8B1">
                    <a:alpha val="13715"/>
                  </a:srgbClr>
                </a:gs>
                <a:gs pos="14286">
                  <a:srgbClr val="D0C8B1">
                    <a:alpha val="12680"/>
                  </a:srgbClr>
                </a:gs>
                <a:gs pos="28571">
                  <a:srgbClr val="D0C8B1">
                    <a:alpha val="9992"/>
                  </a:srgbClr>
                </a:gs>
                <a:gs pos="42857">
                  <a:srgbClr val="D0C8B1">
                    <a:alpha val="6672"/>
                  </a:srgbClr>
                </a:gs>
                <a:gs pos="57143">
                  <a:srgbClr val="D0C8B1">
                    <a:alpha val="3754"/>
                  </a:srgbClr>
                </a:gs>
                <a:gs pos="71429">
                  <a:srgbClr val="D0C8B1">
                    <a:alpha val="1775"/>
                  </a:srgbClr>
                </a:gs>
                <a:gs pos="85714">
                  <a:srgbClr val="D0C8B1">
                    <a:alpha val="706"/>
                  </a:srgbClr>
                </a:gs>
                <a:gs pos="100000">
                  <a:srgbClr val="D0C8B1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5400000">
              <a:off x="-31973" y="1079202"/>
              <a:ext cx="64927" cy="64927"/>
            </a:xfrm>
            <a:prstGeom prst="ellipse">
              <a:avLst/>
            </a:prstGeom>
            <a:gradFill>
              <a:gsLst>
                <a:gs pos="0">
                  <a:srgbClr val="D3854A">
                    <a:alpha val="12512"/>
                  </a:srgbClr>
                </a:gs>
                <a:gs pos="14286">
                  <a:srgbClr val="D3854A">
                    <a:alpha val="11561"/>
                  </a:srgbClr>
                </a:gs>
                <a:gs pos="28571">
                  <a:srgbClr val="D3854A">
                    <a:alpha val="9099"/>
                  </a:srgbClr>
                </a:gs>
                <a:gs pos="42857">
                  <a:srgbClr val="D3854A">
                    <a:alpha val="6065"/>
                  </a:srgbClr>
                </a:gs>
                <a:gs pos="57143">
                  <a:srgbClr val="D3854A">
                    <a:alpha val="3408"/>
                  </a:srgbClr>
                </a:gs>
                <a:gs pos="71429">
                  <a:srgbClr val="D3854A">
                    <a:alpha val="1610"/>
                  </a:srgbClr>
                </a:gs>
                <a:gs pos="85714">
                  <a:srgbClr val="D3854A">
                    <a:alpha val="640"/>
                  </a:srgbClr>
                </a:gs>
                <a:gs pos="100000">
                  <a:srgbClr val="D3854A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5400000">
              <a:off x="558001" y="2110518"/>
              <a:ext cx="65070" cy="65070"/>
            </a:xfrm>
            <a:prstGeom prst="ellipse">
              <a:avLst/>
            </a:prstGeom>
            <a:gradFill>
              <a:gsLst>
                <a:gs pos="0">
                  <a:srgbClr val="CA8A51">
                    <a:alpha val="12474"/>
                  </a:srgbClr>
                </a:gs>
                <a:gs pos="14286">
                  <a:srgbClr val="CA8A51">
                    <a:alpha val="11525"/>
                  </a:srgbClr>
                </a:gs>
                <a:gs pos="28571">
                  <a:srgbClr val="CA8A51">
                    <a:alpha val="9070"/>
                  </a:srgbClr>
                </a:gs>
                <a:gs pos="42857">
                  <a:srgbClr val="CA8A51">
                    <a:alpha val="6046"/>
                  </a:srgbClr>
                </a:gs>
                <a:gs pos="57143">
                  <a:srgbClr val="CA8A51">
                    <a:alpha val="3397"/>
                  </a:srgbClr>
                </a:gs>
                <a:gs pos="71429">
                  <a:srgbClr val="CA8A51">
                    <a:alpha val="1605"/>
                  </a:srgbClr>
                </a:gs>
                <a:gs pos="85714">
                  <a:srgbClr val="CA8A51">
                    <a:alpha val="638"/>
                  </a:srgbClr>
                </a:gs>
                <a:gs pos="100000">
                  <a:srgbClr val="CA8A51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4087525">
              <a:off x="1701973" y="1604091"/>
              <a:ext cx="638597" cy="457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5400000">
              <a:off x="949777" y="1150915"/>
              <a:ext cx="65238" cy="65238"/>
            </a:xfrm>
            <a:prstGeom prst="ellipse">
              <a:avLst/>
            </a:prstGeom>
            <a:gradFill>
              <a:gsLst>
                <a:gs pos="0">
                  <a:srgbClr val="D48C66">
                    <a:alpha val="12428"/>
                  </a:srgbClr>
                </a:gs>
                <a:gs pos="14286">
                  <a:srgbClr val="D48C66">
                    <a:alpha val="11483"/>
                  </a:srgbClr>
                </a:gs>
                <a:gs pos="28571">
                  <a:srgbClr val="D48C66">
                    <a:alpha val="9036"/>
                  </a:srgbClr>
                </a:gs>
                <a:gs pos="42857">
                  <a:srgbClr val="D48C66">
                    <a:alpha val="6023"/>
                  </a:srgbClr>
                </a:gs>
                <a:gs pos="57143">
                  <a:srgbClr val="D48C66">
                    <a:alpha val="3384"/>
                  </a:srgbClr>
                </a:gs>
                <a:gs pos="71429">
                  <a:srgbClr val="D48C66">
                    <a:alpha val="1598"/>
                  </a:srgbClr>
                </a:gs>
                <a:gs pos="85714">
                  <a:srgbClr val="D48C66">
                    <a:alpha val="635"/>
                  </a:srgbClr>
                </a:gs>
                <a:gs pos="100000">
                  <a:srgbClr val="D48C66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5400000">
              <a:off x="452947" y="2082090"/>
              <a:ext cx="65028" cy="65028"/>
            </a:xfrm>
            <a:prstGeom prst="ellipse">
              <a:avLst/>
            </a:prstGeom>
            <a:gradFill>
              <a:gsLst>
                <a:gs pos="0">
                  <a:srgbClr val="EFB179">
                    <a:alpha val="12485"/>
                  </a:srgbClr>
                </a:gs>
                <a:gs pos="14286">
                  <a:srgbClr val="EFB179">
                    <a:alpha val="11536"/>
                  </a:srgbClr>
                </a:gs>
                <a:gs pos="28571">
                  <a:srgbClr val="EFB179">
                    <a:alpha val="9078"/>
                  </a:srgbClr>
                </a:gs>
                <a:gs pos="42857">
                  <a:srgbClr val="EFB179">
                    <a:alpha val="6052"/>
                  </a:srgbClr>
                </a:gs>
                <a:gs pos="57143">
                  <a:srgbClr val="EFB179">
                    <a:alpha val="3400"/>
                  </a:srgbClr>
                </a:gs>
                <a:gs pos="71429">
                  <a:srgbClr val="EFB179">
                    <a:alpha val="1606"/>
                  </a:srgbClr>
                </a:gs>
                <a:gs pos="85714">
                  <a:srgbClr val="EFB179">
                    <a:alpha val="638"/>
                  </a:srgbClr>
                </a:gs>
                <a:gs pos="100000">
                  <a:srgbClr val="EFB179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5400000">
              <a:off x="2817618" y="1661773"/>
              <a:ext cx="65233" cy="65233"/>
            </a:xfrm>
            <a:prstGeom prst="ellipse">
              <a:avLst/>
            </a:prstGeom>
            <a:gradFill>
              <a:gsLst>
                <a:gs pos="0">
                  <a:srgbClr val="BF451E">
                    <a:alpha val="12429"/>
                  </a:srgbClr>
                </a:gs>
                <a:gs pos="14286">
                  <a:srgbClr val="BF451E">
                    <a:alpha val="11484"/>
                  </a:srgbClr>
                </a:gs>
                <a:gs pos="28571">
                  <a:srgbClr val="BF451E">
                    <a:alpha val="9037"/>
                  </a:srgbClr>
                </a:gs>
                <a:gs pos="42857">
                  <a:srgbClr val="BF451E">
                    <a:alpha val="6024"/>
                  </a:srgbClr>
                </a:gs>
                <a:gs pos="57143">
                  <a:srgbClr val="BF451E">
                    <a:alpha val="3384"/>
                  </a:srgbClr>
                </a:gs>
                <a:gs pos="71429">
                  <a:srgbClr val="BF451E">
                    <a:alpha val="1598"/>
                  </a:srgbClr>
                </a:gs>
                <a:gs pos="85714">
                  <a:srgbClr val="BF451E">
                    <a:alpha val="635"/>
                  </a:srgbClr>
                </a:gs>
                <a:gs pos="100000">
                  <a:srgbClr val="BF451E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5400000">
              <a:off x="3446654" y="2070437"/>
              <a:ext cx="64064" cy="64064"/>
            </a:xfrm>
            <a:prstGeom prst="ellipse">
              <a:avLst/>
            </a:prstGeom>
            <a:gradFill>
              <a:gsLst>
                <a:gs pos="0">
                  <a:srgbClr val="D57E3C">
                    <a:alpha val="12747"/>
                  </a:srgbClr>
                </a:gs>
                <a:gs pos="14286">
                  <a:srgbClr val="D57E3C">
                    <a:alpha val="11779"/>
                  </a:srgbClr>
                </a:gs>
                <a:gs pos="28571">
                  <a:srgbClr val="D57E3C">
                    <a:alpha val="9273"/>
                  </a:srgbClr>
                </a:gs>
                <a:gs pos="42857">
                  <a:srgbClr val="D57E3C">
                    <a:alpha val="6183"/>
                  </a:srgbClr>
                </a:gs>
                <a:gs pos="57143">
                  <a:srgbClr val="D57E3C">
                    <a:alpha val="3475"/>
                  </a:srgbClr>
                </a:gs>
                <a:gs pos="71429">
                  <a:srgbClr val="D57E3C">
                    <a:alpha val="1642"/>
                  </a:srgbClr>
                </a:gs>
                <a:gs pos="85714">
                  <a:srgbClr val="D57E3C">
                    <a:alpha val="653"/>
                  </a:srgbClr>
                </a:gs>
                <a:gs pos="100000">
                  <a:srgbClr val="D57E3C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5400000">
              <a:off x="2454968" y="768493"/>
              <a:ext cx="65408" cy="65408"/>
            </a:xfrm>
            <a:prstGeom prst="ellipse">
              <a:avLst/>
            </a:prstGeom>
            <a:gradFill>
              <a:gsLst>
                <a:gs pos="0">
                  <a:srgbClr val="BD7658">
                    <a:alpha val="12381"/>
                  </a:srgbClr>
                </a:gs>
                <a:gs pos="14286">
                  <a:srgbClr val="BD7658">
                    <a:alpha val="11440"/>
                  </a:srgbClr>
                </a:gs>
                <a:gs pos="28571">
                  <a:srgbClr val="BD7658">
                    <a:alpha val="9002"/>
                  </a:srgbClr>
                </a:gs>
                <a:gs pos="42857">
                  <a:srgbClr val="BD7658">
                    <a:alpha val="6000"/>
                  </a:srgbClr>
                </a:gs>
                <a:gs pos="57143">
                  <a:srgbClr val="BD7658">
                    <a:alpha val="3370"/>
                  </a:srgbClr>
                </a:gs>
                <a:gs pos="71429">
                  <a:srgbClr val="BD7658">
                    <a:alpha val="1592"/>
                  </a:srgbClr>
                </a:gs>
                <a:gs pos="85714">
                  <a:srgbClr val="BD7658">
                    <a:alpha val="633"/>
                  </a:srgbClr>
                </a:gs>
                <a:gs pos="100000">
                  <a:srgbClr val="BD7658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5400000">
              <a:off x="170445" y="1043609"/>
              <a:ext cx="64317" cy="64317"/>
            </a:xfrm>
            <a:prstGeom prst="ellipse">
              <a:avLst/>
            </a:prstGeom>
            <a:gradFill>
              <a:gsLst>
                <a:gs pos="0">
                  <a:srgbClr val="DC9B66">
                    <a:alpha val="12678"/>
                  </a:srgbClr>
                </a:gs>
                <a:gs pos="14286">
                  <a:srgbClr val="DC9B66">
                    <a:alpha val="11716"/>
                  </a:srgbClr>
                </a:gs>
                <a:gs pos="28571">
                  <a:srgbClr val="DC9B66">
                    <a:alpha val="9222"/>
                  </a:srgbClr>
                </a:gs>
                <a:gs pos="42857">
                  <a:srgbClr val="DC9B66">
                    <a:alpha val="6149"/>
                  </a:srgbClr>
                </a:gs>
                <a:gs pos="57143">
                  <a:srgbClr val="DC9B66">
                    <a:alpha val="3455"/>
                  </a:srgbClr>
                </a:gs>
                <a:gs pos="71429">
                  <a:srgbClr val="DC9B66">
                    <a:alpha val="1633"/>
                  </a:srgbClr>
                </a:gs>
                <a:gs pos="85714">
                  <a:srgbClr val="DC9B66">
                    <a:alpha val="649"/>
                  </a:srgbClr>
                </a:gs>
                <a:gs pos="100000">
                  <a:srgbClr val="DC9B66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5400000">
              <a:off x="3082329" y="2240708"/>
              <a:ext cx="65381" cy="65381"/>
            </a:xfrm>
            <a:prstGeom prst="ellipse">
              <a:avLst/>
            </a:prstGeom>
            <a:gradFill>
              <a:gsLst>
                <a:gs pos="0">
                  <a:srgbClr val="BB6330">
                    <a:alpha val="12389"/>
                  </a:srgbClr>
                </a:gs>
                <a:gs pos="14286">
                  <a:srgbClr val="BB6330">
                    <a:alpha val="11447"/>
                  </a:srgbClr>
                </a:gs>
                <a:gs pos="28571">
                  <a:srgbClr val="BB6330">
                    <a:alpha val="9007"/>
                  </a:srgbClr>
                </a:gs>
                <a:gs pos="42857">
                  <a:srgbClr val="BB6330">
                    <a:alpha val="6003"/>
                  </a:srgbClr>
                </a:gs>
                <a:gs pos="57143">
                  <a:srgbClr val="BB6330">
                    <a:alpha val="3372"/>
                  </a:srgbClr>
                </a:gs>
                <a:gs pos="71429">
                  <a:srgbClr val="BB6330">
                    <a:alpha val="1593"/>
                  </a:srgbClr>
                </a:gs>
                <a:gs pos="85714">
                  <a:srgbClr val="BB6330">
                    <a:alpha val="633"/>
                  </a:srgbClr>
                </a:gs>
                <a:gs pos="100000">
                  <a:srgbClr val="BB6330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5400000">
              <a:off x="129344" y="1803514"/>
              <a:ext cx="64811" cy="64811"/>
            </a:xfrm>
            <a:prstGeom prst="ellipse">
              <a:avLst/>
            </a:prstGeom>
            <a:gradFill>
              <a:gsLst>
                <a:gs pos="0">
                  <a:srgbClr val="D9A478">
                    <a:alpha val="12544"/>
                  </a:srgbClr>
                </a:gs>
                <a:gs pos="14286">
                  <a:srgbClr val="D9A478">
                    <a:alpha val="11591"/>
                  </a:srgbClr>
                </a:gs>
                <a:gs pos="28571">
                  <a:srgbClr val="D9A478">
                    <a:alpha val="9122"/>
                  </a:srgbClr>
                </a:gs>
                <a:gs pos="42857">
                  <a:srgbClr val="D9A478">
                    <a:alpha val="6081"/>
                  </a:srgbClr>
                </a:gs>
                <a:gs pos="57143">
                  <a:srgbClr val="D9A478">
                    <a:alpha val="3417"/>
                  </a:srgbClr>
                </a:gs>
                <a:gs pos="71429">
                  <a:srgbClr val="D9A478">
                    <a:alpha val="1614"/>
                  </a:srgbClr>
                </a:gs>
                <a:gs pos="85714">
                  <a:srgbClr val="D9A478">
                    <a:alpha val="641"/>
                  </a:srgbClr>
                </a:gs>
                <a:gs pos="100000">
                  <a:srgbClr val="D9A478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5400000">
              <a:off x="204314" y="671242"/>
              <a:ext cx="65491" cy="65491"/>
            </a:xfrm>
            <a:prstGeom prst="ellipse">
              <a:avLst/>
            </a:prstGeom>
            <a:gradFill>
              <a:gsLst>
                <a:gs pos="0">
                  <a:srgbClr val="B65725">
                    <a:alpha val="12359"/>
                  </a:srgbClr>
                </a:gs>
                <a:gs pos="14286">
                  <a:srgbClr val="B65725">
                    <a:alpha val="11419"/>
                  </a:srgbClr>
                </a:gs>
                <a:gs pos="28571">
                  <a:srgbClr val="B65725">
                    <a:alpha val="8985"/>
                  </a:srgbClr>
                </a:gs>
                <a:gs pos="42857">
                  <a:srgbClr val="B65725">
                    <a:alpha val="5988"/>
                  </a:srgbClr>
                </a:gs>
                <a:gs pos="57143">
                  <a:srgbClr val="B65725">
                    <a:alpha val="3364"/>
                  </a:srgbClr>
                </a:gs>
                <a:gs pos="71429">
                  <a:srgbClr val="B65725">
                    <a:alpha val="1589"/>
                  </a:srgbClr>
                </a:gs>
                <a:gs pos="85714">
                  <a:srgbClr val="B65725">
                    <a:alpha val="631"/>
                  </a:srgbClr>
                </a:gs>
                <a:gs pos="100000">
                  <a:srgbClr val="B65725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5400000">
              <a:off x="405564" y="1550869"/>
              <a:ext cx="65489" cy="65489"/>
            </a:xfrm>
            <a:prstGeom prst="ellipse">
              <a:avLst/>
            </a:prstGeom>
            <a:gradFill>
              <a:gsLst>
                <a:gs pos="0">
                  <a:srgbClr val="B2693B">
                    <a:alpha val="12359"/>
                  </a:srgbClr>
                </a:gs>
                <a:gs pos="14286">
                  <a:srgbClr val="B2693B">
                    <a:alpha val="11419"/>
                  </a:srgbClr>
                </a:gs>
                <a:gs pos="28571">
                  <a:srgbClr val="B2693B">
                    <a:alpha val="8985"/>
                  </a:srgbClr>
                </a:gs>
                <a:gs pos="42857">
                  <a:srgbClr val="B2693B">
                    <a:alpha val="5989"/>
                  </a:srgbClr>
                </a:gs>
                <a:gs pos="57143">
                  <a:srgbClr val="B2693B">
                    <a:alpha val="3364"/>
                  </a:srgbClr>
                </a:gs>
                <a:gs pos="71429">
                  <a:srgbClr val="B2693B">
                    <a:alpha val="1589"/>
                  </a:srgbClr>
                </a:gs>
                <a:gs pos="85714">
                  <a:srgbClr val="B2693B">
                    <a:alpha val="631"/>
                  </a:srgbClr>
                </a:gs>
                <a:gs pos="100000">
                  <a:srgbClr val="B2693B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400000">
              <a:off x="1538021" y="683505"/>
              <a:ext cx="65524" cy="65524"/>
            </a:xfrm>
            <a:prstGeom prst="ellipse">
              <a:avLst/>
            </a:prstGeom>
            <a:gradFill>
              <a:gsLst>
                <a:gs pos="0">
                  <a:srgbClr val="993D15">
                    <a:alpha val="12350"/>
                  </a:srgbClr>
                </a:gs>
                <a:gs pos="14286">
                  <a:srgbClr val="993D15">
                    <a:alpha val="11410"/>
                  </a:srgbClr>
                </a:gs>
                <a:gs pos="28571">
                  <a:srgbClr val="993D15">
                    <a:alpha val="8978"/>
                  </a:srgbClr>
                </a:gs>
                <a:gs pos="42857">
                  <a:srgbClr val="993D15">
                    <a:alpha val="5984"/>
                  </a:srgbClr>
                </a:gs>
                <a:gs pos="57143">
                  <a:srgbClr val="993D15">
                    <a:alpha val="3361"/>
                  </a:srgbClr>
                </a:gs>
                <a:gs pos="71429">
                  <a:srgbClr val="993D15">
                    <a:alpha val="1588"/>
                  </a:srgbClr>
                </a:gs>
                <a:gs pos="85714">
                  <a:srgbClr val="993D15">
                    <a:alpha val="631"/>
                  </a:srgbClr>
                </a:gs>
                <a:gs pos="100000">
                  <a:srgbClr val="993D15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5400000">
              <a:off x="146660" y="699378"/>
              <a:ext cx="65544" cy="65544"/>
            </a:xfrm>
            <a:prstGeom prst="ellipse">
              <a:avLst/>
            </a:prstGeom>
            <a:gradFill>
              <a:gsLst>
                <a:gs pos="0">
                  <a:srgbClr val="AB501D">
                    <a:alpha val="12345"/>
                  </a:srgbClr>
                </a:gs>
                <a:gs pos="14286">
                  <a:srgbClr val="AB501D">
                    <a:alpha val="11405"/>
                  </a:srgbClr>
                </a:gs>
                <a:gs pos="28571">
                  <a:srgbClr val="AB501D">
                    <a:alpha val="8974"/>
                  </a:srgbClr>
                </a:gs>
                <a:gs pos="42857">
                  <a:srgbClr val="AB501D">
                    <a:alpha val="5981"/>
                  </a:srgbClr>
                </a:gs>
                <a:gs pos="57143">
                  <a:srgbClr val="AB501D">
                    <a:alpha val="3360"/>
                  </a:srgbClr>
                </a:gs>
                <a:gs pos="71429">
                  <a:srgbClr val="AB501D">
                    <a:alpha val="1587"/>
                  </a:srgbClr>
                </a:gs>
                <a:gs pos="85714">
                  <a:srgbClr val="AB501D">
                    <a:alpha val="631"/>
                  </a:srgbClr>
                </a:gs>
                <a:gs pos="100000">
                  <a:srgbClr val="AB501D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10501638">
              <a:off x="1831408" y="758211"/>
              <a:ext cx="419232" cy="175766"/>
            </a:xfrm>
            <a:prstGeom prst="ellipse">
              <a:avLst/>
            </a:prstGeom>
            <a:gradFill>
              <a:gsLst>
                <a:gs pos="0">
                  <a:srgbClr val="F4D14B">
                    <a:alpha val="13689"/>
                  </a:srgbClr>
                </a:gs>
                <a:gs pos="14286">
                  <a:srgbClr val="F4D14B">
                    <a:alpha val="12655"/>
                  </a:srgbClr>
                </a:gs>
                <a:gs pos="28571">
                  <a:srgbClr val="F4D14B">
                    <a:alpha val="9973"/>
                  </a:srgbClr>
                </a:gs>
                <a:gs pos="42857">
                  <a:srgbClr val="F4D14B">
                    <a:alpha val="6659"/>
                  </a:srgbClr>
                </a:gs>
                <a:gs pos="57143">
                  <a:srgbClr val="F4D14B">
                    <a:alpha val="3746"/>
                  </a:srgbClr>
                </a:gs>
                <a:gs pos="71429">
                  <a:srgbClr val="F4D14B">
                    <a:alpha val="1771"/>
                  </a:srgbClr>
                </a:gs>
                <a:gs pos="85714">
                  <a:srgbClr val="F4D14B">
                    <a:alpha val="704"/>
                  </a:srgbClr>
                </a:gs>
                <a:gs pos="100000">
                  <a:srgbClr val="F4D14B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-9057239">
              <a:off x="1847047" y="383685"/>
              <a:ext cx="447851" cy="384250"/>
            </a:xfrm>
            <a:prstGeom prst="ellipse">
              <a:avLst/>
            </a:prstGeom>
            <a:gradFill>
              <a:gsLst>
                <a:gs pos="0">
                  <a:srgbClr val="51CF00">
                    <a:alpha val="2200"/>
                  </a:srgbClr>
                </a:gs>
                <a:gs pos="14286">
                  <a:srgbClr val="51CF00">
                    <a:alpha val="2024"/>
                  </a:srgbClr>
                </a:gs>
                <a:gs pos="28571">
                  <a:srgbClr val="51CF00">
                    <a:alpha val="1575"/>
                  </a:srgbClr>
                </a:gs>
                <a:gs pos="42857">
                  <a:srgbClr val="51CF00">
                    <a:alpha val="1036"/>
                  </a:srgbClr>
                </a:gs>
                <a:gs pos="57143">
                  <a:srgbClr val="51CF00">
                    <a:alpha val="575"/>
                  </a:srgbClr>
                </a:gs>
                <a:gs pos="71429">
                  <a:srgbClr val="51CF00">
                    <a:alpha val="270"/>
                  </a:srgbClr>
                </a:gs>
                <a:gs pos="85714">
                  <a:srgbClr val="51CF00">
                    <a:alpha val="107"/>
                  </a:srgbClr>
                </a:gs>
                <a:gs pos="100000">
                  <a:srgbClr val="51CF00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9305917">
              <a:off x="1941259" y="1119478"/>
              <a:ext cx="405425" cy="72491"/>
            </a:xfrm>
            <a:prstGeom prst="ellipse">
              <a:avLst/>
            </a:prstGeom>
            <a:gradFill>
              <a:gsLst>
                <a:gs pos="0">
                  <a:srgbClr val="FFFFDF">
                    <a:alpha val="32968"/>
                  </a:srgbClr>
                </a:gs>
                <a:gs pos="14286">
                  <a:srgbClr val="FFFFDF">
                    <a:alpha val="30764"/>
                  </a:srgbClr>
                </a:gs>
                <a:gs pos="28571">
                  <a:srgbClr val="FFFFDF">
                    <a:alpha val="24833"/>
                  </a:srgbClr>
                </a:gs>
                <a:gs pos="42857">
                  <a:srgbClr val="FFFFDF">
                    <a:alpha val="17075"/>
                  </a:srgbClr>
                </a:gs>
                <a:gs pos="57143">
                  <a:srgbClr val="FFFFDF">
                    <a:alpha val="9855"/>
                  </a:srgbClr>
                </a:gs>
                <a:gs pos="71429">
                  <a:srgbClr val="FFFFDF">
                    <a:alpha val="4740"/>
                  </a:srgbClr>
                </a:gs>
                <a:gs pos="85714">
                  <a:srgbClr val="FFFFDF">
                    <a:alpha val="1902"/>
                  </a:srgbClr>
                </a:gs>
                <a:gs pos="100000">
                  <a:srgbClr val="FFFF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10161159">
              <a:off x="1083422" y="717561"/>
              <a:ext cx="401618" cy="396785"/>
            </a:xfrm>
            <a:prstGeom prst="ellipse">
              <a:avLst/>
            </a:prstGeom>
            <a:gradFill>
              <a:gsLst>
                <a:gs pos="0">
                  <a:srgbClr val="FF0000">
                    <a:alpha val="1322"/>
                  </a:srgbClr>
                </a:gs>
                <a:gs pos="14286">
                  <a:srgbClr val="FF0000">
                    <a:alpha val="1216"/>
                  </a:srgbClr>
                </a:gs>
                <a:gs pos="28571">
                  <a:srgbClr val="FF0000">
                    <a:alpha val="945"/>
                  </a:srgbClr>
                </a:gs>
                <a:gs pos="42857">
                  <a:srgbClr val="FF0000">
                    <a:alpha val="621"/>
                  </a:srgbClr>
                </a:gs>
                <a:gs pos="57143">
                  <a:srgbClr val="FF0000">
                    <a:alpha val="345"/>
                  </a:srgbClr>
                </a:gs>
                <a:gs pos="71429">
                  <a:srgbClr val="FF0000">
                    <a:alpha val="161"/>
                  </a:srgbClr>
                </a:gs>
                <a:gs pos="85714">
                  <a:srgbClr val="FF0000">
                    <a:alpha val="64"/>
                  </a:srgbClr>
                </a:gs>
                <a:gs pos="100000">
                  <a:srgbClr val="FF00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2728476">
              <a:off x="2016790" y="347123"/>
              <a:ext cx="555750" cy="572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-8843194">
              <a:off x="1019569" y="1121742"/>
              <a:ext cx="694202" cy="105772"/>
            </a:xfrm>
            <a:prstGeom prst="ellipse">
              <a:avLst/>
            </a:prstGeom>
            <a:gradFill>
              <a:gsLst>
                <a:gs pos="0">
                  <a:srgbClr val="5D0000">
                    <a:alpha val="32968"/>
                  </a:srgbClr>
                </a:gs>
                <a:gs pos="14286">
                  <a:srgbClr val="5D0000">
                    <a:alpha val="30764"/>
                  </a:srgbClr>
                </a:gs>
                <a:gs pos="28571">
                  <a:srgbClr val="5D0000">
                    <a:alpha val="24833"/>
                  </a:srgbClr>
                </a:gs>
                <a:gs pos="42857">
                  <a:srgbClr val="5D0000">
                    <a:alpha val="17075"/>
                  </a:srgbClr>
                </a:gs>
                <a:gs pos="57143">
                  <a:srgbClr val="5D0000">
                    <a:alpha val="9855"/>
                  </a:srgbClr>
                </a:gs>
                <a:gs pos="71429">
                  <a:srgbClr val="5D0000">
                    <a:alpha val="4740"/>
                  </a:srgbClr>
                </a:gs>
                <a:gs pos="85714">
                  <a:srgbClr val="5D0000">
                    <a:alpha val="1902"/>
                  </a:srgbClr>
                </a:gs>
                <a:gs pos="100000">
                  <a:srgbClr val="5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6863197">
              <a:off x="808822" y="20873"/>
              <a:ext cx="419988" cy="355165"/>
            </a:xfrm>
            <a:prstGeom prst="ellipse">
              <a:avLst/>
            </a:prstGeom>
            <a:gradFill>
              <a:gsLst>
                <a:gs pos="0">
                  <a:srgbClr val="CC0000">
                    <a:alpha val="14697"/>
                  </a:srgbClr>
                </a:gs>
                <a:gs pos="14286">
                  <a:srgbClr val="CC0000">
                    <a:alpha val="13593"/>
                  </a:srgbClr>
                </a:gs>
                <a:gs pos="28571">
                  <a:srgbClr val="CC0000">
                    <a:alpha val="10724"/>
                  </a:srgbClr>
                </a:gs>
                <a:gs pos="42857">
                  <a:srgbClr val="CC0000">
                    <a:alpha val="7171"/>
                  </a:srgbClr>
                </a:gs>
                <a:gs pos="57143">
                  <a:srgbClr val="CC0000">
                    <a:alpha val="4039"/>
                  </a:srgbClr>
                </a:gs>
                <a:gs pos="71429">
                  <a:srgbClr val="CC0000">
                    <a:alpha val="1911"/>
                  </a:srgbClr>
                </a:gs>
                <a:gs pos="85714">
                  <a:srgbClr val="CC0000">
                    <a:alpha val="760"/>
                  </a:srgbClr>
                </a:gs>
                <a:gs pos="100000">
                  <a:srgbClr val="CC0000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8710481">
              <a:off x="1995768" y="221848"/>
              <a:ext cx="360124" cy="892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3791222">
              <a:off x="958261" y="792550"/>
              <a:ext cx="385932" cy="104645"/>
            </a:xfrm>
            <a:prstGeom prst="ellipse">
              <a:avLst/>
            </a:prstGeom>
            <a:gradFill>
              <a:gsLst>
                <a:gs pos="0">
                  <a:srgbClr val="FFF8EE">
                    <a:alpha val="32968"/>
                  </a:srgbClr>
                </a:gs>
                <a:gs pos="14286">
                  <a:srgbClr val="FFF8EE">
                    <a:alpha val="30764"/>
                  </a:srgbClr>
                </a:gs>
                <a:gs pos="28571">
                  <a:srgbClr val="FFF8EE">
                    <a:alpha val="24833"/>
                  </a:srgbClr>
                </a:gs>
                <a:gs pos="42857">
                  <a:srgbClr val="FFF8EE">
                    <a:alpha val="17075"/>
                  </a:srgbClr>
                </a:gs>
                <a:gs pos="57143">
                  <a:srgbClr val="FFF8EE">
                    <a:alpha val="9855"/>
                  </a:srgbClr>
                </a:gs>
                <a:gs pos="71429">
                  <a:srgbClr val="FFF8EE">
                    <a:alpha val="4740"/>
                  </a:srgbClr>
                </a:gs>
                <a:gs pos="85714">
                  <a:srgbClr val="FFF8EE">
                    <a:alpha val="1902"/>
                  </a:srgbClr>
                </a:gs>
                <a:gs pos="100000">
                  <a:srgbClr val="FFF8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9147367">
              <a:off x="889093" y="471619"/>
              <a:ext cx="300500" cy="23107"/>
            </a:xfrm>
            <a:prstGeom prst="ellipse">
              <a:avLst/>
            </a:prstGeom>
            <a:gradFill>
              <a:gsLst>
                <a:gs pos="0">
                  <a:srgbClr val="FFFFBB">
                    <a:alpha val="32968"/>
                  </a:srgbClr>
                </a:gs>
                <a:gs pos="14286">
                  <a:srgbClr val="FFFFBB">
                    <a:alpha val="30764"/>
                  </a:srgbClr>
                </a:gs>
                <a:gs pos="28571">
                  <a:srgbClr val="FFFFBB">
                    <a:alpha val="24833"/>
                  </a:srgbClr>
                </a:gs>
                <a:gs pos="42857">
                  <a:srgbClr val="FFFFBB">
                    <a:alpha val="17075"/>
                  </a:srgbClr>
                </a:gs>
                <a:gs pos="57143">
                  <a:srgbClr val="FFFFBB">
                    <a:alpha val="9855"/>
                  </a:srgbClr>
                </a:gs>
                <a:gs pos="71429">
                  <a:srgbClr val="FFFFBB">
                    <a:alpha val="4740"/>
                  </a:srgbClr>
                </a:gs>
                <a:gs pos="85714">
                  <a:srgbClr val="FFFFBB">
                    <a:alpha val="1902"/>
                  </a:srgbClr>
                </a:gs>
                <a:gs pos="100000">
                  <a:srgbClr val="FFFF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4682065">
              <a:off x="336635" y="1439917"/>
              <a:ext cx="461413" cy="36902"/>
            </a:xfrm>
            <a:prstGeom prst="ellipse">
              <a:avLst/>
            </a:prstGeom>
            <a:gradFill>
              <a:gsLst>
                <a:gs pos="0">
                  <a:srgbClr val="FFFFC1">
                    <a:alpha val="32968"/>
                  </a:srgbClr>
                </a:gs>
                <a:gs pos="14286">
                  <a:srgbClr val="FFFFC1">
                    <a:alpha val="30764"/>
                  </a:srgbClr>
                </a:gs>
                <a:gs pos="28571">
                  <a:srgbClr val="FFFFC1">
                    <a:alpha val="24833"/>
                  </a:srgbClr>
                </a:gs>
                <a:gs pos="42857">
                  <a:srgbClr val="FFFFC1">
                    <a:alpha val="17075"/>
                  </a:srgbClr>
                </a:gs>
                <a:gs pos="57143">
                  <a:srgbClr val="FFFFC1">
                    <a:alpha val="9855"/>
                  </a:srgbClr>
                </a:gs>
                <a:gs pos="71429">
                  <a:srgbClr val="FFFFC1">
                    <a:alpha val="4740"/>
                  </a:srgbClr>
                </a:gs>
                <a:gs pos="85714">
                  <a:srgbClr val="FFFFC1">
                    <a:alpha val="1902"/>
                  </a:srgbClr>
                </a:gs>
                <a:gs pos="100000">
                  <a:srgbClr val="FFFF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7969246">
              <a:off x="126429" y="390308"/>
              <a:ext cx="418461" cy="326086"/>
            </a:xfrm>
            <a:prstGeom prst="ellipse">
              <a:avLst/>
            </a:prstGeom>
            <a:gradFill>
              <a:gsLst>
                <a:gs pos="0">
                  <a:srgbClr val="FF4800">
                    <a:alpha val="15283"/>
                  </a:srgbClr>
                </a:gs>
                <a:gs pos="14286">
                  <a:srgbClr val="FF4800">
                    <a:alpha val="14139"/>
                  </a:srgbClr>
                </a:gs>
                <a:gs pos="28571">
                  <a:srgbClr val="FF4800">
                    <a:alpha val="11162"/>
                  </a:srgbClr>
                </a:gs>
                <a:gs pos="42857">
                  <a:srgbClr val="FF4800">
                    <a:alpha val="7470"/>
                  </a:srgbClr>
                </a:gs>
                <a:gs pos="57143">
                  <a:srgbClr val="FF4800">
                    <a:alpha val="4211"/>
                  </a:srgbClr>
                </a:gs>
                <a:gs pos="71429">
                  <a:srgbClr val="FF4800">
                    <a:alpha val="1994"/>
                  </a:srgbClr>
                </a:gs>
                <a:gs pos="85714">
                  <a:srgbClr val="FF4800">
                    <a:alpha val="793"/>
                  </a:srgbClr>
                </a:gs>
                <a:gs pos="100000">
                  <a:srgbClr val="FF4800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5965955">
              <a:off x="2313181" y="440569"/>
              <a:ext cx="467712" cy="91185"/>
            </a:xfrm>
            <a:prstGeom prst="ellipse">
              <a:avLst/>
            </a:prstGeom>
            <a:gradFill>
              <a:gsLst>
                <a:gs pos="0">
                  <a:srgbClr val="009F83">
                    <a:alpha val="7669"/>
                  </a:srgbClr>
                </a:gs>
                <a:gs pos="14286">
                  <a:srgbClr val="009F83">
                    <a:alpha val="7071"/>
                  </a:srgbClr>
                </a:gs>
                <a:gs pos="28571">
                  <a:srgbClr val="009F83">
                    <a:alpha val="5535"/>
                  </a:srgbClr>
                </a:gs>
                <a:gs pos="42857">
                  <a:srgbClr val="009F83">
                    <a:alpha val="3666"/>
                  </a:srgbClr>
                </a:gs>
                <a:gs pos="57143">
                  <a:srgbClr val="009F83">
                    <a:alpha val="2048"/>
                  </a:srgbClr>
                </a:gs>
                <a:gs pos="71429">
                  <a:srgbClr val="009F83">
                    <a:alpha val="964"/>
                  </a:srgbClr>
                </a:gs>
                <a:gs pos="85714">
                  <a:srgbClr val="009F83">
                    <a:alpha val="382"/>
                  </a:srgbClr>
                </a:gs>
                <a:gs pos="100000">
                  <a:srgbClr val="009F83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9129960">
              <a:off x="1192262" y="176215"/>
              <a:ext cx="414369" cy="695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3202707">
              <a:off x="1024034" y="919684"/>
              <a:ext cx="302523" cy="53531"/>
            </a:xfrm>
            <a:prstGeom prst="ellipse">
              <a:avLst/>
            </a:prstGeom>
            <a:gradFill>
              <a:gsLst>
                <a:gs pos="0">
                  <a:srgbClr val="FFE8C7">
                    <a:alpha val="32968"/>
                  </a:srgbClr>
                </a:gs>
                <a:gs pos="14286">
                  <a:srgbClr val="FFE8C7">
                    <a:alpha val="30764"/>
                  </a:srgbClr>
                </a:gs>
                <a:gs pos="28571">
                  <a:srgbClr val="FFE8C7">
                    <a:alpha val="24833"/>
                  </a:srgbClr>
                </a:gs>
                <a:gs pos="42857">
                  <a:srgbClr val="FFE8C7">
                    <a:alpha val="17075"/>
                  </a:srgbClr>
                </a:gs>
                <a:gs pos="57143">
                  <a:srgbClr val="FFE8C7">
                    <a:alpha val="9855"/>
                  </a:srgbClr>
                </a:gs>
                <a:gs pos="71429">
                  <a:srgbClr val="FFE8C7">
                    <a:alpha val="4740"/>
                  </a:srgbClr>
                </a:gs>
                <a:gs pos="85714">
                  <a:srgbClr val="FFE8C7">
                    <a:alpha val="1902"/>
                  </a:srgbClr>
                </a:gs>
                <a:gs pos="100000">
                  <a:srgbClr val="FFE8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8813247">
              <a:off x="1101447" y="220550"/>
              <a:ext cx="458147" cy="87070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-8308145">
              <a:off x="1144590" y="1045441"/>
              <a:ext cx="248621" cy="35801"/>
            </a:xfrm>
            <a:prstGeom prst="ellipse">
              <a:avLst/>
            </a:prstGeom>
            <a:gradFill>
              <a:gsLst>
                <a:gs pos="0">
                  <a:srgbClr val="FFF7C3">
                    <a:alpha val="32968"/>
                  </a:srgbClr>
                </a:gs>
                <a:gs pos="14286">
                  <a:srgbClr val="FFF7C3">
                    <a:alpha val="30764"/>
                  </a:srgbClr>
                </a:gs>
                <a:gs pos="28571">
                  <a:srgbClr val="FFF7C3">
                    <a:alpha val="24833"/>
                  </a:srgbClr>
                </a:gs>
                <a:gs pos="42857">
                  <a:srgbClr val="FFF7C3">
                    <a:alpha val="17075"/>
                  </a:srgbClr>
                </a:gs>
                <a:gs pos="57143">
                  <a:srgbClr val="FFF7C3">
                    <a:alpha val="9855"/>
                  </a:srgbClr>
                </a:gs>
                <a:gs pos="71429">
                  <a:srgbClr val="FFF7C3">
                    <a:alpha val="4740"/>
                  </a:srgbClr>
                </a:gs>
                <a:gs pos="85714">
                  <a:srgbClr val="FFF7C3">
                    <a:alpha val="1902"/>
                  </a:srgbClr>
                </a:gs>
                <a:gs pos="100000">
                  <a:srgbClr val="FFF7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4294140">
              <a:off x="1806829" y="639792"/>
              <a:ext cx="524420" cy="349383"/>
            </a:xfrm>
            <a:prstGeom prst="ellipse">
              <a:avLst/>
            </a:prstGeom>
            <a:gradFill>
              <a:gsLst>
                <a:gs pos="0">
                  <a:srgbClr val="C80000">
                    <a:alpha val="17680"/>
                  </a:srgbClr>
                </a:gs>
                <a:gs pos="14286">
                  <a:srgbClr val="C80000">
                    <a:alpha val="16375"/>
                  </a:srgbClr>
                </a:gs>
                <a:gs pos="28571">
                  <a:srgbClr val="C80000">
                    <a:alpha val="12964"/>
                  </a:srgbClr>
                </a:gs>
                <a:gs pos="42857">
                  <a:srgbClr val="C80000">
                    <a:alpha val="8705"/>
                  </a:srgbClr>
                </a:gs>
                <a:gs pos="57143">
                  <a:srgbClr val="C80000">
                    <a:alpha val="4921"/>
                  </a:srgbClr>
                </a:gs>
                <a:gs pos="71429">
                  <a:srgbClr val="C80000">
                    <a:alpha val="2334"/>
                  </a:srgbClr>
                </a:gs>
                <a:gs pos="85714">
                  <a:srgbClr val="C80000">
                    <a:alpha val="930"/>
                  </a:srgbClr>
                </a:gs>
                <a:gs pos="100000">
                  <a:srgbClr val="C80000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7910353">
              <a:off x="-79817" y="2205430"/>
              <a:ext cx="585020" cy="51274"/>
            </a:xfrm>
            <a:prstGeom prst="ellipse">
              <a:avLst/>
            </a:prstGeom>
            <a:gradFill>
              <a:gsLst>
                <a:gs pos="0">
                  <a:srgbClr val="DAB894">
                    <a:alpha val="32968"/>
                  </a:srgbClr>
                </a:gs>
                <a:gs pos="14286">
                  <a:srgbClr val="DAB894">
                    <a:alpha val="30764"/>
                  </a:srgbClr>
                </a:gs>
                <a:gs pos="28571">
                  <a:srgbClr val="DAB894">
                    <a:alpha val="24833"/>
                  </a:srgbClr>
                </a:gs>
                <a:gs pos="42857">
                  <a:srgbClr val="DAB894">
                    <a:alpha val="17075"/>
                  </a:srgbClr>
                </a:gs>
                <a:gs pos="57143">
                  <a:srgbClr val="DAB894">
                    <a:alpha val="9855"/>
                  </a:srgbClr>
                </a:gs>
                <a:gs pos="71429">
                  <a:srgbClr val="DAB894">
                    <a:alpha val="4740"/>
                  </a:srgbClr>
                </a:gs>
                <a:gs pos="85714">
                  <a:srgbClr val="DAB894">
                    <a:alpha val="1902"/>
                  </a:srgbClr>
                </a:gs>
                <a:gs pos="100000">
                  <a:srgbClr val="DAB8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4200609">
              <a:off x="957403" y="797175"/>
              <a:ext cx="277555" cy="39553"/>
            </a:xfrm>
            <a:prstGeom prst="ellipse">
              <a:avLst/>
            </a:prstGeom>
            <a:gradFill>
              <a:gsLst>
                <a:gs pos="0">
                  <a:srgbClr val="FFFFE7">
                    <a:alpha val="32968"/>
                  </a:srgbClr>
                </a:gs>
                <a:gs pos="14286">
                  <a:srgbClr val="FFFFE7">
                    <a:alpha val="30764"/>
                  </a:srgbClr>
                </a:gs>
                <a:gs pos="28571">
                  <a:srgbClr val="FFFFE7">
                    <a:alpha val="24833"/>
                  </a:srgbClr>
                </a:gs>
                <a:gs pos="42857">
                  <a:srgbClr val="FFFFE7">
                    <a:alpha val="17075"/>
                  </a:srgbClr>
                </a:gs>
                <a:gs pos="57143">
                  <a:srgbClr val="FFFFE7">
                    <a:alpha val="9855"/>
                  </a:srgbClr>
                </a:gs>
                <a:gs pos="71429">
                  <a:srgbClr val="FFFFE7">
                    <a:alpha val="4740"/>
                  </a:srgbClr>
                </a:gs>
                <a:gs pos="85714">
                  <a:srgbClr val="FFFFE7">
                    <a:alpha val="1902"/>
                  </a:srgbClr>
                </a:gs>
                <a:gs pos="100000">
                  <a:srgbClr val="FF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-8292219">
              <a:off x="2021697" y="318521"/>
              <a:ext cx="535753" cy="741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5933910">
              <a:off x="1987094" y="821746"/>
              <a:ext cx="393972" cy="311757"/>
            </a:xfrm>
            <a:prstGeom prst="ellipse">
              <a:avLst/>
            </a:prstGeom>
            <a:gradFill>
              <a:gsLst>
                <a:gs pos="0">
                  <a:srgbClr val="FF1A00">
                    <a:alpha val="12657"/>
                  </a:srgbClr>
                </a:gs>
                <a:gs pos="14286">
                  <a:srgbClr val="FF1A00">
                    <a:alpha val="11695"/>
                  </a:srgbClr>
                </a:gs>
                <a:gs pos="28571">
                  <a:srgbClr val="FF1A00">
                    <a:alpha val="9206"/>
                  </a:srgbClr>
                </a:gs>
                <a:gs pos="42857">
                  <a:srgbClr val="FF1A00">
                    <a:alpha val="6138"/>
                  </a:srgbClr>
                </a:gs>
                <a:gs pos="57143">
                  <a:srgbClr val="FF1A00">
                    <a:alpha val="3449"/>
                  </a:srgbClr>
                </a:gs>
                <a:gs pos="71429">
                  <a:srgbClr val="FF1A00">
                    <a:alpha val="1630"/>
                  </a:srgbClr>
                </a:gs>
                <a:gs pos="85714">
                  <a:srgbClr val="FF1A00">
                    <a:alpha val="648"/>
                  </a:srgbClr>
                </a:gs>
                <a:gs pos="100000">
                  <a:srgbClr val="FF1A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-8593889">
              <a:off x="1112128" y="1046733"/>
              <a:ext cx="436213" cy="520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8615907">
              <a:off x="660359" y="-36876"/>
              <a:ext cx="473514" cy="356642"/>
            </a:xfrm>
            <a:prstGeom prst="ellipse">
              <a:avLst/>
            </a:prstGeom>
            <a:gradFill>
              <a:gsLst>
                <a:gs pos="0">
                  <a:srgbClr val="EF6E38">
                    <a:alpha val="19818"/>
                  </a:srgbClr>
                </a:gs>
                <a:gs pos="14286">
                  <a:srgbClr val="EF6E38">
                    <a:alpha val="18373"/>
                  </a:srgbClr>
                </a:gs>
                <a:gs pos="28571">
                  <a:srgbClr val="EF6E38">
                    <a:alpha val="14583"/>
                  </a:srgbClr>
                </a:gs>
                <a:gs pos="42857">
                  <a:srgbClr val="EF6E38">
                    <a:alpha val="9822"/>
                  </a:srgbClr>
                </a:gs>
                <a:gs pos="57143">
                  <a:srgbClr val="EF6E38">
                    <a:alpha val="5568"/>
                  </a:srgbClr>
                </a:gs>
                <a:gs pos="71429">
                  <a:srgbClr val="EF6E38">
                    <a:alpha val="2646"/>
                  </a:srgbClr>
                </a:gs>
                <a:gs pos="85714">
                  <a:srgbClr val="EF6E38">
                    <a:alpha val="1055"/>
                  </a:srgbClr>
                </a:gs>
                <a:gs pos="100000">
                  <a:srgbClr val="EF6E38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8963811">
              <a:off x="1219767" y="172002"/>
              <a:ext cx="419438" cy="121233"/>
            </a:xfrm>
            <a:prstGeom prst="ellipse">
              <a:avLst/>
            </a:prstGeom>
            <a:gradFill>
              <a:gsLst>
                <a:gs pos="0">
                  <a:srgbClr val="FFF6ED">
                    <a:alpha val="32968"/>
                  </a:srgbClr>
                </a:gs>
                <a:gs pos="14286">
                  <a:srgbClr val="FFF6ED">
                    <a:alpha val="30764"/>
                  </a:srgbClr>
                </a:gs>
                <a:gs pos="28571">
                  <a:srgbClr val="FFF6ED">
                    <a:alpha val="24833"/>
                  </a:srgbClr>
                </a:gs>
                <a:gs pos="42857">
                  <a:srgbClr val="FFF6ED">
                    <a:alpha val="17075"/>
                  </a:srgbClr>
                </a:gs>
                <a:gs pos="57143">
                  <a:srgbClr val="FFF6ED">
                    <a:alpha val="9855"/>
                  </a:srgbClr>
                </a:gs>
                <a:gs pos="71429">
                  <a:srgbClr val="FFF6ED">
                    <a:alpha val="4740"/>
                  </a:srgbClr>
                </a:gs>
                <a:gs pos="85714">
                  <a:srgbClr val="FFF6ED">
                    <a:alpha val="1902"/>
                  </a:srgbClr>
                </a:gs>
                <a:gs pos="100000">
                  <a:srgbClr val="FFF6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9079927">
              <a:off x="1168176" y="191665"/>
              <a:ext cx="393392" cy="36160"/>
            </a:xfrm>
            <a:prstGeom prst="ellipse">
              <a:avLst/>
            </a:prstGeom>
            <a:gradFill>
              <a:gsLst>
                <a:gs pos="0">
                  <a:srgbClr val="FFFFF6">
                    <a:alpha val="32968"/>
                  </a:srgbClr>
                </a:gs>
                <a:gs pos="14286">
                  <a:srgbClr val="FFFFF6">
                    <a:alpha val="30764"/>
                  </a:srgbClr>
                </a:gs>
                <a:gs pos="28571">
                  <a:srgbClr val="FFFFF6">
                    <a:alpha val="24833"/>
                  </a:srgbClr>
                </a:gs>
                <a:gs pos="42857">
                  <a:srgbClr val="FFFFF6">
                    <a:alpha val="17075"/>
                  </a:srgbClr>
                </a:gs>
                <a:gs pos="57143">
                  <a:srgbClr val="FFFFF6">
                    <a:alpha val="9855"/>
                  </a:srgbClr>
                </a:gs>
                <a:gs pos="71429">
                  <a:srgbClr val="FFFFF6">
                    <a:alpha val="4740"/>
                  </a:srgbClr>
                </a:gs>
                <a:gs pos="85714">
                  <a:srgbClr val="FFFFF6">
                    <a:alpha val="1902"/>
                  </a:srgbClr>
                </a:gs>
                <a:gs pos="100000">
                  <a:srgbClr val="FFF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3342842">
              <a:off x="3180125" y="761466"/>
              <a:ext cx="386494" cy="369455"/>
            </a:xfrm>
            <a:prstGeom prst="ellipse">
              <a:avLst/>
            </a:prstGeom>
            <a:gradFill>
              <a:gsLst>
                <a:gs pos="0">
                  <a:srgbClr val="D7B875">
                    <a:alpha val="11581"/>
                  </a:srgbClr>
                </a:gs>
                <a:gs pos="14286">
                  <a:srgbClr val="D7B875">
                    <a:alpha val="10696"/>
                  </a:srgbClr>
                </a:gs>
                <a:gs pos="28571">
                  <a:srgbClr val="D7B875">
                    <a:alpha val="8409"/>
                  </a:srgbClr>
                </a:gs>
                <a:gs pos="42857">
                  <a:srgbClr val="D7B875">
                    <a:alpha val="5599"/>
                  </a:srgbClr>
                </a:gs>
                <a:gs pos="57143">
                  <a:srgbClr val="D7B875">
                    <a:alpha val="3142"/>
                  </a:srgbClr>
                </a:gs>
                <a:gs pos="71429">
                  <a:srgbClr val="D7B875">
                    <a:alpha val="1483"/>
                  </a:srgbClr>
                </a:gs>
                <a:gs pos="85714">
                  <a:srgbClr val="D7B875">
                    <a:alpha val="589"/>
                  </a:srgbClr>
                </a:gs>
                <a:gs pos="100000">
                  <a:srgbClr val="D7B875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-8117294">
              <a:off x="2366500" y="700385"/>
              <a:ext cx="425334" cy="34393"/>
            </a:xfrm>
            <a:prstGeom prst="ellipse">
              <a:avLst/>
            </a:prstGeom>
            <a:gradFill>
              <a:gsLst>
                <a:gs pos="0">
                  <a:srgbClr val="FFFFCF">
                    <a:alpha val="32968"/>
                  </a:srgbClr>
                </a:gs>
                <a:gs pos="14286">
                  <a:srgbClr val="FFFFCF">
                    <a:alpha val="30764"/>
                  </a:srgbClr>
                </a:gs>
                <a:gs pos="28571">
                  <a:srgbClr val="FFFFCF">
                    <a:alpha val="24833"/>
                  </a:srgbClr>
                </a:gs>
                <a:gs pos="42857">
                  <a:srgbClr val="FFFFCF">
                    <a:alpha val="17075"/>
                  </a:srgbClr>
                </a:gs>
                <a:gs pos="57143">
                  <a:srgbClr val="FFFFCF">
                    <a:alpha val="9855"/>
                  </a:srgbClr>
                </a:gs>
                <a:gs pos="71429">
                  <a:srgbClr val="FFFFCF">
                    <a:alpha val="4740"/>
                  </a:srgbClr>
                </a:gs>
                <a:gs pos="85714">
                  <a:srgbClr val="FFFFCF">
                    <a:alpha val="1902"/>
                  </a:srgbClr>
                </a:gs>
                <a:gs pos="100000">
                  <a:srgbClr val="FF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8281307">
              <a:off x="2740057" y="1462925"/>
              <a:ext cx="477114" cy="336963"/>
            </a:xfrm>
            <a:prstGeom prst="ellipse">
              <a:avLst/>
            </a:prstGeom>
            <a:gradFill>
              <a:gsLst>
                <a:gs pos="0">
                  <a:srgbClr val="007146">
                    <a:alpha val="10772"/>
                  </a:srgbClr>
                </a:gs>
                <a:gs pos="14286">
                  <a:srgbClr val="007146">
                    <a:alpha val="9945"/>
                  </a:srgbClr>
                </a:gs>
                <a:gs pos="28571">
                  <a:srgbClr val="007146">
                    <a:alpha val="7812"/>
                  </a:srgbClr>
                </a:gs>
                <a:gs pos="42857">
                  <a:srgbClr val="007146">
                    <a:alpha val="5195"/>
                  </a:srgbClr>
                </a:gs>
                <a:gs pos="57143">
                  <a:srgbClr val="007146">
                    <a:alpha val="2913"/>
                  </a:srgbClr>
                </a:gs>
                <a:gs pos="71429">
                  <a:srgbClr val="007146">
                    <a:alpha val="1374"/>
                  </a:srgbClr>
                </a:gs>
                <a:gs pos="85714">
                  <a:srgbClr val="007146">
                    <a:alpha val="546"/>
                  </a:srgbClr>
                </a:gs>
                <a:gs pos="100000">
                  <a:srgbClr val="007146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9746678">
              <a:off x="1345777" y="1146053"/>
              <a:ext cx="441858" cy="770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8520208">
              <a:off x="1088009" y="257847"/>
              <a:ext cx="354732" cy="48592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2907732">
              <a:off x="2449135" y="751126"/>
              <a:ext cx="413847" cy="18804"/>
            </a:xfrm>
            <a:prstGeom prst="ellipse">
              <a:avLst/>
            </a:prstGeom>
            <a:gradFill>
              <a:gsLst>
                <a:gs pos="0">
                  <a:srgbClr val="FFB677">
                    <a:alpha val="32968"/>
                  </a:srgbClr>
                </a:gs>
                <a:gs pos="14286">
                  <a:srgbClr val="FFB677">
                    <a:alpha val="30764"/>
                  </a:srgbClr>
                </a:gs>
                <a:gs pos="28571">
                  <a:srgbClr val="FFB677">
                    <a:alpha val="24833"/>
                  </a:srgbClr>
                </a:gs>
                <a:gs pos="42857">
                  <a:srgbClr val="FFB677">
                    <a:alpha val="17075"/>
                  </a:srgbClr>
                </a:gs>
                <a:gs pos="57143">
                  <a:srgbClr val="FFB677">
                    <a:alpha val="9855"/>
                  </a:srgbClr>
                </a:gs>
                <a:gs pos="71429">
                  <a:srgbClr val="FFB677">
                    <a:alpha val="4740"/>
                  </a:srgbClr>
                </a:gs>
                <a:gs pos="85714">
                  <a:srgbClr val="FFB677">
                    <a:alpha val="1902"/>
                  </a:srgbClr>
                </a:gs>
                <a:gs pos="100000">
                  <a:srgbClr val="FFB6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6606272">
              <a:off x="229591" y="227799"/>
              <a:ext cx="421988" cy="360649"/>
            </a:xfrm>
            <a:prstGeom prst="ellipse">
              <a:avLst/>
            </a:prstGeom>
            <a:gradFill>
              <a:gsLst>
                <a:gs pos="0">
                  <a:srgbClr val="DB3B00">
                    <a:alpha val="15468"/>
                  </a:srgbClr>
                </a:gs>
                <a:gs pos="14286">
                  <a:srgbClr val="DB3B00">
                    <a:alpha val="14311"/>
                  </a:srgbClr>
                </a:gs>
                <a:gs pos="28571">
                  <a:srgbClr val="DB3B00">
                    <a:alpha val="11301"/>
                  </a:srgbClr>
                </a:gs>
                <a:gs pos="42857">
                  <a:srgbClr val="DB3B00">
                    <a:alpha val="7564"/>
                  </a:srgbClr>
                </a:gs>
                <a:gs pos="57143">
                  <a:srgbClr val="DB3B00">
                    <a:alpha val="4265"/>
                  </a:srgbClr>
                </a:gs>
                <a:gs pos="71429">
                  <a:srgbClr val="DB3B00">
                    <a:alpha val="2020"/>
                  </a:srgbClr>
                </a:gs>
                <a:gs pos="85714">
                  <a:srgbClr val="DB3B00">
                    <a:alpha val="804"/>
                  </a:srgbClr>
                </a:gs>
                <a:gs pos="100000">
                  <a:srgbClr val="DB3B00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5502087">
              <a:off x="366566" y="395763"/>
              <a:ext cx="403983" cy="402549"/>
            </a:xfrm>
            <a:prstGeom prst="ellipse">
              <a:avLst/>
            </a:prstGeom>
            <a:gradFill>
              <a:gsLst>
                <a:gs pos="0">
                  <a:srgbClr val="DB7200">
                    <a:alpha val="1395"/>
                  </a:srgbClr>
                </a:gs>
                <a:gs pos="14286">
                  <a:srgbClr val="DB7200">
                    <a:alpha val="1283"/>
                  </a:srgbClr>
                </a:gs>
                <a:gs pos="28571">
                  <a:srgbClr val="DB7200">
                    <a:alpha val="998"/>
                  </a:srgbClr>
                </a:gs>
                <a:gs pos="42857">
                  <a:srgbClr val="DB7200">
                    <a:alpha val="656"/>
                  </a:srgbClr>
                </a:gs>
                <a:gs pos="57143">
                  <a:srgbClr val="DB7200">
                    <a:alpha val="364"/>
                  </a:srgbClr>
                </a:gs>
                <a:gs pos="71429">
                  <a:srgbClr val="DB7200">
                    <a:alpha val="170"/>
                  </a:srgbClr>
                </a:gs>
                <a:gs pos="85714">
                  <a:srgbClr val="DB7200">
                    <a:alpha val="67"/>
                  </a:srgbClr>
                </a:gs>
                <a:gs pos="100000">
                  <a:srgbClr val="DB72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9258324">
              <a:off x="1815406" y="1373863"/>
              <a:ext cx="541406" cy="73518"/>
            </a:xfrm>
            <a:prstGeom prst="ellipse">
              <a:avLst/>
            </a:prstGeom>
            <a:gradFill>
              <a:gsLst>
                <a:gs pos="0">
                  <a:srgbClr val="380011">
                    <a:alpha val="32968"/>
                  </a:srgbClr>
                </a:gs>
                <a:gs pos="14286">
                  <a:srgbClr val="380011">
                    <a:alpha val="30764"/>
                  </a:srgbClr>
                </a:gs>
                <a:gs pos="28571">
                  <a:srgbClr val="380011">
                    <a:alpha val="24833"/>
                  </a:srgbClr>
                </a:gs>
                <a:gs pos="42857">
                  <a:srgbClr val="380011">
                    <a:alpha val="17075"/>
                  </a:srgbClr>
                </a:gs>
                <a:gs pos="57143">
                  <a:srgbClr val="380011">
                    <a:alpha val="9855"/>
                  </a:srgbClr>
                </a:gs>
                <a:gs pos="71429">
                  <a:srgbClr val="380011">
                    <a:alpha val="4740"/>
                  </a:srgbClr>
                </a:gs>
                <a:gs pos="85714">
                  <a:srgbClr val="380011">
                    <a:alpha val="1902"/>
                  </a:srgbClr>
                </a:gs>
                <a:gs pos="100000">
                  <a:srgbClr val="38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8459215">
              <a:off x="244508" y="832349"/>
              <a:ext cx="475020" cy="223885"/>
            </a:xfrm>
            <a:prstGeom prst="ellipse">
              <a:avLst/>
            </a:prstGeom>
            <a:gradFill>
              <a:gsLst>
                <a:gs pos="0">
                  <a:srgbClr val="FFC983">
                    <a:alpha val="9646"/>
                  </a:srgbClr>
                </a:gs>
                <a:gs pos="14286">
                  <a:srgbClr val="FFC983">
                    <a:alpha val="8902"/>
                  </a:srgbClr>
                </a:gs>
                <a:gs pos="28571">
                  <a:srgbClr val="FFC983">
                    <a:alpha val="6983"/>
                  </a:srgbClr>
                </a:gs>
                <a:gs pos="42857">
                  <a:srgbClr val="FFC983">
                    <a:alpha val="4637"/>
                  </a:srgbClr>
                </a:gs>
                <a:gs pos="57143">
                  <a:srgbClr val="FFC983">
                    <a:alpha val="2597"/>
                  </a:srgbClr>
                </a:gs>
                <a:gs pos="71429">
                  <a:srgbClr val="FFC983">
                    <a:alpha val="1224"/>
                  </a:srgbClr>
                </a:gs>
                <a:gs pos="85714">
                  <a:srgbClr val="FFC983">
                    <a:alpha val="486"/>
                  </a:srgbClr>
                </a:gs>
                <a:gs pos="100000">
                  <a:srgbClr val="FFC983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-9893262">
              <a:off x="1308787" y="1124548"/>
              <a:ext cx="553733" cy="58000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10629438">
              <a:off x="1499407" y="104391"/>
              <a:ext cx="376215" cy="33738"/>
            </a:xfrm>
            <a:prstGeom prst="ellipse">
              <a:avLst/>
            </a:prstGeom>
            <a:gradFill>
              <a:gsLst>
                <a:gs pos="0">
                  <a:srgbClr val="FFFFE8">
                    <a:alpha val="32968"/>
                  </a:srgbClr>
                </a:gs>
                <a:gs pos="14286">
                  <a:srgbClr val="FFFFE8">
                    <a:alpha val="30764"/>
                  </a:srgbClr>
                </a:gs>
                <a:gs pos="28571">
                  <a:srgbClr val="FFFFE8">
                    <a:alpha val="24833"/>
                  </a:srgbClr>
                </a:gs>
                <a:gs pos="42857">
                  <a:srgbClr val="FFFFE8">
                    <a:alpha val="17075"/>
                  </a:srgbClr>
                </a:gs>
                <a:gs pos="57143">
                  <a:srgbClr val="FFFFE8">
                    <a:alpha val="9855"/>
                  </a:srgbClr>
                </a:gs>
                <a:gs pos="71429">
                  <a:srgbClr val="FFFFE8">
                    <a:alpha val="4740"/>
                  </a:srgbClr>
                </a:gs>
                <a:gs pos="85714">
                  <a:srgbClr val="FFFFE8">
                    <a:alpha val="1902"/>
                  </a:srgbClr>
                </a:gs>
                <a:gs pos="100000">
                  <a:srgbClr val="FFFF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8277632">
              <a:off x="1059191" y="278502"/>
              <a:ext cx="385439" cy="119642"/>
            </a:xfrm>
            <a:prstGeom prst="ellipse">
              <a:avLst/>
            </a:prstGeom>
            <a:gradFill>
              <a:gsLst>
                <a:gs pos="0">
                  <a:srgbClr val="FFFEFB">
                    <a:alpha val="32968"/>
                  </a:srgbClr>
                </a:gs>
                <a:gs pos="14286">
                  <a:srgbClr val="FFFEFB">
                    <a:alpha val="30764"/>
                  </a:srgbClr>
                </a:gs>
                <a:gs pos="28571">
                  <a:srgbClr val="FFFEFB">
                    <a:alpha val="24833"/>
                  </a:srgbClr>
                </a:gs>
                <a:gs pos="42857">
                  <a:srgbClr val="FFFEFB">
                    <a:alpha val="17075"/>
                  </a:srgbClr>
                </a:gs>
                <a:gs pos="57143">
                  <a:srgbClr val="FFFEFB">
                    <a:alpha val="9855"/>
                  </a:srgbClr>
                </a:gs>
                <a:gs pos="71429">
                  <a:srgbClr val="FFFEFB">
                    <a:alpha val="4740"/>
                  </a:srgbClr>
                </a:gs>
                <a:gs pos="85714">
                  <a:srgbClr val="FFFEFB">
                    <a:alpha val="1902"/>
                  </a:srgbClr>
                </a:gs>
                <a:gs pos="100000">
                  <a:srgbClr val="FFFE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4281500">
              <a:off x="426980" y="1594606"/>
              <a:ext cx="407733" cy="29297"/>
            </a:xfrm>
            <a:prstGeom prst="ellipse">
              <a:avLst/>
            </a:prstGeom>
            <a:gradFill>
              <a:gsLst>
                <a:gs pos="0">
                  <a:srgbClr val="5A0000">
                    <a:alpha val="32968"/>
                  </a:srgbClr>
                </a:gs>
                <a:gs pos="14286">
                  <a:srgbClr val="5A0000">
                    <a:alpha val="30764"/>
                  </a:srgbClr>
                </a:gs>
                <a:gs pos="28571">
                  <a:srgbClr val="5A0000">
                    <a:alpha val="24833"/>
                  </a:srgbClr>
                </a:gs>
                <a:gs pos="42857">
                  <a:srgbClr val="5A0000">
                    <a:alpha val="17075"/>
                  </a:srgbClr>
                </a:gs>
                <a:gs pos="57143">
                  <a:srgbClr val="5A0000">
                    <a:alpha val="9855"/>
                  </a:srgbClr>
                </a:gs>
                <a:gs pos="71429">
                  <a:srgbClr val="5A0000">
                    <a:alpha val="4740"/>
                  </a:srgbClr>
                </a:gs>
                <a:gs pos="85714">
                  <a:srgbClr val="5A0000">
                    <a:alpha val="1902"/>
                  </a:srgbClr>
                </a:gs>
                <a:gs pos="100000">
                  <a:srgbClr val="5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5288568">
              <a:off x="944714" y="526844"/>
              <a:ext cx="479105" cy="124229"/>
            </a:xfrm>
            <a:prstGeom prst="ellipse">
              <a:avLst/>
            </a:prstGeom>
            <a:gradFill>
              <a:gsLst>
                <a:gs pos="0">
                  <a:srgbClr val="FF0000">
                    <a:alpha val="3510"/>
                  </a:srgbClr>
                </a:gs>
                <a:gs pos="14286">
                  <a:srgbClr val="FF0000">
                    <a:alpha val="3231"/>
                  </a:srgbClr>
                </a:gs>
                <a:gs pos="28571">
                  <a:srgbClr val="FF0000">
                    <a:alpha val="2518"/>
                  </a:srgbClr>
                </a:gs>
                <a:gs pos="42857">
                  <a:srgbClr val="FF0000">
                    <a:alpha val="1659"/>
                  </a:srgbClr>
                </a:gs>
                <a:gs pos="57143">
                  <a:srgbClr val="FF0000">
                    <a:alpha val="922"/>
                  </a:srgbClr>
                </a:gs>
                <a:gs pos="71429">
                  <a:srgbClr val="FF0000">
                    <a:alpha val="433"/>
                  </a:srgbClr>
                </a:gs>
                <a:gs pos="85714">
                  <a:srgbClr val="FF0000">
                    <a:alpha val="171"/>
                  </a:srgbClr>
                </a:gs>
                <a:gs pos="100000">
                  <a:srgbClr val="FF0000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3974468">
              <a:off x="1938628" y="1761784"/>
              <a:ext cx="143284" cy="60716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8841928">
              <a:off x="-108761" y="2345119"/>
              <a:ext cx="475227" cy="81994"/>
            </a:xfrm>
            <a:prstGeom prst="ellipse">
              <a:avLst/>
            </a:prstGeom>
            <a:gradFill>
              <a:gsLst>
                <a:gs pos="0">
                  <a:srgbClr val="D29D65">
                    <a:alpha val="20083"/>
                  </a:srgbClr>
                </a:gs>
                <a:gs pos="14286">
                  <a:srgbClr val="D29D65">
                    <a:alpha val="18621"/>
                  </a:srgbClr>
                </a:gs>
                <a:gs pos="28571">
                  <a:srgbClr val="D29D65">
                    <a:alpha val="14784"/>
                  </a:srgbClr>
                </a:gs>
                <a:gs pos="42857">
                  <a:srgbClr val="D29D65">
                    <a:alpha val="9962"/>
                  </a:srgbClr>
                </a:gs>
                <a:gs pos="57143">
                  <a:srgbClr val="D29D65">
                    <a:alpha val="5649"/>
                  </a:srgbClr>
                </a:gs>
                <a:gs pos="71429">
                  <a:srgbClr val="D29D65">
                    <a:alpha val="2685"/>
                  </a:srgbClr>
                </a:gs>
                <a:gs pos="85714">
                  <a:srgbClr val="D29D65">
                    <a:alpha val="1071"/>
                  </a:srgbClr>
                </a:gs>
                <a:gs pos="100000">
                  <a:srgbClr val="D29D65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9880515">
              <a:off x="3433679" y="1767276"/>
              <a:ext cx="412622" cy="287737"/>
            </a:xfrm>
            <a:prstGeom prst="ellipse">
              <a:avLst/>
            </a:prstGeom>
            <a:gradFill>
              <a:gsLst>
                <a:gs pos="0">
                  <a:srgbClr val="00433B">
                    <a:alpha val="11978"/>
                  </a:srgbClr>
                </a:gs>
                <a:gs pos="14286">
                  <a:srgbClr val="00433B">
                    <a:alpha val="11065"/>
                  </a:srgbClr>
                </a:gs>
                <a:gs pos="28571">
                  <a:srgbClr val="00433B">
                    <a:alpha val="8703"/>
                  </a:srgbClr>
                </a:gs>
                <a:gs pos="42857">
                  <a:srgbClr val="00433B">
                    <a:alpha val="5797"/>
                  </a:srgbClr>
                </a:gs>
                <a:gs pos="57143">
                  <a:srgbClr val="00433B">
                    <a:alpha val="3255"/>
                  </a:srgbClr>
                </a:gs>
                <a:gs pos="71429">
                  <a:srgbClr val="00433B">
                    <a:alpha val="1537"/>
                  </a:srgbClr>
                </a:gs>
                <a:gs pos="85714">
                  <a:srgbClr val="00433B">
                    <a:alpha val="611"/>
                  </a:srgbClr>
                </a:gs>
                <a:gs pos="100000">
                  <a:srgbClr val="00433B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4253200">
              <a:off x="2976869" y="2051183"/>
              <a:ext cx="410894" cy="391182"/>
            </a:xfrm>
            <a:prstGeom prst="ellipse">
              <a:avLst/>
            </a:prstGeom>
            <a:gradFill>
              <a:gsLst>
                <a:gs pos="0">
                  <a:srgbClr val="C37B30">
                    <a:alpha val="4591"/>
                  </a:srgbClr>
                </a:gs>
                <a:gs pos="14286">
                  <a:srgbClr val="C37B30">
                    <a:alpha val="4227"/>
                  </a:srgbClr>
                </a:gs>
                <a:gs pos="28571">
                  <a:srgbClr val="C37B30">
                    <a:alpha val="3298"/>
                  </a:srgbClr>
                </a:gs>
                <a:gs pos="42857">
                  <a:srgbClr val="C37B30">
                    <a:alpha val="2176"/>
                  </a:srgbClr>
                </a:gs>
                <a:gs pos="57143">
                  <a:srgbClr val="C37B30">
                    <a:alpha val="1212"/>
                  </a:srgbClr>
                </a:gs>
                <a:gs pos="71429">
                  <a:srgbClr val="C37B30">
                    <a:alpha val="569"/>
                  </a:srgbClr>
                </a:gs>
                <a:gs pos="85714">
                  <a:srgbClr val="C37B30">
                    <a:alpha val="225"/>
                  </a:srgbClr>
                </a:gs>
                <a:gs pos="100000">
                  <a:srgbClr val="C37B30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10194407">
              <a:off x="1751577" y="647543"/>
              <a:ext cx="454747" cy="356132"/>
            </a:xfrm>
            <a:prstGeom prst="ellipse">
              <a:avLst/>
            </a:prstGeom>
            <a:gradFill>
              <a:gsLst>
                <a:gs pos="0">
                  <a:srgbClr val="FF0000">
                    <a:alpha val="6915"/>
                  </a:srgbClr>
                </a:gs>
                <a:gs pos="14286">
                  <a:srgbClr val="FF0000">
                    <a:alpha val="6374"/>
                  </a:srgbClr>
                </a:gs>
                <a:gs pos="28571">
                  <a:srgbClr val="FF0000">
                    <a:alpha val="4985"/>
                  </a:srgbClr>
                </a:gs>
                <a:gs pos="42857">
                  <a:srgbClr val="FF0000">
                    <a:alpha val="3299"/>
                  </a:srgbClr>
                </a:gs>
                <a:gs pos="57143">
                  <a:srgbClr val="FF0000">
                    <a:alpha val="1841"/>
                  </a:srgbClr>
                </a:gs>
                <a:gs pos="71429">
                  <a:srgbClr val="FF0000">
                    <a:alpha val="866"/>
                  </a:srgbClr>
                </a:gs>
                <a:gs pos="85714">
                  <a:srgbClr val="FF0000">
                    <a:alpha val="343"/>
                  </a:srgbClr>
                </a:gs>
                <a:gs pos="100000">
                  <a:srgbClr val="FF0000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5438555">
              <a:off x="228017" y="1324348"/>
              <a:ext cx="585621" cy="41025"/>
            </a:xfrm>
            <a:prstGeom prst="ellipse">
              <a:avLst/>
            </a:prstGeom>
            <a:gradFill>
              <a:gsLst>
                <a:gs pos="0">
                  <a:srgbClr val="BE3905">
                    <a:alpha val="32968"/>
                  </a:srgbClr>
                </a:gs>
                <a:gs pos="14286">
                  <a:srgbClr val="BE3905">
                    <a:alpha val="30764"/>
                  </a:srgbClr>
                </a:gs>
                <a:gs pos="28571">
                  <a:srgbClr val="BE3905">
                    <a:alpha val="24833"/>
                  </a:srgbClr>
                </a:gs>
                <a:gs pos="42857">
                  <a:srgbClr val="BE3905">
                    <a:alpha val="17075"/>
                  </a:srgbClr>
                </a:gs>
                <a:gs pos="57143">
                  <a:srgbClr val="BE3905">
                    <a:alpha val="9855"/>
                  </a:srgbClr>
                </a:gs>
                <a:gs pos="71429">
                  <a:srgbClr val="BE3905">
                    <a:alpha val="4740"/>
                  </a:srgbClr>
                </a:gs>
                <a:gs pos="85714">
                  <a:srgbClr val="BE3905">
                    <a:alpha val="1902"/>
                  </a:srgbClr>
                </a:gs>
                <a:gs pos="100000">
                  <a:srgbClr val="BE39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6998644">
              <a:off x="2236479" y="892904"/>
              <a:ext cx="351114" cy="45714"/>
            </a:xfrm>
            <a:prstGeom prst="ellipse">
              <a:avLst/>
            </a:prstGeom>
            <a:gradFill>
              <a:gsLst>
                <a:gs pos="0">
                  <a:srgbClr val="FFFCE2">
                    <a:alpha val="32968"/>
                  </a:srgbClr>
                </a:gs>
                <a:gs pos="14286">
                  <a:srgbClr val="FFFCE2">
                    <a:alpha val="30764"/>
                  </a:srgbClr>
                </a:gs>
                <a:gs pos="28571">
                  <a:srgbClr val="FFFCE2">
                    <a:alpha val="24833"/>
                  </a:srgbClr>
                </a:gs>
                <a:gs pos="42857">
                  <a:srgbClr val="FFFCE2">
                    <a:alpha val="17075"/>
                  </a:srgbClr>
                </a:gs>
                <a:gs pos="57143">
                  <a:srgbClr val="FFFCE2">
                    <a:alpha val="9855"/>
                  </a:srgbClr>
                </a:gs>
                <a:gs pos="71429">
                  <a:srgbClr val="FFFCE2">
                    <a:alpha val="4740"/>
                  </a:srgbClr>
                </a:gs>
                <a:gs pos="85714">
                  <a:srgbClr val="FFFCE2">
                    <a:alpha val="1902"/>
                  </a:srgbClr>
                </a:gs>
                <a:gs pos="100000">
                  <a:srgbClr val="FFFC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-10254260">
              <a:off x="1633258" y="727631"/>
              <a:ext cx="575356" cy="141040"/>
            </a:xfrm>
            <a:prstGeom prst="ellipse">
              <a:avLst/>
            </a:prstGeom>
            <a:gradFill>
              <a:gsLst>
                <a:gs pos="0">
                  <a:srgbClr val="FFA500">
                    <a:alpha val="8517"/>
                  </a:srgbClr>
                </a:gs>
                <a:gs pos="14286">
                  <a:srgbClr val="FFA500">
                    <a:alpha val="7856"/>
                  </a:srgbClr>
                </a:gs>
                <a:gs pos="28571">
                  <a:srgbClr val="FFA500">
                    <a:alpha val="6155"/>
                  </a:srgbClr>
                </a:gs>
                <a:gs pos="42857">
                  <a:srgbClr val="FFA500">
                    <a:alpha val="4081"/>
                  </a:srgbClr>
                </a:gs>
                <a:gs pos="57143">
                  <a:srgbClr val="FFA500">
                    <a:alpha val="2282"/>
                  </a:srgbClr>
                </a:gs>
                <a:gs pos="71429">
                  <a:srgbClr val="FFA500">
                    <a:alpha val="1075"/>
                  </a:srgbClr>
                </a:gs>
                <a:gs pos="85714">
                  <a:srgbClr val="FFA500">
                    <a:alpha val="426"/>
                  </a:srgbClr>
                </a:gs>
                <a:gs pos="100000">
                  <a:srgbClr val="FFA500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2909339">
              <a:off x="2189204" y="435805"/>
              <a:ext cx="446136" cy="36284"/>
            </a:xfrm>
            <a:prstGeom prst="ellipse">
              <a:avLst/>
            </a:prstGeom>
            <a:gradFill>
              <a:gsLst>
                <a:gs pos="0">
                  <a:srgbClr val="FFFF01">
                    <a:alpha val="6021"/>
                  </a:srgbClr>
                </a:gs>
                <a:gs pos="14286">
                  <a:srgbClr val="FFFF01">
                    <a:alpha val="5548"/>
                  </a:srgbClr>
                </a:gs>
                <a:gs pos="28571">
                  <a:srgbClr val="FFFF01">
                    <a:alpha val="4335"/>
                  </a:srgbClr>
                </a:gs>
                <a:gs pos="42857">
                  <a:srgbClr val="FFFF01">
                    <a:alpha val="2865"/>
                  </a:srgbClr>
                </a:gs>
                <a:gs pos="57143">
                  <a:srgbClr val="FFFF01">
                    <a:alpha val="1598"/>
                  </a:srgbClr>
                </a:gs>
                <a:gs pos="71429">
                  <a:srgbClr val="FFFF01">
                    <a:alpha val="751"/>
                  </a:srgbClr>
                </a:gs>
                <a:gs pos="85714">
                  <a:srgbClr val="FFFF01">
                    <a:alpha val="298"/>
                  </a:srgbClr>
                </a:gs>
                <a:gs pos="100000">
                  <a:srgbClr val="FFFF01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6011570">
              <a:off x="2336328" y="778738"/>
              <a:ext cx="251835" cy="29946"/>
            </a:xfrm>
            <a:prstGeom prst="ellipse">
              <a:avLst/>
            </a:prstGeom>
            <a:gradFill>
              <a:gsLst>
                <a:gs pos="0">
                  <a:srgbClr val="FFFFD7">
                    <a:alpha val="32968"/>
                  </a:srgbClr>
                </a:gs>
                <a:gs pos="14286">
                  <a:srgbClr val="FFFFD7">
                    <a:alpha val="30764"/>
                  </a:srgbClr>
                </a:gs>
                <a:gs pos="28571">
                  <a:srgbClr val="FFFFD7">
                    <a:alpha val="24833"/>
                  </a:srgbClr>
                </a:gs>
                <a:gs pos="42857">
                  <a:srgbClr val="FFFFD7">
                    <a:alpha val="17075"/>
                  </a:srgbClr>
                </a:gs>
                <a:gs pos="57143">
                  <a:srgbClr val="FFFFD7">
                    <a:alpha val="9855"/>
                  </a:srgbClr>
                </a:gs>
                <a:gs pos="71429">
                  <a:srgbClr val="FFFFD7">
                    <a:alpha val="4740"/>
                  </a:srgbClr>
                </a:gs>
                <a:gs pos="85714">
                  <a:srgbClr val="FFFFD7">
                    <a:alpha val="1902"/>
                  </a:srgbClr>
                </a:gs>
                <a:gs pos="100000">
                  <a:srgbClr val="FFFF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9660361">
              <a:off x="1802350" y="1113215"/>
              <a:ext cx="515878" cy="1001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-8662637">
              <a:off x="631480" y="2092236"/>
              <a:ext cx="610698" cy="30509"/>
            </a:xfrm>
            <a:prstGeom prst="ellipse">
              <a:avLst/>
            </a:prstGeom>
            <a:gradFill>
              <a:gsLst>
                <a:gs pos="0">
                  <a:srgbClr val="FF773A">
                    <a:alpha val="32968"/>
                  </a:srgbClr>
                </a:gs>
                <a:gs pos="14286">
                  <a:srgbClr val="FF773A">
                    <a:alpha val="30764"/>
                  </a:srgbClr>
                </a:gs>
                <a:gs pos="28571">
                  <a:srgbClr val="FF773A">
                    <a:alpha val="24833"/>
                  </a:srgbClr>
                </a:gs>
                <a:gs pos="42857">
                  <a:srgbClr val="FF773A">
                    <a:alpha val="17075"/>
                  </a:srgbClr>
                </a:gs>
                <a:gs pos="57143">
                  <a:srgbClr val="FF773A">
                    <a:alpha val="9855"/>
                  </a:srgbClr>
                </a:gs>
                <a:gs pos="71429">
                  <a:srgbClr val="FF773A">
                    <a:alpha val="4740"/>
                  </a:srgbClr>
                </a:gs>
                <a:gs pos="85714">
                  <a:srgbClr val="FF773A">
                    <a:alpha val="1902"/>
                  </a:srgbClr>
                </a:gs>
                <a:gs pos="100000">
                  <a:srgbClr val="FF77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8802634">
              <a:off x="669953" y="386999"/>
              <a:ext cx="462389" cy="174511"/>
            </a:xfrm>
            <a:prstGeom prst="ellipse">
              <a:avLst/>
            </a:prstGeom>
            <a:gradFill>
              <a:gsLst>
                <a:gs pos="0">
                  <a:srgbClr val="003C22">
                    <a:alpha val="32968"/>
                  </a:srgbClr>
                </a:gs>
                <a:gs pos="14286">
                  <a:srgbClr val="003C22">
                    <a:alpha val="30764"/>
                  </a:srgbClr>
                </a:gs>
                <a:gs pos="28571">
                  <a:srgbClr val="003C22">
                    <a:alpha val="24833"/>
                  </a:srgbClr>
                </a:gs>
                <a:gs pos="42857">
                  <a:srgbClr val="003C22">
                    <a:alpha val="17075"/>
                  </a:srgbClr>
                </a:gs>
                <a:gs pos="57143">
                  <a:srgbClr val="003C22">
                    <a:alpha val="9855"/>
                  </a:srgbClr>
                </a:gs>
                <a:gs pos="71429">
                  <a:srgbClr val="003C22">
                    <a:alpha val="4740"/>
                  </a:srgbClr>
                </a:gs>
                <a:gs pos="85714">
                  <a:srgbClr val="003C22">
                    <a:alpha val="1902"/>
                  </a:srgbClr>
                </a:gs>
                <a:gs pos="100000">
                  <a:srgbClr val="003C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10224719">
              <a:off x="-182310" y="1371710"/>
              <a:ext cx="464248" cy="72483"/>
            </a:xfrm>
            <a:prstGeom prst="ellipse">
              <a:avLst/>
            </a:prstGeom>
            <a:gradFill>
              <a:gsLst>
                <a:gs pos="0">
                  <a:srgbClr val="FFAF76">
                    <a:alpha val="28349"/>
                  </a:srgbClr>
                </a:gs>
                <a:gs pos="14286">
                  <a:srgbClr val="FFAF76">
                    <a:alpha val="26391"/>
                  </a:srgbClr>
                </a:gs>
                <a:gs pos="28571">
                  <a:srgbClr val="FFAF76">
                    <a:alpha val="21172"/>
                  </a:srgbClr>
                </a:gs>
                <a:gs pos="42857">
                  <a:srgbClr val="FFAF76">
                    <a:alpha val="14448"/>
                  </a:srgbClr>
                </a:gs>
                <a:gs pos="57143">
                  <a:srgbClr val="FFAF76">
                    <a:alpha val="8283"/>
                  </a:srgbClr>
                </a:gs>
                <a:gs pos="71429">
                  <a:srgbClr val="FFAF76">
                    <a:alpha val="3967"/>
                  </a:srgbClr>
                </a:gs>
                <a:gs pos="85714">
                  <a:srgbClr val="FFAF76">
                    <a:alpha val="1588"/>
                  </a:srgbClr>
                </a:gs>
                <a:gs pos="100000">
                  <a:srgbClr val="FFAF76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9328380">
              <a:off x="1290396" y="518718"/>
              <a:ext cx="593377" cy="365245"/>
            </a:xfrm>
            <a:prstGeom prst="ellipse">
              <a:avLst/>
            </a:prstGeom>
            <a:gradFill>
              <a:gsLst>
                <a:gs pos="0">
                  <a:srgbClr val="960000">
                    <a:alpha val="32968"/>
                  </a:srgbClr>
                </a:gs>
                <a:gs pos="14286">
                  <a:srgbClr val="960000">
                    <a:alpha val="30764"/>
                  </a:srgbClr>
                </a:gs>
                <a:gs pos="28571">
                  <a:srgbClr val="960000">
                    <a:alpha val="24833"/>
                  </a:srgbClr>
                </a:gs>
                <a:gs pos="42857">
                  <a:srgbClr val="960000">
                    <a:alpha val="17075"/>
                  </a:srgbClr>
                </a:gs>
                <a:gs pos="57143">
                  <a:srgbClr val="960000">
                    <a:alpha val="9855"/>
                  </a:srgbClr>
                </a:gs>
                <a:gs pos="71429">
                  <a:srgbClr val="960000">
                    <a:alpha val="4740"/>
                  </a:srgbClr>
                </a:gs>
                <a:gs pos="85714">
                  <a:srgbClr val="960000">
                    <a:alpha val="1902"/>
                  </a:srgbClr>
                </a:gs>
                <a:gs pos="100000">
                  <a:srgbClr val="9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-8377342">
              <a:off x="1103980" y="1015817"/>
              <a:ext cx="505076" cy="41027"/>
            </a:xfrm>
            <a:prstGeom prst="ellipse">
              <a:avLst/>
            </a:prstGeom>
            <a:gradFill>
              <a:gsLst>
                <a:gs pos="0">
                  <a:srgbClr val="FDFFE9">
                    <a:alpha val="30598"/>
                  </a:srgbClr>
                </a:gs>
                <a:gs pos="14286">
                  <a:srgbClr val="FDFFE9">
                    <a:alpha val="28517"/>
                  </a:srgbClr>
                </a:gs>
                <a:gs pos="28571">
                  <a:srgbClr val="FDFFE9">
                    <a:alpha val="22945"/>
                  </a:srgbClr>
                </a:gs>
                <a:gs pos="42857">
                  <a:srgbClr val="FDFFE9">
                    <a:alpha val="15715"/>
                  </a:srgbClr>
                </a:gs>
                <a:gs pos="57143">
                  <a:srgbClr val="FDFFE9">
                    <a:alpha val="9039"/>
                  </a:srgbClr>
                </a:gs>
                <a:gs pos="71429">
                  <a:srgbClr val="FDFFE9">
                    <a:alpha val="4338"/>
                  </a:srgbClr>
                </a:gs>
                <a:gs pos="85714">
                  <a:srgbClr val="FDFFE9">
                    <a:alpha val="1738"/>
                  </a:srgbClr>
                </a:gs>
                <a:gs pos="100000">
                  <a:srgbClr val="FDFFE9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6382710">
              <a:off x="569823" y="2393382"/>
              <a:ext cx="350976" cy="70986"/>
            </a:xfrm>
            <a:prstGeom prst="ellipse">
              <a:avLst/>
            </a:prstGeom>
            <a:gradFill>
              <a:gsLst>
                <a:gs pos="0">
                  <a:srgbClr val="FFE8CF">
                    <a:alpha val="32968"/>
                  </a:srgbClr>
                </a:gs>
                <a:gs pos="14286">
                  <a:srgbClr val="FFE8CF">
                    <a:alpha val="30764"/>
                  </a:srgbClr>
                </a:gs>
                <a:gs pos="28571">
                  <a:srgbClr val="FFE8CF">
                    <a:alpha val="24833"/>
                  </a:srgbClr>
                </a:gs>
                <a:gs pos="42857">
                  <a:srgbClr val="FFE8CF">
                    <a:alpha val="17075"/>
                  </a:srgbClr>
                </a:gs>
                <a:gs pos="57143">
                  <a:srgbClr val="FFE8CF">
                    <a:alpha val="9855"/>
                  </a:srgbClr>
                </a:gs>
                <a:gs pos="71429">
                  <a:srgbClr val="FFE8CF">
                    <a:alpha val="4740"/>
                  </a:srgbClr>
                </a:gs>
                <a:gs pos="85714">
                  <a:srgbClr val="FFE8CF">
                    <a:alpha val="1902"/>
                  </a:srgbClr>
                </a:gs>
                <a:gs pos="100000">
                  <a:srgbClr val="FFE8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9133422">
              <a:off x="1206228" y="1101262"/>
              <a:ext cx="436322" cy="550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9887241">
              <a:off x="1596270" y="422149"/>
              <a:ext cx="519609" cy="259086"/>
            </a:xfrm>
            <a:prstGeom prst="ellipse">
              <a:avLst/>
            </a:prstGeom>
            <a:gradFill>
              <a:gsLst>
                <a:gs pos="0">
                  <a:srgbClr val="F5DF75">
                    <a:alpha val="7212"/>
                  </a:srgbClr>
                </a:gs>
                <a:gs pos="14286">
                  <a:srgbClr val="F5DF75">
                    <a:alpha val="6648"/>
                  </a:srgbClr>
                </a:gs>
                <a:gs pos="28571">
                  <a:srgbClr val="F5DF75">
                    <a:alpha val="5201"/>
                  </a:srgbClr>
                </a:gs>
                <a:gs pos="42857">
                  <a:srgbClr val="F5DF75">
                    <a:alpha val="3443"/>
                  </a:srgbClr>
                </a:gs>
                <a:gs pos="57143">
                  <a:srgbClr val="F5DF75">
                    <a:alpha val="1923"/>
                  </a:srgbClr>
                </a:gs>
                <a:gs pos="71429">
                  <a:srgbClr val="F5DF75">
                    <a:alpha val="905"/>
                  </a:srgbClr>
                </a:gs>
                <a:gs pos="85714">
                  <a:srgbClr val="F5DF75">
                    <a:alpha val="359"/>
                  </a:srgbClr>
                </a:gs>
                <a:gs pos="100000">
                  <a:srgbClr val="F5DF75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4118096">
              <a:off x="2591677" y="1020305"/>
              <a:ext cx="470651" cy="93551"/>
            </a:xfrm>
            <a:prstGeom prst="ellipse">
              <a:avLst/>
            </a:prstGeom>
            <a:gradFill>
              <a:gsLst>
                <a:gs pos="0">
                  <a:srgbClr val="DC5900">
                    <a:alpha val="32968"/>
                  </a:srgbClr>
                </a:gs>
                <a:gs pos="14286">
                  <a:srgbClr val="DC5900">
                    <a:alpha val="30764"/>
                  </a:srgbClr>
                </a:gs>
                <a:gs pos="28571">
                  <a:srgbClr val="DC5900">
                    <a:alpha val="24833"/>
                  </a:srgbClr>
                </a:gs>
                <a:gs pos="42857">
                  <a:srgbClr val="DC5900">
                    <a:alpha val="17075"/>
                  </a:srgbClr>
                </a:gs>
                <a:gs pos="57143">
                  <a:srgbClr val="DC5900">
                    <a:alpha val="9855"/>
                  </a:srgbClr>
                </a:gs>
                <a:gs pos="71429">
                  <a:srgbClr val="DC5900">
                    <a:alpha val="4740"/>
                  </a:srgbClr>
                </a:gs>
                <a:gs pos="85714">
                  <a:srgbClr val="DC5900">
                    <a:alpha val="1902"/>
                  </a:srgbClr>
                </a:gs>
                <a:gs pos="100000">
                  <a:srgbClr val="DC5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10731427">
              <a:off x="1535650" y="1163652"/>
              <a:ext cx="506995" cy="931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10119712">
              <a:off x="1954414" y="682732"/>
              <a:ext cx="446415" cy="290528"/>
            </a:xfrm>
            <a:prstGeom prst="ellipse">
              <a:avLst/>
            </a:prstGeom>
            <a:gradFill>
              <a:gsLst>
                <a:gs pos="0">
                  <a:srgbClr val="B42C00">
                    <a:alpha val="32237"/>
                  </a:srgbClr>
                </a:gs>
                <a:gs pos="14286">
                  <a:srgbClr val="B42C00">
                    <a:alpha val="30070"/>
                  </a:srgbClr>
                </a:gs>
                <a:gs pos="28571">
                  <a:srgbClr val="B42C00">
                    <a:alpha val="24249"/>
                  </a:srgbClr>
                </a:gs>
                <a:gs pos="42857">
                  <a:srgbClr val="B42C00">
                    <a:alpha val="16653"/>
                  </a:srgbClr>
                </a:gs>
                <a:gs pos="57143">
                  <a:srgbClr val="B42C00">
                    <a:alpha val="9601"/>
                  </a:srgbClr>
                </a:gs>
                <a:gs pos="71429">
                  <a:srgbClr val="B42C00">
                    <a:alpha val="4615"/>
                  </a:srgbClr>
                </a:gs>
                <a:gs pos="85714">
                  <a:srgbClr val="B42C00">
                    <a:alpha val="1851"/>
                  </a:srgbClr>
                </a:gs>
                <a:gs pos="100000">
                  <a:srgbClr val="B42C00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10516290">
              <a:off x="1453003" y="698574"/>
              <a:ext cx="419030" cy="26084"/>
            </a:xfrm>
            <a:prstGeom prst="ellipse">
              <a:avLst/>
            </a:prstGeom>
            <a:gradFill>
              <a:gsLst>
                <a:gs pos="0">
                  <a:srgbClr val="FFFFAD">
                    <a:alpha val="32968"/>
                  </a:srgbClr>
                </a:gs>
                <a:gs pos="14286">
                  <a:srgbClr val="FFFFAD">
                    <a:alpha val="30764"/>
                  </a:srgbClr>
                </a:gs>
                <a:gs pos="28571">
                  <a:srgbClr val="FFFFAD">
                    <a:alpha val="24833"/>
                  </a:srgbClr>
                </a:gs>
                <a:gs pos="42857">
                  <a:srgbClr val="FFFFAD">
                    <a:alpha val="17075"/>
                  </a:srgbClr>
                </a:gs>
                <a:gs pos="57143">
                  <a:srgbClr val="FFFFAD">
                    <a:alpha val="9855"/>
                  </a:srgbClr>
                </a:gs>
                <a:gs pos="71429">
                  <a:srgbClr val="FFFFAD">
                    <a:alpha val="4740"/>
                  </a:srgbClr>
                </a:gs>
                <a:gs pos="85714">
                  <a:srgbClr val="FFFFAD">
                    <a:alpha val="1902"/>
                  </a:srgbClr>
                </a:gs>
                <a:gs pos="100000">
                  <a:srgbClr val="FFFF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6000623">
              <a:off x="2279368" y="739556"/>
              <a:ext cx="337713" cy="66543"/>
            </a:xfrm>
            <a:prstGeom prst="ellipse">
              <a:avLst/>
            </a:prstGeom>
            <a:gradFill>
              <a:gsLst>
                <a:gs pos="0">
                  <a:srgbClr val="FFFFE6">
                    <a:alpha val="32968"/>
                  </a:srgbClr>
                </a:gs>
                <a:gs pos="14286">
                  <a:srgbClr val="FFFFE6">
                    <a:alpha val="30764"/>
                  </a:srgbClr>
                </a:gs>
                <a:gs pos="28571">
                  <a:srgbClr val="FFFFE6">
                    <a:alpha val="24833"/>
                  </a:srgbClr>
                </a:gs>
                <a:gs pos="42857">
                  <a:srgbClr val="FFFFE6">
                    <a:alpha val="17075"/>
                  </a:srgbClr>
                </a:gs>
                <a:gs pos="57143">
                  <a:srgbClr val="FFFFE6">
                    <a:alpha val="9855"/>
                  </a:srgbClr>
                </a:gs>
                <a:gs pos="71429">
                  <a:srgbClr val="FFFFE6">
                    <a:alpha val="4740"/>
                  </a:srgbClr>
                </a:gs>
                <a:gs pos="85714">
                  <a:srgbClr val="FFFFE6">
                    <a:alpha val="1902"/>
                  </a:srgbClr>
                </a:gs>
                <a:gs pos="100000">
                  <a:srgbClr val="FFFF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8169056">
              <a:off x="1092650" y="307858"/>
              <a:ext cx="221219" cy="23239"/>
            </a:xfrm>
            <a:prstGeom prst="ellipse">
              <a:avLst/>
            </a:prstGeom>
            <a:gradFill>
              <a:gsLst>
                <a:gs pos="0">
                  <a:srgbClr val="FFF6E0">
                    <a:alpha val="32968"/>
                  </a:srgbClr>
                </a:gs>
                <a:gs pos="14286">
                  <a:srgbClr val="FFF6E0">
                    <a:alpha val="30764"/>
                  </a:srgbClr>
                </a:gs>
                <a:gs pos="28571">
                  <a:srgbClr val="FFF6E0">
                    <a:alpha val="24833"/>
                  </a:srgbClr>
                </a:gs>
                <a:gs pos="42857">
                  <a:srgbClr val="FFF6E0">
                    <a:alpha val="17075"/>
                  </a:srgbClr>
                </a:gs>
                <a:gs pos="57143">
                  <a:srgbClr val="FFF6E0">
                    <a:alpha val="9855"/>
                  </a:srgbClr>
                </a:gs>
                <a:gs pos="71429">
                  <a:srgbClr val="FFF6E0">
                    <a:alpha val="4740"/>
                  </a:srgbClr>
                </a:gs>
                <a:gs pos="85714">
                  <a:srgbClr val="FFF6E0">
                    <a:alpha val="1902"/>
                  </a:srgbClr>
                </a:gs>
                <a:gs pos="100000">
                  <a:srgbClr val="FFF6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3561127">
              <a:off x="1329711" y="84733"/>
              <a:ext cx="402689" cy="344451"/>
            </a:xfrm>
            <a:prstGeom prst="ellipse">
              <a:avLst/>
            </a:prstGeom>
            <a:gradFill>
              <a:gsLst>
                <a:gs pos="0">
                  <a:srgbClr val="FFFFFF">
                    <a:alpha val="4047"/>
                  </a:srgbClr>
                </a:gs>
                <a:gs pos="14286">
                  <a:srgbClr val="FFFFFF">
                    <a:alpha val="3725"/>
                  </a:srgbClr>
                </a:gs>
                <a:gs pos="28571">
                  <a:srgbClr val="FFFFFF">
                    <a:alpha val="2905"/>
                  </a:srgbClr>
                </a:gs>
                <a:gs pos="42857">
                  <a:srgbClr val="FFFFFF">
                    <a:alpha val="1915"/>
                  </a:srgbClr>
                </a:gs>
                <a:gs pos="57143">
                  <a:srgbClr val="FFFFFF">
                    <a:alpha val="1066"/>
                  </a:srgbClr>
                </a:gs>
                <a:gs pos="71429">
                  <a:srgbClr val="FFFFFF">
                    <a:alpha val="500"/>
                  </a:srgbClr>
                </a:gs>
                <a:gs pos="85714">
                  <a:srgbClr val="FFFFFF">
                    <a:alpha val="198"/>
                  </a:srgbClr>
                </a:gs>
                <a:gs pos="100000">
                  <a:srgbClr val="FFFFFF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10329478">
              <a:off x="1359441" y="116870"/>
              <a:ext cx="499472" cy="815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9487462">
              <a:off x="2820058" y="1652026"/>
              <a:ext cx="425542" cy="292532"/>
            </a:xfrm>
            <a:prstGeom prst="ellipse">
              <a:avLst/>
            </a:prstGeom>
            <a:gradFill>
              <a:gsLst>
                <a:gs pos="0">
                  <a:srgbClr val="660010">
                    <a:alpha val="14535"/>
                  </a:srgbClr>
                </a:gs>
                <a:gs pos="14286">
                  <a:srgbClr val="660010">
                    <a:alpha val="13443"/>
                  </a:srgbClr>
                </a:gs>
                <a:gs pos="28571">
                  <a:srgbClr val="660010">
                    <a:alpha val="10604"/>
                  </a:srgbClr>
                </a:gs>
                <a:gs pos="42857">
                  <a:srgbClr val="660010">
                    <a:alpha val="7088"/>
                  </a:srgbClr>
                </a:gs>
                <a:gs pos="57143">
                  <a:srgbClr val="660010">
                    <a:alpha val="3992"/>
                  </a:srgbClr>
                </a:gs>
                <a:gs pos="71429">
                  <a:srgbClr val="660010">
                    <a:alpha val="1889"/>
                  </a:srgbClr>
                </a:gs>
                <a:gs pos="85714">
                  <a:srgbClr val="660010">
                    <a:alpha val="751"/>
                  </a:srgbClr>
                </a:gs>
                <a:gs pos="100000">
                  <a:srgbClr val="660010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8246876">
              <a:off x="278085" y="1939501"/>
              <a:ext cx="418915" cy="67573"/>
            </a:xfrm>
            <a:prstGeom prst="ellipse">
              <a:avLst/>
            </a:prstGeom>
            <a:gradFill>
              <a:gsLst>
                <a:gs pos="0">
                  <a:srgbClr val="FFAC70">
                    <a:alpha val="7440"/>
                  </a:srgbClr>
                </a:gs>
                <a:gs pos="14286">
                  <a:srgbClr val="FFAC70">
                    <a:alpha val="6859"/>
                  </a:srgbClr>
                </a:gs>
                <a:gs pos="28571">
                  <a:srgbClr val="FFAC70">
                    <a:alpha val="5368"/>
                  </a:srgbClr>
                </a:gs>
                <a:gs pos="42857">
                  <a:srgbClr val="FFAC70">
                    <a:alpha val="3554"/>
                  </a:srgbClr>
                </a:gs>
                <a:gs pos="57143">
                  <a:srgbClr val="FFAC70">
                    <a:alpha val="1985"/>
                  </a:srgbClr>
                </a:gs>
                <a:gs pos="71429">
                  <a:srgbClr val="FFAC70">
                    <a:alpha val="934"/>
                  </a:srgbClr>
                </a:gs>
                <a:gs pos="85714">
                  <a:srgbClr val="FFAC70">
                    <a:alpha val="370"/>
                  </a:srgbClr>
                </a:gs>
                <a:gs pos="100000">
                  <a:srgbClr val="FFAC70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4299101">
              <a:off x="2034921" y="514072"/>
              <a:ext cx="406884" cy="360175"/>
            </a:xfrm>
            <a:prstGeom prst="ellipse">
              <a:avLst/>
            </a:prstGeom>
            <a:gradFill>
              <a:gsLst>
                <a:gs pos="0">
                  <a:srgbClr val="E08700">
                    <a:alpha val="13083"/>
                  </a:srgbClr>
                </a:gs>
                <a:gs pos="14286">
                  <a:srgbClr val="E08700">
                    <a:alpha val="12092"/>
                  </a:srgbClr>
                </a:gs>
                <a:gs pos="28571">
                  <a:srgbClr val="E08700">
                    <a:alpha val="9522"/>
                  </a:srgbClr>
                </a:gs>
                <a:gs pos="42857">
                  <a:srgbClr val="E08700">
                    <a:alpha val="6353"/>
                  </a:srgbClr>
                </a:gs>
                <a:gs pos="57143">
                  <a:srgbClr val="E08700">
                    <a:alpha val="3572"/>
                  </a:srgbClr>
                </a:gs>
                <a:gs pos="71429">
                  <a:srgbClr val="E08700">
                    <a:alpha val="1688"/>
                  </a:srgbClr>
                </a:gs>
                <a:gs pos="85714">
                  <a:srgbClr val="E08700">
                    <a:alpha val="671"/>
                  </a:srgbClr>
                </a:gs>
                <a:gs pos="100000">
                  <a:srgbClr val="E08700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8934967">
              <a:off x="1918304" y="1040243"/>
              <a:ext cx="501321" cy="95398"/>
            </a:xfrm>
            <a:prstGeom prst="ellipse">
              <a:avLst/>
            </a:prstGeom>
            <a:gradFill>
              <a:gsLst>
                <a:gs pos="0">
                  <a:srgbClr val="FFFF00">
                    <a:alpha val="16727"/>
                  </a:srgbClr>
                </a:gs>
                <a:gs pos="14286">
                  <a:srgbClr val="FFFF00">
                    <a:alpha val="15485"/>
                  </a:srgbClr>
                </a:gs>
                <a:gs pos="28571">
                  <a:srgbClr val="FFFF00">
                    <a:alpha val="12246"/>
                  </a:srgbClr>
                </a:gs>
                <a:gs pos="42857">
                  <a:srgbClr val="FFFF00">
                    <a:alpha val="8212"/>
                  </a:srgbClr>
                </a:gs>
                <a:gs pos="57143">
                  <a:srgbClr val="FFFF00">
                    <a:alpha val="4637"/>
                  </a:srgbClr>
                </a:gs>
                <a:gs pos="71429">
                  <a:srgbClr val="FFFF00">
                    <a:alpha val="2198"/>
                  </a:srgbClr>
                </a:gs>
                <a:gs pos="85714">
                  <a:srgbClr val="FFFF00">
                    <a:alpha val="875"/>
                  </a:srgbClr>
                </a:gs>
                <a:gs pos="100000">
                  <a:srgbClr val="FFFF00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9616073">
              <a:off x="2066741" y="1807670"/>
              <a:ext cx="143572" cy="538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9385492">
              <a:off x="2159513" y="1064474"/>
              <a:ext cx="488215" cy="219007"/>
            </a:xfrm>
            <a:prstGeom prst="ellipse">
              <a:avLst/>
            </a:prstGeom>
            <a:gradFill>
              <a:gsLst>
                <a:gs pos="0">
                  <a:srgbClr val="000000">
                    <a:alpha val="9377"/>
                  </a:srgbClr>
                </a:gs>
                <a:gs pos="14286">
                  <a:srgbClr val="000000">
                    <a:alpha val="8652"/>
                  </a:srgbClr>
                </a:gs>
                <a:gs pos="28571">
                  <a:srgbClr val="000000">
                    <a:alpha val="6786"/>
                  </a:srgbClr>
                </a:gs>
                <a:gs pos="42857">
                  <a:srgbClr val="000000">
                    <a:alpha val="4504"/>
                  </a:srgbClr>
                </a:gs>
                <a:gs pos="57143">
                  <a:srgbClr val="000000">
                    <a:alpha val="2522"/>
                  </a:srgbClr>
                </a:gs>
                <a:gs pos="71429">
                  <a:srgbClr val="000000">
                    <a:alpha val="1188"/>
                  </a:srgbClr>
                </a:gs>
                <a:gs pos="85714">
                  <a:srgbClr val="000000">
                    <a:alpha val="472"/>
                  </a:srgbClr>
                </a:gs>
                <a:gs pos="100000">
                  <a:srgbClr val="000000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-10403691">
              <a:off x="744484" y="149249"/>
              <a:ext cx="469868" cy="237704"/>
            </a:xfrm>
            <a:prstGeom prst="ellipse">
              <a:avLst/>
            </a:prstGeom>
            <a:gradFill>
              <a:gsLst>
                <a:gs pos="0">
                  <a:srgbClr val="770010">
                    <a:alpha val="25690"/>
                  </a:srgbClr>
                </a:gs>
                <a:gs pos="14286">
                  <a:srgbClr val="770010">
                    <a:alpha val="23883"/>
                  </a:srgbClr>
                </a:gs>
                <a:gs pos="28571">
                  <a:srgbClr val="770010">
                    <a:alpha val="19095"/>
                  </a:srgbClr>
                </a:gs>
                <a:gs pos="42857">
                  <a:srgbClr val="770010">
                    <a:alpha val="12976"/>
                  </a:srgbClr>
                </a:gs>
                <a:gs pos="57143">
                  <a:srgbClr val="770010">
                    <a:alpha val="7412"/>
                  </a:srgbClr>
                </a:gs>
                <a:gs pos="71429">
                  <a:srgbClr val="770010">
                    <a:alpha val="3541"/>
                  </a:srgbClr>
                </a:gs>
                <a:gs pos="85714">
                  <a:srgbClr val="770010">
                    <a:alpha val="1415"/>
                  </a:srgbClr>
                </a:gs>
                <a:gs pos="100000">
                  <a:srgbClr val="770010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6665858">
              <a:off x="2146427" y="750327"/>
              <a:ext cx="500236" cy="126302"/>
            </a:xfrm>
            <a:prstGeom prst="ellipse">
              <a:avLst/>
            </a:prstGeom>
            <a:gradFill>
              <a:gsLst>
                <a:gs pos="0">
                  <a:srgbClr val="FFF9DF">
                    <a:alpha val="32968"/>
                  </a:srgbClr>
                </a:gs>
                <a:gs pos="14286">
                  <a:srgbClr val="FFF9DF">
                    <a:alpha val="30764"/>
                  </a:srgbClr>
                </a:gs>
                <a:gs pos="28571">
                  <a:srgbClr val="FFF9DF">
                    <a:alpha val="24833"/>
                  </a:srgbClr>
                </a:gs>
                <a:gs pos="42857">
                  <a:srgbClr val="FFF9DF">
                    <a:alpha val="17075"/>
                  </a:srgbClr>
                </a:gs>
                <a:gs pos="57143">
                  <a:srgbClr val="FFF9DF">
                    <a:alpha val="9855"/>
                  </a:srgbClr>
                </a:gs>
                <a:gs pos="71429">
                  <a:srgbClr val="FFF9DF">
                    <a:alpha val="4740"/>
                  </a:srgbClr>
                </a:gs>
                <a:gs pos="85714">
                  <a:srgbClr val="FFF9DF">
                    <a:alpha val="1902"/>
                  </a:srgbClr>
                </a:gs>
                <a:gs pos="100000">
                  <a:srgbClr val="FFF9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-8842930">
              <a:off x="1208664" y="1109978"/>
              <a:ext cx="304065" cy="34197"/>
            </a:xfrm>
            <a:prstGeom prst="ellipse">
              <a:avLst/>
            </a:prstGeom>
            <a:gradFill>
              <a:gsLst>
                <a:gs pos="0">
                  <a:srgbClr val="FFE8CC">
                    <a:alpha val="32968"/>
                  </a:srgbClr>
                </a:gs>
                <a:gs pos="14286">
                  <a:srgbClr val="FFE8CC">
                    <a:alpha val="30764"/>
                  </a:srgbClr>
                </a:gs>
                <a:gs pos="28571">
                  <a:srgbClr val="FFE8CC">
                    <a:alpha val="24833"/>
                  </a:srgbClr>
                </a:gs>
                <a:gs pos="42857">
                  <a:srgbClr val="FFE8CC">
                    <a:alpha val="17075"/>
                  </a:srgbClr>
                </a:gs>
                <a:gs pos="57143">
                  <a:srgbClr val="FFE8CC">
                    <a:alpha val="9855"/>
                  </a:srgbClr>
                </a:gs>
                <a:gs pos="71429">
                  <a:srgbClr val="FFE8CC">
                    <a:alpha val="4740"/>
                  </a:srgbClr>
                </a:gs>
                <a:gs pos="85714">
                  <a:srgbClr val="FFE8CC">
                    <a:alpha val="1902"/>
                  </a:srgbClr>
                </a:gs>
                <a:gs pos="100000">
                  <a:srgbClr val="FFE8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3441058">
              <a:off x="2689204" y="1712152"/>
              <a:ext cx="387513" cy="343272"/>
            </a:xfrm>
            <a:prstGeom prst="ellipse">
              <a:avLst/>
            </a:prstGeom>
            <a:gradFill>
              <a:gsLst>
                <a:gs pos="0">
                  <a:srgbClr val="468D23">
                    <a:alpha val="9080"/>
                  </a:srgbClr>
                </a:gs>
                <a:gs pos="14286">
                  <a:srgbClr val="468D23">
                    <a:alpha val="8377"/>
                  </a:srgbClr>
                </a:gs>
                <a:gs pos="28571">
                  <a:srgbClr val="468D23">
                    <a:alpha val="6568"/>
                  </a:srgbClr>
                </a:gs>
                <a:gs pos="42857">
                  <a:srgbClr val="468D23">
                    <a:alpha val="4358"/>
                  </a:srgbClr>
                </a:gs>
                <a:gs pos="57143">
                  <a:srgbClr val="468D23">
                    <a:alpha val="2439"/>
                  </a:srgbClr>
                </a:gs>
                <a:gs pos="71429">
                  <a:srgbClr val="468D23">
                    <a:alpha val="1149"/>
                  </a:srgbClr>
                </a:gs>
                <a:gs pos="85714">
                  <a:srgbClr val="468D23">
                    <a:alpha val="456"/>
                  </a:srgbClr>
                </a:gs>
                <a:gs pos="100000">
                  <a:srgbClr val="468D23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7110980">
              <a:off x="3191532" y="2215540"/>
              <a:ext cx="348767" cy="329145"/>
            </a:xfrm>
            <a:prstGeom prst="ellipse">
              <a:avLst/>
            </a:prstGeom>
            <a:gradFill>
              <a:gsLst>
                <a:gs pos="0">
                  <a:srgbClr val="000000">
                    <a:alpha val="7453"/>
                  </a:srgbClr>
                </a:gs>
                <a:gs pos="14286">
                  <a:srgbClr val="000000">
                    <a:alpha val="6871"/>
                  </a:srgbClr>
                </a:gs>
                <a:gs pos="28571">
                  <a:srgbClr val="000000">
                    <a:alpha val="5377"/>
                  </a:srgbClr>
                </a:gs>
                <a:gs pos="42857">
                  <a:srgbClr val="000000">
                    <a:alpha val="3561"/>
                  </a:srgbClr>
                </a:gs>
                <a:gs pos="57143">
                  <a:srgbClr val="000000">
                    <a:alpha val="1989"/>
                  </a:srgbClr>
                </a:gs>
                <a:gs pos="71429">
                  <a:srgbClr val="000000">
                    <a:alpha val="936"/>
                  </a:srgbClr>
                </a:gs>
                <a:gs pos="85714">
                  <a:srgbClr val="000000">
                    <a:alpha val="371"/>
                  </a:srgbClr>
                </a:gs>
                <a:gs pos="100000">
                  <a:srgbClr val="000000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5749325">
              <a:off x="920391" y="527902"/>
              <a:ext cx="431014" cy="147769"/>
            </a:xfrm>
            <a:prstGeom prst="ellipse">
              <a:avLst/>
            </a:prstGeom>
            <a:gradFill>
              <a:gsLst>
                <a:gs pos="0">
                  <a:srgbClr val="FBEEF5">
                    <a:alpha val="32968"/>
                  </a:srgbClr>
                </a:gs>
                <a:gs pos="14286">
                  <a:srgbClr val="FBEEF5">
                    <a:alpha val="30764"/>
                  </a:srgbClr>
                </a:gs>
                <a:gs pos="28571">
                  <a:srgbClr val="FBEEF5">
                    <a:alpha val="24833"/>
                  </a:srgbClr>
                </a:gs>
                <a:gs pos="42857">
                  <a:srgbClr val="FBEEF5">
                    <a:alpha val="17075"/>
                  </a:srgbClr>
                </a:gs>
                <a:gs pos="57143">
                  <a:srgbClr val="FBEEF5">
                    <a:alpha val="9855"/>
                  </a:srgbClr>
                </a:gs>
                <a:gs pos="71429">
                  <a:srgbClr val="FBEEF5">
                    <a:alpha val="4740"/>
                  </a:srgbClr>
                </a:gs>
                <a:gs pos="85714">
                  <a:srgbClr val="FBEEF5">
                    <a:alpha val="1902"/>
                  </a:srgbClr>
                </a:gs>
                <a:gs pos="100000">
                  <a:srgbClr val="FBEE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5938816">
              <a:off x="2200559" y="646541"/>
              <a:ext cx="445441" cy="1320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7918123">
              <a:off x="1063314" y="333242"/>
              <a:ext cx="241265" cy="51376"/>
            </a:xfrm>
            <a:prstGeom prst="ellipse">
              <a:avLst/>
            </a:prstGeom>
            <a:gradFill>
              <a:gsLst>
                <a:gs pos="0">
                  <a:srgbClr val="FFF3E2">
                    <a:alpha val="32968"/>
                  </a:srgbClr>
                </a:gs>
                <a:gs pos="14286">
                  <a:srgbClr val="FFF3E2">
                    <a:alpha val="30764"/>
                  </a:srgbClr>
                </a:gs>
                <a:gs pos="28571">
                  <a:srgbClr val="FFF3E2">
                    <a:alpha val="24833"/>
                  </a:srgbClr>
                </a:gs>
                <a:gs pos="42857">
                  <a:srgbClr val="FFF3E2">
                    <a:alpha val="17075"/>
                  </a:srgbClr>
                </a:gs>
                <a:gs pos="57143">
                  <a:srgbClr val="FFF3E2">
                    <a:alpha val="9855"/>
                  </a:srgbClr>
                </a:gs>
                <a:gs pos="71429">
                  <a:srgbClr val="FFF3E2">
                    <a:alpha val="4740"/>
                  </a:srgbClr>
                </a:gs>
                <a:gs pos="85714">
                  <a:srgbClr val="FFF3E2">
                    <a:alpha val="1902"/>
                  </a:srgbClr>
                </a:gs>
                <a:gs pos="100000">
                  <a:srgbClr val="FFF3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7974921">
              <a:off x="2080737" y="938081"/>
              <a:ext cx="455445" cy="92252"/>
            </a:xfrm>
            <a:prstGeom prst="ellipse">
              <a:avLst/>
            </a:prstGeom>
            <a:gradFill>
              <a:gsLst>
                <a:gs pos="0">
                  <a:srgbClr val="FAFFE5">
                    <a:alpha val="32042"/>
                  </a:srgbClr>
                </a:gs>
                <a:gs pos="14286">
                  <a:srgbClr val="FAFFE5">
                    <a:alpha val="29885"/>
                  </a:srgbClr>
                </a:gs>
                <a:gs pos="28571">
                  <a:srgbClr val="FAFFE5">
                    <a:alpha val="24093"/>
                  </a:srgbClr>
                </a:gs>
                <a:gs pos="42857">
                  <a:srgbClr val="FAFFE5">
                    <a:alpha val="16541"/>
                  </a:srgbClr>
                </a:gs>
                <a:gs pos="57143">
                  <a:srgbClr val="FAFFE5">
                    <a:alpha val="9533"/>
                  </a:srgbClr>
                </a:gs>
                <a:gs pos="71429">
                  <a:srgbClr val="FAFFE5">
                    <a:alpha val="4582"/>
                  </a:srgbClr>
                </a:gs>
                <a:gs pos="85714">
                  <a:srgbClr val="FAFFE5">
                    <a:alpha val="1837"/>
                  </a:srgbClr>
                </a:gs>
                <a:gs pos="100000">
                  <a:srgbClr val="FAFFE5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-10047454">
              <a:off x="1735521" y="124598"/>
              <a:ext cx="385393" cy="28125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5120072">
              <a:off x="335287" y="692155"/>
              <a:ext cx="425975" cy="352656"/>
            </a:xfrm>
            <a:prstGeom prst="ellipse">
              <a:avLst/>
            </a:prstGeom>
            <a:gradFill>
              <a:gsLst>
                <a:gs pos="0">
                  <a:srgbClr val="850000">
                    <a:alpha val="13288"/>
                  </a:srgbClr>
                </a:gs>
                <a:gs pos="14286">
                  <a:srgbClr val="850000">
                    <a:alpha val="12282"/>
                  </a:srgbClr>
                </a:gs>
                <a:gs pos="28571">
                  <a:srgbClr val="850000">
                    <a:alpha val="9675"/>
                  </a:srgbClr>
                </a:gs>
                <a:gs pos="42857">
                  <a:srgbClr val="850000">
                    <a:alpha val="6456"/>
                  </a:srgbClr>
                </a:gs>
                <a:gs pos="57143">
                  <a:srgbClr val="850000">
                    <a:alpha val="3631"/>
                  </a:srgbClr>
                </a:gs>
                <a:gs pos="71429">
                  <a:srgbClr val="850000">
                    <a:alpha val="1716"/>
                  </a:srgbClr>
                </a:gs>
                <a:gs pos="85714">
                  <a:srgbClr val="850000">
                    <a:alpha val="682"/>
                  </a:srgbClr>
                </a:gs>
                <a:gs pos="100000">
                  <a:srgbClr val="850000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9466687">
              <a:off x="1945079" y="1655302"/>
              <a:ext cx="317620" cy="80972"/>
            </a:xfrm>
            <a:prstGeom prst="ellipse">
              <a:avLst/>
            </a:prstGeom>
            <a:gradFill>
              <a:gsLst>
                <a:gs pos="0">
                  <a:srgbClr val="FFFFEC">
                    <a:alpha val="32968"/>
                  </a:srgbClr>
                </a:gs>
                <a:gs pos="14286">
                  <a:srgbClr val="FFFFEC">
                    <a:alpha val="30764"/>
                  </a:srgbClr>
                </a:gs>
                <a:gs pos="28571">
                  <a:srgbClr val="FFFFEC">
                    <a:alpha val="24833"/>
                  </a:srgbClr>
                </a:gs>
                <a:gs pos="42857">
                  <a:srgbClr val="FFFFEC">
                    <a:alpha val="17075"/>
                  </a:srgbClr>
                </a:gs>
                <a:gs pos="57143">
                  <a:srgbClr val="FFFFEC">
                    <a:alpha val="9855"/>
                  </a:srgbClr>
                </a:gs>
                <a:gs pos="71429">
                  <a:srgbClr val="FFFFEC">
                    <a:alpha val="4740"/>
                  </a:srgbClr>
                </a:gs>
                <a:gs pos="85714">
                  <a:srgbClr val="FFFFEC">
                    <a:alpha val="1902"/>
                  </a:srgbClr>
                </a:gs>
                <a:gs pos="100000">
                  <a:srgbClr val="FFFF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933548">
              <a:off x="728063" y="1994241"/>
              <a:ext cx="621044" cy="149005"/>
            </a:xfrm>
            <a:prstGeom prst="ellipse">
              <a:avLst/>
            </a:prstGeom>
            <a:gradFill>
              <a:gsLst>
                <a:gs pos="0">
                  <a:srgbClr val="890000">
                    <a:alpha val="32968"/>
                  </a:srgbClr>
                </a:gs>
                <a:gs pos="14286">
                  <a:srgbClr val="890000">
                    <a:alpha val="30764"/>
                  </a:srgbClr>
                </a:gs>
                <a:gs pos="28571">
                  <a:srgbClr val="890000">
                    <a:alpha val="24833"/>
                  </a:srgbClr>
                </a:gs>
                <a:gs pos="42857">
                  <a:srgbClr val="890000">
                    <a:alpha val="17075"/>
                  </a:srgbClr>
                </a:gs>
                <a:gs pos="57143">
                  <a:srgbClr val="890000">
                    <a:alpha val="9855"/>
                  </a:srgbClr>
                </a:gs>
                <a:gs pos="71429">
                  <a:srgbClr val="890000">
                    <a:alpha val="4740"/>
                  </a:srgbClr>
                </a:gs>
                <a:gs pos="85714">
                  <a:srgbClr val="890000">
                    <a:alpha val="1902"/>
                  </a:srgbClr>
                </a:gs>
                <a:gs pos="100000">
                  <a:srgbClr val="8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6348135">
              <a:off x="2001533" y="1740412"/>
              <a:ext cx="495245" cy="348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6054192">
              <a:off x="848357" y="476286"/>
              <a:ext cx="429185" cy="41339"/>
            </a:xfrm>
            <a:prstGeom prst="ellipse">
              <a:avLst/>
            </a:prstGeom>
            <a:gradFill>
              <a:gsLst>
                <a:gs pos="0">
                  <a:srgbClr val="CC0000">
                    <a:alpha val="20919"/>
                  </a:srgbClr>
                </a:gs>
                <a:gs pos="14286">
                  <a:srgbClr val="CC0000">
                    <a:alpha val="19403"/>
                  </a:srgbClr>
                </a:gs>
                <a:gs pos="28571">
                  <a:srgbClr val="CC0000">
                    <a:alpha val="15421"/>
                  </a:srgbClr>
                </a:gs>
                <a:gs pos="42857">
                  <a:srgbClr val="CC0000">
                    <a:alpha val="10404"/>
                  </a:srgbClr>
                </a:gs>
                <a:gs pos="57143">
                  <a:srgbClr val="CC0000">
                    <a:alpha val="5906"/>
                  </a:srgbClr>
                </a:gs>
                <a:gs pos="71429">
                  <a:srgbClr val="CC0000">
                    <a:alpha val="2809"/>
                  </a:srgbClr>
                </a:gs>
                <a:gs pos="85714">
                  <a:srgbClr val="CC0000">
                    <a:alpha val="1120"/>
                  </a:srgbClr>
                </a:gs>
                <a:gs pos="100000">
                  <a:srgbClr val="CC0000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-10604992">
              <a:off x="254716" y="1756748"/>
              <a:ext cx="359294" cy="356930"/>
            </a:xfrm>
            <a:prstGeom prst="ellipse">
              <a:avLst/>
            </a:prstGeom>
            <a:gradFill>
              <a:gsLst>
                <a:gs pos="0">
                  <a:srgbClr val="FF9900">
                    <a:alpha val="3937"/>
                  </a:srgbClr>
                </a:gs>
                <a:gs pos="14286">
                  <a:srgbClr val="FF9900">
                    <a:alpha val="3625"/>
                  </a:srgbClr>
                </a:gs>
                <a:gs pos="28571">
                  <a:srgbClr val="FF9900">
                    <a:alpha val="2826"/>
                  </a:srgbClr>
                </a:gs>
                <a:gs pos="42857">
                  <a:srgbClr val="FF9900">
                    <a:alpha val="1863"/>
                  </a:srgbClr>
                </a:gs>
                <a:gs pos="57143">
                  <a:srgbClr val="FF9900">
                    <a:alpha val="1036"/>
                  </a:srgbClr>
                </a:gs>
                <a:gs pos="71429">
                  <a:srgbClr val="FF9900">
                    <a:alpha val="486"/>
                  </a:srgbClr>
                </a:gs>
                <a:gs pos="85714">
                  <a:srgbClr val="FF9900">
                    <a:alpha val="193"/>
                  </a:srgbClr>
                </a:gs>
                <a:gs pos="100000">
                  <a:srgbClr val="FF9900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3432632">
              <a:off x="3349195" y="1077915"/>
              <a:ext cx="437368" cy="149842"/>
            </a:xfrm>
            <a:prstGeom prst="ellipse">
              <a:avLst/>
            </a:prstGeom>
            <a:gradFill>
              <a:gsLst>
                <a:gs pos="0">
                  <a:srgbClr val="9B0A00">
                    <a:alpha val="32968"/>
                  </a:srgbClr>
                </a:gs>
                <a:gs pos="14286">
                  <a:srgbClr val="9B0A00">
                    <a:alpha val="30764"/>
                  </a:srgbClr>
                </a:gs>
                <a:gs pos="28571">
                  <a:srgbClr val="9B0A00">
                    <a:alpha val="24833"/>
                  </a:srgbClr>
                </a:gs>
                <a:gs pos="42857">
                  <a:srgbClr val="9B0A00">
                    <a:alpha val="17075"/>
                  </a:srgbClr>
                </a:gs>
                <a:gs pos="57143">
                  <a:srgbClr val="9B0A00">
                    <a:alpha val="9855"/>
                  </a:srgbClr>
                </a:gs>
                <a:gs pos="71429">
                  <a:srgbClr val="9B0A00">
                    <a:alpha val="4740"/>
                  </a:srgbClr>
                </a:gs>
                <a:gs pos="85714">
                  <a:srgbClr val="9B0A00">
                    <a:alpha val="1902"/>
                  </a:srgbClr>
                </a:gs>
                <a:gs pos="100000">
                  <a:srgbClr val="9B0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5453652">
              <a:off x="963950" y="609935"/>
              <a:ext cx="407160" cy="97921"/>
            </a:xfrm>
            <a:prstGeom prst="ellipse">
              <a:avLst/>
            </a:prstGeom>
            <a:gradFill>
              <a:gsLst>
                <a:gs pos="0">
                  <a:srgbClr val="FFFF60">
                    <a:alpha val="1254"/>
                  </a:srgbClr>
                </a:gs>
                <a:gs pos="14286">
                  <a:srgbClr val="FFFF60">
                    <a:alpha val="1153"/>
                  </a:srgbClr>
                </a:gs>
                <a:gs pos="28571">
                  <a:srgbClr val="FFFF60">
                    <a:alpha val="896"/>
                  </a:srgbClr>
                </a:gs>
                <a:gs pos="42857">
                  <a:srgbClr val="FFFF60">
                    <a:alpha val="589"/>
                  </a:srgbClr>
                </a:gs>
                <a:gs pos="57143">
                  <a:srgbClr val="FFFF60">
                    <a:alpha val="327"/>
                  </a:srgbClr>
                </a:gs>
                <a:gs pos="71429">
                  <a:srgbClr val="FFFF60">
                    <a:alpha val="153"/>
                  </a:srgbClr>
                </a:gs>
                <a:gs pos="85714">
                  <a:srgbClr val="FFFF60">
                    <a:alpha val="61"/>
                  </a:srgbClr>
                </a:gs>
                <a:gs pos="100000">
                  <a:srgbClr val="FFFF60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4852879">
              <a:off x="2006207" y="1800887"/>
              <a:ext cx="238414" cy="84624"/>
            </a:xfrm>
            <a:prstGeom prst="ellipse">
              <a:avLst/>
            </a:prstGeom>
            <a:gradFill>
              <a:gsLst>
                <a:gs pos="0">
                  <a:srgbClr val="FFCF95">
                    <a:alpha val="7567"/>
                  </a:srgbClr>
                </a:gs>
                <a:gs pos="14286">
                  <a:srgbClr val="FFCF95">
                    <a:alpha val="6977"/>
                  </a:srgbClr>
                </a:gs>
                <a:gs pos="28571">
                  <a:srgbClr val="FFCF95">
                    <a:alpha val="5461"/>
                  </a:srgbClr>
                </a:gs>
                <a:gs pos="42857">
                  <a:srgbClr val="FFCF95">
                    <a:alpha val="3616"/>
                  </a:srgbClr>
                </a:gs>
                <a:gs pos="57143">
                  <a:srgbClr val="FFCF95">
                    <a:alpha val="2020"/>
                  </a:srgbClr>
                </a:gs>
                <a:gs pos="71429">
                  <a:srgbClr val="FFCF95">
                    <a:alpha val="951"/>
                  </a:srgbClr>
                </a:gs>
                <a:gs pos="85714">
                  <a:srgbClr val="FFCF95">
                    <a:alpha val="377"/>
                  </a:srgbClr>
                </a:gs>
                <a:gs pos="100000">
                  <a:srgbClr val="FFCF95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10690561">
              <a:off x="1476974" y="106936"/>
              <a:ext cx="480038" cy="692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8876230">
              <a:off x="377290" y="2108962"/>
              <a:ext cx="510103" cy="278800"/>
            </a:xfrm>
            <a:prstGeom prst="ellipse">
              <a:avLst/>
            </a:prstGeom>
            <a:gradFill>
              <a:gsLst>
                <a:gs pos="0">
                  <a:srgbClr val="FF0000">
                    <a:alpha val="6529"/>
                  </a:srgbClr>
                </a:gs>
                <a:gs pos="14286">
                  <a:srgbClr val="FF0000">
                    <a:alpha val="6017"/>
                  </a:srgbClr>
                </a:gs>
                <a:gs pos="28571">
                  <a:srgbClr val="FF0000">
                    <a:alpha val="4704"/>
                  </a:srgbClr>
                </a:gs>
                <a:gs pos="42857">
                  <a:srgbClr val="FF0000">
                    <a:alpha val="3111"/>
                  </a:srgbClr>
                </a:gs>
                <a:gs pos="57143">
                  <a:srgbClr val="FF0000">
                    <a:alpha val="1736"/>
                  </a:srgbClr>
                </a:gs>
                <a:gs pos="71429">
                  <a:srgbClr val="FF0000">
                    <a:alpha val="816"/>
                  </a:srgbClr>
                </a:gs>
                <a:gs pos="85714">
                  <a:srgbClr val="FF0000">
                    <a:alpha val="324"/>
                  </a:srgbClr>
                </a:gs>
                <a:gs pos="100000">
                  <a:srgbClr val="FF0000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-10148995">
              <a:off x="1564419" y="671126"/>
              <a:ext cx="620157" cy="65244"/>
            </a:xfrm>
            <a:prstGeom prst="ellipse">
              <a:avLst/>
            </a:prstGeom>
            <a:gradFill>
              <a:gsLst>
                <a:gs pos="0">
                  <a:srgbClr val="930600">
                    <a:alpha val="32968"/>
                  </a:srgbClr>
                </a:gs>
                <a:gs pos="14286">
                  <a:srgbClr val="930600">
                    <a:alpha val="30764"/>
                  </a:srgbClr>
                </a:gs>
                <a:gs pos="28571">
                  <a:srgbClr val="930600">
                    <a:alpha val="24833"/>
                  </a:srgbClr>
                </a:gs>
                <a:gs pos="42857">
                  <a:srgbClr val="930600">
                    <a:alpha val="17075"/>
                  </a:srgbClr>
                </a:gs>
                <a:gs pos="57143">
                  <a:srgbClr val="930600">
                    <a:alpha val="9855"/>
                  </a:srgbClr>
                </a:gs>
                <a:gs pos="71429">
                  <a:srgbClr val="930600">
                    <a:alpha val="4740"/>
                  </a:srgbClr>
                </a:gs>
                <a:gs pos="85714">
                  <a:srgbClr val="930600">
                    <a:alpha val="1902"/>
                  </a:srgbClr>
                </a:gs>
                <a:gs pos="100000">
                  <a:srgbClr val="93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9812945">
              <a:off x="1030610" y="1569620"/>
              <a:ext cx="588525" cy="433841"/>
            </a:xfrm>
            <a:prstGeom prst="ellipse">
              <a:avLst/>
            </a:prstGeom>
            <a:gradFill>
              <a:gsLst>
                <a:gs pos="0">
                  <a:srgbClr val="FF0017">
                    <a:alpha val="32968"/>
                  </a:srgbClr>
                </a:gs>
                <a:gs pos="14286">
                  <a:srgbClr val="FF0017">
                    <a:alpha val="30764"/>
                  </a:srgbClr>
                </a:gs>
                <a:gs pos="28571">
                  <a:srgbClr val="FF0017">
                    <a:alpha val="24833"/>
                  </a:srgbClr>
                </a:gs>
                <a:gs pos="42857">
                  <a:srgbClr val="FF0017">
                    <a:alpha val="17075"/>
                  </a:srgbClr>
                </a:gs>
                <a:gs pos="57143">
                  <a:srgbClr val="FF0017">
                    <a:alpha val="9855"/>
                  </a:srgbClr>
                </a:gs>
                <a:gs pos="71429">
                  <a:srgbClr val="FF0017">
                    <a:alpha val="4740"/>
                  </a:srgbClr>
                </a:gs>
                <a:gs pos="85714">
                  <a:srgbClr val="FF0017">
                    <a:alpha val="1902"/>
                  </a:srgbClr>
                </a:gs>
                <a:gs pos="100000">
                  <a:srgbClr val="FF00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-9843700">
              <a:off x="1745662" y="147013"/>
              <a:ext cx="482366" cy="74716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3190070">
              <a:off x="229421" y="1380398"/>
              <a:ext cx="395890" cy="227899"/>
            </a:xfrm>
            <a:prstGeom prst="ellipse">
              <a:avLst/>
            </a:prstGeom>
            <a:gradFill>
              <a:gsLst>
                <a:gs pos="0">
                  <a:srgbClr val="770000">
                    <a:alpha val="28475"/>
                  </a:srgbClr>
                </a:gs>
                <a:gs pos="14286">
                  <a:srgbClr val="770000">
                    <a:alpha val="26510"/>
                  </a:srgbClr>
                </a:gs>
                <a:gs pos="28571">
                  <a:srgbClr val="770000">
                    <a:alpha val="21271"/>
                  </a:srgbClr>
                </a:gs>
                <a:gs pos="42857">
                  <a:srgbClr val="770000">
                    <a:alpha val="14518"/>
                  </a:srgbClr>
                </a:gs>
                <a:gs pos="57143">
                  <a:srgbClr val="770000">
                    <a:alpha val="8325"/>
                  </a:srgbClr>
                </a:gs>
                <a:gs pos="71429">
                  <a:srgbClr val="770000">
                    <a:alpha val="3987"/>
                  </a:srgbClr>
                </a:gs>
                <a:gs pos="85714">
                  <a:srgbClr val="770000">
                    <a:alpha val="1596"/>
                  </a:srgbClr>
                </a:gs>
                <a:gs pos="100000">
                  <a:srgbClr val="770000">
                    <a:alpha val="5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5336249">
              <a:off x="3357540" y="2257195"/>
              <a:ext cx="433211" cy="314790"/>
            </a:xfrm>
            <a:prstGeom prst="ellipse">
              <a:avLst/>
            </a:prstGeom>
            <a:gradFill>
              <a:gsLst>
                <a:gs pos="0">
                  <a:srgbClr val="5F000D">
                    <a:alpha val="13857"/>
                  </a:srgbClr>
                </a:gs>
                <a:gs pos="14286">
                  <a:srgbClr val="5F000D">
                    <a:alpha val="12812"/>
                  </a:srgbClr>
                </a:gs>
                <a:gs pos="28571">
                  <a:srgbClr val="5F000D">
                    <a:alpha val="10098"/>
                  </a:srgbClr>
                </a:gs>
                <a:gs pos="42857">
                  <a:srgbClr val="5F000D">
                    <a:alpha val="6744"/>
                  </a:srgbClr>
                </a:gs>
                <a:gs pos="57143">
                  <a:srgbClr val="5F000D">
                    <a:alpha val="3795"/>
                  </a:srgbClr>
                </a:gs>
                <a:gs pos="71429">
                  <a:srgbClr val="5F000D">
                    <a:alpha val="1795"/>
                  </a:srgbClr>
                </a:gs>
                <a:gs pos="85714">
                  <a:srgbClr val="5F000D">
                    <a:alpha val="714"/>
                  </a:srgbClr>
                </a:gs>
                <a:gs pos="100000">
                  <a:srgbClr val="5F000D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7948240">
              <a:off x="2153074" y="1017061"/>
              <a:ext cx="334976" cy="51146"/>
            </a:xfrm>
            <a:prstGeom prst="ellipse">
              <a:avLst/>
            </a:prstGeom>
            <a:gradFill>
              <a:gsLst>
                <a:gs pos="0">
                  <a:srgbClr val="FFFFE3">
                    <a:alpha val="32968"/>
                  </a:srgbClr>
                </a:gs>
                <a:gs pos="14286">
                  <a:srgbClr val="FFFFE3">
                    <a:alpha val="30764"/>
                  </a:srgbClr>
                </a:gs>
                <a:gs pos="28571">
                  <a:srgbClr val="FFFFE3">
                    <a:alpha val="24833"/>
                  </a:srgbClr>
                </a:gs>
                <a:gs pos="42857">
                  <a:srgbClr val="FFFFE3">
                    <a:alpha val="17075"/>
                  </a:srgbClr>
                </a:gs>
                <a:gs pos="57143">
                  <a:srgbClr val="FFFFE3">
                    <a:alpha val="9855"/>
                  </a:srgbClr>
                </a:gs>
                <a:gs pos="71429">
                  <a:srgbClr val="FFFFE3">
                    <a:alpha val="4740"/>
                  </a:srgbClr>
                </a:gs>
                <a:gs pos="85714">
                  <a:srgbClr val="FFFFE3">
                    <a:alpha val="1902"/>
                  </a:srgbClr>
                </a:gs>
                <a:gs pos="100000">
                  <a:srgbClr val="FFFF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8484854">
              <a:off x="13460" y="928414"/>
              <a:ext cx="459346" cy="94335"/>
            </a:xfrm>
            <a:prstGeom prst="ellipse">
              <a:avLst/>
            </a:prstGeom>
            <a:gradFill>
              <a:gsLst>
                <a:gs pos="0">
                  <a:srgbClr val="FF0000">
                    <a:alpha val="2035"/>
                  </a:srgbClr>
                </a:gs>
                <a:gs pos="14286">
                  <a:srgbClr val="FF0000">
                    <a:alpha val="1872"/>
                  </a:srgbClr>
                </a:gs>
                <a:gs pos="28571">
                  <a:srgbClr val="FF0000">
                    <a:alpha val="1457"/>
                  </a:srgbClr>
                </a:gs>
                <a:gs pos="42857">
                  <a:srgbClr val="FF0000">
                    <a:alpha val="958"/>
                  </a:srgbClr>
                </a:gs>
                <a:gs pos="57143">
                  <a:srgbClr val="FF0000">
                    <a:alpha val="532"/>
                  </a:srgbClr>
                </a:gs>
                <a:gs pos="71429">
                  <a:srgbClr val="FF0000">
                    <a:alpha val="249"/>
                  </a:srgbClr>
                </a:gs>
                <a:gs pos="85714">
                  <a:srgbClr val="FF0000">
                    <a:alpha val="99"/>
                  </a:srgbClr>
                </a:gs>
                <a:gs pos="100000">
                  <a:srgbClr val="FF0000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10172659">
              <a:off x="3229594" y="1787883"/>
              <a:ext cx="391642" cy="238477"/>
            </a:xfrm>
            <a:prstGeom prst="ellipse">
              <a:avLst/>
            </a:prstGeom>
            <a:gradFill>
              <a:gsLst>
                <a:gs pos="0">
                  <a:srgbClr val="EB7533">
                    <a:alpha val="22537"/>
                  </a:srgbClr>
                </a:gs>
                <a:gs pos="14286">
                  <a:srgbClr val="EB7533">
                    <a:alpha val="20920"/>
                  </a:srgbClr>
                </a:gs>
                <a:gs pos="28571">
                  <a:srgbClr val="EB7533">
                    <a:alpha val="16660"/>
                  </a:srgbClr>
                </a:gs>
                <a:gs pos="42857">
                  <a:srgbClr val="EB7533">
                    <a:alpha val="11267"/>
                  </a:srgbClr>
                </a:gs>
                <a:gs pos="57143">
                  <a:srgbClr val="EB7533">
                    <a:alpha val="6409"/>
                  </a:srgbClr>
                </a:gs>
                <a:gs pos="71429">
                  <a:srgbClr val="EB7533">
                    <a:alpha val="3053"/>
                  </a:srgbClr>
                </a:gs>
                <a:gs pos="85714">
                  <a:srgbClr val="EB7533">
                    <a:alpha val="1219"/>
                  </a:srgbClr>
                </a:gs>
                <a:gs pos="100000">
                  <a:srgbClr val="EB7533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10676059">
              <a:off x="1619758" y="1145122"/>
              <a:ext cx="429945" cy="67064"/>
            </a:xfrm>
            <a:prstGeom prst="ellipse">
              <a:avLst/>
            </a:prstGeom>
            <a:gradFill>
              <a:gsLst>
                <a:gs pos="0">
                  <a:srgbClr val="FFDF00">
                    <a:alpha val="17579"/>
                  </a:srgbClr>
                </a:gs>
                <a:gs pos="14286">
                  <a:srgbClr val="FFDF00">
                    <a:alpha val="16280"/>
                  </a:srgbClr>
                </a:gs>
                <a:gs pos="28571">
                  <a:srgbClr val="FFDF00">
                    <a:alpha val="12887"/>
                  </a:srgbClr>
                </a:gs>
                <a:gs pos="42857">
                  <a:srgbClr val="FFDF00">
                    <a:alpha val="8652"/>
                  </a:srgbClr>
                </a:gs>
                <a:gs pos="57143">
                  <a:srgbClr val="FFDF00">
                    <a:alpha val="4891"/>
                  </a:srgbClr>
                </a:gs>
                <a:gs pos="71429">
                  <a:srgbClr val="FFDF00">
                    <a:alpha val="2320"/>
                  </a:srgbClr>
                </a:gs>
                <a:gs pos="85714">
                  <a:srgbClr val="FFDF00">
                    <a:alpha val="924"/>
                  </a:srgbClr>
                </a:gs>
                <a:gs pos="100000">
                  <a:srgbClr val="FFDF00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8109223">
              <a:off x="2068703" y="974196"/>
              <a:ext cx="427949" cy="102259"/>
            </a:xfrm>
            <a:prstGeom prst="ellipse">
              <a:avLst/>
            </a:prstGeom>
            <a:gradFill>
              <a:gsLst>
                <a:gs pos="0">
                  <a:srgbClr val="FFFAF6">
                    <a:alpha val="32968"/>
                  </a:srgbClr>
                </a:gs>
                <a:gs pos="14286">
                  <a:srgbClr val="FFFAF6">
                    <a:alpha val="30764"/>
                  </a:srgbClr>
                </a:gs>
                <a:gs pos="28571">
                  <a:srgbClr val="FFFAF6">
                    <a:alpha val="24833"/>
                  </a:srgbClr>
                </a:gs>
                <a:gs pos="42857">
                  <a:srgbClr val="FFFAF6">
                    <a:alpha val="17075"/>
                  </a:srgbClr>
                </a:gs>
                <a:gs pos="57143">
                  <a:srgbClr val="FFFAF6">
                    <a:alpha val="9855"/>
                  </a:srgbClr>
                </a:gs>
                <a:gs pos="71429">
                  <a:srgbClr val="FFFAF6">
                    <a:alpha val="4740"/>
                  </a:srgbClr>
                </a:gs>
                <a:gs pos="85714">
                  <a:srgbClr val="FFFAF6">
                    <a:alpha val="1902"/>
                  </a:srgbClr>
                </a:gs>
                <a:gs pos="100000">
                  <a:srgbClr val="FFFA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9764146">
              <a:off x="1787551" y="1129309"/>
              <a:ext cx="481787" cy="461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-8964418">
              <a:off x="1201305" y="1087320"/>
              <a:ext cx="408344" cy="697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4824107">
              <a:off x="3171553" y="651046"/>
              <a:ext cx="461209" cy="344246"/>
            </a:xfrm>
            <a:prstGeom prst="ellipse">
              <a:avLst/>
            </a:prstGeom>
            <a:gradFill>
              <a:gsLst>
                <a:gs pos="0">
                  <a:srgbClr val="E7CEAD">
                    <a:alpha val="11438"/>
                  </a:srgbClr>
                </a:gs>
                <a:gs pos="14286">
                  <a:srgbClr val="E7CEAD">
                    <a:alpha val="10564"/>
                  </a:srgbClr>
                </a:gs>
                <a:gs pos="28571">
                  <a:srgbClr val="E7CEAD">
                    <a:alpha val="8304"/>
                  </a:srgbClr>
                </a:gs>
                <a:gs pos="42857">
                  <a:srgbClr val="E7CEAD">
                    <a:alpha val="5527"/>
                  </a:srgbClr>
                </a:gs>
                <a:gs pos="57143">
                  <a:srgbClr val="E7CEAD">
                    <a:alpha val="3102"/>
                  </a:srgbClr>
                </a:gs>
                <a:gs pos="71429">
                  <a:srgbClr val="E7CEAD">
                    <a:alpha val="1464"/>
                  </a:srgbClr>
                </a:gs>
                <a:gs pos="85714">
                  <a:srgbClr val="E7CEAD">
                    <a:alpha val="581"/>
                  </a:srgbClr>
                </a:gs>
                <a:gs pos="100000">
                  <a:srgbClr val="E7CEAD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8949736">
              <a:off x="1980771" y="1077854"/>
              <a:ext cx="338050" cy="34884"/>
            </a:xfrm>
            <a:prstGeom prst="ellipse">
              <a:avLst/>
            </a:prstGeom>
            <a:gradFill>
              <a:gsLst>
                <a:gs pos="0">
                  <a:srgbClr val="FBFFFF">
                    <a:alpha val="32968"/>
                  </a:srgbClr>
                </a:gs>
                <a:gs pos="14286">
                  <a:srgbClr val="FBFFFF">
                    <a:alpha val="30764"/>
                  </a:srgbClr>
                </a:gs>
                <a:gs pos="28571">
                  <a:srgbClr val="FBFFFF">
                    <a:alpha val="24833"/>
                  </a:srgbClr>
                </a:gs>
                <a:gs pos="42857">
                  <a:srgbClr val="FBFFFF">
                    <a:alpha val="17075"/>
                  </a:srgbClr>
                </a:gs>
                <a:gs pos="57143">
                  <a:srgbClr val="FBFFFF">
                    <a:alpha val="9855"/>
                  </a:srgbClr>
                </a:gs>
                <a:gs pos="71429">
                  <a:srgbClr val="FBFFFF">
                    <a:alpha val="4740"/>
                  </a:srgbClr>
                </a:gs>
                <a:gs pos="85714">
                  <a:srgbClr val="FBFFFF">
                    <a:alpha val="1902"/>
                  </a:srgbClr>
                </a:gs>
                <a:gs pos="100000">
                  <a:srgbClr val="F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10347000">
              <a:off x="1628764" y="1159771"/>
              <a:ext cx="537562" cy="43108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9651820">
              <a:off x="389259" y="678999"/>
              <a:ext cx="285927" cy="231220"/>
            </a:xfrm>
            <a:prstGeom prst="ellipse">
              <a:avLst/>
            </a:prstGeom>
            <a:gradFill>
              <a:gsLst>
                <a:gs pos="0">
                  <a:srgbClr val="FFBB6E">
                    <a:alpha val="18702"/>
                  </a:srgbClr>
                </a:gs>
                <a:gs pos="14286">
                  <a:srgbClr val="FFBB6E">
                    <a:alpha val="17329"/>
                  </a:srgbClr>
                </a:gs>
                <a:gs pos="28571">
                  <a:srgbClr val="FFBB6E">
                    <a:alpha val="13736"/>
                  </a:srgbClr>
                </a:gs>
                <a:gs pos="42857">
                  <a:srgbClr val="FFBB6E">
                    <a:alpha val="9237"/>
                  </a:srgbClr>
                </a:gs>
                <a:gs pos="57143">
                  <a:srgbClr val="FFBB6E">
                    <a:alpha val="5229"/>
                  </a:srgbClr>
                </a:gs>
                <a:gs pos="71429">
                  <a:srgbClr val="FFBB6E">
                    <a:alpha val="2482"/>
                  </a:srgbClr>
                </a:gs>
                <a:gs pos="85714">
                  <a:srgbClr val="FFBB6E">
                    <a:alpha val="989"/>
                  </a:srgbClr>
                </a:gs>
                <a:gs pos="100000">
                  <a:srgbClr val="FFBB6E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-9442394">
              <a:off x="1807854" y="184998"/>
              <a:ext cx="544602" cy="139011"/>
            </a:xfrm>
            <a:prstGeom prst="ellipse">
              <a:avLst/>
            </a:prstGeom>
            <a:gradFill>
              <a:gsLst>
                <a:gs pos="0">
                  <a:srgbClr val="F8FFFF">
                    <a:alpha val="26339"/>
                  </a:srgbClr>
                </a:gs>
                <a:gs pos="14286">
                  <a:srgbClr val="F8FFFF">
                    <a:alpha val="24495"/>
                  </a:srgbClr>
                </a:gs>
                <a:gs pos="28571">
                  <a:srgbClr val="F8FFFF">
                    <a:alpha val="19600"/>
                  </a:srgbClr>
                </a:gs>
                <a:gs pos="42857">
                  <a:srgbClr val="F8FFFF">
                    <a:alpha val="13333"/>
                  </a:srgbClr>
                </a:gs>
                <a:gs pos="57143">
                  <a:srgbClr val="F8FFFF">
                    <a:alpha val="7623"/>
                  </a:srgbClr>
                </a:gs>
                <a:gs pos="71429">
                  <a:srgbClr val="F8FFFF">
                    <a:alpha val="3643"/>
                  </a:srgbClr>
                </a:gs>
                <a:gs pos="85714">
                  <a:srgbClr val="F8FFFF">
                    <a:alpha val="1457"/>
                  </a:srgbClr>
                </a:gs>
                <a:gs pos="100000">
                  <a:srgbClr val="F8FFFF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-8146549">
              <a:off x="425061" y="1519861"/>
              <a:ext cx="469835" cy="169808"/>
            </a:xfrm>
            <a:prstGeom prst="ellipse">
              <a:avLst/>
            </a:prstGeom>
            <a:gradFill>
              <a:gsLst>
                <a:gs pos="0">
                  <a:srgbClr val="FF0000">
                    <a:alpha val="6724"/>
                  </a:srgbClr>
                </a:gs>
                <a:gs pos="14286">
                  <a:srgbClr val="FF0000">
                    <a:alpha val="6197"/>
                  </a:srgbClr>
                </a:gs>
                <a:gs pos="28571">
                  <a:srgbClr val="FF0000">
                    <a:alpha val="4846"/>
                  </a:srgbClr>
                </a:gs>
                <a:gs pos="42857">
                  <a:srgbClr val="FF0000">
                    <a:alpha val="3206"/>
                  </a:srgbClr>
                </a:gs>
                <a:gs pos="57143">
                  <a:srgbClr val="FF0000">
                    <a:alpha val="1789"/>
                  </a:srgbClr>
                </a:gs>
                <a:gs pos="71429">
                  <a:srgbClr val="FF0000">
                    <a:alpha val="842"/>
                  </a:srgbClr>
                </a:gs>
                <a:gs pos="85714">
                  <a:srgbClr val="FF0000">
                    <a:alpha val="334"/>
                  </a:srgbClr>
                </a:gs>
                <a:gs pos="100000">
                  <a:srgbClr val="FF0000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4143366">
              <a:off x="915045" y="1002204"/>
              <a:ext cx="525748" cy="450571"/>
            </a:xfrm>
            <a:prstGeom prst="ellipse">
              <a:avLst/>
            </a:prstGeom>
            <a:gradFill>
              <a:gsLst>
                <a:gs pos="0">
                  <a:srgbClr val="D20000">
                    <a:alpha val="14774"/>
                  </a:srgbClr>
                </a:gs>
                <a:gs pos="14286">
                  <a:srgbClr val="D20000">
                    <a:alpha val="13665"/>
                  </a:srgbClr>
                </a:gs>
                <a:gs pos="28571">
                  <a:srgbClr val="D20000">
                    <a:alpha val="10782"/>
                  </a:srgbClr>
                </a:gs>
                <a:gs pos="42857">
                  <a:srgbClr val="D20000">
                    <a:alpha val="7210"/>
                  </a:srgbClr>
                </a:gs>
                <a:gs pos="57143">
                  <a:srgbClr val="D20000">
                    <a:alpha val="4062"/>
                  </a:srgbClr>
                </a:gs>
                <a:gs pos="71429">
                  <a:srgbClr val="D20000">
                    <a:alpha val="1922"/>
                  </a:srgbClr>
                </a:gs>
                <a:gs pos="85714">
                  <a:srgbClr val="D20000">
                    <a:alpha val="765"/>
                  </a:srgbClr>
                </a:gs>
                <a:gs pos="100000">
                  <a:srgbClr val="D20000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3810899">
              <a:off x="939811" y="1008003"/>
              <a:ext cx="382259" cy="23485"/>
            </a:xfrm>
            <a:prstGeom prst="ellipse">
              <a:avLst/>
            </a:prstGeom>
            <a:gradFill>
              <a:gsLst>
                <a:gs pos="0">
                  <a:srgbClr val="FFC87E">
                    <a:alpha val="32968"/>
                  </a:srgbClr>
                </a:gs>
                <a:gs pos="14286">
                  <a:srgbClr val="FFC87E">
                    <a:alpha val="30764"/>
                  </a:srgbClr>
                </a:gs>
                <a:gs pos="28571">
                  <a:srgbClr val="FFC87E">
                    <a:alpha val="24833"/>
                  </a:srgbClr>
                </a:gs>
                <a:gs pos="42857">
                  <a:srgbClr val="FFC87E">
                    <a:alpha val="17075"/>
                  </a:srgbClr>
                </a:gs>
                <a:gs pos="57143">
                  <a:srgbClr val="FFC87E">
                    <a:alpha val="9855"/>
                  </a:srgbClr>
                </a:gs>
                <a:gs pos="71429">
                  <a:srgbClr val="FFC87E">
                    <a:alpha val="4740"/>
                  </a:srgbClr>
                </a:gs>
                <a:gs pos="85714">
                  <a:srgbClr val="FFC87E">
                    <a:alpha val="1902"/>
                  </a:srgbClr>
                </a:gs>
                <a:gs pos="100000">
                  <a:srgbClr val="FFC8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10293090">
              <a:off x="1973833" y="450997"/>
              <a:ext cx="359975" cy="351701"/>
            </a:xfrm>
            <a:prstGeom prst="ellipse">
              <a:avLst/>
            </a:prstGeom>
            <a:gradFill>
              <a:gsLst>
                <a:gs pos="0">
                  <a:srgbClr val="D18B0C">
                    <a:alpha val="11974"/>
                  </a:srgbClr>
                </a:gs>
                <a:gs pos="14286">
                  <a:srgbClr val="D18B0C">
                    <a:alpha val="11061"/>
                  </a:srgbClr>
                </a:gs>
                <a:gs pos="28571">
                  <a:srgbClr val="D18B0C">
                    <a:alpha val="8700"/>
                  </a:srgbClr>
                </a:gs>
                <a:gs pos="42857">
                  <a:srgbClr val="D18B0C">
                    <a:alpha val="5795"/>
                  </a:srgbClr>
                </a:gs>
                <a:gs pos="57143">
                  <a:srgbClr val="D18B0C">
                    <a:alpha val="3254"/>
                  </a:srgbClr>
                </a:gs>
                <a:gs pos="71429">
                  <a:srgbClr val="D18B0C">
                    <a:alpha val="1536"/>
                  </a:srgbClr>
                </a:gs>
                <a:gs pos="85714">
                  <a:srgbClr val="D18B0C">
                    <a:alpha val="610"/>
                  </a:srgbClr>
                </a:gs>
                <a:gs pos="100000">
                  <a:srgbClr val="D18B0C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7245240">
              <a:off x="2359907" y="296973"/>
              <a:ext cx="332707" cy="327193"/>
            </a:xfrm>
            <a:prstGeom prst="ellipse">
              <a:avLst/>
            </a:prstGeom>
            <a:gradFill>
              <a:gsLst>
                <a:gs pos="0">
                  <a:srgbClr val="7BCA00">
                    <a:alpha val="3134"/>
                  </a:srgbClr>
                </a:gs>
                <a:gs pos="14286">
                  <a:srgbClr val="7BCA00">
                    <a:alpha val="2884"/>
                  </a:srgbClr>
                </a:gs>
                <a:gs pos="28571">
                  <a:srgbClr val="7BCA00">
                    <a:alpha val="2247"/>
                  </a:srgbClr>
                </a:gs>
                <a:gs pos="42857">
                  <a:srgbClr val="7BCA00">
                    <a:alpha val="1480"/>
                  </a:srgbClr>
                </a:gs>
                <a:gs pos="57143">
                  <a:srgbClr val="7BCA00">
                    <a:alpha val="823"/>
                  </a:srgbClr>
                </a:gs>
                <a:gs pos="71429">
                  <a:srgbClr val="7BCA00">
                    <a:alpha val="386"/>
                  </a:srgbClr>
                </a:gs>
                <a:gs pos="85714">
                  <a:srgbClr val="7BCA00">
                    <a:alpha val="153"/>
                  </a:srgbClr>
                </a:gs>
                <a:gs pos="100000">
                  <a:srgbClr val="7BCA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10237908">
              <a:off x="1640759" y="2236328"/>
              <a:ext cx="675708" cy="14006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-10204513">
              <a:off x="1704555" y="547123"/>
              <a:ext cx="527245" cy="172873"/>
            </a:xfrm>
            <a:prstGeom prst="ellipse">
              <a:avLst/>
            </a:prstGeom>
            <a:gradFill>
              <a:gsLst>
                <a:gs pos="0">
                  <a:srgbClr val="E76C00">
                    <a:alpha val="32968"/>
                  </a:srgbClr>
                </a:gs>
                <a:gs pos="14286">
                  <a:srgbClr val="E76C00">
                    <a:alpha val="30764"/>
                  </a:srgbClr>
                </a:gs>
                <a:gs pos="28571">
                  <a:srgbClr val="E76C00">
                    <a:alpha val="24833"/>
                  </a:srgbClr>
                </a:gs>
                <a:gs pos="42857">
                  <a:srgbClr val="E76C00">
                    <a:alpha val="17075"/>
                  </a:srgbClr>
                </a:gs>
                <a:gs pos="57143">
                  <a:srgbClr val="E76C00">
                    <a:alpha val="9855"/>
                  </a:srgbClr>
                </a:gs>
                <a:gs pos="71429">
                  <a:srgbClr val="E76C00">
                    <a:alpha val="4740"/>
                  </a:srgbClr>
                </a:gs>
                <a:gs pos="85714">
                  <a:srgbClr val="E76C00">
                    <a:alpha val="1902"/>
                  </a:srgbClr>
                </a:gs>
                <a:gs pos="100000">
                  <a:srgbClr val="E76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5132577">
              <a:off x="2246526" y="713842"/>
              <a:ext cx="238477" cy="212101"/>
            </a:xfrm>
            <a:prstGeom prst="ellipse">
              <a:avLst/>
            </a:prstGeom>
            <a:gradFill>
              <a:gsLst>
                <a:gs pos="0">
                  <a:srgbClr val="FFFFC5">
                    <a:alpha val="6366"/>
                  </a:srgbClr>
                </a:gs>
                <a:gs pos="14286">
                  <a:srgbClr val="FFFFC5">
                    <a:alpha val="5866"/>
                  </a:srgbClr>
                </a:gs>
                <a:gs pos="28571">
                  <a:srgbClr val="FFFFC5">
                    <a:alpha val="4586"/>
                  </a:srgbClr>
                </a:gs>
                <a:gs pos="42857">
                  <a:srgbClr val="FFFFC5">
                    <a:alpha val="3032"/>
                  </a:srgbClr>
                </a:gs>
                <a:gs pos="57143">
                  <a:srgbClr val="FFFFC5">
                    <a:alpha val="1692"/>
                  </a:srgbClr>
                </a:gs>
                <a:gs pos="71429">
                  <a:srgbClr val="FFFFC5">
                    <a:alpha val="795"/>
                  </a:srgbClr>
                </a:gs>
                <a:gs pos="85714">
                  <a:srgbClr val="FFFFC5">
                    <a:alpha val="315"/>
                  </a:srgbClr>
                </a:gs>
                <a:gs pos="100000">
                  <a:srgbClr val="FFFFC5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8036608">
              <a:off x="-226253" y="916154"/>
              <a:ext cx="575643" cy="148597"/>
            </a:xfrm>
            <a:prstGeom prst="ellipse">
              <a:avLst/>
            </a:prstGeom>
            <a:gradFill>
              <a:gsLst>
                <a:gs pos="0">
                  <a:srgbClr val="940000">
                    <a:alpha val="32968"/>
                  </a:srgbClr>
                </a:gs>
                <a:gs pos="14286">
                  <a:srgbClr val="940000">
                    <a:alpha val="30764"/>
                  </a:srgbClr>
                </a:gs>
                <a:gs pos="28571">
                  <a:srgbClr val="940000">
                    <a:alpha val="24833"/>
                  </a:srgbClr>
                </a:gs>
                <a:gs pos="42857">
                  <a:srgbClr val="940000">
                    <a:alpha val="17075"/>
                  </a:srgbClr>
                </a:gs>
                <a:gs pos="57143">
                  <a:srgbClr val="940000">
                    <a:alpha val="9855"/>
                  </a:srgbClr>
                </a:gs>
                <a:gs pos="71429">
                  <a:srgbClr val="940000">
                    <a:alpha val="4740"/>
                  </a:srgbClr>
                </a:gs>
                <a:gs pos="85714">
                  <a:srgbClr val="940000">
                    <a:alpha val="1902"/>
                  </a:srgbClr>
                </a:gs>
                <a:gs pos="100000">
                  <a:srgbClr val="9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4008395">
              <a:off x="-119706" y="856721"/>
              <a:ext cx="358547" cy="326115"/>
            </a:xfrm>
            <a:prstGeom prst="ellipse">
              <a:avLst/>
            </a:prstGeom>
            <a:gradFill>
              <a:gsLst>
                <a:gs pos="0">
                  <a:srgbClr val="CD6F25">
                    <a:alpha val="5617"/>
                  </a:srgbClr>
                </a:gs>
                <a:gs pos="14286">
                  <a:srgbClr val="CD6F25">
                    <a:alpha val="5175"/>
                  </a:srgbClr>
                </a:gs>
                <a:gs pos="28571">
                  <a:srgbClr val="CD6F25">
                    <a:alpha val="4042"/>
                  </a:srgbClr>
                </a:gs>
                <a:gs pos="42857">
                  <a:srgbClr val="CD6F25">
                    <a:alpha val="2670"/>
                  </a:srgbClr>
                </a:gs>
                <a:gs pos="57143">
                  <a:srgbClr val="CD6F25">
                    <a:alpha val="1488"/>
                  </a:srgbClr>
                </a:gs>
                <a:gs pos="71429">
                  <a:srgbClr val="CD6F25">
                    <a:alpha val="699"/>
                  </a:srgbClr>
                </a:gs>
                <a:gs pos="85714">
                  <a:srgbClr val="CD6F25">
                    <a:alpha val="277"/>
                  </a:srgbClr>
                </a:gs>
                <a:gs pos="100000">
                  <a:srgbClr val="CD6F25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3112709">
              <a:off x="974930" y="919601"/>
              <a:ext cx="567585" cy="44012"/>
            </a:xfrm>
            <a:prstGeom prst="ellipse">
              <a:avLst/>
            </a:prstGeom>
            <a:gradFill>
              <a:gsLst>
                <a:gs pos="0">
                  <a:srgbClr val="FFFEEE">
                    <a:alpha val="32968"/>
                  </a:srgbClr>
                </a:gs>
                <a:gs pos="14286">
                  <a:srgbClr val="FFFEEE">
                    <a:alpha val="30764"/>
                  </a:srgbClr>
                </a:gs>
                <a:gs pos="28571">
                  <a:srgbClr val="FFFEEE">
                    <a:alpha val="24833"/>
                  </a:srgbClr>
                </a:gs>
                <a:gs pos="42857">
                  <a:srgbClr val="FFFEEE">
                    <a:alpha val="17075"/>
                  </a:srgbClr>
                </a:gs>
                <a:gs pos="57143">
                  <a:srgbClr val="FFFEEE">
                    <a:alpha val="9855"/>
                  </a:srgbClr>
                </a:gs>
                <a:gs pos="71429">
                  <a:srgbClr val="FFFEEE">
                    <a:alpha val="4740"/>
                  </a:srgbClr>
                </a:gs>
                <a:gs pos="85714">
                  <a:srgbClr val="FFFEEE">
                    <a:alpha val="1902"/>
                  </a:srgbClr>
                </a:gs>
                <a:gs pos="100000">
                  <a:srgbClr val="FFFE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9931639">
              <a:off x="94734" y="503923"/>
              <a:ext cx="356791" cy="331297"/>
            </a:xfrm>
            <a:prstGeom prst="ellipse">
              <a:avLst/>
            </a:prstGeom>
            <a:gradFill>
              <a:gsLst>
                <a:gs pos="0">
                  <a:srgbClr val="E91000">
                    <a:alpha val="10192"/>
                  </a:srgbClr>
                </a:gs>
                <a:gs pos="14286">
                  <a:srgbClr val="E91000">
                    <a:alpha val="9408"/>
                  </a:srgbClr>
                </a:gs>
                <a:gs pos="28571">
                  <a:srgbClr val="E91000">
                    <a:alpha val="7385"/>
                  </a:srgbClr>
                </a:gs>
                <a:gs pos="42857">
                  <a:srgbClr val="E91000">
                    <a:alpha val="4908"/>
                  </a:srgbClr>
                </a:gs>
                <a:gs pos="57143">
                  <a:srgbClr val="E91000">
                    <a:alpha val="2750"/>
                  </a:srgbClr>
                </a:gs>
                <a:gs pos="71429">
                  <a:srgbClr val="E91000">
                    <a:alpha val="1297"/>
                  </a:srgbClr>
                </a:gs>
                <a:gs pos="85714">
                  <a:srgbClr val="E91000">
                    <a:alpha val="515"/>
                  </a:srgbClr>
                </a:gs>
                <a:gs pos="100000">
                  <a:srgbClr val="E91000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7323826">
              <a:off x="1327922" y="583390"/>
              <a:ext cx="419506" cy="221935"/>
            </a:xfrm>
            <a:prstGeom prst="ellipse">
              <a:avLst/>
            </a:prstGeom>
            <a:gradFill>
              <a:gsLst>
                <a:gs pos="0">
                  <a:srgbClr val="9C0003">
                    <a:alpha val="32968"/>
                  </a:srgbClr>
                </a:gs>
                <a:gs pos="14286">
                  <a:srgbClr val="9C0003">
                    <a:alpha val="30764"/>
                  </a:srgbClr>
                </a:gs>
                <a:gs pos="28571">
                  <a:srgbClr val="9C0003">
                    <a:alpha val="24833"/>
                  </a:srgbClr>
                </a:gs>
                <a:gs pos="42857">
                  <a:srgbClr val="9C0003">
                    <a:alpha val="17075"/>
                  </a:srgbClr>
                </a:gs>
                <a:gs pos="57143">
                  <a:srgbClr val="9C0003">
                    <a:alpha val="9855"/>
                  </a:srgbClr>
                </a:gs>
                <a:gs pos="71429">
                  <a:srgbClr val="9C0003">
                    <a:alpha val="4740"/>
                  </a:srgbClr>
                </a:gs>
                <a:gs pos="85714">
                  <a:srgbClr val="9C0003">
                    <a:alpha val="1902"/>
                  </a:srgbClr>
                </a:gs>
                <a:gs pos="100000">
                  <a:srgbClr val="9C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8137944">
              <a:off x="-209665" y="2246119"/>
              <a:ext cx="595403" cy="37550"/>
            </a:xfrm>
            <a:prstGeom prst="ellipse">
              <a:avLst/>
            </a:prstGeom>
            <a:gradFill>
              <a:gsLst>
                <a:gs pos="0">
                  <a:srgbClr val="FFDAA5">
                    <a:alpha val="32968"/>
                  </a:srgbClr>
                </a:gs>
                <a:gs pos="14286">
                  <a:srgbClr val="FFDAA5">
                    <a:alpha val="30764"/>
                  </a:srgbClr>
                </a:gs>
                <a:gs pos="28571">
                  <a:srgbClr val="FFDAA5">
                    <a:alpha val="24833"/>
                  </a:srgbClr>
                </a:gs>
                <a:gs pos="42857">
                  <a:srgbClr val="FFDAA5">
                    <a:alpha val="17075"/>
                  </a:srgbClr>
                </a:gs>
                <a:gs pos="57143">
                  <a:srgbClr val="FFDAA5">
                    <a:alpha val="9855"/>
                  </a:srgbClr>
                </a:gs>
                <a:gs pos="71429">
                  <a:srgbClr val="FFDAA5">
                    <a:alpha val="4740"/>
                  </a:srgbClr>
                </a:gs>
                <a:gs pos="85714">
                  <a:srgbClr val="FFDAA5">
                    <a:alpha val="1902"/>
                  </a:srgbClr>
                </a:gs>
                <a:gs pos="100000">
                  <a:srgbClr val="FFDA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8757878">
              <a:off x="1853060" y="1144691"/>
              <a:ext cx="476104" cy="162166"/>
            </a:xfrm>
            <a:prstGeom prst="ellipse">
              <a:avLst/>
            </a:prstGeom>
            <a:gradFill>
              <a:gsLst>
                <a:gs pos="0">
                  <a:srgbClr val="FF0000">
                    <a:alpha val="5787"/>
                  </a:srgbClr>
                </a:gs>
                <a:gs pos="14286">
                  <a:srgbClr val="FF0000">
                    <a:alpha val="5332"/>
                  </a:srgbClr>
                </a:gs>
                <a:gs pos="28571">
                  <a:srgbClr val="FF0000">
                    <a:alpha val="4165"/>
                  </a:srgbClr>
                </a:gs>
                <a:gs pos="42857">
                  <a:srgbClr val="FF0000">
                    <a:alpha val="2752"/>
                  </a:srgbClr>
                </a:gs>
                <a:gs pos="57143">
                  <a:srgbClr val="FF0000">
                    <a:alpha val="1534"/>
                  </a:srgbClr>
                </a:gs>
                <a:gs pos="71429">
                  <a:srgbClr val="FF0000">
                    <a:alpha val="721"/>
                  </a:srgbClr>
                </a:gs>
                <a:gs pos="85714">
                  <a:srgbClr val="FF0000">
                    <a:alpha val="286"/>
                  </a:srgbClr>
                </a:gs>
                <a:gs pos="100000">
                  <a:srgbClr val="FF000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6253578">
              <a:off x="158513" y="2283147"/>
              <a:ext cx="408414" cy="284790"/>
            </a:xfrm>
            <a:prstGeom prst="ellipse">
              <a:avLst/>
            </a:prstGeom>
            <a:gradFill>
              <a:gsLst>
                <a:gs pos="0">
                  <a:srgbClr val="FFF0C0">
                    <a:alpha val="22718"/>
                  </a:srgbClr>
                </a:gs>
                <a:gs pos="14286">
                  <a:srgbClr val="FFF0C0">
                    <a:alpha val="21091"/>
                  </a:srgbClr>
                </a:gs>
                <a:gs pos="28571">
                  <a:srgbClr val="FFF0C0">
                    <a:alpha val="16799"/>
                  </a:srgbClr>
                </a:gs>
                <a:gs pos="42857">
                  <a:srgbClr val="FFF0C0">
                    <a:alpha val="11364"/>
                  </a:srgbClr>
                </a:gs>
                <a:gs pos="57143">
                  <a:srgbClr val="FFF0C0">
                    <a:alpha val="6466"/>
                  </a:srgbClr>
                </a:gs>
                <a:gs pos="71429">
                  <a:srgbClr val="FFF0C0">
                    <a:alpha val="3080"/>
                  </a:srgbClr>
                </a:gs>
                <a:gs pos="85714">
                  <a:srgbClr val="FFF0C0">
                    <a:alpha val="1230"/>
                  </a:srgbClr>
                </a:gs>
                <a:gs pos="100000">
                  <a:srgbClr val="FFF0C0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7127679">
              <a:off x="574675" y="1715542"/>
              <a:ext cx="420804" cy="339493"/>
            </a:xfrm>
            <a:prstGeom prst="ellipse">
              <a:avLst/>
            </a:prstGeom>
            <a:gradFill>
              <a:gsLst>
                <a:gs pos="0">
                  <a:srgbClr val="FF0000">
                    <a:alpha val="6988"/>
                  </a:srgbClr>
                </a:gs>
                <a:gs pos="14286">
                  <a:srgbClr val="FF0000">
                    <a:alpha val="6441"/>
                  </a:srgbClr>
                </a:gs>
                <a:gs pos="28571">
                  <a:srgbClr val="FF0000">
                    <a:alpha val="5038"/>
                  </a:srgbClr>
                </a:gs>
                <a:gs pos="42857">
                  <a:srgbClr val="FF0000">
                    <a:alpha val="3334"/>
                  </a:srgbClr>
                </a:gs>
                <a:gs pos="57143">
                  <a:srgbClr val="FF0000">
                    <a:alpha val="1861"/>
                  </a:srgbClr>
                </a:gs>
                <a:gs pos="71429">
                  <a:srgbClr val="FF0000">
                    <a:alpha val="876"/>
                  </a:srgbClr>
                </a:gs>
                <a:gs pos="85714">
                  <a:srgbClr val="FF0000">
                    <a:alpha val="347"/>
                  </a:srgbClr>
                </a:gs>
                <a:gs pos="100000">
                  <a:srgbClr val="FF0000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5038080">
              <a:off x="934702" y="640900"/>
              <a:ext cx="294432" cy="73952"/>
            </a:xfrm>
            <a:prstGeom prst="ellipse">
              <a:avLst/>
            </a:prstGeom>
            <a:gradFill>
              <a:gsLst>
                <a:gs pos="0">
                  <a:srgbClr val="FFFFF7">
                    <a:alpha val="32968"/>
                  </a:srgbClr>
                </a:gs>
                <a:gs pos="14286">
                  <a:srgbClr val="FFFFF7">
                    <a:alpha val="30764"/>
                  </a:srgbClr>
                </a:gs>
                <a:gs pos="28571">
                  <a:srgbClr val="FFFFF7">
                    <a:alpha val="24833"/>
                  </a:srgbClr>
                </a:gs>
                <a:gs pos="42857">
                  <a:srgbClr val="FFFFF7">
                    <a:alpha val="17075"/>
                  </a:srgbClr>
                </a:gs>
                <a:gs pos="57143">
                  <a:srgbClr val="FFFFF7">
                    <a:alpha val="9855"/>
                  </a:srgbClr>
                </a:gs>
                <a:gs pos="71429">
                  <a:srgbClr val="FFFFF7">
                    <a:alpha val="4740"/>
                  </a:srgbClr>
                </a:gs>
                <a:gs pos="85714">
                  <a:srgbClr val="FFFFF7">
                    <a:alpha val="1902"/>
                  </a:srgbClr>
                </a:gs>
                <a:gs pos="100000">
                  <a:srgbClr val="FF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3147122">
              <a:off x="352589" y="1154073"/>
              <a:ext cx="427868" cy="221699"/>
            </a:xfrm>
            <a:prstGeom prst="ellipse">
              <a:avLst/>
            </a:prstGeom>
            <a:gradFill>
              <a:gsLst>
                <a:gs pos="0">
                  <a:srgbClr val="A30000">
                    <a:alpha val="32968"/>
                  </a:srgbClr>
                </a:gs>
                <a:gs pos="14286">
                  <a:srgbClr val="A30000">
                    <a:alpha val="30764"/>
                  </a:srgbClr>
                </a:gs>
                <a:gs pos="28571">
                  <a:srgbClr val="A30000">
                    <a:alpha val="24833"/>
                  </a:srgbClr>
                </a:gs>
                <a:gs pos="42857">
                  <a:srgbClr val="A30000">
                    <a:alpha val="17075"/>
                  </a:srgbClr>
                </a:gs>
                <a:gs pos="57143">
                  <a:srgbClr val="A30000">
                    <a:alpha val="9855"/>
                  </a:srgbClr>
                </a:gs>
                <a:gs pos="71429">
                  <a:srgbClr val="A30000">
                    <a:alpha val="4740"/>
                  </a:srgbClr>
                </a:gs>
                <a:gs pos="85714">
                  <a:srgbClr val="A30000">
                    <a:alpha val="1902"/>
                  </a:srgbClr>
                </a:gs>
                <a:gs pos="100000">
                  <a:srgbClr val="A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4915033">
              <a:off x="374357" y="1323489"/>
              <a:ext cx="387398" cy="64790"/>
            </a:xfrm>
            <a:prstGeom prst="ellipse">
              <a:avLst/>
            </a:prstGeom>
            <a:gradFill>
              <a:gsLst>
                <a:gs pos="0">
                  <a:srgbClr val="FF0000">
                    <a:alpha val="5193"/>
                  </a:srgbClr>
                </a:gs>
                <a:gs pos="14286">
                  <a:srgbClr val="FF0000">
                    <a:alpha val="4783"/>
                  </a:srgbClr>
                </a:gs>
                <a:gs pos="28571">
                  <a:srgbClr val="FF0000">
                    <a:alpha val="3734"/>
                  </a:srgbClr>
                </a:gs>
                <a:gs pos="42857">
                  <a:srgbClr val="FF0000">
                    <a:alpha val="2465"/>
                  </a:srgbClr>
                </a:gs>
                <a:gs pos="57143">
                  <a:srgbClr val="FF0000">
                    <a:alpha val="1374"/>
                  </a:srgbClr>
                </a:gs>
                <a:gs pos="71429">
                  <a:srgbClr val="FF0000">
                    <a:alpha val="645"/>
                  </a:srgbClr>
                </a:gs>
                <a:gs pos="85714">
                  <a:srgbClr val="FF0000">
                    <a:alpha val="256"/>
                  </a:srgbClr>
                </a:gs>
                <a:gs pos="100000">
                  <a:srgbClr val="FF0000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-8411289">
              <a:off x="2858211" y="1253614"/>
              <a:ext cx="421753" cy="373035"/>
            </a:xfrm>
            <a:prstGeom prst="ellipse">
              <a:avLst/>
            </a:prstGeom>
            <a:gradFill>
              <a:gsLst>
                <a:gs pos="0">
                  <a:srgbClr val="8F3710">
                    <a:alpha val="32968"/>
                  </a:srgbClr>
                </a:gs>
                <a:gs pos="14286">
                  <a:srgbClr val="8F3710">
                    <a:alpha val="30764"/>
                  </a:srgbClr>
                </a:gs>
                <a:gs pos="28571">
                  <a:srgbClr val="8F3710">
                    <a:alpha val="24833"/>
                  </a:srgbClr>
                </a:gs>
                <a:gs pos="42857">
                  <a:srgbClr val="8F3710">
                    <a:alpha val="17075"/>
                  </a:srgbClr>
                </a:gs>
                <a:gs pos="57143">
                  <a:srgbClr val="8F3710">
                    <a:alpha val="9855"/>
                  </a:srgbClr>
                </a:gs>
                <a:gs pos="71429">
                  <a:srgbClr val="8F3710">
                    <a:alpha val="4740"/>
                  </a:srgbClr>
                </a:gs>
                <a:gs pos="85714">
                  <a:srgbClr val="8F3710">
                    <a:alpha val="1902"/>
                  </a:srgbClr>
                </a:gs>
                <a:gs pos="100000">
                  <a:srgbClr val="8F37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6793921">
              <a:off x="3323860" y="1755326"/>
              <a:ext cx="467915" cy="280875"/>
            </a:xfrm>
            <a:prstGeom prst="ellipse">
              <a:avLst/>
            </a:prstGeom>
            <a:gradFill>
              <a:gsLst>
                <a:gs pos="0">
                  <a:srgbClr val="A10000">
                    <a:alpha val="17727"/>
                  </a:srgbClr>
                </a:gs>
                <a:gs pos="14286">
                  <a:srgbClr val="A10000">
                    <a:alpha val="16418"/>
                  </a:srgbClr>
                </a:gs>
                <a:gs pos="28571">
                  <a:srgbClr val="A10000">
                    <a:alpha val="12999"/>
                  </a:srgbClr>
                </a:gs>
                <a:gs pos="42857">
                  <a:srgbClr val="A10000">
                    <a:alpha val="8729"/>
                  </a:srgbClr>
                </a:gs>
                <a:gs pos="57143">
                  <a:srgbClr val="A10000">
                    <a:alpha val="4935"/>
                  </a:srgbClr>
                </a:gs>
                <a:gs pos="71429">
                  <a:srgbClr val="A10000">
                    <a:alpha val="2341"/>
                  </a:srgbClr>
                </a:gs>
                <a:gs pos="85714">
                  <a:srgbClr val="A10000">
                    <a:alpha val="932"/>
                  </a:srgbClr>
                </a:gs>
                <a:gs pos="100000">
                  <a:srgbClr val="A10000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8857077">
              <a:off x="435594" y="514782"/>
              <a:ext cx="480183" cy="191039"/>
            </a:xfrm>
            <a:prstGeom prst="ellipse">
              <a:avLst/>
            </a:prstGeom>
            <a:gradFill>
              <a:gsLst>
                <a:gs pos="0">
                  <a:srgbClr val="1D0012">
                    <a:alpha val="32968"/>
                  </a:srgbClr>
                </a:gs>
                <a:gs pos="14286">
                  <a:srgbClr val="1D0012">
                    <a:alpha val="30764"/>
                  </a:srgbClr>
                </a:gs>
                <a:gs pos="28571">
                  <a:srgbClr val="1D0012">
                    <a:alpha val="24833"/>
                  </a:srgbClr>
                </a:gs>
                <a:gs pos="42857">
                  <a:srgbClr val="1D0012">
                    <a:alpha val="17075"/>
                  </a:srgbClr>
                </a:gs>
                <a:gs pos="57143">
                  <a:srgbClr val="1D0012">
                    <a:alpha val="9855"/>
                  </a:srgbClr>
                </a:gs>
                <a:gs pos="71429">
                  <a:srgbClr val="1D0012">
                    <a:alpha val="4740"/>
                  </a:srgbClr>
                </a:gs>
                <a:gs pos="85714">
                  <a:srgbClr val="1D0012">
                    <a:alpha val="1902"/>
                  </a:srgbClr>
                </a:gs>
                <a:gs pos="100000">
                  <a:srgbClr val="1D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-9598843">
              <a:off x="1597424" y="1119536"/>
              <a:ext cx="380791" cy="93056"/>
            </a:xfrm>
            <a:prstGeom prst="ellipse">
              <a:avLst/>
            </a:prstGeom>
            <a:gradFill>
              <a:gsLst>
                <a:gs pos="0">
                  <a:srgbClr val="FFFF65">
                    <a:alpha val="2432"/>
                  </a:srgbClr>
                </a:gs>
                <a:gs pos="14286">
                  <a:srgbClr val="FFFF65">
                    <a:alpha val="2237"/>
                  </a:srgbClr>
                </a:gs>
                <a:gs pos="28571">
                  <a:srgbClr val="FFFF65">
                    <a:alpha val="1741"/>
                  </a:srgbClr>
                </a:gs>
                <a:gs pos="42857">
                  <a:srgbClr val="FFFF65">
                    <a:alpha val="1146"/>
                  </a:srgbClr>
                </a:gs>
                <a:gs pos="57143">
                  <a:srgbClr val="FFFF65">
                    <a:alpha val="636"/>
                  </a:srgbClr>
                </a:gs>
                <a:gs pos="71429">
                  <a:srgbClr val="FFFF65">
                    <a:alpha val="298"/>
                  </a:srgbClr>
                </a:gs>
                <a:gs pos="85714">
                  <a:srgbClr val="FFFF65">
                    <a:alpha val="118"/>
                  </a:srgbClr>
                </a:gs>
                <a:gs pos="100000">
                  <a:srgbClr val="FFFF65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9440123">
              <a:off x="-71655" y="1416162"/>
              <a:ext cx="365106" cy="334010"/>
            </a:xfrm>
            <a:prstGeom prst="ellipse">
              <a:avLst/>
            </a:prstGeom>
            <a:gradFill>
              <a:gsLst>
                <a:gs pos="0">
                  <a:srgbClr val="FF0000">
                    <a:alpha val="4979"/>
                  </a:srgbClr>
                </a:gs>
                <a:gs pos="14286">
                  <a:srgbClr val="FF0000">
                    <a:alpha val="4585"/>
                  </a:srgbClr>
                </a:gs>
                <a:gs pos="28571">
                  <a:srgbClr val="FF0000">
                    <a:alpha val="3579"/>
                  </a:srgbClr>
                </a:gs>
                <a:gs pos="42857">
                  <a:srgbClr val="FF0000">
                    <a:alpha val="2362"/>
                  </a:srgbClr>
                </a:gs>
                <a:gs pos="57143">
                  <a:srgbClr val="FF0000">
                    <a:alpha val="1316"/>
                  </a:srgbClr>
                </a:gs>
                <a:gs pos="71429">
                  <a:srgbClr val="FF0000">
                    <a:alpha val="618"/>
                  </a:srgbClr>
                </a:gs>
                <a:gs pos="85714">
                  <a:srgbClr val="FF0000">
                    <a:alpha val="245"/>
                  </a:srgbClr>
                </a:gs>
                <a:gs pos="100000">
                  <a:srgbClr val="FF0000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5796278">
              <a:off x="922755" y="589889"/>
              <a:ext cx="287449" cy="37370"/>
            </a:xfrm>
            <a:prstGeom prst="ellipse">
              <a:avLst/>
            </a:prstGeom>
            <a:gradFill>
              <a:gsLst>
                <a:gs pos="0">
                  <a:srgbClr val="FFFFDE">
                    <a:alpha val="32968"/>
                  </a:srgbClr>
                </a:gs>
                <a:gs pos="14286">
                  <a:srgbClr val="FFFFDE">
                    <a:alpha val="30764"/>
                  </a:srgbClr>
                </a:gs>
                <a:gs pos="28571">
                  <a:srgbClr val="FFFFDE">
                    <a:alpha val="24833"/>
                  </a:srgbClr>
                </a:gs>
                <a:gs pos="42857">
                  <a:srgbClr val="FFFFDE">
                    <a:alpha val="17075"/>
                  </a:srgbClr>
                </a:gs>
                <a:gs pos="57143">
                  <a:srgbClr val="FFFFDE">
                    <a:alpha val="9855"/>
                  </a:srgbClr>
                </a:gs>
                <a:gs pos="71429">
                  <a:srgbClr val="FFFFDE">
                    <a:alpha val="4740"/>
                  </a:srgbClr>
                </a:gs>
                <a:gs pos="85714">
                  <a:srgbClr val="FFFFDE">
                    <a:alpha val="1902"/>
                  </a:srgbClr>
                </a:gs>
                <a:gs pos="100000">
                  <a:srgbClr val="FFFF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8562284">
              <a:off x="803026" y="393914"/>
              <a:ext cx="494403" cy="25703"/>
            </a:xfrm>
            <a:prstGeom prst="ellipse">
              <a:avLst/>
            </a:prstGeom>
            <a:gradFill>
              <a:gsLst>
                <a:gs pos="0">
                  <a:srgbClr val="FFAF66">
                    <a:alpha val="29746"/>
                  </a:srgbClr>
                </a:gs>
                <a:gs pos="14286">
                  <a:srgbClr val="FFAF66">
                    <a:alpha val="27711"/>
                  </a:srgbClr>
                </a:gs>
                <a:gs pos="28571">
                  <a:srgbClr val="FFAF66">
                    <a:alpha val="22272"/>
                  </a:srgbClr>
                </a:gs>
                <a:gs pos="42857">
                  <a:srgbClr val="FFAF66">
                    <a:alpha val="15233"/>
                  </a:srgbClr>
                </a:gs>
                <a:gs pos="57143">
                  <a:srgbClr val="FFAF66">
                    <a:alpha val="8750"/>
                  </a:srgbClr>
                </a:gs>
                <a:gs pos="71429">
                  <a:srgbClr val="FFAF66">
                    <a:alpha val="4196"/>
                  </a:srgbClr>
                </a:gs>
                <a:gs pos="85714">
                  <a:srgbClr val="FFAF66">
                    <a:alpha val="1681"/>
                  </a:srgbClr>
                </a:gs>
                <a:gs pos="100000">
                  <a:srgbClr val="FFAF66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-8203257">
              <a:off x="2174060" y="512154"/>
              <a:ext cx="339606" cy="302181"/>
            </a:xfrm>
            <a:prstGeom prst="ellipse">
              <a:avLst/>
            </a:prstGeom>
            <a:gradFill>
              <a:gsLst>
                <a:gs pos="0">
                  <a:srgbClr val="FFFF51">
                    <a:alpha val="8638"/>
                  </a:srgbClr>
                </a:gs>
                <a:gs pos="14286">
                  <a:srgbClr val="FFFF51">
                    <a:alpha val="7968"/>
                  </a:srgbClr>
                </a:gs>
                <a:gs pos="28571">
                  <a:srgbClr val="FFFF51">
                    <a:alpha val="6243"/>
                  </a:srgbClr>
                </a:gs>
                <a:gs pos="42857">
                  <a:srgbClr val="FFFF51">
                    <a:alpha val="4140"/>
                  </a:srgbClr>
                </a:gs>
                <a:gs pos="57143">
                  <a:srgbClr val="FFFF51">
                    <a:alpha val="2316"/>
                  </a:srgbClr>
                </a:gs>
                <a:gs pos="71429">
                  <a:srgbClr val="FFFF51">
                    <a:alpha val="1091"/>
                  </a:srgbClr>
                </a:gs>
                <a:gs pos="85714">
                  <a:srgbClr val="FFFF51">
                    <a:alpha val="433"/>
                  </a:srgbClr>
                </a:gs>
                <a:gs pos="100000">
                  <a:srgbClr val="FFFF51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6843873">
              <a:off x="2241118" y="1632881"/>
              <a:ext cx="511968" cy="213594"/>
            </a:xfrm>
            <a:prstGeom prst="ellipse">
              <a:avLst/>
            </a:prstGeom>
            <a:gradFill>
              <a:gsLst>
                <a:gs pos="0">
                  <a:srgbClr val="E30004">
                    <a:alpha val="32968"/>
                  </a:srgbClr>
                </a:gs>
                <a:gs pos="14286">
                  <a:srgbClr val="E30004">
                    <a:alpha val="30764"/>
                  </a:srgbClr>
                </a:gs>
                <a:gs pos="28571">
                  <a:srgbClr val="E30004">
                    <a:alpha val="24833"/>
                  </a:srgbClr>
                </a:gs>
                <a:gs pos="42857">
                  <a:srgbClr val="E30004">
                    <a:alpha val="17075"/>
                  </a:srgbClr>
                </a:gs>
                <a:gs pos="57143">
                  <a:srgbClr val="E30004">
                    <a:alpha val="9855"/>
                  </a:srgbClr>
                </a:gs>
                <a:gs pos="71429">
                  <a:srgbClr val="E30004">
                    <a:alpha val="4740"/>
                  </a:srgbClr>
                </a:gs>
                <a:gs pos="85714">
                  <a:srgbClr val="E30004">
                    <a:alpha val="1902"/>
                  </a:srgbClr>
                </a:gs>
                <a:gs pos="100000">
                  <a:srgbClr val="E3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6832217">
              <a:off x="479412" y="2344805"/>
              <a:ext cx="464931" cy="66742"/>
            </a:xfrm>
            <a:prstGeom prst="ellipse">
              <a:avLst/>
            </a:prstGeom>
            <a:gradFill>
              <a:gsLst>
                <a:gs pos="0">
                  <a:srgbClr val="880011">
                    <a:alpha val="29953"/>
                  </a:srgbClr>
                </a:gs>
                <a:gs pos="14286">
                  <a:srgbClr val="880011">
                    <a:alpha val="27906"/>
                  </a:srgbClr>
                </a:gs>
                <a:gs pos="28571">
                  <a:srgbClr val="880011">
                    <a:alpha val="22435"/>
                  </a:srgbClr>
                </a:gs>
                <a:gs pos="42857">
                  <a:srgbClr val="880011">
                    <a:alpha val="15350"/>
                  </a:srgbClr>
                </a:gs>
                <a:gs pos="57143">
                  <a:srgbClr val="880011">
                    <a:alpha val="8820"/>
                  </a:srgbClr>
                </a:gs>
                <a:gs pos="71429">
                  <a:srgbClr val="880011">
                    <a:alpha val="4230"/>
                  </a:srgbClr>
                </a:gs>
                <a:gs pos="85714">
                  <a:srgbClr val="880011">
                    <a:alpha val="1695"/>
                  </a:srgbClr>
                </a:gs>
                <a:gs pos="100000">
                  <a:srgbClr val="880011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5167930">
              <a:off x="2217020" y="545464"/>
              <a:ext cx="399137" cy="137853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-10126408">
              <a:off x="2605510" y="1910654"/>
              <a:ext cx="421534" cy="313092"/>
            </a:xfrm>
            <a:prstGeom prst="ellipse">
              <a:avLst/>
            </a:prstGeom>
            <a:gradFill>
              <a:gsLst>
                <a:gs pos="0">
                  <a:srgbClr val="000010">
                    <a:alpha val="32968"/>
                  </a:srgbClr>
                </a:gs>
                <a:gs pos="14286">
                  <a:srgbClr val="000010">
                    <a:alpha val="30764"/>
                  </a:srgbClr>
                </a:gs>
                <a:gs pos="28571">
                  <a:srgbClr val="000010">
                    <a:alpha val="24833"/>
                  </a:srgbClr>
                </a:gs>
                <a:gs pos="42857">
                  <a:srgbClr val="000010">
                    <a:alpha val="17075"/>
                  </a:srgbClr>
                </a:gs>
                <a:gs pos="57143">
                  <a:srgbClr val="000010">
                    <a:alpha val="9855"/>
                  </a:srgbClr>
                </a:gs>
                <a:gs pos="71429">
                  <a:srgbClr val="000010">
                    <a:alpha val="4740"/>
                  </a:srgbClr>
                </a:gs>
                <a:gs pos="85714">
                  <a:srgbClr val="000010">
                    <a:alpha val="1902"/>
                  </a:srgbClr>
                </a:gs>
                <a:gs pos="100000">
                  <a:srgbClr val="0000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8909232">
              <a:off x="1813278" y="540935"/>
              <a:ext cx="463452" cy="148017"/>
            </a:xfrm>
            <a:prstGeom prst="ellipse">
              <a:avLst/>
            </a:prstGeom>
            <a:gradFill>
              <a:gsLst>
                <a:gs pos="0">
                  <a:srgbClr val="DBF5A5">
                    <a:alpha val="20230"/>
                  </a:srgbClr>
                </a:gs>
                <a:gs pos="14286">
                  <a:srgbClr val="DBF5A5">
                    <a:alpha val="18758"/>
                  </a:srgbClr>
                </a:gs>
                <a:gs pos="28571">
                  <a:srgbClr val="DBF5A5">
                    <a:alpha val="14896"/>
                  </a:srgbClr>
                </a:gs>
                <a:gs pos="42857">
                  <a:srgbClr val="DBF5A5">
                    <a:alpha val="10039"/>
                  </a:srgbClr>
                </a:gs>
                <a:gs pos="57143">
                  <a:srgbClr val="DBF5A5">
                    <a:alpha val="5694"/>
                  </a:srgbClr>
                </a:gs>
                <a:gs pos="71429">
                  <a:srgbClr val="DBF5A5">
                    <a:alpha val="2707"/>
                  </a:srgbClr>
                </a:gs>
                <a:gs pos="85714">
                  <a:srgbClr val="DBF5A5">
                    <a:alpha val="1079"/>
                  </a:srgbClr>
                </a:gs>
                <a:gs pos="100000">
                  <a:srgbClr val="DBF5A5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3420176">
              <a:off x="2470232" y="2141877"/>
              <a:ext cx="412197" cy="394321"/>
            </a:xfrm>
            <a:prstGeom prst="ellipse">
              <a:avLst/>
            </a:prstGeom>
            <a:gradFill>
              <a:gsLst>
                <a:gs pos="0">
                  <a:srgbClr val="8B1817">
                    <a:alpha val="14120"/>
                  </a:srgbClr>
                </a:gs>
                <a:gs pos="14286">
                  <a:srgbClr val="8B1817">
                    <a:alpha val="13056"/>
                  </a:srgbClr>
                </a:gs>
                <a:gs pos="28571">
                  <a:srgbClr val="8B1817">
                    <a:alpha val="10294"/>
                  </a:srgbClr>
                </a:gs>
                <a:gs pos="42857">
                  <a:srgbClr val="8B1817">
                    <a:alpha val="6877"/>
                  </a:srgbClr>
                </a:gs>
                <a:gs pos="57143">
                  <a:srgbClr val="8B1817">
                    <a:alpha val="3871"/>
                  </a:srgbClr>
                </a:gs>
                <a:gs pos="71429">
                  <a:srgbClr val="8B1817">
                    <a:alpha val="1831"/>
                  </a:srgbClr>
                </a:gs>
                <a:gs pos="85714">
                  <a:srgbClr val="8B1817">
                    <a:alpha val="728"/>
                  </a:srgbClr>
                </a:gs>
                <a:gs pos="100000">
                  <a:srgbClr val="8B1817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7405600">
              <a:off x="3438753" y="1808698"/>
              <a:ext cx="418644" cy="311882"/>
            </a:xfrm>
            <a:prstGeom prst="ellipse">
              <a:avLst/>
            </a:prstGeom>
            <a:gradFill>
              <a:gsLst>
                <a:gs pos="0">
                  <a:srgbClr val="FB8342">
                    <a:alpha val="9942"/>
                  </a:srgbClr>
                </a:gs>
                <a:gs pos="14286">
                  <a:srgbClr val="FB8342">
                    <a:alpha val="9176"/>
                  </a:srgbClr>
                </a:gs>
                <a:gs pos="28571">
                  <a:srgbClr val="FB8342">
                    <a:alpha val="7200"/>
                  </a:srgbClr>
                </a:gs>
                <a:gs pos="42857">
                  <a:srgbClr val="FB8342">
                    <a:alpha val="4783"/>
                  </a:srgbClr>
                </a:gs>
                <a:gs pos="57143">
                  <a:srgbClr val="FB8342">
                    <a:alpha val="2679"/>
                  </a:srgbClr>
                </a:gs>
                <a:gs pos="71429">
                  <a:srgbClr val="FB8342">
                    <a:alpha val="1263"/>
                  </a:srgbClr>
                </a:gs>
                <a:gs pos="85714">
                  <a:srgbClr val="FB8342">
                    <a:alpha val="501"/>
                  </a:srgbClr>
                </a:gs>
                <a:gs pos="100000">
                  <a:srgbClr val="FB8342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-9057700">
              <a:off x="743796" y="2136502"/>
              <a:ext cx="556898" cy="60518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-10545433">
              <a:off x="1555808" y="122291"/>
              <a:ext cx="499602" cy="53996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3678768">
              <a:off x="2590590" y="931842"/>
              <a:ext cx="326292" cy="22498"/>
            </a:xfrm>
            <a:prstGeom prst="ellipse">
              <a:avLst/>
            </a:prstGeom>
            <a:gradFill>
              <a:gsLst>
                <a:gs pos="0">
                  <a:srgbClr val="FFFFC7">
                    <a:alpha val="32968"/>
                  </a:srgbClr>
                </a:gs>
                <a:gs pos="14286">
                  <a:srgbClr val="FFFFC7">
                    <a:alpha val="30764"/>
                  </a:srgbClr>
                </a:gs>
                <a:gs pos="28571">
                  <a:srgbClr val="FFFFC7">
                    <a:alpha val="24833"/>
                  </a:srgbClr>
                </a:gs>
                <a:gs pos="42857">
                  <a:srgbClr val="FFFFC7">
                    <a:alpha val="17075"/>
                  </a:srgbClr>
                </a:gs>
                <a:gs pos="57143">
                  <a:srgbClr val="FFFFC7">
                    <a:alpha val="9855"/>
                  </a:srgbClr>
                </a:gs>
                <a:gs pos="71429">
                  <a:srgbClr val="FFFFC7">
                    <a:alpha val="4740"/>
                  </a:srgbClr>
                </a:gs>
                <a:gs pos="85714">
                  <a:srgbClr val="FFFFC7">
                    <a:alpha val="1902"/>
                  </a:srgbClr>
                </a:gs>
                <a:gs pos="100000">
                  <a:srgbClr val="FFFF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5454244">
              <a:off x="334783" y="821440"/>
              <a:ext cx="352831" cy="340269"/>
            </a:xfrm>
            <a:prstGeom prst="ellipse">
              <a:avLst/>
            </a:prstGeom>
            <a:gradFill>
              <a:gsLst>
                <a:gs pos="0">
                  <a:srgbClr val="497B00">
                    <a:alpha val="3695"/>
                  </a:srgbClr>
                </a:gs>
                <a:gs pos="14286">
                  <a:srgbClr val="497B00">
                    <a:alpha val="3401"/>
                  </a:srgbClr>
                </a:gs>
                <a:gs pos="28571">
                  <a:srgbClr val="497B00">
                    <a:alpha val="2651"/>
                  </a:srgbClr>
                </a:gs>
                <a:gs pos="42857">
                  <a:srgbClr val="497B00">
                    <a:alpha val="1747"/>
                  </a:srgbClr>
                </a:gs>
                <a:gs pos="57143">
                  <a:srgbClr val="497B00">
                    <a:alpha val="972"/>
                  </a:srgbClr>
                </a:gs>
                <a:gs pos="71429">
                  <a:srgbClr val="497B00">
                    <a:alpha val="456"/>
                  </a:srgbClr>
                </a:gs>
                <a:gs pos="85714">
                  <a:srgbClr val="497B00">
                    <a:alpha val="181"/>
                  </a:srgbClr>
                </a:gs>
                <a:gs pos="100000">
                  <a:srgbClr val="497B00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6378526">
              <a:off x="2786519" y="2145474"/>
              <a:ext cx="275671" cy="881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6450148">
              <a:off x="2088398" y="1773218"/>
              <a:ext cx="208284" cy="25673"/>
            </a:xfrm>
            <a:prstGeom prst="ellipse">
              <a:avLst/>
            </a:prstGeom>
            <a:gradFill>
              <a:gsLst>
                <a:gs pos="0">
                  <a:srgbClr val="F1FFFF">
                    <a:alpha val="32968"/>
                  </a:srgbClr>
                </a:gs>
                <a:gs pos="14286">
                  <a:srgbClr val="F1FFFF">
                    <a:alpha val="30764"/>
                  </a:srgbClr>
                </a:gs>
                <a:gs pos="28571">
                  <a:srgbClr val="F1FFFF">
                    <a:alpha val="24833"/>
                  </a:srgbClr>
                </a:gs>
                <a:gs pos="42857">
                  <a:srgbClr val="F1FFFF">
                    <a:alpha val="17075"/>
                  </a:srgbClr>
                </a:gs>
                <a:gs pos="57143">
                  <a:srgbClr val="F1FFFF">
                    <a:alpha val="9855"/>
                  </a:srgbClr>
                </a:gs>
                <a:gs pos="71429">
                  <a:srgbClr val="F1FFFF">
                    <a:alpha val="4740"/>
                  </a:srgbClr>
                </a:gs>
                <a:gs pos="85714">
                  <a:srgbClr val="F1FFFF">
                    <a:alpha val="1902"/>
                  </a:srgbClr>
                </a:gs>
                <a:gs pos="100000">
                  <a:srgbClr val="F1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4105821">
              <a:off x="2707307" y="1344463"/>
              <a:ext cx="348494" cy="280835"/>
            </a:xfrm>
            <a:prstGeom prst="ellipse">
              <a:avLst/>
            </a:prstGeom>
            <a:gradFill>
              <a:gsLst>
                <a:gs pos="0">
                  <a:srgbClr val="FF2700">
                    <a:alpha val="13011"/>
                  </a:srgbClr>
                </a:gs>
                <a:gs pos="14286">
                  <a:srgbClr val="FF2700">
                    <a:alpha val="12024"/>
                  </a:srgbClr>
                </a:gs>
                <a:gs pos="28571">
                  <a:srgbClr val="FF2700">
                    <a:alpha val="9468"/>
                  </a:srgbClr>
                </a:gs>
                <a:gs pos="42857">
                  <a:srgbClr val="FF2700">
                    <a:alpha val="6316"/>
                  </a:srgbClr>
                </a:gs>
                <a:gs pos="57143">
                  <a:srgbClr val="FF2700">
                    <a:alpha val="3551"/>
                  </a:srgbClr>
                </a:gs>
                <a:gs pos="71429">
                  <a:srgbClr val="FF2700">
                    <a:alpha val="1678"/>
                  </a:srgbClr>
                </a:gs>
                <a:gs pos="85714">
                  <a:srgbClr val="FF2700">
                    <a:alpha val="667"/>
                  </a:srgbClr>
                </a:gs>
                <a:gs pos="100000">
                  <a:srgbClr val="FF270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4810439">
              <a:off x="1063600" y="1063000"/>
              <a:ext cx="188604" cy="151392"/>
            </a:xfrm>
            <a:prstGeom prst="ellipse">
              <a:avLst/>
            </a:prstGeom>
            <a:gradFill>
              <a:gsLst>
                <a:gs pos="0">
                  <a:srgbClr val="5D0000">
                    <a:alpha val="25559"/>
                  </a:srgbClr>
                </a:gs>
                <a:gs pos="14286">
                  <a:srgbClr val="5D0000">
                    <a:alpha val="23761"/>
                  </a:srgbClr>
                </a:gs>
                <a:gs pos="28571">
                  <a:srgbClr val="5D0000">
                    <a:alpha val="18994"/>
                  </a:srgbClr>
                </a:gs>
                <a:gs pos="42857">
                  <a:srgbClr val="5D0000">
                    <a:alpha val="12904"/>
                  </a:srgbClr>
                </a:gs>
                <a:gs pos="57143">
                  <a:srgbClr val="5D0000">
                    <a:alpha val="7370"/>
                  </a:srgbClr>
                </a:gs>
                <a:gs pos="71429">
                  <a:srgbClr val="5D0000">
                    <a:alpha val="3520"/>
                  </a:srgbClr>
                </a:gs>
                <a:gs pos="85714">
                  <a:srgbClr val="5D0000">
                    <a:alpha val="1407"/>
                  </a:srgbClr>
                </a:gs>
                <a:gs pos="100000">
                  <a:srgbClr val="5D0000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-10403683">
              <a:off x="2374018" y="1554976"/>
              <a:ext cx="270545" cy="246443"/>
            </a:xfrm>
            <a:prstGeom prst="ellipse">
              <a:avLst/>
            </a:prstGeom>
            <a:gradFill>
              <a:gsLst>
                <a:gs pos="0">
                  <a:srgbClr val="FFD46A">
                    <a:alpha val="7846"/>
                  </a:srgbClr>
                </a:gs>
                <a:gs pos="14286">
                  <a:srgbClr val="FFD46A">
                    <a:alpha val="7235"/>
                  </a:srgbClr>
                </a:gs>
                <a:gs pos="28571">
                  <a:srgbClr val="FFD46A">
                    <a:alpha val="5665"/>
                  </a:srgbClr>
                </a:gs>
                <a:gs pos="42857">
                  <a:srgbClr val="FFD46A">
                    <a:alpha val="3753"/>
                  </a:srgbClr>
                </a:gs>
                <a:gs pos="57143">
                  <a:srgbClr val="FFD46A">
                    <a:alpha val="2097"/>
                  </a:srgbClr>
                </a:gs>
                <a:gs pos="71429">
                  <a:srgbClr val="FFD46A">
                    <a:alpha val="987"/>
                  </a:srgbClr>
                </a:gs>
                <a:gs pos="85714">
                  <a:srgbClr val="FFD46A">
                    <a:alpha val="392"/>
                  </a:srgbClr>
                </a:gs>
                <a:gs pos="100000">
                  <a:srgbClr val="FFD46A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-8243025">
              <a:off x="457370" y="2030005"/>
              <a:ext cx="349450" cy="308445"/>
            </a:xfrm>
            <a:prstGeom prst="ellipse">
              <a:avLst/>
            </a:prstGeom>
            <a:gradFill>
              <a:gsLst>
                <a:gs pos="0">
                  <a:srgbClr val="FF0000">
                    <a:alpha val="5462"/>
                  </a:srgbClr>
                </a:gs>
                <a:gs pos="14286">
                  <a:srgbClr val="FF0000">
                    <a:alpha val="5032"/>
                  </a:srgbClr>
                </a:gs>
                <a:gs pos="28571">
                  <a:srgbClr val="FF0000">
                    <a:alpha val="3929"/>
                  </a:srgbClr>
                </a:gs>
                <a:gs pos="42857">
                  <a:srgbClr val="FF0000">
                    <a:alpha val="2595"/>
                  </a:srgbClr>
                </a:gs>
                <a:gs pos="57143">
                  <a:srgbClr val="FF0000">
                    <a:alpha val="1446"/>
                  </a:srgbClr>
                </a:gs>
                <a:gs pos="71429">
                  <a:srgbClr val="FF0000">
                    <a:alpha val="680"/>
                  </a:srgbClr>
                </a:gs>
                <a:gs pos="85714">
                  <a:srgbClr val="FF0000">
                    <a:alpha val="269"/>
                  </a:srgbClr>
                </a:gs>
                <a:gs pos="100000">
                  <a:srgbClr val="FF0000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6859713">
              <a:off x="2520602" y="2326073"/>
              <a:ext cx="513612" cy="177278"/>
            </a:xfrm>
            <a:prstGeom prst="ellipse">
              <a:avLst/>
            </a:prstGeom>
            <a:gradFill>
              <a:gsLst>
                <a:gs pos="0">
                  <a:srgbClr val="000015">
                    <a:alpha val="32968"/>
                  </a:srgbClr>
                </a:gs>
                <a:gs pos="14286">
                  <a:srgbClr val="000015">
                    <a:alpha val="30764"/>
                  </a:srgbClr>
                </a:gs>
                <a:gs pos="28571">
                  <a:srgbClr val="000015">
                    <a:alpha val="24833"/>
                  </a:srgbClr>
                </a:gs>
                <a:gs pos="42857">
                  <a:srgbClr val="000015">
                    <a:alpha val="17075"/>
                  </a:srgbClr>
                </a:gs>
                <a:gs pos="57143">
                  <a:srgbClr val="000015">
                    <a:alpha val="9855"/>
                  </a:srgbClr>
                </a:gs>
                <a:gs pos="71429">
                  <a:srgbClr val="000015">
                    <a:alpha val="4740"/>
                  </a:srgbClr>
                </a:gs>
                <a:gs pos="85714">
                  <a:srgbClr val="000015">
                    <a:alpha val="1902"/>
                  </a:srgbClr>
                </a:gs>
                <a:gs pos="100000">
                  <a:srgbClr val="0000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-10778529">
              <a:off x="1581329" y="1166001"/>
              <a:ext cx="333729" cy="39202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2742532">
              <a:off x="-89176" y="1359724"/>
              <a:ext cx="369123" cy="276832"/>
            </a:xfrm>
            <a:prstGeom prst="ellipse">
              <a:avLst/>
            </a:prstGeom>
            <a:gradFill>
              <a:gsLst>
                <a:gs pos="0">
                  <a:srgbClr val="6F0000">
                    <a:alpha val="13809"/>
                  </a:srgbClr>
                </a:gs>
                <a:gs pos="14286">
                  <a:srgbClr val="6F0000">
                    <a:alpha val="12766"/>
                  </a:srgbClr>
                </a:gs>
                <a:gs pos="28571">
                  <a:srgbClr val="6F0000">
                    <a:alpha val="10062"/>
                  </a:srgbClr>
                </a:gs>
                <a:gs pos="42857">
                  <a:srgbClr val="6F0000">
                    <a:alpha val="6719"/>
                  </a:srgbClr>
                </a:gs>
                <a:gs pos="57143">
                  <a:srgbClr val="6F0000">
                    <a:alpha val="3781"/>
                  </a:srgbClr>
                </a:gs>
                <a:gs pos="71429">
                  <a:srgbClr val="6F0000">
                    <a:alpha val="1788"/>
                  </a:srgbClr>
                </a:gs>
                <a:gs pos="85714">
                  <a:srgbClr val="6F0000">
                    <a:alpha val="711"/>
                  </a:srgbClr>
                </a:gs>
                <a:gs pos="100000">
                  <a:srgbClr val="6F0000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2911218">
              <a:off x="2431571" y="270298"/>
              <a:ext cx="288298" cy="245756"/>
            </a:xfrm>
            <a:prstGeom prst="ellipse">
              <a:avLst/>
            </a:prstGeom>
            <a:gradFill>
              <a:gsLst>
                <a:gs pos="0">
                  <a:srgbClr val="EE7010">
                    <a:alpha val="8252"/>
                  </a:srgbClr>
                </a:gs>
                <a:gs pos="14286">
                  <a:srgbClr val="EE7010">
                    <a:alpha val="7610"/>
                  </a:srgbClr>
                </a:gs>
                <a:gs pos="28571">
                  <a:srgbClr val="EE7010">
                    <a:alpha val="5961"/>
                  </a:srgbClr>
                </a:gs>
                <a:gs pos="42857">
                  <a:srgbClr val="EE7010">
                    <a:alpha val="3951"/>
                  </a:srgbClr>
                </a:gs>
                <a:gs pos="57143">
                  <a:srgbClr val="EE7010">
                    <a:alpha val="2209"/>
                  </a:srgbClr>
                </a:gs>
                <a:gs pos="71429">
                  <a:srgbClr val="EE7010">
                    <a:alpha val="1040"/>
                  </a:srgbClr>
                </a:gs>
                <a:gs pos="85714">
                  <a:srgbClr val="EE7010">
                    <a:alpha val="413"/>
                  </a:srgbClr>
                </a:gs>
                <a:gs pos="100000">
                  <a:srgbClr val="EE7010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-9220273">
              <a:off x="2767550" y="1832802"/>
              <a:ext cx="365373" cy="284319"/>
            </a:xfrm>
            <a:prstGeom prst="ellipse">
              <a:avLst/>
            </a:prstGeom>
            <a:gradFill>
              <a:gsLst>
                <a:gs pos="0">
                  <a:srgbClr val="1C804A">
                    <a:alpha val="7596"/>
                  </a:srgbClr>
                </a:gs>
                <a:gs pos="14286">
                  <a:srgbClr val="1C804A">
                    <a:alpha val="7004"/>
                  </a:srgbClr>
                </a:gs>
                <a:gs pos="28571">
                  <a:srgbClr val="1C804A">
                    <a:alpha val="5482"/>
                  </a:srgbClr>
                </a:gs>
                <a:gs pos="42857">
                  <a:srgbClr val="1C804A">
                    <a:alpha val="3630"/>
                  </a:srgbClr>
                </a:gs>
                <a:gs pos="57143">
                  <a:srgbClr val="1C804A">
                    <a:alpha val="2028"/>
                  </a:srgbClr>
                </a:gs>
                <a:gs pos="71429">
                  <a:srgbClr val="1C804A">
                    <a:alpha val="955"/>
                  </a:srgbClr>
                </a:gs>
                <a:gs pos="85714">
                  <a:srgbClr val="1C804A">
                    <a:alpha val="379"/>
                  </a:srgbClr>
                </a:gs>
                <a:gs pos="100000">
                  <a:srgbClr val="1C804A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3347331">
              <a:off x="446281" y="407462"/>
              <a:ext cx="338961" cy="296020"/>
            </a:xfrm>
            <a:prstGeom prst="ellipse">
              <a:avLst/>
            </a:prstGeom>
            <a:gradFill>
              <a:gsLst>
                <a:gs pos="0">
                  <a:srgbClr val="6B003A">
                    <a:alpha val="7685"/>
                  </a:srgbClr>
                </a:gs>
                <a:gs pos="14286">
                  <a:srgbClr val="6B003A">
                    <a:alpha val="7086"/>
                  </a:srgbClr>
                </a:gs>
                <a:gs pos="28571">
                  <a:srgbClr val="6B003A">
                    <a:alpha val="5547"/>
                  </a:srgbClr>
                </a:gs>
                <a:gs pos="42857">
                  <a:srgbClr val="6B003A">
                    <a:alpha val="3674"/>
                  </a:srgbClr>
                </a:gs>
                <a:gs pos="57143">
                  <a:srgbClr val="6B003A">
                    <a:alpha val="2053"/>
                  </a:srgbClr>
                </a:gs>
                <a:gs pos="71429">
                  <a:srgbClr val="6B003A">
                    <a:alpha val="966"/>
                  </a:srgbClr>
                </a:gs>
                <a:gs pos="85714">
                  <a:srgbClr val="6B003A">
                    <a:alpha val="383"/>
                  </a:srgbClr>
                </a:gs>
                <a:gs pos="100000">
                  <a:srgbClr val="6B003A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7838038">
              <a:off x="1782053" y="1268972"/>
              <a:ext cx="381782" cy="271310"/>
            </a:xfrm>
            <a:prstGeom prst="ellipse">
              <a:avLst/>
            </a:prstGeom>
            <a:gradFill>
              <a:gsLst>
                <a:gs pos="0">
                  <a:srgbClr val="FF0020">
                    <a:alpha val="6931"/>
                  </a:srgbClr>
                </a:gs>
                <a:gs pos="14286">
                  <a:srgbClr val="FF0020">
                    <a:alpha val="6389"/>
                  </a:srgbClr>
                </a:gs>
                <a:gs pos="28571">
                  <a:srgbClr val="FF0020">
                    <a:alpha val="4997"/>
                  </a:srgbClr>
                </a:gs>
                <a:gs pos="42857">
                  <a:srgbClr val="FF0020">
                    <a:alpha val="3306"/>
                  </a:srgbClr>
                </a:gs>
                <a:gs pos="57143">
                  <a:srgbClr val="FF0020">
                    <a:alpha val="1846"/>
                  </a:srgbClr>
                </a:gs>
                <a:gs pos="71429">
                  <a:srgbClr val="FF0020">
                    <a:alpha val="868"/>
                  </a:srgbClr>
                </a:gs>
                <a:gs pos="85714">
                  <a:srgbClr val="FF0020">
                    <a:alpha val="344"/>
                  </a:srgbClr>
                </a:gs>
                <a:gs pos="100000">
                  <a:srgbClr val="FF0020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-8504563">
              <a:off x="330584" y="2223293"/>
              <a:ext cx="407844" cy="208905"/>
            </a:xfrm>
            <a:prstGeom prst="ellipse">
              <a:avLst/>
            </a:prstGeom>
            <a:gradFill>
              <a:gsLst>
                <a:gs pos="0">
                  <a:srgbClr val="FFEFBD">
                    <a:alpha val="25706"/>
                  </a:srgbClr>
                </a:gs>
                <a:gs pos="14286">
                  <a:srgbClr val="FFEFBD">
                    <a:alpha val="23898"/>
                  </a:srgbClr>
                </a:gs>
                <a:gs pos="28571">
                  <a:srgbClr val="FFEFBD">
                    <a:alpha val="19107"/>
                  </a:srgbClr>
                </a:gs>
                <a:gs pos="42857">
                  <a:srgbClr val="FFEFBD">
                    <a:alpha val="12985"/>
                  </a:srgbClr>
                </a:gs>
                <a:gs pos="57143">
                  <a:srgbClr val="FFEFBD">
                    <a:alpha val="7417"/>
                  </a:srgbClr>
                </a:gs>
                <a:gs pos="71429">
                  <a:srgbClr val="FFEFBD">
                    <a:alpha val="3543"/>
                  </a:srgbClr>
                </a:gs>
                <a:gs pos="85714">
                  <a:srgbClr val="FFEFBD">
                    <a:alpha val="1416"/>
                  </a:srgbClr>
                </a:gs>
                <a:gs pos="100000">
                  <a:srgbClr val="FFEFBD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4886661">
              <a:off x="2258918" y="583586"/>
              <a:ext cx="376462" cy="515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3057399">
              <a:off x="499688" y="2335721"/>
              <a:ext cx="540486" cy="110128"/>
            </a:xfrm>
            <a:prstGeom prst="ellipse">
              <a:avLst/>
            </a:prstGeom>
            <a:gradFill>
              <a:gsLst>
                <a:gs pos="0">
                  <a:srgbClr val="FFF9E8">
                    <a:alpha val="32968"/>
                  </a:srgbClr>
                </a:gs>
                <a:gs pos="14286">
                  <a:srgbClr val="FFF9E8">
                    <a:alpha val="30764"/>
                  </a:srgbClr>
                </a:gs>
                <a:gs pos="28571">
                  <a:srgbClr val="FFF9E8">
                    <a:alpha val="24833"/>
                  </a:srgbClr>
                </a:gs>
                <a:gs pos="42857">
                  <a:srgbClr val="FFF9E8">
                    <a:alpha val="17075"/>
                  </a:srgbClr>
                </a:gs>
                <a:gs pos="57143">
                  <a:srgbClr val="FFF9E8">
                    <a:alpha val="9855"/>
                  </a:srgbClr>
                </a:gs>
                <a:gs pos="71429">
                  <a:srgbClr val="FFF9E8">
                    <a:alpha val="4740"/>
                  </a:srgbClr>
                </a:gs>
                <a:gs pos="85714">
                  <a:srgbClr val="FFF9E8">
                    <a:alpha val="1902"/>
                  </a:srgbClr>
                </a:gs>
                <a:gs pos="100000">
                  <a:srgbClr val="FFF9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8121755">
              <a:off x="3379485" y="210773"/>
              <a:ext cx="372304" cy="124382"/>
            </a:xfrm>
            <a:prstGeom prst="ellipse">
              <a:avLst/>
            </a:prstGeom>
            <a:gradFill>
              <a:gsLst>
                <a:gs pos="0">
                  <a:srgbClr val="63E4DD">
                    <a:alpha val="19019"/>
                  </a:srgbClr>
                </a:gs>
                <a:gs pos="14286">
                  <a:srgbClr val="63E4DD">
                    <a:alpha val="17626"/>
                  </a:srgbClr>
                </a:gs>
                <a:gs pos="28571">
                  <a:srgbClr val="63E4DD">
                    <a:alpha val="13977"/>
                  </a:srgbClr>
                </a:gs>
                <a:gs pos="42857">
                  <a:srgbClr val="63E4DD">
                    <a:alpha val="9403"/>
                  </a:srgbClr>
                </a:gs>
                <a:gs pos="57143">
                  <a:srgbClr val="63E4DD">
                    <a:alpha val="5325"/>
                  </a:srgbClr>
                </a:gs>
                <a:gs pos="71429">
                  <a:srgbClr val="63E4DD">
                    <a:alpha val="2529"/>
                  </a:srgbClr>
                </a:gs>
                <a:gs pos="85714">
                  <a:srgbClr val="63E4DD">
                    <a:alpha val="1008"/>
                  </a:srgbClr>
                </a:gs>
                <a:gs pos="100000">
                  <a:srgbClr val="63E4DD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3045562">
              <a:off x="365285" y="2116545"/>
              <a:ext cx="405454" cy="162024"/>
            </a:xfrm>
            <a:prstGeom prst="ellipse">
              <a:avLst/>
            </a:prstGeom>
            <a:gradFill>
              <a:gsLst>
                <a:gs pos="0">
                  <a:srgbClr val="FFF7B2">
                    <a:alpha val="32968"/>
                  </a:srgbClr>
                </a:gs>
                <a:gs pos="14286">
                  <a:srgbClr val="FFF7B2">
                    <a:alpha val="30764"/>
                  </a:srgbClr>
                </a:gs>
                <a:gs pos="28571">
                  <a:srgbClr val="FFF7B2">
                    <a:alpha val="24833"/>
                  </a:srgbClr>
                </a:gs>
                <a:gs pos="42857">
                  <a:srgbClr val="FFF7B2">
                    <a:alpha val="17075"/>
                  </a:srgbClr>
                </a:gs>
                <a:gs pos="57143">
                  <a:srgbClr val="FFF7B2">
                    <a:alpha val="9855"/>
                  </a:srgbClr>
                </a:gs>
                <a:gs pos="71429">
                  <a:srgbClr val="FFF7B2">
                    <a:alpha val="4740"/>
                  </a:srgbClr>
                </a:gs>
                <a:gs pos="85714">
                  <a:srgbClr val="FFF7B2">
                    <a:alpha val="1902"/>
                  </a:srgbClr>
                </a:gs>
                <a:gs pos="100000">
                  <a:srgbClr val="FFF7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6453701">
              <a:off x="864498" y="519146"/>
              <a:ext cx="393786" cy="27398"/>
            </a:xfrm>
            <a:prstGeom prst="ellipse">
              <a:avLst/>
            </a:prstGeom>
            <a:gradFill>
              <a:gsLst>
                <a:gs pos="0">
                  <a:srgbClr val="9D0000">
                    <a:alpha val="32968"/>
                  </a:srgbClr>
                </a:gs>
                <a:gs pos="14286">
                  <a:srgbClr val="9D0000">
                    <a:alpha val="30764"/>
                  </a:srgbClr>
                </a:gs>
                <a:gs pos="28571">
                  <a:srgbClr val="9D0000">
                    <a:alpha val="24833"/>
                  </a:srgbClr>
                </a:gs>
                <a:gs pos="42857">
                  <a:srgbClr val="9D0000">
                    <a:alpha val="17075"/>
                  </a:srgbClr>
                </a:gs>
                <a:gs pos="57143">
                  <a:srgbClr val="9D0000">
                    <a:alpha val="9855"/>
                  </a:srgbClr>
                </a:gs>
                <a:gs pos="71429">
                  <a:srgbClr val="9D0000">
                    <a:alpha val="4740"/>
                  </a:srgbClr>
                </a:gs>
                <a:gs pos="85714">
                  <a:srgbClr val="9D0000">
                    <a:alpha val="1902"/>
                  </a:srgbClr>
                </a:gs>
                <a:gs pos="100000">
                  <a:srgbClr val="9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3162589">
              <a:off x="1017905" y="901448"/>
              <a:ext cx="330692" cy="67210"/>
            </a:xfrm>
            <a:prstGeom prst="ellipse">
              <a:avLst/>
            </a:prstGeom>
            <a:gradFill>
              <a:gsLst>
                <a:gs pos="0">
                  <a:srgbClr val="FFFFF6">
                    <a:alpha val="32968"/>
                  </a:srgbClr>
                </a:gs>
                <a:gs pos="14286">
                  <a:srgbClr val="FFFFF6">
                    <a:alpha val="30764"/>
                  </a:srgbClr>
                </a:gs>
                <a:gs pos="28571">
                  <a:srgbClr val="FFFFF6">
                    <a:alpha val="24833"/>
                  </a:srgbClr>
                </a:gs>
                <a:gs pos="42857">
                  <a:srgbClr val="FFFFF6">
                    <a:alpha val="17075"/>
                  </a:srgbClr>
                </a:gs>
                <a:gs pos="57143">
                  <a:srgbClr val="FFFFF6">
                    <a:alpha val="9855"/>
                  </a:srgbClr>
                </a:gs>
                <a:gs pos="71429">
                  <a:srgbClr val="FFFFF6">
                    <a:alpha val="4740"/>
                  </a:srgbClr>
                </a:gs>
                <a:gs pos="85714">
                  <a:srgbClr val="FFFFF6">
                    <a:alpha val="1902"/>
                  </a:srgbClr>
                </a:gs>
                <a:gs pos="100000">
                  <a:srgbClr val="FFF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8464551">
              <a:off x="2327133" y="1989376"/>
              <a:ext cx="430494" cy="129654"/>
            </a:xfrm>
            <a:prstGeom prst="ellipse">
              <a:avLst/>
            </a:prstGeom>
            <a:gradFill>
              <a:gsLst>
                <a:gs pos="0">
                  <a:srgbClr val="FF621E">
                    <a:alpha val="32968"/>
                  </a:srgbClr>
                </a:gs>
                <a:gs pos="14286">
                  <a:srgbClr val="FF621E">
                    <a:alpha val="30764"/>
                  </a:srgbClr>
                </a:gs>
                <a:gs pos="28571">
                  <a:srgbClr val="FF621E">
                    <a:alpha val="24833"/>
                  </a:srgbClr>
                </a:gs>
                <a:gs pos="42857">
                  <a:srgbClr val="FF621E">
                    <a:alpha val="17075"/>
                  </a:srgbClr>
                </a:gs>
                <a:gs pos="57143">
                  <a:srgbClr val="FF621E">
                    <a:alpha val="9855"/>
                  </a:srgbClr>
                </a:gs>
                <a:gs pos="71429">
                  <a:srgbClr val="FF621E">
                    <a:alpha val="4740"/>
                  </a:srgbClr>
                </a:gs>
                <a:gs pos="85714">
                  <a:srgbClr val="FF621E">
                    <a:alpha val="1902"/>
                  </a:srgbClr>
                </a:gs>
                <a:gs pos="100000">
                  <a:srgbClr val="FF62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5182269">
              <a:off x="3220884" y="915714"/>
              <a:ext cx="362781" cy="174214"/>
            </a:xfrm>
            <a:prstGeom prst="ellipse">
              <a:avLst/>
            </a:prstGeom>
            <a:gradFill>
              <a:gsLst>
                <a:gs pos="0">
                  <a:srgbClr val="8D0000">
                    <a:alpha val="32968"/>
                  </a:srgbClr>
                </a:gs>
                <a:gs pos="14286">
                  <a:srgbClr val="8D0000">
                    <a:alpha val="30764"/>
                  </a:srgbClr>
                </a:gs>
                <a:gs pos="28571">
                  <a:srgbClr val="8D0000">
                    <a:alpha val="24833"/>
                  </a:srgbClr>
                </a:gs>
                <a:gs pos="42857">
                  <a:srgbClr val="8D0000">
                    <a:alpha val="17075"/>
                  </a:srgbClr>
                </a:gs>
                <a:gs pos="57143">
                  <a:srgbClr val="8D0000">
                    <a:alpha val="9855"/>
                  </a:srgbClr>
                </a:gs>
                <a:gs pos="71429">
                  <a:srgbClr val="8D0000">
                    <a:alpha val="4740"/>
                  </a:srgbClr>
                </a:gs>
                <a:gs pos="85714">
                  <a:srgbClr val="8D0000">
                    <a:alpha val="1902"/>
                  </a:srgbClr>
                </a:gs>
                <a:gs pos="100000">
                  <a:srgbClr val="8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-8530751">
              <a:off x="428288" y="2048007"/>
              <a:ext cx="413179" cy="242930"/>
            </a:xfrm>
            <a:prstGeom prst="ellipse">
              <a:avLst/>
            </a:prstGeom>
            <a:gradFill>
              <a:gsLst>
                <a:gs pos="0">
                  <a:srgbClr val="FF0000">
                    <a:alpha val="8331"/>
                  </a:srgbClr>
                </a:gs>
                <a:gs pos="14286">
                  <a:srgbClr val="FF0000">
                    <a:alpha val="7684"/>
                  </a:srgbClr>
                </a:gs>
                <a:gs pos="28571">
                  <a:srgbClr val="FF0000">
                    <a:alpha val="6019"/>
                  </a:srgbClr>
                </a:gs>
                <a:gs pos="42857">
                  <a:srgbClr val="FF0000">
                    <a:alpha val="3990"/>
                  </a:srgbClr>
                </a:gs>
                <a:gs pos="57143">
                  <a:srgbClr val="FF0000">
                    <a:alpha val="2231"/>
                  </a:srgbClr>
                </a:gs>
                <a:gs pos="71429">
                  <a:srgbClr val="FF0000">
                    <a:alpha val="1051"/>
                  </a:srgbClr>
                </a:gs>
                <a:gs pos="85714">
                  <a:srgbClr val="FF0000">
                    <a:alpha val="417"/>
                  </a:srgbClr>
                </a:gs>
                <a:gs pos="100000">
                  <a:srgbClr val="FF0000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4887271">
              <a:off x="160589" y="2034550"/>
              <a:ext cx="370434" cy="317115"/>
            </a:xfrm>
            <a:prstGeom prst="ellipse">
              <a:avLst/>
            </a:prstGeom>
            <a:gradFill>
              <a:gsLst>
                <a:gs pos="0">
                  <a:srgbClr val="FF8700">
                    <a:alpha val="4933"/>
                  </a:srgbClr>
                </a:gs>
                <a:gs pos="14286">
                  <a:srgbClr val="FF8700">
                    <a:alpha val="4543"/>
                  </a:srgbClr>
                </a:gs>
                <a:gs pos="28571">
                  <a:srgbClr val="FF8700">
                    <a:alpha val="3546"/>
                  </a:srgbClr>
                </a:gs>
                <a:gs pos="42857">
                  <a:srgbClr val="FF8700">
                    <a:alpha val="2340"/>
                  </a:srgbClr>
                </a:gs>
                <a:gs pos="57143">
                  <a:srgbClr val="FF8700">
                    <a:alpha val="1304"/>
                  </a:srgbClr>
                </a:gs>
                <a:gs pos="71429">
                  <a:srgbClr val="FF8700">
                    <a:alpha val="612"/>
                  </a:srgbClr>
                </a:gs>
                <a:gs pos="85714">
                  <a:srgbClr val="FF8700">
                    <a:alpha val="243"/>
                  </a:srgbClr>
                </a:gs>
                <a:gs pos="100000">
                  <a:srgbClr val="FF87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-10231267">
              <a:off x="-100572" y="1525247"/>
              <a:ext cx="254935" cy="1718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4385389">
              <a:off x="1753072" y="289472"/>
              <a:ext cx="340680" cy="335928"/>
            </a:xfrm>
            <a:prstGeom prst="ellipse">
              <a:avLst/>
            </a:prstGeom>
            <a:gradFill>
              <a:gsLst>
                <a:gs pos="0">
                  <a:srgbClr val="C77900">
                    <a:alpha val="17719"/>
                  </a:srgbClr>
                </a:gs>
                <a:gs pos="14286">
                  <a:srgbClr val="C77900">
                    <a:alpha val="16411"/>
                  </a:srgbClr>
                </a:gs>
                <a:gs pos="28571">
                  <a:srgbClr val="C77900">
                    <a:alpha val="12993"/>
                  </a:srgbClr>
                </a:gs>
                <a:gs pos="42857">
                  <a:srgbClr val="C77900">
                    <a:alpha val="8725"/>
                  </a:srgbClr>
                </a:gs>
                <a:gs pos="57143">
                  <a:srgbClr val="C77900">
                    <a:alpha val="4933"/>
                  </a:srgbClr>
                </a:gs>
                <a:gs pos="71429">
                  <a:srgbClr val="C77900">
                    <a:alpha val="2340"/>
                  </a:srgbClr>
                </a:gs>
                <a:gs pos="85714">
                  <a:srgbClr val="C77900">
                    <a:alpha val="932"/>
                  </a:srgbClr>
                </a:gs>
                <a:gs pos="100000">
                  <a:srgbClr val="C77900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-10640821">
              <a:off x="1473540" y="113747"/>
              <a:ext cx="546705" cy="995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3706617">
              <a:off x="130220" y="2202984"/>
              <a:ext cx="310587" cy="179006"/>
            </a:xfrm>
            <a:prstGeom prst="ellipse">
              <a:avLst/>
            </a:prstGeom>
            <a:gradFill>
              <a:gsLst>
                <a:gs pos="0">
                  <a:srgbClr val="F5D6AB">
                    <a:alpha val="32611"/>
                  </a:srgbClr>
                </a:gs>
                <a:gs pos="14286">
                  <a:srgbClr val="F5D6AB">
                    <a:alpha val="30425"/>
                  </a:srgbClr>
                </a:gs>
                <a:gs pos="28571">
                  <a:srgbClr val="F5D6AB">
                    <a:alpha val="24548"/>
                  </a:srgbClr>
                </a:gs>
                <a:gs pos="42857">
                  <a:srgbClr val="F5D6AB">
                    <a:alpha val="16869"/>
                  </a:srgbClr>
                </a:gs>
                <a:gs pos="57143">
                  <a:srgbClr val="F5D6AB">
                    <a:alpha val="9731"/>
                  </a:srgbClr>
                </a:gs>
                <a:gs pos="71429">
                  <a:srgbClr val="F5D6AB">
                    <a:alpha val="4679"/>
                  </a:srgbClr>
                </a:gs>
                <a:gs pos="85714">
                  <a:srgbClr val="F5D6AB">
                    <a:alpha val="1877"/>
                  </a:srgbClr>
                </a:gs>
                <a:gs pos="100000">
                  <a:srgbClr val="F5D6AB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4852854">
              <a:off x="1183052" y="12779"/>
              <a:ext cx="338596" cy="337437"/>
            </a:xfrm>
            <a:prstGeom prst="ellipse">
              <a:avLst/>
            </a:prstGeom>
            <a:gradFill>
              <a:gsLst>
                <a:gs pos="0">
                  <a:srgbClr val="FFAA00">
                    <a:alpha val="1509"/>
                  </a:srgbClr>
                </a:gs>
                <a:gs pos="14286">
                  <a:srgbClr val="FFAA00">
                    <a:alpha val="1388"/>
                  </a:srgbClr>
                </a:gs>
                <a:gs pos="28571">
                  <a:srgbClr val="FFAA00">
                    <a:alpha val="1079"/>
                  </a:srgbClr>
                </a:gs>
                <a:gs pos="42857">
                  <a:srgbClr val="FFAA00">
                    <a:alpha val="709"/>
                  </a:srgbClr>
                </a:gs>
                <a:gs pos="57143">
                  <a:srgbClr val="FFAA00">
                    <a:alpha val="394"/>
                  </a:srgbClr>
                </a:gs>
                <a:gs pos="71429">
                  <a:srgbClr val="FFAA00">
                    <a:alpha val="184"/>
                  </a:srgbClr>
                </a:gs>
                <a:gs pos="85714">
                  <a:srgbClr val="FFAA00">
                    <a:alpha val="73"/>
                  </a:srgbClr>
                </a:gs>
                <a:gs pos="100000">
                  <a:srgbClr val="FFAA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7051887">
              <a:off x="116887" y="2264299"/>
              <a:ext cx="340180" cy="323651"/>
            </a:xfrm>
            <a:prstGeom prst="ellipse">
              <a:avLst/>
            </a:prstGeom>
            <a:gradFill>
              <a:gsLst>
                <a:gs pos="0">
                  <a:srgbClr val="F1CDB2">
                    <a:alpha val="9839"/>
                  </a:srgbClr>
                </a:gs>
                <a:gs pos="14286">
                  <a:srgbClr val="F1CDB2">
                    <a:alpha val="9081"/>
                  </a:srgbClr>
                </a:gs>
                <a:gs pos="28571">
                  <a:srgbClr val="F1CDB2">
                    <a:alpha val="7125"/>
                  </a:srgbClr>
                </a:gs>
                <a:gs pos="42857">
                  <a:srgbClr val="F1CDB2">
                    <a:alpha val="4733"/>
                  </a:srgbClr>
                </a:gs>
                <a:gs pos="57143">
                  <a:srgbClr val="F1CDB2">
                    <a:alpha val="2651"/>
                  </a:srgbClr>
                </a:gs>
                <a:gs pos="71429">
                  <a:srgbClr val="F1CDB2">
                    <a:alpha val="1250"/>
                  </a:srgbClr>
                </a:gs>
                <a:gs pos="85714">
                  <a:srgbClr val="F1CDB2">
                    <a:alpha val="496"/>
                  </a:srgbClr>
                </a:gs>
                <a:gs pos="100000">
                  <a:srgbClr val="F1CDB2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10579433">
              <a:off x="1609238" y="2305551"/>
              <a:ext cx="467344" cy="22824"/>
            </a:xfrm>
            <a:prstGeom prst="ellipse">
              <a:avLst/>
            </a:prstGeom>
            <a:gradFill>
              <a:gsLst>
                <a:gs pos="0">
                  <a:srgbClr val="FFFD8A">
                    <a:alpha val="32968"/>
                  </a:srgbClr>
                </a:gs>
                <a:gs pos="14286">
                  <a:srgbClr val="FFFD8A">
                    <a:alpha val="30764"/>
                  </a:srgbClr>
                </a:gs>
                <a:gs pos="28571">
                  <a:srgbClr val="FFFD8A">
                    <a:alpha val="24833"/>
                  </a:srgbClr>
                </a:gs>
                <a:gs pos="42857">
                  <a:srgbClr val="FFFD8A">
                    <a:alpha val="17075"/>
                  </a:srgbClr>
                </a:gs>
                <a:gs pos="57143">
                  <a:srgbClr val="FFFD8A">
                    <a:alpha val="9855"/>
                  </a:srgbClr>
                </a:gs>
                <a:gs pos="71429">
                  <a:srgbClr val="FFFD8A">
                    <a:alpha val="4740"/>
                  </a:srgbClr>
                </a:gs>
                <a:gs pos="85714">
                  <a:srgbClr val="FFFD8A">
                    <a:alpha val="1902"/>
                  </a:srgbClr>
                </a:gs>
                <a:gs pos="100000">
                  <a:srgbClr val="FFFD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8122840">
              <a:off x="1944042" y="1133982"/>
              <a:ext cx="616328" cy="732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8878214">
              <a:off x="2750550" y="1706132"/>
              <a:ext cx="305652" cy="284707"/>
            </a:xfrm>
            <a:prstGeom prst="ellipse">
              <a:avLst/>
            </a:prstGeom>
            <a:gradFill>
              <a:gsLst>
                <a:gs pos="0">
                  <a:srgbClr val="72002D">
                    <a:alpha val="21087"/>
                  </a:srgbClr>
                </a:gs>
                <a:gs pos="14286">
                  <a:srgbClr val="72002D">
                    <a:alpha val="19561"/>
                  </a:srgbClr>
                </a:gs>
                <a:gs pos="28571">
                  <a:srgbClr val="72002D">
                    <a:alpha val="15550"/>
                  </a:srgbClr>
                </a:gs>
                <a:gs pos="42857">
                  <a:srgbClr val="72002D">
                    <a:alpha val="10493"/>
                  </a:srgbClr>
                </a:gs>
                <a:gs pos="57143">
                  <a:srgbClr val="72002D">
                    <a:alpha val="5958"/>
                  </a:srgbClr>
                </a:gs>
                <a:gs pos="71429">
                  <a:srgbClr val="72002D">
                    <a:alpha val="2834"/>
                  </a:srgbClr>
                </a:gs>
                <a:gs pos="85714">
                  <a:srgbClr val="72002D">
                    <a:alpha val="1131"/>
                  </a:srgbClr>
                </a:gs>
                <a:gs pos="100000">
                  <a:srgbClr val="72002D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2839248">
              <a:off x="1620512" y="1803507"/>
              <a:ext cx="810623" cy="288971"/>
            </a:xfrm>
            <a:prstGeom prst="ellipse">
              <a:avLst/>
            </a:prstGeom>
            <a:gradFill>
              <a:gsLst>
                <a:gs pos="0">
                  <a:srgbClr val="000018">
                    <a:alpha val="32968"/>
                  </a:srgbClr>
                </a:gs>
                <a:gs pos="14286">
                  <a:srgbClr val="000018">
                    <a:alpha val="30764"/>
                  </a:srgbClr>
                </a:gs>
                <a:gs pos="28571">
                  <a:srgbClr val="000018">
                    <a:alpha val="24833"/>
                  </a:srgbClr>
                </a:gs>
                <a:gs pos="42857">
                  <a:srgbClr val="000018">
                    <a:alpha val="17075"/>
                  </a:srgbClr>
                </a:gs>
                <a:gs pos="57143">
                  <a:srgbClr val="000018">
                    <a:alpha val="9855"/>
                  </a:srgbClr>
                </a:gs>
                <a:gs pos="71429">
                  <a:srgbClr val="000018">
                    <a:alpha val="4740"/>
                  </a:srgbClr>
                </a:gs>
                <a:gs pos="85714">
                  <a:srgbClr val="000018">
                    <a:alpha val="1902"/>
                  </a:srgbClr>
                </a:gs>
                <a:gs pos="100000">
                  <a:srgbClr val="0000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-9165319">
              <a:off x="1860748" y="523403"/>
              <a:ext cx="379561" cy="132595"/>
            </a:xfrm>
            <a:prstGeom prst="ellipse">
              <a:avLst/>
            </a:prstGeom>
            <a:gradFill>
              <a:gsLst>
                <a:gs pos="0">
                  <a:srgbClr val="BB877B">
                    <a:alpha val="32968"/>
                  </a:srgbClr>
                </a:gs>
                <a:gs pos="14286">
                  <a:srgbClr val="BB877B">
                    <a:alpha val="30764"/>
                  </a:srgbClr>
                </a:gs>
                <a:gs pos="28571">
                  <a:srgbClr val="BB877B">
                    <a:alpha val="24833"/>
                  </a:srgbClr>
                </a:gs>
                <a:gs pos="42857">
                  <a:srgbClr val="BB877B">
                    <a:alpha val="17075"/>
                  </a:srgbClr>
                </a:gs>
                <a:gs pos="57143">
                  <a:srgbClr val="BB877B">
                    <a:alpha val="9855"/>
                  </a:srgbClr>
                </a:gs>
                <a:gs pos="71429">
                  <a:srgbClr val="BB877B">
                    <a:alpha val="4740"/>
                  </a:srgbClr>
                </a:gs>
                <a:gs pos="85714">
                  <a:srgbClr val="BB877B">
                    <a:alpha val="1902"/>
                  </a:srgbClr>
                </a:gs>
                <a:gs pos="100000">
                  <a:srgbClr val="BB87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-9906865">
              <a:off x="1675319" y="168834"/>
              <a:ext cx="473394" cy="63174"/>
            </a:xfrm>
            <a:prstGeom prst="ellipse">
              <a:avLst/>
            </a:prstGeom>
            <a:gradFill>
              <a:gsLst>
                <a:gs pos="0">
                  <a:srgbClr val="FFF1DE">
                    <a:alpha val="32968"/>
                  </a:srgbClr>
                </a:gs>
                <a:gs pos="14286">
                  <a:srgbClr val="FFF1DE">
                    <a:alpha val="30764"/>
                  </a:srgbClr>
                </a:gs>
                <a:gs pos="28571">
                  <a:srgbClr val="FFF1DE">
                    <a:alpha val="24833"/>
                  </a:srgbClr>
                </a:gs>
                <a:gs pos="42857">
                  <a:srgbClr val="FFF1DE">
                    <a:alpha val="17075"/>
                  </a:srgbClr>
                </a:gs>
                <a:gs pos="57143">
                  <a:srgbClr val="FFF1DE">
                    <a:alpha val="9855"/>
                  </a:srgbClr>
                </a:gs>
                <a:gs pos="71429">
                  <a:srgbClr val="FFF1DE">
                    <a:alpha val="4740"/>
                  </a:srgbClr>
                </a:gs>
                <a:gs pos="85714">
                  <a:srgbClr val="FFF1DE">
                    <a:alpha val="1902"/>
                  </a:srgbClr>
                </a:gs>
                <a:gs pos="100000">
                  <a:srgbClr val="FFF1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5003180">
              <a:off x="3401822" y="-18276"/>
              <a:ext cx="393482" cy="295466"/>
            </a:xfrm>
            <a:prstGeom prst="ellipse">
              <a:avLst/>
            </a:prstGeom>
            <a:gradFill>
              <a:gsLst>
                <a:gs pos="0">
                  <a:srgbClr val="73666F">
                    <a:alpha val="24866"/>
                  </a:srgbClr>
                </a:gs>
                <a:gs pos="14286">
                  <a:srgbClr val="73666F">
                    <a:alpha val="23108"/>
                  </a:srgbClr>
                </a:gs>
                <a:gs pos="28571">
                  <a:srgbClr val="73666F">
                    <a:alpha val="18456"/>
                  </a:srgbClr>
                </a:gs>
                <a:gs pos="42857">
                  <a:srgbClr val="73666F">
                    <a:alpha val="12526"/>
                  </a:srgbClr>
                </a:gs>
                <a:gs pos="57143">
                  <a:srgbClr val="73666F">
                    <a:alpha val="7147"/>
                  </a:srgbClr>
                </a:gs>
                <a:gs pos="71429">
                  <a:srgbClr val="73666F">
                    <a:alpha val="3411"/>
                  </a:srgbClr>
                </a:gs>
                <a:gs pos="85714">
                  <a:srgbClr val="73666F">
                    <a:alpha val="1363"/>
                  </a:srgbClr>
                </a:gs>
                <a:gs pos="100000">
                  <a:srgbClr val="73666F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-9005873">
              <a:off x="1187757" y="1062500"/>
              <a:ext cx="465493" cy="964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-10065095">
              <a:off x="1462802" y="1213534"/>
              <a:ext cx="321312" cy="35147"/>
            </a:xfrm>
            <a:prstGeom prst="ellipse">
              <a:avLst/>
            </a:prstGeom>
            <a:gradFill>
              <a:gsLst>
                <a:gs pos="0">
                  <a:srgbClr val="FFFFCA">
                    <a:alpha val="32968"/>
                  </a:srgbClr>
                </a:gs>
                <a:gs pos="14286">
                  <a:srgbClr val="FFFFCA">
                    <a:alpha val="30764"/>
                  </a:srgbClr>
                </a:gs>
                <a:gs pos="28571">
                  <a:srgbClr val="FFFFCA">
                    <a:alpha val="24833"/>
                  </a:srgbClr>
                </a:gs>
                <a:gs pos="42857">
                  <a:srgbClr val="FFFFCA">
                    <a:alpha val="17075"/>
                  </a:srgbClr>
                </a:gs>
                <a:gs pos="57143">
                  <a:srgbClr val="FFFFCA">
                    <a:alpha val="9855"/>
                  </a:srgbClr>
                </a:gs>
                <a:gs pos="71429">
                  <a:srgbClr val="FFFFCA">
                    <a:alpha val="4740"/>
                  </a:srgbClr>
                </a:gs>
                <a:gs pos="85714">
                  <a:srgbClr val="FFFFCA">
                    <a:alpha val="1902"/>
                  </a:srgbClr>
                </a:gs>
                <a:gs pos="100000">
                  <a:srgbClr val="FFFF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-8245281">
              <a:off x="1865906" y="806266"/>
              <a:ext cx="300048" cy="41170"/>
            </a:xfrm>
            <a:prstGeom prst="ellipse">
              <a:avLst/>
            </a:prstGeom>
            <a:gradFill>
              <a:gsLst>
                <a:gs pos="0">
                  <a:srgbClr val="FFC347">
                    <a:alpha val="14094"/>
                  </a:srgbClr>
                </a:gs>
                <a:gs pos="14286">
                  <a:srgbClr val="FFC347">
                    <a:alpha val="13032"/>
                  </a:srgbClr>
                </a:gs>
                <a:gs pos="28571">
                  <a:srgbClr val="FFC347">
                    <a:alpha val="10274"/>
                  </a:srgbClr>
                </a:gs>
                <a:gs pos="42857">
                  <a:srgbClr val="FFC347">
                    <a:alpha val="6864"/>
                  </a:srgbClr>
                </a:gs>
                <a:gs pos="57143">
                  <a:srgbClr val="FFC347">
                    <a:alpha val="3864"/>
                  </a:srgbClr>
                </a:gs>
                <a:gs pos="71429">
                  <a:srgbClr val="FFC347">
                    <a:alpha val="1827"/>
                  </a:srgbClr>
                </a:gs>
                <a:gs pos="85714">
                  <a:srgbClr val="FFC347">
                    <a:alpha val="727"/>
                  </a:srgbClr>
                </a:gs>
                <a:gs pos="100000">
                  <a:srgbClr val="FFC347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-8105036">
              <a:off x="2976697" y="1126096"/>
              <a:ext cx="369746" cy="314202"/>
            </a:xfrm>
            <a:prstGeom prst="ellipse">
              <a:avLst/>
            </a:prstGeom>
            <a:gradFill>
              <a:gsLst>
                <a:gs pos="0">
                  <a:srgbClr val="9C4D12">
                    <a:alpha val="32968"/>
                  </a:srgbClr>
                </a:gs>
                <a:gs pos="14286">
                  <a:srgbClr val="9C4D12">
                    <a:alpha val="30764"/>
                  </a:srgbClr>
                </a:gs>
                <a:gs pos="28571">
                  <a:srgbClr val="9C4D12">
                    <a:alpha val="24833"/>
                  </a:srgbClr>
                </a:gs>
                <a:gs pos="42857">
                  <a:srgbClr val="9C4D12">
                    <a:alpha val="17075"/>
                  </a:srgbClr>
                </a:gs>
                <a:gs pos="57143">
                  <a:srgbClr val="9C4D12">
                    <a:alpha val="9855"/>
                  </a:srgbClr>
                </a:gs>
                <a:gs pos="71429">
                  <a:srgbClr val="9C4D12">
                    <a:alpha val="4740"/>
                  </a:srgbClr>
                </a:gs>
                <a:gs pos="85714">
                  <a:srgbClr val="9C4D12">
                    <a:alpha val="1902"/>
                  </a:srgbClr>
                </a:gs>
                <a:gs pos="100000">
                  <a:srgbClr val="9C4D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-10519757">
              <a:off x="1056657" y="1279753"/>
              <a:ext cx="558314" cy="290495"/>
            </a:xfrm>
            <a:prstGeom prst="ellipse">
              <a:avLst/>
            </a:prstGeom>
            <a:gradFill>
              <a:gsLst>
                <a:gs pos="0">
                  <a:srgbClr val="610000">
                    <a:alpha val="32968"/>
                  </a:srgbClr>
                </a:gs>
                <a:gs pos="14286">
                  <a:srgbClr val="610000">
                    <a:alpha val="30764"/>
                  </a:srgbClr>
                </a:gs>
                <a:gs pos="28571">
                  <a:srgbClr val="610000">
                    <a:alpha val="24833"/>
                  </a:srgbClr>
                </a:gs>
                <a:gs pos="42857">
                  <a:srgbClr val="610000">
                    <a:alpha val="17075"/>
                  </a:srgbClr>
                </a:gs>
                <a:gs pos="57143">
                  <a:srgbClr val="610000">
                    <a:alpha val="9855"/>
                  </a:srgbClr>
                </a:gs>
                <a:gs pos="71429">
                  <a:srgbClr val="610000">
                    <a:alpha val="4740"/>
                  </a:srgbClr>
                </a:gs>
                <a:gs pos="85714">
                  <a:srgbClr val="610000">
                    <a:alpha val="1902"/>
                  </a:srgbClr>
                </a:gs>
                <a:gs pos="100000">
                  <a:srgbClr val="6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3249048">
              <a:off x="2840961" y="1571207"/>
              <a:ext cx="375393" cy="177813"/>
            </a:xfrm>
            <a:prstGeom prst="ellipse">
              <a:avLst/>
            </a:prstGeom>
            <a:gradFill>
              <a:gsLst>
                <a:gs pos="0">
                  <a:srgbClr val="7F0000">
                    <a:alpha val="32968"/>
                  </a:srgbClr>
                </a:gs>
                <a:gs pos="14286">
                  <a:srgbClr val="7F0000">
                    <a:alpha val="30764"/>
                  </a:srgbClr>
                </a:gs>
                <a:gs pos="28571">
                  <a:srgbClr val="7F0000">
                    <a:alpha val="24833"/>
                  </a:srgbClr>
                </a:gs>
                <a:gs pos="42857">
                  <a:srgbClr val="7F0000">
                    <a:alpha val="17075"/>
                  </a:srgbClr>
                </a:gs>
                <a:gs pos="57143">
                  <a:srgbClr val="7F0000">
                    <a:alpha val="9855"/>
                  </a:srgbClr>
                </a:gs>
                <a:gs pos="71429">
                  <a:srgbClr val="7F0000">
                    <a:alpha val="4740"/>
                  </a:srgbClr>
                </a:gs>
                <a:gs pos="85714">
                  <a:srgbClr val="7F0000">
                    <a:alpha val="1902"/>
                  </a:srgbClr>
                </a:gs>
                <a:gs pos="100000">
                  <a:srgbClr val="7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9971438">
              <a:off x="2064640" y="1318685"/>
              <a:ext cx="590268" cy="2566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6049731">
              <a:off x="212352" y="1855051"/>
              <a:ext cx="311817" cy="309571"/>
            </a:xfrm>
            <a:prstGeom prst="ellipse">
              <a:avLst/>
            </a:prstGeom>
            <a:gradFill>
              <a:gsLst>
                <a:gs pos="0">
                  <a:srgbClr val="FF9E00">
                    <a:alpha val="2205"/>
                  </a:srgbClr>
                </a:gs>
                <a:gs pos="14286">
                  <a:srgbClr val="FF9E00">
                    <a:alpha val="2028"/>
                  </a:srgbClr>
                </a:gs>
                <a:gs pos="28571">
                  <a:srgbClr val="FF9E00">
                    <a:alpha val="1578"/>
                  </a:srgbClr>
                </a:gs>
                <a:gs pos="42857">
                  <a:srgbClr val="FF9E00">
                    <a:alpha val="1038"/>
                  </a:srgbClr>
                </a:gs>
                <a:gs pos="57143">
                  <a:srgbClr val="FF9E00">
                    <a:alpha val="577"/>
                  </a:srgbClr>
                </a:gs>
                <a:gs pos="71429">
                  <a:srgbClr val="FF9E00">
                    <a:alpha val="270"/>
                  </a:srgbClr>
                </a:gs>
                <a:gs pos="85714">
                  <a:srgbClr val="FF9E00">
                    <a:alpha val="107"/>
                  </a:srgbClr>
                </a:gs>
                <a:gs pos="100000">
                  <a:srgbClr val="FF9E00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6147549">
              <a:off x="2320696" y="554417"/>
              <a:ext cx="375333" cy="99155"/>
            </a:xfrm>
            <a:prstGeom prst="ellipse">
              <a:avLst/>
            </a:prstGeom>
            <a:gradFill>
              <a:gsLst>
                <a:gs pos="0">
                  <a:srgbClr val="FCFFD6">
                    <a:alpha val="29103"/>
                  </a:srgbClr>
                </a:gs>
                <a:gs pos="14286">
                  <a:srgbClr val="FCFFD6">
                    <a:alpha val="27103"/>
                  </a:srgbClr>
                </a:gs>
                <a:gs pos="28571">
                  <a:srgbClr val="FCFFD6">
                    <a:alpha val="21765"/>
                  </a:srgbClr>
                </a:gs>
                <a:gs pos="42857">
                  <a:srgbClr val="FCFFD6">
                    <a:alpha val="14871"/>
                  </a:srgbClr>
                </a:gs>
                <a:gs pos="57143">
                  <a:srgbClr val="FCFFD6">
                    <a:alpha val="8535"/>
                  </a:srgbClr>
                </a:gs>
                <a:gs pos="71429">
                  <a:srgbClr val="FCFFD6">
                    <a:alpha val="4090"/>
                  </a:srgbClr>
                </a:gs>
                <a:gs pos="85714">
                  <a:srgbClr val="FCFFD6">
                    <a:alpha val="1638"/>
                  </a:srgbClr>
                </a:gs>
                <a:gs pos="100000">
                  <a:srgbClr val="FCFFD6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9919401">
              <a:off x="335678" y="898193"/>
              <a:ext cx="330593" cy="319704"/>
            </a:xfrm>
            <a:prstGeom prst="ellipse">
              <a:avLst/>
            </a:prstGeom>
            <a:gradFill>
              <a:gsLst>
                <a:gs pos="0">
                  <a:srgbClr val="A22600">
                    <a:alpha val="5027"/>
                  </a:srgbClr>
                </a:gs>
                <a:gs pos="14286">
                  <a:srgbClr val="A22600">
                    <a:alpha val="4630"/>
                  </a:srgbClr>
                </a:gs>
                <a:gs pos="28571">
                  <a:srgbClr val="A22600">
                    <a:alpha val="3614"/>
                  </a:srgbClr>
                </a:gs>
                <a:gs pos="42857">
                  <a:srgbClr val="A22600">
                    <a:alpha val="2385"/>
                  </a:srgbClr>
                </a:gs>
                <a:gs pos="57143">
                  <a:srgbClr val="A22600">
                    <a:alpha val="1329"/>
                  </a:srgbClr>
                </a:gs>
                <a:gs pos="71429">
                  <a:srgbClr val="A22600">
                    <a:alpha val="624"/>
                  </a:srgbClr>
                </a:gs>
                <a:gs pos="85714">
                  <a:srgbClr val="A22600">
                    <a:alpha val="247"/>
                  </a:srgbClr>
                </a:gs>
                <a:gs pos="100000">
                  <a:srgbClr val="A226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6585704">
              <a:off x="2163385" y="894144"/>
              <a:ext cx="340052" cy="50884"/>
            </a:xfrm>
            <a:prstGeom prst="ellipse">
              <a:avLst/>
            </a:prstGeom>
            <a:gradFill>
              <a:gsLst>
                <a:gs pos="0">
                  <a:srgbClr val="FEF2DA">
                    <a:alpha val="26885"/>
                  </a:srgbClr>
                </a:gs>
                <a:gs pos="14286">
                  <a:srgbClr val="FEF2DA">
                    <a:alpha val="25010"/>
                  </a:srgbClr>
                </a:gs>
                <a:gs pos="28571">
                  <a:srgbClr val="FEF2DA">
                    <a:alpha val="20026"/>
                  </a:srgbClr>
                </a:gs>
                <a:gs pos="42857">
                  <a:srgbClr val="FEF2DA">
                    <a:alpha val="13634"/>
                  </a:srgbClr>
                </a:gs>
                <a:gs pos="57143">
                  <a:srgbClr val="FEF2DA">
                    <a:alpha val="7801"/>
                  </a:srgbClr>
                </a:gs>
                <a:gs pos="71429">
                  <a:srgbClr val="FEF2DA">
                    <a:alpha val="3730"/>
                  </a:srgbClr>
                </a:gs>
                <a:gs pos="85714">
                  <a:srgbClr val="FEF2DA">
                    <a:alpha val="1492"/>
                  </a:srgbClr>
                </a:gs>
                <a:gs pos="100000">
                  <a:srgbClr val="FEF2DA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5673950">
              <a:off x="-85454" y="1482969"/>
              <a:ext cx="342323" cy="314811"/>
            </a:xfrm>
            <a:prstGeom prst="ellipse">
              <a:avLst/>
            </a:prstGeom>
            <a:gradFill>
              <a:gsLst>
                <a:gs pos="0">
                  <a:srgbClr val="BB0000">
                    <a:alpha val="8166"/>
                  </a:srgbClr>
                </a:gs>
                <a:gs pos="14286">
                  <a:srgbClr val="BB0000">
                    <a:alpha val="7531"/>
                  </a:srgbClr>
                </a:gs>
                <a:gs pos="28571">
                  <a:srgbClr val="BB0000">
                    <a:alpha val="5898"/>
                  </a:srgbClr>
                </a:gs>
                <a:gs pos="42857">
                  <a:srgbClr val="BB0000">
                    <a:alpha val="3909"/>
                  </a:srgbClr>
                </a:gs>
                <a:gs pos="57143">
                  <a:srgbClr val="BB0000">
                    <a:alpha val="2185"/>
                  </a:srgbClr>
                </a:gs>
                <a:gs pos="71429">
                  <a:srgbClr val="BB0000">
                    <a:alpha val="1029"/>
                  </a:srgbClr>
                </a:gs>
                <a:gs pos="85714">
                  <a:srgbClr val="BB0000">
                    <a:alpha val="408"/>
                  </a:srgbClr>
                </a:gs>
                <a:gs pos="100000">
                  <a:srgbClr val="BB00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-10549597">
              <a:off x="1670357" y="251430"/>
              <a:ext cx="321711" cy="317676"/>
            </a:xfrm>
            <a:prstGeom prst="ellipse">
              <a:avLst/>
            </a:prstGeom>
            <a:gradFill>
              <a:gsLst>
                <a:gs pos="0">
                  <a:srgbClr val="C98000">
                    <a:alpha val="2633"/>
                  </a:srgbClr>
                </a:gs>
                <a:gs pos="14286">
                  <a:srgbClr val="C98000">
                    <a:alpha val="2422"/>
                  </a:srgbClr>
                </a:gs>
                <a:gs pos="28571">
                  <a:srgbClr val="C98000">
                    <a:alpha val="1886"/>
                  </a:srgbClr>
                </a:gs>
                <a:gs pos="42857">
                  <a:srgbClr val="C98000">
                    <a:alpha val="1241"/>
                  </a:srgbClr>
                </a:gs>
                <a:gs pos="57143">
                  <a:srgbClr val="C98000">
                    <a:alpha val="690"/>
                  </a:srgbClr>
                </a:gs>
                <a:gs pos="71429">
                  <a:srgbClr val="C98000">
                    <a:alpha val="323"/>
                  </a:srgbClr>
                </a:gs>
                <a:gs pos="85714">
                  <a:srgbClr val="C98000">
                    <a:alpha val="128"/>
                  </a:srgbClr>
                </a:gs>
                <a:gs pos="100000">
                  <a:srgbClr val="C980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10450167">
              <a:off x="112296" y="507993"/>
              <a:ext cx="310229" cy="254373"/>
            </a:xfrm>
            <a:prstGeom prst="ellipse">
              <a:avLst/>
            </a:prstGeom>
            <a:gradFill>
              <a:gsLst>
                <a:gs pos="0">
                  <a:srgbClr val="590F00">
                    <a:alpha val="19240"/>
                  </a:srgbClr>
                </a:gs>
                <a:gs pos="14286">
                  <a:srgbClr val="590F00">
                    <a:alpha val="17832"/>
                  </a:srgbClr>
                </a:gs>
                <a:gs pos="28571">
                  <a:srgbClr val="590F00">
                    <a:alpha val="14144"/>
                  </a:srgbClr>
                </a:gs>
                <a:gs pos="42857">
                  <a:srgbClr val="590F00">
                    <a:alpha val="9519"/>
                  </a:srgbClr>
                </a:gs>
                <a:gs pos="57143">
                  <a:srgbClr val="590F00">
                    <a:alpha val="5392"/>
                  </a:srgbClr>
                </a:gs>
                <a:gs pos="71429">
                  <a:srgbClr val="590F00">
                    <a:alpha val="2561"/>
                  </a:srgbClr>
                </a:gs>
                <a:gs pos="85714">
                  <a:srgbClr val="590F00">
                    <a:alpha val="1021"/>
                  </a:srgbClr>
                </a:gs>
                <a:gs pos="100000">
                  <a:srgbClr val="590F00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-9714712">
              <a:off x="1728778" y="262696"/>
              <a:ext cx="326509" cy="322368"/>
            </a:xfrm>
            <a:prstGeom prst="ellipse">
              <a:avLst/>
            </a:prstGeom>
            <a:gradFill>
              <a:gsLst>
                <a:gs pos="0">
                  <a:srgbClr val="BD6400">
                    <a:alpha val="5764"/>
                  </a:srgbClr>
                </a:gs>
                <a:gs pos="14286">
                  <a:srgbClr val="BD6400">
                    <a:alpha val="5310"/>
                  </a:srgbClr>
                </a:gs>
                <a:gs pos="28571">
                  <a:srgbClr val="BD6400">
                    <a:alpha val="4148"/>
                  </a:srgbClr>
                </a:gs>
                <a:gs pos="42857">
                  <a:srgbClr val="BD6400">
                    <a:alpha val="2741"/>
                  </a:srgbClr>
                </a:gs>
                <a:gs pos="57143">
                  <a:srgbClr val="BD6400">
                    <a:alpha val="1528"/>
                  </a:srgbClr>
                </a:gs>
                <a:gs pos="71429">
                  <a:srgbClr val="BD6400">
                    <a:alpha val="718"/>
                  </a:srgbClr>
                </a:gs>
                <a:gs pos="85714">
                  <a:srgbClr val="BD6400">
                    <a:alpha val="285"/>
                  </a:srgbClr>
                </a:gs>
                <a:gs pos="100000">
                  <a:srgbClr val="BD64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4956753">
              <a:off x="-116892" y="1824097"/>
              <a:ext cx="270409" cy="264018"/>
            </a:xfrm>
            <a:prstGeom prst="ellipse">
              <a:avLst/>
            </a:prstGeom>
            <a:gradFill>
              <a:gsLst>
                <a:gs pos="0">
                  <a:srgbClr val="FF835F">
                    <a:alpha val="6900"/>
                  </a:srgbClr>
                </a:gs>
                <a:gs pos="14286">
                  <a:srgbClr val="FF835F">
                    <a:alpha val="6360"/>
                  </a:srgbClr>
                </a:gs>
                <a:gs pos="28571">
                  <a:srgbClr val="FF835F">
                    <a:alpha val="4974"/>
                  </a:srgbClr>
                </a:gs>
                <a:gs pos="42857">
                  <a:srgbClr val="FF835F">
                    <a:alpha val="3291"/>
                  </a:srgbClr>
                </a:gs>
                <a:gs pos="57143">
                  <a:srgbClr val="FF835F">
                    <a:alpha val="1837"/>
                  </a:srgbClr>
                </a:gs>
                <a:gs pos="71429">
                  <a:srgbClr val="FF835F">
                    <a:alpha val="864"/>
                  </a:srgbClr>
                </a:gs>
                <a:gs pos="85714">
                  <a:srgbClr val="FF835F">
                    <a:alpha val="343"/>
                  </a:srgbClr>
                </a:gs>
                <a:gs pos="100000">
                  <a:srgbClr val="FF835F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-10256204">
              <a:off x="2355820" y="1860084"/>
              <a:ext cx="411807" cy="309221"/>
            </a:xfrm>
            <a:prstGeom prst="ellipse">
              <a:avLst/>
            </a:prstGeom>
            <a:gradFill>
              <a:gsLst>
                <a:gs pos="0">
                  <a:srgbClr val="310000">
                    <a:alpha val="7887"/>
                  </a:srgbClr>
                </a:gs>
                <a:gs pos="14286">
                  <a:srgbClr val="310000">
                    <a:alpha val="7273"/>
                  </a:srgbClr>
                </a:gs>
                <a:gs pos="28571">
                  <a:srgbClr val="310000">
                    <a:alpha val="5694"/>
                  </a:srgbClr>
                </a:gs>
                <a:gs pos="42857">
                  <a:srgbClr val="310000">
                    <a:alpha val="3773"/>
                  </a:srgbClr>
                </a:gs>
                <a:gs pos="57143">
                  <a:srgbClr val="310000">
                    <a:alpha val="2108"/>
                  </a:srgbClr>
                </a:gs>
                <a:gs pos="71429">
                  <a:srgbClr val="310000">
                    <a:alpha val="993"/>
                  </a:srgbClr>
                </a:gs>
                <a:gs pos="85714">
                  <a:srgbClr val="310000">
                    <a:alpha val="394"/>
                  </a:srgbClr>
                </a:gs>
                <a:gs pos="100000">
                  <a:srgbClr val="310000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7806083">
              <a:off x="334622" y="1967053"/>
              <a:ext cx="395531" cy="106021"/>
            </a:xfrm>
            <a:prstGeom prst="ellipse">
              <a:avLst/>
            </a:prstGeom>
            <a:gradFill>
              <a:gsLst>
                <a:gs pos="0">
                  <a:srgbClr val="00002C">
                    <a:alpha val="18426"/>
                  </a:srgbClr>
                </a:gs>
                <a:gs pos="14286">
                  <a:srgbClr val="00002C">
                    <a:alpha val="17071"/>
                  </a:srgbClr>
                </a:gs>
                <a:gs pos="28571">
                  <a:srgbClr val="00002C">
                    <a:alpha val="13527"/>
                  </a:srgbClr>
                </a:gs>
                <a:gs pos="42857">
                  <a:srgbClr val="00002C">
                    <a:alpha val="9093"/>
                  </a:srgbClr>
                </a:gs>
                <a:gs pos="57143">
                  <a:srgbClr val="00002C">
                    <a:alpha val="5145"/>
                  </a:srgbClr>
                </a:gs>
                <a:gs pos="71429">
                  <a:srgbClr val="00002C">
                    <a:alpha val="2442"/>
                  </a:srgbClr>
                </a:gs>
                <a:gs pos="85714">
                  <a:srgbClr val="00002C">
                    <a:alpha val="973"/>
                  </a:srgbClr>
                </a:gs>
                <a:gs pos="100000">
                  <a:srgbClr val="00002C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9420211">
              <a:off x="427383" y="1457046"/>
              <a:ext cx="306429" cy="298809"/>
            </a:xfrm>
            <a:prstGeom prst="ellipse">
              <a:avLst/>
            </a:prstGeom>
            <a:gradFill>
              <a:gsLst>
                <a:gs pos="0">
                  <a:srgbClr val="FF000B">
                    <a:alpha val="4172"/>
                  </a:srgbClr>
                </a:gs>
                <a:gs pos="14286">
                  <a:srgbClr val="FF000B">
                    <a:alpha val="3841"/>
                  </a:srgbClr>
                </a:gs>
                <a:gs pos="28571">
                  <a:srgbClr val="FF000B">
                    <a:alpha val="2996"/>
                  </a:srgbClr>
                </a:gs>
                <a:gs pos="42857">
                  <a:srgbClr val="FF000B">
                    <a:alpha val="1975"/>
                  </a:srgbClr>
                </a:gs>
                <a:gs pos="57143">
                  <a:srgbClr val="FF000B">
                    <a:alpha val="1099"/>
                  </a:srgbClr>
                </a:gs>
                <a:gs pos="71429">
                  <a:srgbClr val="FF000B">
                    <a:alpha val="516"/>
                  </a:srgbClr>
                </a:gs>
                <a:gs pos="85714">
                  <a:srgbClr val="FF000B">
                    <a:alpha val="204"/>
                  </a:srgbClr>
                </a:gs>
                <a:gs pos="100000">
                  <a:srgbClr val="FF000B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-10184446">
              <a:off x="1515634" y="1141814"/>
              <a:ext cx="310324" cy="40021"/>
            </a:xfrm>
            <a:prstGeom prst="ellipse">
              <a:avLst/>
            </a:prstGeom>
            <a:gradFill>
              <a:gsLst>
                <a:gs pos="0">
                  <a:srgbClr val="FFFF00">
                    <a:alpha val="10983"/>
                  </a:srgbClr>
                </a:gs>
                <a:gs pos="14286">
                  <a:srgbClr val="FFFF00">
                    <a:alpha val="10142"/>
                  </a:srgbClr>
                </a:gs>
                <a:gs pos="28571">
                  <a:srgbClr val="FFFF00">
                    <a:alpha val="7968"/>
                  </a:srgbClr>
                </a:gs>
                <a:gs pos="42857">
                  <a:srgbClr val="FFFF00">
                    <a:alpha val="5301"/>
                  </a:srgbClr>
                </a:gs>
                <a:gs pos="57143">
                  <a:srgbClr val="FFFF00">
                    <a:alpha val="2973"/>
                  </a:srgbClr>
                </a:gs>
                <a:gs pos="71429">
                  <a:srgbClr val="FFFF00">
                    <a:alpha val="1403"/>
                  </a:srgbClr>
                </a:gs>
                <a:gs pos="85714">
                  <a:srgbClr val="FFFF00">
                    <a:alpha val="557"/>
                  </a:srgbClr>
                </a:gs>
                <a:gs pos="100000">
                  <a:srgbClr val="FFFF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-9241032">
              <a:off x="1839170" y="648279"/>
              <a:ext cx="422838" cy="201616"/>
            </a:xfrm>
            <a:prstGeom prst="ellipse">
              <a:avLst/>
            </a:prstGeom>
            <a:gradFill>
              <a:gsLst>
                <a:gs pos="0">
                  <a:srgbClr val="430200">
                    <a:alpha val="32968"/>
                  </a:srgbClr>
                </a:gs>
                <a:gs pos="14286">
                  <a:srgbClr val="430200">
                    <a:alpha val="30764"/>
                  </a:srgbClr>
                </a:gs>
                <a:gs pos="28571">
                  <a:srgbClr val="430200">
                    <a:alpha val="24833"/>
                  </a:srgbClr>
                </a:gs>
                <a:gs pos="42857">
                  <a:srgbClr val="430200">
                    <a:alpha val="17075"/>
                  </a:srgbClr>
                </a:gs>
                <a:gs pos="57143">
                  <a:srgbClr val="430200">
                    <a:alpha val="9855"/>
                  </a:srgbClr>
                </a:gs>
                <a:gs pos="71429">
                  <a:srgbClr val="430200">
                    <a:alpha val="4740"/>
                  </a:srgbClr>
                </a:gs>
                <a:gs pos="85714">
                  <a:srgbClr val="430200">
                    <a:alpha val="1902"/>
                  </a:srgbClr>
                </a:gs>
                <a:gs pos="100000">
                  <a:srgbClr val="43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10148281">
              <a:off x="92590" y="2104269"/>
              <a:ext cx="269164" cy="23928"/>
            </a:xfrm>
            <a:prstGeom prst="ellipse">
              <a:avLst/>
            </a:prstGeom>
            <a:gradFill>
              <a:gsLst>
                <a:gs pos="0">
                  <a:srgbClr val="FFF7D3">
                    <a:alpha val="20976"/>
                  </a:srgbClr>
                </a:gs>
                <a:gs pos="14286">
                  <a:srgbClr val="FFF7D3">
                    <a:alpha val="19457"/>
                  </a:srgbClr>
                </a:gs>
                <a:gs pos="28571">
                  <a:srgbClr val="FFF7D3">
                    <a:alpha val="15465"/>
                  </a:srgbClr>
                </a:gs>
                <a:gs pos="42857">
                  <a:srgbClr val="FFF7D3">
                    <a:alpha val="10434"/>
                  </a:srgbClr>
                </a:gs>
                <a:gs pos="57143">
                  <a:srgbClr val="FFF7D3">
                    <a:alpha val="5923"/>
                  </a:srgbClr>
                </a:gs>
                <a:gs pos="71429">
                  <a:srgbClr val="FFF7D3">
                    <a:alpha val="2818"/>
                  </a:srgbClr>
                </a:gs>
                <a:gs pos="85714">
                  <a:srgbClr val="FFF7D3">
                    <a:alpha val="1124"/>
                  </a:srgbClr>
                </a:gs>
                <a:gs pos="100000">
                  <a:srgbClr val="FFF7D3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-8141853">
              <a:off x="2770562" y="2014494"/>
              <a:ext cx="390025" cy="145539"/>
            </a:xfrm>
            <a:prstGeom prst="ellipse">
              <a:avLst/>
            </a:prstGeom>
            <a:gradFill>
              <a:gsLst>
                <a:gs pos="0">
                  <a:srgbClr val="280000">
                    <a:alpha val="17570"/>
                  </a:srgbClr>
                </a:gs>
                <a:gs pos="14286">
                  <a:srgbClr val="280000">
                    <a:alpha val="16272"/>
                  </a:srgbClr>
                </a:gs>
                <a:gs pos="28571">
                  <a:srgbClr val="280000">
                    <a:alpha val="12881"/>
                  </a:srgbClr>
                </a:gs>
                <a:gs pos="42857">
                  <a:srgbClr val="280000">
                    <a:alpha val="8648"/>
                  </a:srgbClr>
                </a:gs>
                <a:gs pos="57143">
                  <a:srgbClr val="280000">
                    <a:alpha val="4888"/>
                  </a:srgbClr>
                </a:gs>
                <a:gs pos="71429">
                  <a:srgbClr val="280000">
                    <a:alpha val="2319"/>
                  </a:srgbClr>
                </a:gs>
                <a:gs pos="85714">
                  <a:srgbClr val="280000">
                    <a:alpha val="923"/>
                  </a:srgbClr>
                </a:gs>
                <a:gs pos="100000">
                  <a:srgbClr val="2800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9109273">
              <a:off x="1769803" y="1190137"/>
              <a:ext cx="717259" cy="1557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7635129">
              <a:off x="2025947" y="1051869"/>
              <a:ext cx="641077" cy="375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2874560">
              <a:off x="2021053" y="1521377"/>
              <a:ext cx="528876" cy="216433"/>
            </a:xfrm>
            <a:prstGeom prst="ellipse">
              <a:avLst/>
            </a:prstGeom>
            <a:gradFill>
              <a:gsLst>
                <a:gs pos="0">
                  <a:srgbClr val="00001D">
                    <a:alpha val="32968"/>
                  </a:srgbClr>
                </a:gs>
                <a:gs pos="14286">
                  <a:srgbClr val="00001D">
                    <a:alpha val="30764"/>
                  </a:srgbClr>
                </a:gs>
                <a:gs pos="28571">
                  <a:srgbClr val="00001D">
                    <a:alpha val="24833"/>
                  </a:srgbClr>
                </a:gs>
                <a:gs pos="42857">
                  <a:srgbClr val="00001D">
                    <a:alpha val="17075"/>
                  </a:srgbClr>
                </a:gs>
                <a:gs pos="57143">
                  <a:srgbClr val="00001D">
                    <a:alpha val="9855"/>
                  </a:srgbClr>
                </a:gs>
                <a:gs pos="71429">
                  <a:srgbClr val="00001D">
                    <a:alpha val="4740"/>
                  </a:srgbClr>
                </a:gs>
                <a:gs pos="85714">
                  <a:srgbClr val="00001D">
                    <a:alpha val="1902"/>
                  </a:srgbClr>
                </a:gs>
                <a:gs pos="100000">
                  <a:srgbClr val="00001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3525884">
              <a:off x="2211329" y="1518115"/>
              <a:ext cx="510294" cy="126774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9417480">
              <a:off x="2064800" y="1901733"/>
              <a:ext cx="410460" cy="387299"/>
            </a:xfrm>
            <a:prstGeom prst="ellipse">
              <a:avLst/>
            </a:prstGeom>
            <a:gradFill>
              <a:gsLst>
                <a:gs pos="0">
                  <a:srgbClr val="C40000">
                    <a:alpha val="32968"/>
                  </a:srgbClr>
                </a:gs>
                <a:gs pos="14286">
                  <a:srgbClr val="C40000">
                    <a:alpha val="30764"/>
                  </a:srgbClr>
                </a:gs>
                <a:gs pos="28571">
                  <a:srgbClr val="C40000">
                    <a:alpha val="24833"/>
                  </a:srgbClr>
                </a:gs>
                <a:gs pos="42857">
                  <a:srgbClr val="C40000">
                    <a:alpha val="17075"/>
                  </a:srgbClr>
                </a:gs>
                <a:gs pos="57143">
                  <a:srgbClr val="C40000">
                    <a:alpha val="9855"/>
                  </a:srgbClr>
                </a:gs>
                <a:gs pos="71429">
                  <a:srgbClr val="C40000">
                    <a:alpha val="4740"/>
                  </a:srgbClr>
                </a:gs>
                <a:gs pos="85714">
                  <a:srgbClr val="C40000">
                    <a:alpha val="1902"/>
                  </a:srgbClr>
                </a:gs>
                <a:gs pos="100000">
                  <a:srgbClr val="C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3930001">
              <a:off x="2136624" y="487271"/>
              <a:ext cx="435267" cy="175765"/>
            </a:xfrm>
            <a:prstGeom prst="ellipse">
              <a:avLst/>
            </a:prstGeom>
            <a:gradFill>
              <a:gsLst>
                <a:gs pos="0">
                  <a:srgbClr val="FFF4D9">
                    <a:alpha val="32968"/>
                  </a:srgbClr>
                </a:gs>
                <a:gs pos="14286">
                  <a:srgbClr val="FFF4D9">
                    <a:alpha val="30764"/>
                  </a:srgbClr>
                </a:gs>
                <a:gs pos="28571">
                  <a:srgbClr val="FFF4D9">
                    <a:alpha val="24833"/>
                  </a:srgbClr>
                </a:gs>
                <a:gs pos="42857">
                  <a:srgbClr val="FFF4D9">
                    <a:alpha val="17075"/>
                  </a:srgbClr>
                </a:gs>
                <a:gs pos="57143">
                  <a:srgbClr val="FFF4D9">
                    <a:alpha val="9855"/>
                  </a:srgbClr>
                </a:gs>
                <a:gs pos="71429">
                  <a:srgbClr val="FFF4D9">
                    <a:alpha val="4740"/>
                  </a:srgbClr>
                </a:gs>
                <a:gs pos="85714">
                  <a:srgbClr val="FFF4D9">
                    <a:alpha val="1902"/>
                  </a:srgbClr>
                </a:gs>
                <a:gs pos="100000">
                  <a:srgbClr val="FFF4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7148661">
              <a:off x="938113" y="383070"/>
              <a:ext cx="465763" cy="96898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9406801">
              <a:off x="-97528" y="1700304"/>
              <a:ext cx="361287" cy="335464"/>
            </a:xfrm>
            <a:prstGeom prst="ellipse">
              <a:avLst/>
            </a:prstGeom>
            <a:gradFill>
              <a:gsLst>
                <a:gs pos="0">
                  <a:srgbClr val="CB6C00">
                    <a:alpha val="10392"/>
                  </a:srgbClr>
                </a:gs>
                <a:gs pos="14286">
                  <a:srgbClr val="CB6C00">
                    <a:alpha val="9593"/>
                  </a:srgbClr>
                </a:gs>
                <a:gs pos="28571">
                  <a:srgbClr val="CB6C00">
                    <a:alpha val="7532"/>
                  </a:srgbClr>
                </a:gs>
                <a:gs pos="42857">
                  <a:srgbClr val="CB6C00">
                    <a:alpha val="5006"/>
                  </a:srgbClr>
                </a:gs>
                <a:gs pos="57143">
                  <a:srgbClr val="CB6C00">
                    <a:alpha val="2806"/>
                  </a:srgbClr>
                </a:gs>
                <a:gs pos="71429">
                  <a:srgbClr val="CB6C00">
                    <a:alpha val="1323"/>
                  </a:srgbClr>
                </a:gs>
                <a:gs pos="85714">
                  <a:srgbClr val="CB6C00">
                    <a:alpha val="525"/>
                  </a:srgbClr>
                </a:gs>
                <a:gs pos="100000">
                  <a:srgbClr val="CB6C00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9884351">
              <a:off x="3354629" y="138274"/>
              <a:ext cx="361784" cy="302527"/>
            </a:xfrm>
            <a:prstGeom prst="ellipse">
              <a:avLst/>
            </a:prstGeom>
            <a:gradFill>
              <a:gsLst>
                <a:gs pos="0">
                  <a:srgbClr val="FF8D00">
                    <a:alpha val="13523"/>
                  </a:srgbClr>
                </a:gs>
                <a:gs pos="14286">
                  <a:srgbClr val="FF8D00">
                    <a:alpha val="12500"/>
                  </a:srgbClr>
                </a:gs>
                <a:gs pos="28571">
                  <a:srgbClr val="FF8D00">
                    <a:alpha val="9849"/>
                  </a:srgbClr>
                </a:gs>
                <a:gs pos="42857">
                  <a:srgbClr val="FF8D00">
                    <a:alpha val="6575"/>
                  </a:srgbClr>
                </a:gs>
                <a:gs pos="57143">
                  <a:srgbClr val="FF8D00">
                    <a:alpha val="3698"/>
                  </a:srgbClr>
                </a:gs>
                <a:gs pos="71429">
                  <a:srgbClr val="FF8D00">
                    <a:alpha val="1748"/>
                  </a:srgbClr>
                </a:gs>
                <a:gs pos="85714">
                  <a:srgbClr val="FF8D00">
                    <a:alpha val="695"/>
                  </a:srgbClr>
                </a:gs>
                <a:gs pos="100000">
                  <a:srgbClr val="FF8D00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-8968193">
              <a:off x="844168" y="2078958"/>
              <a:ext cx="346027" cy="80354"/>
            </a:xfrm>
            <a:prstGeom prst="ellipse">
              <a:avLst/>
            </a:prstGeom>
            <a:gradFill>
              <a:gsLst>
                <a:gs pos="0">
                  <a:srgbClr val="FF0000">
                    <a:alpha val="12832"/>
                  </a:srgbClr>
                </a:gs>
                <a:gs pos="14286">
                  <a:srgbClr val="FF0000">
                    <a:alpha val="11859"/>
                  </a:srgbClr>
                </a:gs>
                <a:gs pos="28571">
                  <a:srgbClr val="FF0000">
                    <a:alpha val="9336"/>
                  </a:srgbClr>
                </a:gs>
                <a:gs pos="42857">
                  <a:srgbClr val="FF0000">
                    <a:alpha val="6226"/>
                  </a:srgbClr>
                </a:gs>
                <a:gs pos="57143">
                  <a:srgbClr val="FF0000">
                    <a:alpha val="3499"/>
                  </a:srgbClr>
                </a:gs>
                <a:gs pos="71429">
                  <a:srgbClr val="FF0000">
                    <a:alpha val="1654"/>
                  </a:srgbClr>
                </a:gs>
                <a:gs pos="85714">
                  <a:srgbClr val="FF0000">
                    <a:alpha val="657"/>
                  </a:srgbClr>
                </a:gs>
                <a:gs pos="100000">
                  <a:srgbClr val="FF000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9065144">
              <a:off x="546786" y="2249738"/>
              <a:ext cx="290360" cy="221827"/>
            </a:xfrm>
            <a:prstGeom prst="ellipse">
              <a:avLst/>
            </a:prstGeom>
            <a:gradFill>
              <a:gsLst>
                <a:gs pos="0">
                  <a:srgbClr val="FFE36C">
                    <a:alpha val="9519"/>
                  </a:srgbClr>
                </a:gs>
                <a:gs pos="14286">
                  <a:srgbClr val="FFE36C">
                    <a:alpha val="8784"/>
                  </a:srgbClr>
                </a:gs>
                <a:gs pos="28571">
                  <a:srgbClr val="FFE36C">
                    <a:alpha val="6890"/>
                  </a:srgbClr>
                </a:gs>
                <a:gs pos="42857">
                  <a:srgbClr val="FFE36C">
                    <a:alpha val="4574"/>
                  </a:srgbClr>
                </a:gs>
                <a:gs pos="57143">
                  <a:srgbClr val="FFE36C">
                    <a:alpha val="2561"/>
                  </a:srgbClr>
                </a:gs>
                <a:gs pos="71429">
                  <a:srgbClr val="FFE36C">
                    <a:alpha val="1207"/>
                  </a:srgbClr>
                </a:gs>
                <a:gs pos="85714">
                  <a:srgbClr val="FFE36C">
                    <a:alpha val="479"/>
                  </a:srgbClr>
                </a:gs>
                <a:gs pos="100000">
                  <a:srgbClr val="FFE36C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4125704">
              <a:off x="903395" y="751872"/>
              <a:ext cx="519956" cy="78537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7687534">
              <a:off x="263159" y="1044081"/>
              <a:ext cx="371704" cy="101496"/>
            </a:xfrm>
            <a:prstGeom prst="ellipse">
              <a:avLst/>
            </a:prstGeom>
            <a:gradFill>
              <a:gsLst>
                <a:gs pos="0">
                  <a:srgbClr val="FFDD91">
                    <a:alpha val="7415"/>
                  </a:srgbClr>
                </a:gs>
                <a:gs pos="14286">
                  <a:srgbClr val="FFDD91">
                    <a:alpha val="6837"/>
                  </a:srgbClr>
                </a:gs>
                <a:gs pos="28571">
                  <a:srgbClr val="FFDD91">
                    <a:alpha val="5350"/>
                  </a:srgbClr>
                </a:gs>
                <a:gs pos="42857">
                  <a:srgbClr val="FFDD91">
                    <a:alpha val="3542"/>
                  </a:srgbClr>
                </a:gs>
                <a:gs pos="57143">
                  <a:srgbClr val="FFDD91">
                    <a:alpha val="1979"/>
                  </a:srgbClr>
                </a:gs>
                <a:gs pos="71429">
                  <a:srgbClr val="FFDD91">
                    <a:alpha val="931"/>
                  </a:srgbClr>
                </a:gs>
                <a:gs pos="85714">
                  <a:srgbClr val="FFDD91">
                    <a:alpha val="369"/>
                  </a:srgbClr>
                </a:gs>
                <a:gs pos="100000">
                  <a:srgbClr val="FFDD91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4821883">
              <a:off x="278773" y="1585684"/>
              <a:ext cx="443237" cy="1553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9593434">
              <a:off x="1866329" y="1094126"/>
              <a:ext cx="380412" cy="68691"/>
            </a:xfrm>
            <a:prstGeom prst="ellipse">
              <a:avLst/>
            </a:prstGeom>
            <a:gradFill>
              <a:gsLst>
                <a:gs pos="0">
                  <a:srgbClr val="FFFF00">
                    <a:alpha val="8124"/>
                  </a:srgbClr>
                </a:gs>
                <a:gs pos="14286">
                  <a:srgbClr val="FFFF00">
                    <a:alpha val="7493"/>
                  </a:srgbClr>
                </a:gs>
                <a:gs pos="28571">
                  <a:srgbClr val="FFFF00">
                    <a:alpha val="5868"/>
                  </a:srgbClr>
                </a:gs>
                <a:gs pos="42857">
                  <a:srgbClr val="FFFF00">
                    <a:alpha val="3889"/>
                  </a:srgbClr>
                </a:gs>
                <a:gs pos="57143">
                  <a:srgbClr val="FFFF00">
                    <a:alpha val="2174"/>
                  </a:srgbClr>
                </a:gs>
                <a:gs pos="71429">
                  <a:srgbClr val="FFFF00">
                    <a:alpha val="1024"/>
                  </a:srgbClr>
                </a:gs>
                <a:gs pos="85714">
                  <a:srgbClr val="FFFF00">
                    <a:alpha val="406"/>
                  </a:srgbClr>
                </a:gs>
                <a:gs pos="100000">
                  <a:srgbClr val="FFFF00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8473880">
              <a:off x="135238" y="862078"/>
              <a:ext cx="431252" cy="150175"/>
            </a:xfrm>
            <a:prstGeom prst="ellipse">
              <a:avLst/>
            </a:prstGeom>
            <a:gradFill>
              <a:gsLst>
                <a:gs pos="0">
                  <a:srgbClr val="FFBB6D">
                    <a:alpha val="8330"/>
                  </a:srgbClr>
                </a:gs>
                <a:gs pos="14286">
                  <a:srgbClr val="FFBB6D">
                    <a:alpha val="7683"/>
                  </a:srgbClr>
                </a:gs>
                <a:gs pos="28571">
                  <a:srgbClr val="FFBB6D">
                    <a:alpha val="6018"/>
                  </a:srgbClr>
                </a:gs>
                <a:gs pos="42857">
                  <a:srgbClr val="FFBB6D">
                    <a:alpha val="3990"/>
                  </a:srgbClr>
                </a:gs>
                <a:gs pos="57143">
                  <a:srgbClr val="FFBB6D">
                    <a:alpha val="2231"/>
                  </a:srgbClr>
                </a:gs>
                <a:gs pos="71429">
                  <a:srgbClr val="FFBB6D">
                    <a:alpha val="1050"/>
                  </a:srgbClr>
                </a:gs>
                <a:gs pos="85714">
                  <a:srgbClr val="FFBB6D">
                    <a:alpha val="417"/>
                  </a:srgbClr>
                </a:gs>
                <a:gs pos="100000">
                  <a:srgbClr val="FFBB6D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-9432615">
              <a:off x="860552" y="-102143"/>
              <a:ext cx="367398" cy="276937"/>
            </a:xfrm>
            <a:prstGeom prst="ellipse">
              <a:avLst/>
            </a:prstGeom>
            <a:gradFill>
              <a:gsLst>
                <a:gs pos="0">
                  <a:srgbClr val="69A14C">
                    <a:alpha val="16851"/>
                  </a:srgbClr>
                </a:gs>
                <a:gs pos="14286">
                  <a:srgbClr val="69A14C">
                    <a:alpha val="15600"/>
                  </a:srgbClr>
                </a:gs>
                <a:gs pos="28571">
                  <a:srgbClr val="69A14C">
                    <a:alpha val="12339"/>
                  </a:srgbClr>
                </a:gs>
                <a:gs pos="42857">
                  <a:srgbClr val="69A14C">
                    <a:alpha val="8275"/>
                  </a:srgbClr>
                </a:gs>
                <a:gs pos="57143">
                  <a:srgbClr val="69A14C">
                    <a:alpha val="4674"/>
                  </a:srgbClr>
                </a:gs>
                <a:gs pos="71429">
                  <a:srgbClr val="69A14C">
                    <a:alpha val="2216"/>
                  </a:srgbClr>
                </a:gs>
                <a:gs pos="85714">
                  <a:srgbClr val="69A14C">
                    <a:alpha val="882"/>
                  </a:srgbClr>
                </a:gs>
                <a:gs pos="100000">
                  <a:srgbClr val="69A14C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3680397">
              <a:off x="1037298" y="503211"/>
              <a:ext cx="246286" cy="222017"/>
            </a:xfrm>
            <a:prstGeom prst="ellipse">
              <a:avLst/>
            </a:prstGeom>
            <a:gradFill>
              <a:gsLst>
                <a:gs pos="0">
                  <a:srgbClr val="FFDE00">
                    <a:alpha val="4162"/>
                  </a:srgbClr>
                </a:gs>
                <a:gs pos="14286">
                  <a:srgbClr val="FFDE00">
                    <a:alpha val="3832"/>
                  </a:srgbClr>
                </a:gs>
                <a:gs pos="28571">
                  <a:srgbClr val="FFDE00">
                    <a:alpha val="2988"/>
                  </a:srgbClr>
                </a:gs>
                <a:gs pos="42857">
                  <a:srgbClr val="FFDE00">
                    <a:alpha val="1970"/>
                  </a:srgbClr>
                </a:gs>
                <a:gs pos="57143">
                  <a:srgbClr val="FFDE00">
                    <a:alpha val="1097"/>
                  </a:srgbClr>
                </a:gs>
                <a:gs pos="71429">
                  <a:srgbClr val="FFDE00">
                    <a:alpha val="515"/>
                  </a:srgbClr>
                </a:gs>
                <a:gs pos="85714">
                  <a:srgbClr val="FFDE00">
                    <a:alpha val="204"/>
                  </a:srgbClr>
                </a:gs>
                <a:gs pos="100000">
                  <a:srgbClr val="FFDE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-10608611">
              <a:off x="2600590" y="1617888"/>
              <a:ext cx="380540" cy="278003"/>
            </a:xfrm>
            <a:prstGeom prst="ellipse">
              <a:avLst/>
            </a:prstGeom>
            <a:gradFill>
              <a:gsLst>
                <a:gs pos="0">
                  <a:srgbClr val="AD0000">
                    <a:alpha val="8465"/>
                  </a:srgbClr>
                </a:gs>
                <a:gs pos="14286">
                  <a:srgbClr val="AD0000">
                    <a:alpha val="7808"/>
                  </a:srgbClr>
                </a:gs>
                <a:gs pos="28571">
                  <a:srgbClr val="AD0000">
                    <a:alpha val="6117"/>
                  </a:srgbClr>
                </a:gs>
                <a:gs pos="42857">
                  <a:srgbClr val="AD0000">
                    <a:alpha val="4056"/>
                  </a:srgbClr>
                </a:gs>
                <a:gs pos="57143">
                  <a:srgbClr val="AD0000">
                    <a:alpha val="2268"/>
                  </a:srgbClr>
                </a:gs>
                <a:gs pos="71429">
                  <a:srgbClr val="AD0000">
                    <a:alpha val="1068"/>
                  </a:srgbClr>
                </a:gs>
                <a:gs pos="85714">
                  <a:srgbClr val="AD0000">
                    <a:alpha val="424"/>
                  </a:srgbClr>
                </a:gs>
                <a:gs pos="100000">
                  <a:srgbClr val="AD00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9754136">
              <a:off x="2422881" y="493260"/>
              <a:ext cx="293643" cy="272487"/>
            </a:xfrm>
            <a:prstGeom prst="ellipse">
              <a:avLst/>
            </a:prstGeom>
            <a:gradFill>
              <a:gsLst>
                <a:gs pos="0">
                  <a:srgbClr val="FFE700">
                    <a:alpha val="2477"/>
                  </a:srgbClr>
                </a:gs>
                <a:gs pos="14286">
                  <a:srgbClr val="FFE700">
                    <a:alpha val="2279"/>
                  </a:srgbClr>
                </a:gs>
                <a:gs pos="28571">
                  <a:srgbClr val="FFE700">
                    <a:alpha val="1774"/>
                  </a:srgbClr>
                </a:gs>
                <a:gs pos="42857">
                  <a:srgbClr val="FFE700">
                    <a:alpha val="1167"/>
                  </a:srgbClr>
                </a:gs>
                <a:gs pos="57143">
                  <a:srgbClr val="FFE700">
                    <a:alpha val="649"/>
                  </a:srgbClr>
                </a:gs>
                <a:gs pos="71429">
                  <a:srgbClr val="FFE700">
                    <a:alpha val="304"/>
                  </a:srgbClr>
                </a:gs>
                <a:gs pos="85714">
                  <a:srgbClr val="FFE700">
                    <a:alpha val="120"/>
                  </a:srgbClr>
                </a:gs>
                <a:gs pos="100000">
                  <a:srgbClr val="FFE700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-10177618">
              <a:off x="1629854" y="250188"/>
              <a:ext cx="319508" cy="299708"/>
            </a:xfrm>
            <a:prstGeom prst="ellipse">
              <a:avLst/>
            </a:prstGeom>
            <a:gradFill>
              <a:gsLst>
                <a:gs pos="0">
                  <a:srgbClr val="D79900">
                    <a:alpha val="1929"/>
                  </a:srgbClr>
                </a:gs>
                <a:gs pos="14286">
                  <a:srgbClr val="D79900">
                    <a:alpha val="1774"/>
                  </a:srgbClr>
                </a:gs>
                <a:gs pos="28571">
                  <a:srgbClr val="D79900">
                    <a:alpha val="1380"/>
                  </a:srgbClr>
                </a:gs>
                <a:gs pos="42857">
                  <a:srgbClr val="D79900">
                    <a:alpha val="907"/>
                  </a:srgbClr>
                </a:gs>
                <a:gs pos="57143">
                  <a:srgbClr val="D79900">
                    <a:alpha val="504"/>
                  </a:srgbClr>
                </a:gs>
                <a:gs pos="71429">
                  <a:srgbClr val="D79900">
                    <a:alpha val="236"/>
                  </a:srgbClr>
                </a:gs>
                <a:gs pos="85714">
                  <a:srgbClr val="D79900">
                    <a:alpha val="93"/>
                  </a:srgbClr>
                </a:gs>
                <a:gs pos="100000">
                  <a:srgbClr val="D79900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-9958038">
              <a:off x="416845" y="2340307"/>
              <a:ext cx="458199" cy="167783"/>
            </a:xfrm>
            <a:prstGeom prst="ellipse">
              <a:avLst/>
            </a:prstGeom>
            <a:gradFill>
              <a:gsLst>
                <a:gs pos="0">
                  <a:srgbClr val="FFF8D5">
                    <a:alpha val="32968"/>
                  </a:srgbClr>
                </a:gs>
                <a:gs pos="14286">
                  <a:srgbClr val="FFF8D5">
                    <a:alpha val="30764"/>
                  </a:srgbClr>
                </a:gs>
                <a:gs pos="28571">
                  <a:srgbClr val="FFF8D5">
                    <a:alpha val="24833"/>
                  </a:srgbClr>
                </a:gs>
                <a:gs pos="42857">
                  <a:srgbClr val="FFF8D5">
                    <a:alpha val="17075"/>
                  </a:srgbClr>
                </a:gs>
                <a:gs pos="57143">
                  <a:srgbClr val="FFF8D5">
                    <a:alpha val="9855"/>
                  </a:srgbClr>
                </a:gs>
                <a:gs pos="71429">
                  <a:srgbClr val="FFF8D5">
                    <a:alpha val="4740"/>
                  </a:srgbClr>
                </a:gs>
                <a:gs pos="85714">
                  <a:srgbClr val="FFF8D5">
                    <a:alpha val="1902"/>
                  </a:srgbClr>
                </a:gs>
                <a:gs pos="100000">
                  <a:srgbClr val="FFF8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5391068">
              <a:off x="1867476" y="1694956"/>
              <a:ext cx="294531" cy="67286"/>
            </a:xfrm>
            <a:prstGeom prst="ellipse">
              <a:avLst/>
            </a:prstGeom>
            <a:gradFill>
              <a:gsLst>
                <a:gs pos="0">
                  <a:srgbClr val="FFFFBD">
                    <a:alpha val="32968"/>
                  </a:srgbClr>
                </a:gs>
                <a:gs pos="14286">
                  <a:srgbClr val="FFFFBD">
                    <a:alpha val="30764"/>
                  </a:srgbClr>
                </a:gs>
                <a:gs pos="28571">
                  <a:srgbClr val="FFFFBD">
                    <a:alpha val="24833"/>
                  </a:srgbClr>
                </a:gs>
                <a:gs pos="42857">
                  <a:srgbClr val="FFFFBD">
                    <a:alpha val="17075"/>
                  </a:srgbClr>
                </a:gs>
                <a:gs pos="57143">
                  <a:srgbClr val="FFFFBD">
                    <a:alpha val="9855"/>
                  </a:srgbClr>
                </a:gs>
                <a:gs pos="71429">
                  <a:srgbClr val="FFFFBD">
                    <a:alpha val="4740"/>
                  </a:srgbClr>
                </a:gs>
                <a:gs pos="85714">
                  <a:srgbClr val="FFFFBD">
                    <a:alpha val="1902"/>
                  </a:srgbClr>
                </a:gs>
                <a:gs pos="100000">
                  <a:srgbClr val="FFFF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3450067">
              <a:off x="2659594" y="1870235"/>
              <a:ext cx="349010" cy="204981"/>
            </a:xfrm>
            <a:prstGeom prst="ellipse">
              <a:avLst/>
            </a:prstGeom>
            <a:gradFill>
              <a:gsLst>
                <a:gs pos="0">
                  <a:srgbClr val="000016">
                    <a:alpha val="32968"/>
                  </a:srgbClr>
                </a:gs>
                <a:gs pos="14286">
                  <a:srgbClr val="000016">
                    <a:alpha val="30764"/>
                  </a:srgbClr>
                </a:gs>
                <a:gs pos="28571">
                  <a:srgbClr val="000016">
                    <a:alpha val="24833"/>
                  </a:srgbClr>
                </a:gs>
                <a:gs pos="42857">
                  <a:srgbClr val="000016">
                    <a:alpha val="17075"/>
                  </a:srgbClr>
                </a:gs>
                <a:gs pos="57143">
                  <a:srgbClr val="000016">
                    <a:alpha val="9855"/>
                  </a:srgbClr>
                </a:gs>
                <a:gs pos="71429">
                  <a:srgbClr val="000016">
                    <a:alpha val="4740"/>
                  </a:srgbClr>
                </a:gs>
                <a:gs pos="85714">
                  <a:srgbClr val="000016">
                    <a:alpha val="1902"/>
                  </a:srgbClr>
                </a:gs>
                <a:gs pos="100000">
                  <a:srgbClr val="0000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-10224965">
              <a:off x="363178" y="1395434"/>
              <a:ext cx="336069" cy="280486"/>
            </a:xfrm>
            <a:prstGeom prst="ellipse">
              <a:avLst/>
            </a:prstGeom>
            <a:gradFill>
              <a:gsLst>
                <a:gs pos="0">
                  <a:srgbClr val="FF0013">
                    <a:alpha val="3034"/>
                  </a:srgbClr>
                </a:gs>
                <a:gs pos="14286">
                  <a:srgbClr val="FF0013">
                    <a:alpha val="2792"/>
                  </a:srgbClr>
                </a:gs>
                <a:gs pos="28571">
                  <a:srgbClr val="FF0013">
                    <a:alpha val="2175"/>
                  </a:srgbClr>
                </a:gs>
                <a:gs pos="42857">
                  <a:srgbClr val="FF0013">
                    <a:alpha val="1432"/>
                  </a:srgbClr>
                </a:gs>
                <a:gs pos="57143">
                  <a:srgbClr val="FF0013">
                    <a:alpha val="796"/>
                  </a:srgbClr>
                </a:gs>
                <a:gs pos="71429">
                  <a:srgbClr val="FF0013">
                    <a:alpha val="373"/>
                  </a:srgbClr>
                </a:gs>
                <a:gs pos="85714">
                  <a:srgbClr val="FF0013">
                    <a:alpha val="148"/>
                  </a:srgbClr>
                </a:gs>
                <a:gs pos="100000">
                  <a:srgbClr val="FF0013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5193077">
              <a:off x="403939" y="1314745"/>
              <a:ext cx="301676" cy="31258"/>
            </a:xfrm>
            <a:prstGeom prst="ellipse">
              <a:avLst/>
            </a:prstGeom>
            <a:gradFill>
              <a:gsLst>
                <a:gs pos="0">
                  <a:srgbClr val="FFC152">
                    <a:alpha val="31483"/>
                  </a:srgbClr>
                </a:gs>
                <a:gs pos="14286">
                  <a:srgbClr val="FFC152">
                    <a:alpha val="29355"/>
                  </a:srgbClr>
                </a:gs>
                <a:gs pos="28571">
                  <a:srgbClr val="FFC152">
                    <a:alpha val="23648"/>
                  </a:srgbClr>
                </a:gs>
                <a:gs pos="42857">
                  <a:srgbClr val="FFC152">
                    <a:alpha val="16220"/>
                  </a:srgbClr>
                </a:gs>
                <a:gs pos="57143">
                  <a:srgbClr val="FFC152">
                    <a:alpha val="9341"/>
                  </a:srgbClr>
                </a:gs>
                <a:gs pos="71429">
                  <a:srgbClr val="FFC152">
                    <a:alpha val="4487"/>
                  </a:srgbClr>
                </a:gs>
                <a:gs pos="85714">
                  <a:srgbClr val="FFC152">
                    <a:alpha val="1799"/>
                  </a:srgbClr>
                </a:gs>
                <a:gs pos="100000">
                  <a:srgbClr val="FFC152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5243564">
              <a:off x="3380260" y="1646872"/>
              <a:ext cx="336252" cy="335026"/>
            </a:xfrm>
            <a:prstGeom prst="ellipse">
              <a:avLst/>
            </a:prstGeom>
            <a:gradFill>
              <a:gsLst>
                <a:gs pos="0">
                  <a:srgbClr val="C34B19">
                    <a:alpha val="6784"/>
                  </a:srgbClr>
                </a:gs>
                <a:gs pos="14286">
                  <a:srgbClr val="C34B19">
                    <a:alpha val="6253"/>
                  </a:srgbClr>
                </a:gs>
                <a:gs pos="28571">
                  <a:srgbClr val="C34B19">
                    <a:alpha val="4890"/>
                  </a:srgbClr>
                </a:gs>
                <a:gs pos="42857">
                  <a:srgbClr val="C34B19">
                    <a:alpha val="3235"/>
                  </a:srgbClr>
                </a:gs>
                <a:gs pos="57143">
                  <a:srgbClr val="C34B19">
                    <a:alpha val="1806"/>
                  </a:srgbClr>
                </a:gs>
                <a:gs pos="71429">
                  <a:srgbClr val="C34B19">
                    <a:alpha val="849"/>
                  </a:srgbClr>
                </a:gs>
                <a:gs pos="85714">
                  <a:srgbClr val="C34B19">
                    <a:alpha val="337"/>
                  </a:srgbClr>
                </a:gs>
                <a:gs pos="100000">
                  <a:srgbClr val="C34B19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8052262">
              <a:off x="804883" y="-133748"/>
              <a:ext cx="332060" cy="273820"/>
            </a:xfrm>
            <a:prstGeom prst="ellipse">
              <a:avLst/>
            </a:prstGeom>
            <a:gradFill>
              <a:gsLst>
                <a:gs pos="0">
                  <a:srgbClr val="FB2700">
                    <a:alpha val="22184"/>
                  </a:srgbClr>
                </a:gs>
                <a:gs pos="14286">
                  <a:srgbClr val="FB2700">
                    <a:alpha val="20589"/>
                  </a:srgbClr>
                </a:gs>
                <a:gs pos="28571">
                  <a:srgbClr val="FB2700">
                    <a:alpha val="16389"/>
                  </a:srgbClr>
                </a:gs>
                <a:gs pos="42857">
                  <a:srgbClr val="FB2700">
                    <a:alpha val="11078"/>
                  </a:srgbClr>
                </a:gs>
                <a:gs pos="57143">
                  <a:srgbClr val="FB2700">
                    <a:alpha val="6299"/>
                  </a:srgbClr>
                </a:gs>
                <a:gs pos="71429">
                  <a:srgbClr val="FB2700">
                    <a:alpha val="2999"/>
                  </a:srgbClr>
                </a:gs>
                <a:gs pos="85714">
                  <a:srgbClr val="FB2700">
                    <a:alpha val="1197"/>
                  </a:srgbClr>
                </a:gs>
                <a:gs pos="100000">
                  <a:srgbClr val="FB2700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4176409">
              <a:off x="338208" y="1801320"/>
              <a:ext cx="431571" cy="206798"/>
            </a:xfrm>
            <a:prstGeom prst="ellipse">
              <a:avLst/>
            </a:prstGeom>
            <a:gradFill>
              <a:gsLst>
                <a:gs pos="0">
                  <a:srgbClr val="7C0005">
                    <a:alpha val="32968"/>
                  </a:srgbClr>
                </a:gs>
                <a:gs pos="14286">
                  <a:srgbClr val="7C0005">
                    <a:alpha val="30764"/>
                  </a:srgbClr>
                </a:gs>
                <a:gs pos="28571">
                  <a:srgbClr val="7C0005">
                    <a:alpha val="24833"/>
                  </a:srgbClr>
                </a:gs>
                <a:gs pos="42857">
                  <a:srgbClr val="7C0005">
                    <a:alpha val="17075"/>
                  </a:srgbClr>
                </a:gs>
                <a:gs pos="57143">
                  <a:srgbClr val="7C0005">
                    <a:alpha val="9855"/>
                  </a:srgbClr>
                </a:gs>
                <a:gs pos="71429">
                  <a:srgbClr val="7C0005">
                    <a:alpha val="4740"/>
                  </a:srgbClr>
                </a:gs>
                <a:gs pos="85714">
                  <a:srgbClr val="7C0005">
                    <a:alpha val="1902"/>
                  </a:srgbClr>
                </a:gs>
                <a:gs pos="100000">
                  <a:srgbClr val="7C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8239325">
              <a:off x="183340" y="1938797"/>
              <a:ext cx="426321" cy="315212"/>
            </a:xfrm>
            <a:prstGeom prst="ellipse">
              <a:avLst/>
            </a:prstGeom>
            <a:gradFill>
              <a:gsLst>
                <a:gs pos="0">
                  <a:srgbClr val="FFAB6B">
                    <a:alpha val="12939"/>
                  </a:srgbClr>
                </a:gs>
                <a:gs pos="14286">
                  <a:srgbClr val="FFAB6B">
                    <a:alpha val="11958"/>
                  </a:srgbClr>
                </a:gs>
                <a:gs pos="28571">
                  <a:srgbClr val="FFAB6B">
                    <a:alpha val="9415"/>
                  </a:srgbClr>
                </a:gs>
                <a:gs pos="42857">
                  <a:srgbClr val="FFAB6B">
                    <a:alpha val="6280"/>
                  </a:srgbClr>
                </a:gs>
                <a:gs pos="57143">
                  <a:srgbClr val="FFAB6B">
                    <a:alpha val="3530"/>
                  </a:srgbClr>
                </a:gs>
                <a:gs pos="71429">
                  <a:srgbClr val="FFAB6B">
                    <a:alpha val="1668"/>
                  </a:srgbClr>
                </a:gs>
                <a:gs pos="85714">
                  <a:srgbClr val="FFAB6B">
                    <a:alpha val="663"/>
                  </a:srgbClr>
                </a:gs>
                <a:gs pos="100000">
                  <a:srgbClr val="FFAB6B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-8288762">
              <a:off x="1986433" y="304198"/>
              <a:ext cx="543828" cy="118758"/>
            </a:xfrm>
            <a:prstGeom prst="ellipse">
              <a:avLst/>
            </a:prstGeom>
            <a:gradFill>
              <a:gsLst>
                <a:gs pos="0">
                  <a:srgbClr val="FDFFFF">
                    <a:alpha val="32968"/>
                  </a:srgbClr>
                </a:gs>
                <a:gs pos="14286">
                  <a:srgbClr val="FDFFFF">
                    <a:alpha val="30764"/>
                  </a:srgbClr>
                </a:gs>
                <a:gs pos="28571">
                  <a:srgbClr val="FDFFFF">
                    <a:alpha val="24833"/>
                  </a:srgbClr>
                </a:gs>
                <a:gs pos="42857">
                  <a:srgbClr val="FDFFFF">
                    <a:alpha val="17075"/>
                  </a:srgbClr>
                </a:gs>
                <a:gs pos="57143">
                  <a:srgbClr val="FDFFFF">
                    <a:alpha val="9855"/>
                  </a:srgbClr>
                </a:gs>
                <a:gs pos="71429">
                  <a:srgbClr val="FDFFFF">
                    <a:alpha val="4740"/>
                  </a:srgbClr>
                </a:gs>
                <a:gs pos="85714">
                  <a:srgbClr val="FDFFFF">
                    <a:alpha val="1902"/>
                  </a:srgbClr>
                </a:gs>
                <a:gs pos="100000">
                  <a:srgbClr val="FD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8060534">
              <a:off x="2226997" y="1684581"/>
              <a:ext cx="548988" cy="255639"/>
            </a:xfrm>
            <a:prstGeom prst="ellipse">
              <a:avLst/>
            </a:prstGeom>
            <a:gradFill>
              <a:gsLst>
                <a:gs pos="0">
                  <a:srgbClr val="990200">
                    <a:alpha val="32968"/>
                  </a:srgbClr>
                </a:gs>
                <a:gs pos="14286">
                  <a:srgbClr val="990200">
                    <a:alpha val="30764"/>
                  </a:srgbClr>
                </a:gs>
                <a:gs pos="28571">
                  <a:srgbClr val="990200">
                    <a:alpha val="24833"/>
                  </a:srgbClr>
                </a:gs>
                <a:gs pos="42857">
                  <a:srgbClr val="990200">
                    <a:alpha val="17075"/>
                  </a:srgbClr>
                </a:gs>
                <a:gs pos="57143">
                  <a:srgbClr val="990200">
                    <a:alpha val="9855"/>
                  </a:srgbClr>
                </a:gs>
                <a:gs pos="71429">
                  <a:srgbClr val="990200">
                    <a:alpha val="4740"/>
                  </a:srgbClr>
                </a:gs>
                <a:gs pos="85714">
                  <a:srgbClr val="990200">
                    <a:alpha val="1902"/>
                  </a:srgbClr>
                </a:gs>
                <a:gs pos="100000">
                  <a:srgbClr val="99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3037467">
              <a:off x="3198084" y="681935"/>
              <a:ext cx="289901" cy="284024"/>
            </a:xfrm>
            <a:prstGeom prst="ellipse">
              <a:avLst/>
            </a:prstGeom>
            <a:gradFill>
              <a:gsLst>
                <a:gs pos="0">
                  <a:srgbClr val="870000">
                    <a:alpha val="17317"/>
                  </a:srgbClr>
                </a:gs>
                <a:gs pos="14286">
                  <a:srgbClr val="870000">
                    <a:alpha val="16035"/>
                  </a:srgbClr>
                </a:gs>
                <a:gs pos="28571">
                  <a:srgbClr val="870000">
                    <a:alpha val="12690"/>
                  </a:srgbClr>
                </a:gs>
                <a:gs pos="42857">
                  <a:srgbClr val="870000">
                    <a:alpha val="8516"/>
                  </a:srgbClr>
                </a:gs>
                <a:gs pos="57143">
                  <a:srgbClr val="870000">
                    <a:alpha val="4812"/>
                  </a:srgbClr>
                </a:gs>
                <a:gs pos="71429">
                  <a:srgbClr val="870000">
                    <a:alpha val="2282"/>
                  </a:srgbClr>
                </a:gs>
                <a:gs pos="85714">
                  <a:srgbClr val="870000">
                    <a:alpha val="909"/>
                  </a:srgbClr>
                </a:gs>
                <a:gs pos="100000">
                  <a:srgbClr val="870000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10561882">
              <a:off x="159252" y="743438"/>
              <a:ext cx="262833" cy="226336"/>
            </a:xfrm>
            <a:prstGeom prst="ellipse">
              <a:avLst/>
            </a:prstGeom>
            <a:gradFill>
              <a:gsLst>
                <a:gs pos="0">
                  <a:srgbClr val="A21800">
                    <a:alpha val="32968"/>
                  </a:srgbClr>
                </a:gs>
                <a:gs pos="14286">
                  <a:srgbClr val="A21800">
                    <a:alpha val="30764"/>
                  </a:srgbClr>
                </a:gs>
                <a:gs pos="28571">
                  <a:srgbClr val="A21800">
                    <a:alpha val="24833"/>
                  </a:srgbClr>
                </a:gs>
                <a:gs pos="42857">
                  <a:srgbClr val="A21800">
                    <a:alpha val="17075"/>
                  </a:srgbClr>
                </a:gs>
                <a:gs pos="57143">
                  <a:srgbClr val="A21800">
                    <a:alpha val="9855"/>
                  </a:srgbClr>
                </a:gs>
                <a:gs pos="71429">
                  <a:srgbClr val="A21800">
                    <a:alpha val="4740"/>
                  </a:srgbClr>
                </a:gs>
                <a:gs pos="85714">
                  <a:srgbClr val="A21800">
                    <a:alpha val="1902"/>
                  </a:srgbClr>
                </a:gs>
                <a:gs pos="100000">
                  <a:srgbClr val="A2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2895758">
              <a:off x="2206835" y="1630105"/>
              <a:ext cx="72193" cy="472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8876131">
              <a:off x="1840437" y="376640"/>
              <a:ext cx="393320" cy="289671"/>
            </a:xfrm>
            <a:prstGeom prst="ellipse">
              <a:avLst/>
            </a:prstGeom>
            <a:gradFill>
              <a:gsLst>
                <a:gs pos="0">
                  <a:srgbClr val="B86300">
                    <a:alpha val="16314"/>
                  </a:srgbClr>
                </a:gs>
                <a:gs pos="14286">
                  <a:srgbClr val="B86300">
                    <a:alpha val="15099"/>
                  </a:srgbClr>
                </a:gs>
                <a:gs pos="28571">
                  <a:srgbClr val="B86300">
                    <a:alpha val="11935"/>
                  </a:srgbClr>
                </a:gs>
                <a:gs pos="42857">
                  <a:srgbClr val="B86300">
                    <a:alpha val="7998"/>
                  </a:srgbClr>
                </a:gs>
                <a:gs pos="57143">
                  <a:srgbClr val="B86300">
                    <a:alpha val="4514"/>
                  </a:srgbClr>
                </a:gs>
                <a:gs pos="71429">
                  <a:srgbClr val="B86300">
                    <a:alpha val="2139"/>
                  </a:srgbClr>
                </a:gs>
                <a:gs pos="85714">
                  <a:srgbClr val="B86300">
                    <a:alpha val="851"/>
                  </a:srgbClr>
                </a:gs>
                <a:gs pos="100000">
                  <a:srgbClr val="B863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8478250">
              <a:off x="27364" y="598611"/>
              <a:ext cx="393302" cy="28584"/>
            </a:xfrm>
            <a:prstGeom prst="ellipse">
              <a:avLst/>
            </a:prstGeom>
            <a:gradFill>
              <a:gsLst>
                <a:gs pos="0">
                  <a:srgbClr val="FFC263">
                    <a:alpha val="32968"/>
                  </a:srgbClr>
                </a:gs>
                <a:gs pos="14286">
                  <a:srgbClr val="FFC263">
                    <a:alpha val="30764"/>
                  </a:srgbClr>
                </a:gs>
                <a:gs pos="28571">
                  <a:srgbClr val="FFC263">
                    <a:alpha val="24833"/>
                  </a:srgbClr>
                </a:gs>
                <a:gs pos="42857">
                  <a:srgbClr val="FFC263">
                    <a:alpha val="17075"/>
                  </a:srgbClr>
                </a:gs>
                <a:gs pos="57143">
                  <a:srgbClr val="FFC263">
                    <a:alpha val="9855"/>
                  </a:srgbClr>
                </a:gs>
                <a:gs pos="71429">
                  <a:srgbClr val="FFC263">
                    <a:alpha val="4740"/>
                  </a:srgbClr>
                </a:gs>
                <a:gs pos="85714">
                  <a:srgbClr val="FFC263">
                    <a:alpha val="1902"/>
                  </a:srgbClr>
                </a:gs>
                <a:gs pos="100000">
                  <a:srgbClr val="FFC2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10381519">
              <a:off x="279355" y="2196247"/>
              <a:ext cx="231652" cy="200009"/>
            </a:xfrm>
            <a:prstGeom prst="ellipse">
              <a:avLst/>
            </a:prstGeom>
            <a:gradFill>
              <a:gsLst>
                <a:gs pos="0">
                  <a:srgbClr val="FFFBDA">
                    <a:alpha val="26795"/>
                  </a:srgbClr>
                </a:gs>
                <a:gs pos="14286">
                  <a:srgbClr val="FFFBDA">
                    <a:alpha val="24925"/>
                  </a:srgbClr>
                </a:gs>
                <a:gs pos="28571">
                  <a:srgbClr val="FFFBDA">
                    <a:alpha val="19956"/>
                  </a:srgbClr>
                </a:gs>
                <a:gs pos="42857">
                  <a:srgbClr val="FFFBDA">
                    <a:alpha val="13584"/>
                  </a:srgbClr>
                </a:gs>
                <a:gs pos="57143">
                  <a:srgbClr val="FFFBDA">
                    <a:alpha val="7771"/>
                  </a:srgbClr>
                </a:gs>
                <a:gs pos="71429">
                  <a:srgbClr val="FFFBDA">
                    <a:alpha val="3716"/>
                  </a:srgbClr>
                </a:gs>
                <a:gs pos="85714">
                  <a:srgbClr val="FFFBDA">
                    <a:alpha val="1486"/>
                  </a:srgbClr>
                </a:gs>
                <a:gs pos="100000">
                  <a:srgbClr val="FFFBDA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3141012">
              <a:off x="425140" y="2122255"/>
              <a:ext cx="242541" cy="128670"/>
            </a:xfrm>
            <a:prstGeom prst="ellipse">
              <a:avLst/>
            </a:prstGeom>
            <a:gradFill>
              <a:gsLst>
                <a:gs pos="0">
                  <a:srgbClr val="BE0000">
                    <a:alpha val="32968"/>
                  </a:srgbClr>
                </a:gs>
                <a:gs pos="14286">
                  <a:srgbClr val="BE0000">
                    <a:alpha val="30764"/>
                  </a:srgbClr>
                </a:gs>
                <a:gs pos="28571">
                  <a:srgbClr val="BE0000">
                    <a:alpha val="24833"/>
                  </a:srgbClr>
                </a:gs>
                <a:gs pos="42857">
                  <a:srgbClr val="BE0000">
                    <a:alpha val="17075"/>
                  </a:srgbClr>
                </a:gs>
                <a:gs pos="57143">
                  <a:srgbClr val="BE0000">
                    <a:alpha val="9855"/>
                  </a:srgbClr>
                </a:gs>
                <a:gs pos="71429">
                  <a:srgbClr val="BE0000">
                    <a:alpha val="4740"/>
                  </a:srgbClr>
                </a:gs>
                <a:gs pos="85714">
                  <a:srgbClr val="BE0000">
                    <a:alpha val="1902"/>
                  </a:srgbClr>
                </a:gs>
                <a:gs pos="100000">
                  <a:srgbClr val="B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7696914">
              <a:off x="2289980" y="1696026"/>
              <a:ext cx="81271" cy="40111"/>
            </a:xfrm>
            <a:prstGeom prst="ellipse">
              <a:avLst/>
            </a:prstGeom>
            <a:gradFill>
              <a:gsLst>
                <a:gs pos="0">
                  <a:srgbClr val="FFFFC5">
                    <a:alpha val="32968"/>
                  </a:srgbClr>
                </a:gs>
                <a:gs pos="14286">
                  <a:srgbClr val="FFFFC5">
                    <a:alpha val="30764"/>
                  </a:srgbClr>
                </a:gs>
                <a:gs pos="28571">
                  <a:srgbClr val="FFFFC5">
                    <a:alpha val="24833"/>
                  </a:srgbClr>
                </a:gs>
                <a:gs pos="42857">
                  <a:srgbClr val="FFFFC5">
                    <a:alpha val="17075"/>
                  </a:srgbClr>
                </a:gs>
                <a:gs pos="57143">
                  <a:srgbClr val="FFFFC5">
                    <a:alpha val="9855"/>
                  </a:srgbClr>
                </a:gs>
                <a:gs pos="71429">
                  <a:srgbClr val="FFFFC5">
                    <a:alpha val="4740"/>
                  </a:srgbClr>
                </a:gs>
                <a:gs pos="85714">
                  <a:srgbClr val="FFFFC5">
                    <a:alpha val="1902"/>
                  </a:srgbClr>
                </a:gs>
                <a:gs pos="100000">
                  <a:srgbClr val="FFFF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-10547836">
              <a:off x="139357" y="2102270"/>
              <a:ext cx="262473" cy="260013"/>
            </a:xfrm>
            <a:prstGeom prst="ellipse">
              <a:avLst/>
            </a:prstGeom>
            <a:gradFill>
              <a:gsLst>
                <a:gs pos="0">
                  <a:srgbClr val="EEA22C">
                    <a:alpha val="9481"/>
                  </a:srgbClr>
                </a:gs>
                <a:gs pos="14286">
                  <a:srgbClr val="EEA22C">
                    <a:alpha val="8749"/>
                  </a:srgbClr>
                </a:gs>
                <a:gs pos="28571">
                  <a:srgbClr val="EEA22C">
                    <a:alpha val="6862"/>
                  </a:srgbClr>
                </a:gs>
                <a:gs pos="42857">
                  <a:srgbClr val="EEA22C">
                    <a:alpha val="4556"/>
                  </a:srgbClr>
                </a:gs>
                <a:gs pos="57143">
                  <a:srgbClr val="EEA22C">
                    <a:alpha val="2551"/>
                  </a:srgbClr>
                </a:gs>
                <a:gs pos="71429">
                  <a:srgbClr val="EEA22C">
                    <a:alpha val="1202"/>
                  </a:srgbClr>
                </a:gs>
                <a:gs pos="85714">
                  <a:srgbClr val="EEA22C">
                    <a:alpha val="477"/>
                  </a:srgbClr>
                </a:gs>
                <a:gs pos="100000">
                  <a:srgbClr val="EEA22C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4057848">
              <a:off x="2686993" y="2230131"/>
              <a:ext cx="278432" cy="275560"/>
            </a:xfrm>
            <a:prstGeom prst="ellipse">
              <a:avLst/>
            </a:prstGeom>
            <a:gradFill>
              <a:gsLst>
                <a:gs pos="0">
                  <a:srgbClr val="2F9E68">
                    <a:alpha val="3270"/>
                  </a:srgbClr>
                </a:gs>
                <a:gs pos="14286">
                  <a:srgbClr val="2F9E68">
                    <a:alpha val="3010"/>
                  </a:srgbClr>
                </a:gs>
                <a:gs pos="28571">
                  <a:srgbClr val="2F9E68">
                    <a:alpha val="2345"/>
                  </a:srgbClr>
                </a:gs>
                <a:gs pos="42857">
                  <a:srgbClr val="2F9E68">
                    <a:alpha val="1544"/>
                  </a:srgbClr>
                </a:gs>
                <a:gs pos="57143">
                  <a:srgbClr val="2F9E68">
                    <a:alpha val="859"/>
                  </a:srgbClr>
                </a:gs>
                <a:gs pos="71429">
                  <a:srgbClr val="2F9E68">
                    <a:alpha val="403"/>
                  </a:srgbClr>
                </a:gs>
                <a:gs pos="85714">
                  <a:srgbClr val="2F9E68">
                    <a:alpha val="160"/>
                  </a:srgbClr>
                </a:gs>
                <a:gs pos="100000">
                  <a:srgbClr val="2F9E68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5415421">
              <a:off x="208543" y="2230191"/>
              <a:ext cx="258074" cy="41802"/>
            </a:xfrm>
            <a:prstGeom prst="ellipse">
              <a:avLst/>
            </a:prstGeom>
            <a:gradFill>
              <a:gsLst>
                <a:gs pos="0">
                  <a:srgbClr val="FFFDCC">
                    <a:alpha val="20946"/>
                  </a:srgbClr>
                </a:gs>
                <a:gs pos="14286">
                  <a:srgbClr val="FFFDCC">
                    <a:alpha val="19429"/>
                  </a:srgbClr>
                </a:gs>
                <a:gs pos="28571">
                  <a:srgbClr val="FFFDCC">
                    <a:alpha val="15442"/>
                  </a:srgbClr>
                </a:gs>
                <a:gs pos="42857">
                  <a:srgbClr val="FFFDCC">
                    <a:alpha val="10418"/>
                  </a:srgbClr>
                </a:gs>
                <a:gs pos="57143">
                  <a:srgbClr val="FFFDCC">
                    <a:alpha val="5914"/>
                  </a:srgbClr>
                </a:gs>
                <a:gs pos="71429">
                  <a:srgbClr val="FFFDCC">
                    <a:alpha val="2813"/>
                  </a:srgbClr>
                </a:gs>
                <a:gs pos="85714">
                  <a:srgbClr val="FFFDCC">
                    <a:alpha val="1122"/>
                  </a:srgbClr>
                </a:gs>
                <a:gs pos="100000">
                  <a:srgbClr val="FFFDCC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-10469716">
              <a:off x="1584236" y="258775"/>
              <a:ext cx="350288" cy="260822"/>
            </a:xfrm>
            <a:prstGeom prst="ellipse">
              <a:avLst/>
            </a:prstGeom>
            <a:gradFill>
              <a:gsLst>
                <a:gs pos="0">
                  <a:srgbClr val="F6BC60">
                    <a:alpha val="8754"/>
                  </a:srgbClr>
                </a:gs>
                <a:gs pos="14286">
                  <a:srgbClr val="F6BC60">
                    <a:alpha val="8076"/>
                  </a:srgbClr>
                </a:gs>
                <a:gs pos="28571">
                  <a:srgbClr val="F6BC60">
                    <a:alpha val="6329"/>
                  </a:srgbClr>
                </a:gs>
                <a:gs pos="42857">
                  <a:srgbClr val="F6BC60">
                    <a:alpha val="4198"/>
                  </a:srgbClr>
                </a:gs>
                <a:gs pos="57143">
                  <a:srgbClr val="F6BC60">
                    <a:alpha val="2348"/>
                  </a:srgbClr>
                </a:gs>
                <a:gs pos="71429">
                  <a:srgbClr val="F6BC60">
                    <a:alpha val="1106"/>
                  </a:srgbClr>
                </a:gs>
                <a:gs pos="85714">
                  <a:srgbClr val="F6BC60">
                    <a:alpha val="439"/>
                  </a:srgbClr>
                </a:gs>
                <a:gs pos="100000">
                  <a:srgbClr val="F6BC60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8603389">
              <a:off x="3443188" y="774541"/>
              <a:ext cx="358401" cy="163433"/>
            </a:xfrm>
            <a:prstGeom prst="ellipse">
              <a:avLst/>
            </a:prstGeom>
            <a:gradFill>
              <a:gsLst>
                <a:gs pos="0">
                  <a:srgbClr val="DBBBA0">
                    <a:alpha val="21967"/>
                  </a:srgbClr>
                </a:gs>
                <a:gs pos="14286">
                  <a:srgbClr val="DBBBA0">
                    <a:alpha val="20386"/>
                  </a:srgbClr>
                </a:gs>
                <a:gs pos="28571">
                  <a:srgbClr val="DBBBA0">
                    <a:alpha val="16223"/>
                  </a:srgbClr>
                </a:gs>
                <a:gs pos="42857">
                  <a:srgbClr val="DBBBA0">
                    <a:alpha val="10962"/>
                  </a:srgbClr>
                </a:gs>
                <a:gs pos="57143">
                  <a:srgbClr val="DBBBA0">
                    <a:alpha val="6231"/>
                  </a:srgbClr>
                </a:gs>
                <a:gs pos="71429">
                  <a:srgbClr val="DBBBA0">
                    <a:alpha val="2967"/>
                  </a:srgbClr>
                </a:gs>
                <a:gs pos="85714">
                  <a:srgbClr val="DBBBA0">
                    <a:alpha val="1184"/>
                  </a:srgbClr>
                </a:gs>
                <a:gs pos="100000">
                  <a:srgbClr val="DBBBA0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7563718">
              <a:off x="3259450" y="138157"/>
              <a:ext cx="387119" cy="191163"/>
            </a:xfrm>
            <a:prstGeom prst="ellipse">
              <a:avLst/>
            </a:prstGeom>
            <a:gradFill>
              <a:gsLst>
                <a:gs pos="0">
                  <a:srgbClr val="CFB58E">
                    <a:alpha val="31126"/>
                  </a:srgbClr>
                </a:gs>
                <a:gs pos="14286">
                  <a:srgbClr val="CFB58E">
                    <a:alpha val="29017"/>
                  </a:srgbClr>
                </a:gs>
                <a:gs pos="28571">
                  <a:srgbClr val="CFB58E">
                    <a:alpha val="23364"/>
                  </a:srgbClr>
                </a:gs>
                <a:gs pos="42857">
                  <a:srgbClr val="CFB58E">
                    <a:alpha val="16016"/>
                  </a:srgbClr>
                </a:gs>
                <a:gs pos="57143">
                  <a:srgbClr val="CFB58E">
                    <a:alpha val="9219"/>
                  </a:srgbClr>
                </a:gs>
                <a:gs pos="71429">
                  <a:srgbClr val="CFB58E">
                    <a:alpha val="4426"/>
                  </a:srgbClr>
                </a:gs>
                <a:gs pos="85714">
                  <a:srgbClr val="CFB58E">
                    <a:alpha val="1774"/>
                  </a:srgbClr>
                </a:gs>
                <a:gs pos="100000">
                  <a:srgbClr val="CFB58E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8557494">
              <a:off x="-116466" y="546735"/>
              <a:ext cx="517174" cy="183378"/>
            </a:xfrm>
            <a:prstGeom prst="ellipse">
              <a:avLst/>
            </a:prstGeom>
            <a:gradFill>
              <a:gsLst>
                <a:gs pos="0">
                  <a:srgbClr val="FF2300">
                    <a:alpha val="14827"/>
                  </a:srgbClr>
                </a:gs>
                <a:gs pos="14286">
                  <a:srgbClr val="FF2300">
                    <a:alpha val="13714"/>
                  </a:srgbClr>
                </a:gs>
                <a:gs pos="28571">
                  <a:srgbClr val="FF2300">
                    <a:alpha val="10821"/>
                  </a:srgbClr>
                </a:gs>
                <a:gs pos="42857">
                  <a:srgbClr val="FF2300">
                    <a:alpha val="7237"/>
                  </a:srgbClr>
                </a:gs>
                <a:gs pos="57143">
                  <a:srgbClr val="FF2300">
                    <a:alpha val="4077"/>
                  </a:srgbClr>
                </a:gs>
                <a:gs pos="71429">
                  <a:srgbClr val="FF2300">
                    <a:alpha val="1930"/>
                  </a:srgbClr>
                </a:gs>
                <a:gs pos="85714">
                  <a:srgbClr val="FF2300">
                    <a:alpha val="768"/>
                  </a:srgbClr>
                </a:gs>
                <a:gs pos="100000">
                  <a:srgbClr val="FF2300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8755550">
              <a:off x="1841855" y="1170488"/>
              <a:ext cx="708713" cy="1211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-10776640">
              <a:off x="3433953" y="753730"/>
              <a:ext cx="300743" cy="300628"/>
            </a:xfrm>
            <a:prstGeom prst="ellipse">
              <a:avLst/>
            </a:prstGeom>
            <a:gradFill>
              <a:gsLst>
                <a:gs pos="0">
                  <a:srgbClr val="F7940D">
                    <a:alpha val="4034"/>
                  </a:srgbClr>
                </a:gs>
                <a:gs pos="14286">
                  <a:srgbClr val="F7940D">
                    <a:alpha val="3714"/>
                  </a:srgbClr>
                </a:gs>
                <a:gs pos="28571">
                  <a:srgbClr val="F7940D">
                    <a:alpha val="2896"/>
                  </a:srgbClr>
                </a:gs>
                <a:gs pos="42857">
                  <a:srgbClr val="F7940D">
                    <a:alpha val="1909"/>
                  </a:srgbClr>
                </a:gs>
                <a:gs pos="57143">
                  <a:srgbClr val="F7940D">
                    <a:alpha val="1062"/>
                  </a:srgbClr>
                </a:gs>
                <a:gs pos="71429">
                  <a:srgbClr val="F7940D">
                    <a:alpha val="499"/>
                  </a:srgbClr>
                </a:gs>
                <a:gs pos="85714">
                  <a:srgbClr val="F7940D">
                    <a:alpha val="197"/>
                  </a:srgbClr>
                </a:gs>
                <a:gs pos="100000">
                  <a:srgbClr val="F7940D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-10420108">
              <a:off x="309938" y="1772391"/>
              <a:ext cx="312035" cy="296126"/>
            </a:xfrm>
            <a:prstGeom prst="ellipse">
              <a:avLst/>
            </a:prstGeom>
            <a:gradFill>
              <a:gsLst>
                <a:gs pos="0">
                  <a:srgbClr val="FF1400">
                    <a:alpha val="4655"/>
                  </a:srgbClr>
                </a:gs>
                <a:gs pos="14286">
                  <a:srgbClr val="FF1400">
                    <a:alpha val="4286"/>
                  </a:srgbClr>
                </a:gs>
                <a:gs pos="28571">
                  <a:srgbClr val="FF1400">
                    <a:alpha val="3344"/>
                  </a:srgbClr>
                </a:gs>
                <a:gs pos="42857">
                  <a:srgbClr val="FF1400">
                    <a:alpha val="2207"/>
                  </a:srgbClr>
                </a:gs>
                <a:gs pos="57143">
                  <a:srgbClr val="FF1400">
                    <a:alpha val="1229"/>
                  </a:srgbClr>
                </a:gs>
                <a:gs pos="71429">
                  <a:srgbClr val="FF1400">
                    <a:alpha val="577"/>
                  </a:srgbClr>
                </a:gs>
                <a:gs pos="85714">
                  <a:srgbClr val="FF1400">
                    <a:alpha val="229"/>
                  </a:srgbClr>
                </a:gs>
                <a:gs pos="100000">
                  <a:srgbClr val="FF14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8282919">
              <a:off x="36218" y="811184"/>
              <a:ext cx="273770" cy="209116"/>
            </a:xfrm>
            <a:prstGeom prst="ellipse">
              <a:avLst/>
            </a:prstGeom>
            <a:gradFill>
              <a:gsLst>
                <a:gs pos="0">
                  <a:srgbClr val="CA0000">
                    <a:alpha val="8091"/>
                  </a:srgbClr>
                </a:gs>
                <a:gs pos="14286">
                  <a:srgbClr val="CA0000">
                    <a:alpha val="7462"/>
                  </a:srgbClr>
                </a:gs>
                <a:gs pos="28571">
                  <a:srgbClr val="CA0000">
                    <a:alpha val="5844"/>
                  </a:srgbClr>
                </a:gs>
                <a:gs pos="42857">
                  <a:srgbClr val="CA0000">
                    <a:alpha val="3873"/>
                  </a:srgbClr>
                </a:gs>
                <a:gs pos="57143">
                  <a:srgbClr val="CA0000">
                    <a:alpha val="2165"/>
                  </a:srgbClr>
                </a:gs>
                <a:gs pos="71429">
                  <a:srgbClr val="CA0000">
                    <a:alpha val="1019"/>
                  </a:srgbClr>
                </a:gs>
                <a:gs pos="85714">
                  <a:srgbClr val="CA0000">
                    <a:alpha val="404"/>
                  </a:srgbClr>
                </a:gs>
                <a:gs pos="100000">
                  <a:srgbClr val="CA00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5347555">
              <a:off x="1165436" y="500856"/>
              <a:ext cx="321099" cy="294908"/>
            </a:xfrm>
            <a:prstGeom prst="ellipse">
              <a:avLst/>
            </a:prstGeom>
            <a:gradFill>
              <a:gsLst>
                <a:gs pos="0">
                  <a:srgbClr val="FF5E00">
                    <a:alpha val="3104"/>
                  </a:srgbClr>
                </a:gs>
                <a:gs pos="14286">
                  <a:srgbClr val="FF5E00">
                    <a:alpha val="2857"/>
                  </a:srgbClr>
                </a:gs>
                <a:gs pos="28571">
                  <a:srgbClr val="FF5E00">
                    <a:alpha val="2225"/>
                  </a:srgbClr>
                </a:gs>
                <a:gs pos="42857">
                  <a:srgbClr val="FF5E00">
                    <a:alpha val="1465"/>
                  </a:srgbClr>
                </a:gs>
                <a:gs pos="57143">
                  <a:srgbClr val="FF5E00">
                    <a:alpha val="815"/>
                  </a:srgbClr>
                </a:gs>
                <a:gs pos="71429">
                  <a:srgbClr val="FF5E00">
                    <a:alpha val="382"/>
                  </a:srgbClr>
                </a:gs>
                <a:gs pos="85714">
                  <a:srgbClr val="FF5E00">
                    <a:alpha val="151"/>
                  </a:srgbClr>
                </a:gs>
                <a:gs pos="100000">
                  <a:srgbClr val="FF5E00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8202797">
              <a:off x="2914205" y="1510280"/>
              <a:ext cx="474973" cy="101744"/>
            </a:xfrm>
            <a:prstGeom prst="ellipse">
              <a:avLst/>
            </a:prstGeom>
            <a:gradFill>
              <a:gsLst>
                <a:gs pos="0">
                  <a:srgbClr val="F07734">
                    <a:alpha val="32968"/>
                  </a:srgbClr>
                </a:gs>
                <a:gs pos="14286">
                  <a:srgbClr val="F07734">
                    <a:alpha val="30764"/>
                  </a:srgbClr>
                </a:gs>
                <a:gs pos="28571">
                  <a:srgbClr val="F07734">
                    <a:alpha val="24833"/>
                  </a:srgbClr>
                </a:gs>
                <a:gs pos="42857">
                  <a:srgbClr val="F07734">
                    <a:alpha val="17075"/>
                  </a:srgbClr>
                </a:gs>
                <a:gs pos="57143">
                  <a:srgbClr val="F07734">
                    <a:alpha val="9855"/>
                  </a:srgbClr>
                </a:gs>
                <a:gs pos="71429">
                  <a:srgbClr val="F07734">
                    <a:alpha val="4740"/>
                  </a:srgbClr>
                </a:gs>
                <a:gs pos="85714">
                  <a:srgbClr val="F07734">
                    <a:alpha val="1902"/>
                  </a:srgbClr>
                </a:gs>
                <a:gs pos="100000">
                  <a:srgbClr val="F077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8657761">
              <a:off x="2131729" y="1768553"/>
              <a:ext cx="625306" cy="482549"/>
            </a:xfrm>
            <a:prstGeom prst="ellipse">
              <a:avLst/>
            </a:prstGeom>
            <a:gradFill>
              <a:gsLst>
                <a:gs pos="0">
                  <a:srgbClr val="D70000">
                    <a:alpha val="32968"/>
                  </a:srgbClr>
                </a:gs>
                <a:gs pos="14286">
                  <a:srgbClr val="D70000">
                    <a:alpha val="30764"/>
                  </a:srgbClr>
                </a:gs>
                <a:gs pos="28571">
                  <a:srgbClr val="D70000">
                    <a:alpha val="24833"/>
                  </a:srgbClr>
                </a:gs>
                <a:gs pos="42857">
                  <a:srgbClr val="D70000">
                    <a:alpha val="17075"/>
                  </a:srgbClr>
                </a:gs>
                <a:gs pos="57143">
                  <a:srgbClr val="D70000">
                    <a:alpha val="9855"/>
                  </a:srgbClr>
                </a:gs>
                <a:gs pos="71429">
                  <a:srgbClr val="D70000">
                    <a:alpha val="4740"/>
                  </a:srgbClr>
                </a:gs>
                <a:gs pos="85714">
                  <a:srgbClr val="D70000">
                    <a:alpha val="1902"/>
                  </a:srgbClr>
                </a:gs>
                <a:gs pos="100000">
                  <a:srgbClr val="D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8146622">
              <a:off x="2675450" y="2086598"/>
              <a:ext cx="292539" cy="144863"/>
            </a:xfrm>
            <a:prstGeom prst="ellipse">
              <a:avLst/>
            </a:prstGeom>
            <a:gradFill>
              <a:gsLst>
                <a:gs pos="0">
                  <a:srgbClr val="FE652B">
                    <a:alpha val="15335"/>
                  </a:srgbClr>
                </a:gs>
                <a:gs pos="14286">
                  <a:srgbClr val="FE652B">
                    <a:alpha val="14188"/>
                  </a:srgbClr>
                </a:gs>
                <a:gs pos="28571">
                  <a:srgbClr val="FE652B">
                    <a:alpha val="11202"/>
                  </a:srgbClr>
                </a:gs>
                <a:gs pos="42857">
                  <a:srgbClr val="FE652B">
                    <a:alpha val="7497"/>
                  </a:srgbClr>
                </a:gs>
                <a:gs pos="57143">
                  <a:srgbClr val="FE652B">
                    <a:alpha val="4226"/>
                  </a:srgbClr>
                </a:gs>
                <a:gs pos="71429">
                  <a:srgbClr val="FE652B">
                    <a:alpha val="2001"/>
                  </a:srgbClr>
                </a:gs>
                <a:gs pos="85714">
                  <a:srgbClr val="FE652B">
                    <a:alpha val="796"/>
                  </a:srgbClr>
                </a:gs>
                <a:gs pos="100000">
                  <a:srgbClr val="FE652B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6486517">
              <a:off x="895904" y="514214"/>
              <a:ext cx="235472" cy="121748"/>
            </a:xfrm>
            <a:prstGeom prst="ellipse">
              <a:avLst/>
            </a:prstGeom>
            <a:gradFill>
              <a:gsLst>
                <a:gs pos="0">
                  <a:srgbClr val="AA1C00">
                    <a:alpha val="30512"/>
                  </a:srgbClr>
                </a:gs>
                <a:gs pos="14286">
                  <a:srgbClr val="AA1C00">
                    <a:alpha val="28435"/>
                  </a:srgbClr>
                </a:gs>
                <a:gs pos="28571">
                  <a:srgbClr val="AA1C00">
                    <a:alpha val="22877"/>
                  </a:srgbClr>
                </a:gs>
                <a:gs pos="42857">
                  <a:srgbClr val="AA1C00">
                    <a:alpha val="15667"/>
                  </a:srgbClr>
                </a:gs>
                <a:gs pos="57143">
                  <a:srgbClr val="AA1C00">
                    <a:alpha val="9009"/>
                  </a:srgbClr>
                </a:gs>
                <a:gs pos="71429">
                  <a:srgbClr val="AA1C00">
                    <a:alpha val="4323"/>
                  </a:srgbClr>
                </a:gs>
                <a:gs pos="85714">
                  <a:srgbClr val="AA1C00">
                    <a:alpha val="1732"/>
                  </a:srgbClr>
                </a:gs>
                <a:gs pos="100000">
                  <a:srgbClr val="AA1C00">
                    <a:alpha val="5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9272863">
              <a:off x="1955605" y="1461854"/>
              <a:ext cx="342667" cy="208862"/>
            </a:xfrm>
            <a:prstGeom prst="ellipse">
              <a:avLst/>
            </a:prstGeom>
            <a:gradFill>
              <a:gsLst>
                <a:gs pos="0">
                  <a:srgbClr val="00FFBF">
                    <a:alpha val="2048"/>
                  </a:srgbClr>
                </a:gs>
                <a:gs pos="14286">
                  <a:srgbClr val="00FFBF">
                    <a:alpha val="1884"/>
                  </a:srgbClr>
                </a:gs>
                <a:gs pos="28571">
                  <a:srgbClr val="00FFBF">
                    <a:alpha val="1466"/>
                  </a:srgbClr>
                </a:gs>
                <a:gs pos="42857">
                  <a:srgbClr val="00FFBF">
                    <a:alpha val="964"/>
                  </a:srgbClr>
                </a:gs>
                <a:gs pos="57143">
                  <a:srgbClr val="00FFBF">
                    <a:alpha val="535"/>
                  </a:srgbClr>
                </a:gs>
                <a:gs pos="71429">
                  <a:srgbClr val="00FFBF">
                    <a:alpha val="251"/>
                  </a:srgbClr>
                </a:gs>
                <a:gs pos="85714">
                  <a:srgbClr val="00FFBF">
                    <a:alpha val="99"/>
                  </a:srgbClr>
                </a:gs>
                <a:gs pos="100000">
                  <a:srgbClr val="00FFBF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5650851">
              <a:off x="179907" y="2236372"/>
              <a:ext cx="299181" cy="292527"/>
            </a:xfrm>
            <a:prstGeom prst="ellipse">
              <a:avLst/>
            </a:prstGeom>
            <a:gradFill>
              <a:gsLst>
                <a:gs pos="0">
                  <a:srgbClr val="E2B49A">
                    <a:alpha val="3020"/>
                  </a:srgbClr>
                </a:gs>
                <a:gs pos="14286">
                  <a:srgbClr val="E2B49A">
                    <a:alpha val="2779"/>
                  </a:srgbClr>
                </a:gs>
                <a:gs pos="28571">
                  <a:srgbClr val="E2B49A">
                    <a:alpha val="2164"/>
                  </a:srgbClr>
                </a:gs>
                <a:gs pos="42857">
                  <a:srgbClr val="E2B49A">
                    <a:alpha val="1425"/>
                  </a:srgbClr>
                </a:gs>
                <a:gs pos="57143">
                  <a:srgbClr val="E2B49A">
                    <a:alpha val="792"/>
                  </a:srgbClr>
                </a:gs>
                <a:gs pos="71429">
                  <a:srgbClr val="E2B49A">
                    <a:alpha val="372"/>
                  </a:srgbClr>
                </a:gs>
                <a:gs pos="85714">
                  <a:srgbClr val="E2B49A">
                    <a:alpha val="147"/>
                  </a:srgbClr>
                </a:gs>
                <a:gs pos="100000">
                  <a:srgbClr val="E2B49A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5381094">
              <a:off x="1890584" y="756384"/>
              <a:ext cx="308620" cy="308021"/>
            </a:xfrm>
            <a:prstGeom prst="ellipse">
              <a:avLst/>
            </a:prstGeom>
            <a:gradFill>
              <a:gsLst>
                <a:gs pos="0">
                  <a:srgbClr val="EE8A00">
                    <a:alpha val="6374"/>
                  </a:srgbClr>
                </a:gs>
                <a:gs pos="14286">
                  <a:srgbClr val="EE8A00">
                    <a:alpha val="5874"/>
                  </a:srgbClr>
                </a:gs>
                <a:gs pos="28571">
                  <a:srgbClr val="EE8A00">
                    <a:alpha val="4591"/>
                  </a:srgbClr>
                </a:gs>
                <a:gs pos="42857">
                  <a:srgbClr val="EE8A00">
                    <a:alpha val="3036"/>
                  </a:srgbClr>
                </a:gs>
                <a:gs pos="57143">
                  <a:srgbClr val="EE8A00">
                    <a:alpha val="1694"/>
                  </a:srgbClr>
                </a:gs>
                <a:gs pos="71429">
                  <a:srgbClr val="EE8A00">
                    <a:alpha val="796"/>
                  </a:srgbClr>
                </a:gs>
                <a:gs pos="85714">
                  <a:srgbClr val="EE8A00">
                    <a:alpha val="316"/>
                  </a:srgbClr>
                </a:gs>
                <a:gs pos="100000">
                  <a:srgbClr val="EE8A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8235768">
              <a:off x="499533" y="634519"/>
              <a:ext cx="260392" cy="42329"/>
            </a:xfrm>
            <a:prstGeom prst="ellipse">
              <a:avLst/>
            </a:prstGeom>
            <a:gradFill>
              <a:gsLst>
                <a:gs pos="0">
                  <a:srgbClr val="FFB870">
                    <a:alpha val="27377"/>
                  </a:srgbClr>
                </a:gs>
                <a:gs pos="14286">
                  <a:srgbClr val="FFB870">
                    <a:alpha val="25474"/>
                  </a:srgbClr>
                </a:gs>
                <a:gs pos="28571">
                  <a:srgbClr val="FFB870">
                    <a:alpha val="20411"/>
                  </a:srgbClr>
                </a:gs>
                <a:gs pos="42857">
                  <a:srgbClr val="FFB870">
                    <a:alpha val="13907"/>
                  </a:srgbClr>
                </a:gs>
                <a:gs pos="57143">
                  <a:srgbClr val="FFB870">
                    <a:alpha val="7962"/>
                  </a:srgbClr>
                </a:gs>
                <a:gs pos="71429">
                  <a:srgbClr val="FFB870">
                    <a:alpha val="3809"/>
                  </a:srgbClr>
                </a:gs>
                <a:gs pos="85714">
                  <a:srgbClr val="FFB870">
                    <a:alpha val="1524"/>
                  </a:srgbClr>
                </a:gs>
                <a:gs pos="100000">
                  <a:srgbClr val="FFB870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5689725">
              <a:off x="229911" y="2245729"/>
              <a:ext cx="302394" cy="292107"/>
            </a:xfrm>
            <a:prstGeom prst="ellipse">
              <a:avLst/>
            </a:prstGeom>
            <a:gradFill>
              <a:gsLst>
                <a:gs pos="0">
                  <a:srgbClr val="FFBC80">
                    <a:alpha val="2439"/>
                  </a:srgbClr>
                </a:gs>
                <a:gs pos="14286">
                  <a:srgbClr val="FFBC80">
                    <a:alpha val="2244"/>
                  </a:srgbClr>
                </a:gs>
                <a:gs pos="28571">
                  <a:srgbClr val="FFBC80">
                    <a:alpha val="1747"/>
                  </a:srgbClr>
                </a:gs>
                <a:gs pos="42857">
                  <a:srgbClr val="FFBC80">
                    <a:alpha val="1149"/>
                  </a:srgbClr>
                </a:gs>
                <a:gs pos="57143">
                  <a:srgbClr val="FFBC80">
                    <a:alpha val="638"/>
                  </a:srgbClr>
                </a:gs>
                <a:gs pos="71429">
                  <a:srgbClr val="FFBC80">
                    <a:alpha val="299"/>
                  </a:srgbClr>
                </a:gs>
                <a:gs pos="85714">
                  <a:srgbClr val="FFBC80">
                    <a:alpha val="118"/>
                  </a:srgbClr>
                </a:gs>
                <a:gs pos="100000">
                  <a:srgbClr val="FFBC80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5501522">
              <a:off x="1917865" y="802518"/>
              <a:ext cx="308610" cy="298378"/>
            </a:xfrm>
            <a:prstGeom prst="ellipse">
              <a:avLst/>
            </a:prstGeom>
            <a:gradFill>
              <a:gsLst>
                <a:gs pos="0">
                  <a:srgbClr val="F09175">
                    <a:alpha val="7784"/>
                  </a:srgbClr>
                </a:gs>
                <a:gs pos="14286">
                  <a:srgbClr val="F09175">
                    <a:alpha val="7177"/>
                  </a:srgbClr>
                </a:gs>
                <a:gs pos="28571">
                  <a:srgbClr val="F09175">
                    <a:alpha val="5619"/>
                  </a:srgbClr>
                </a:gs>
                <a:gs pos="42857">
                  <a:srgbClr val="F09175">
                    <a:alpha val="3722"/>
                  </a:srgbClr>
                </a:gs>
                <a:gs pos="57143">
                  <a:srgbClr val="F09175">
                    <a:alpha val="2080"/>
                  </a:srgbClr>
                </a:gs>
                <a:gs pos="71429">
                  <a:srgbClr val="F09175">
                    <a:alpha val="979"/>
                  </a:srgbClr>
                </a:gs>
                <a:gs pos="85714">
                  <a:srgbClr val="F09175">
                    <a:alpha val="388"/>
                  </a:srgbClr>
                </a:gs>
                <a:gs pos="100000">
                  <a:srgbClr val="F09175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5129032">
              <a:off x="-101171" y="1422432"/>
              <a:ext cx="288064" cy="281863"/>
            </a:xfrm>
            <a:prstGeom prst="ellipse">
              <a:avLst/>
            </a:prstGeom>
            <a:gradFill>
              <a:gsLst>
                <a:gs pos="0">
                  <a:srgbClr val="FF0000">
                    <a:alpha val="1304"/>
                  </a:srgbClr>
                </a:gs>
                <a:gs pos="14286">
                  <a:srgbClr val="FF0000">
                    <a:alpha val="1199"/>
                  </a:srgbClr>
                </a:gs>
                <a:gs pos="28571">
                  <a:srgbClr val="FF0000">
                    <a:alpha val="932"/>
                  </a:srgbClr>
                </a:gs>
                <a:gs pos="42857">
                  <a:srgbClr val="FF0000">
                    <a:alpha val="613"/>
                  </a:srgbClr>
                </a:gs>
                <a:gs pos="57143">
                  <a:srgbClr val="FF0000">
                    <a:alpha val="340"/>
                  </a:srgbClr>
                </a:gs>
                <a:gs pos="71429">
                  <a:srgbClr val="FF0000">
                    <a:alpha val="159"/>
                  </a:srgbClr>
                </a:gs>
                <a:gs pos="85714">
                  <a:srgbClr val="FF0000">
                    <a:alpha val="63"/>
                  </a:srgbClr>
                </a:gs>
                <a:gs pos="100000">
                  <a:srgbClr val="FF00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2843914">
              <a:off x="516421" y="1799469"/>
              <a:ext cx="346927" cy="88163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3134308">
              <a:off x="224320" y="1700572"/>
              <a:ext cx="711236" cy="1574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6412016">
              <a:off x="2094368" y="1082153"/>
              <a:ext cx="648240" cy="916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1"/>
                  </a:srgbClr>
                </a:gs>
                <a:gs pos="14286">
                  <a:srgbClr val="000000">
                    <a:alpha val="30757"/>
                  </a:srgbClr>
                </a:gs>
                <a:gs pos="28571">
                  <a:srgbClr val="000000">
                    <a:alpha val="24828"/>
                  </a:srgbClr>
                </a:gs>
                <a:gs pos="42857">
                  <a:srgbClr val="000000">
                    <a:alpha val="17071"/>
                  </a:srgbClr>
                </a:gs>
                <a:gs pos="57143">
                  <a:srgbClr val="000000">
                    <a:alpha val="9852"/>
                  </a:srgbClr>
                </a:gs>
                <a:gs pos="71429">
                  <a:srgbClr val="000000">
                    <a:alpha val="4739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6208369">
              <a:off x="925941" y="522456"/>
              <a:ext cx="335287" cy="70929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5444411">
              <a:off x="350264" y="2008365"/>
              <a:ext cx="295061" cy="154046"/>
            </a:xfrm>
            <a:prstGeom prst="ellipse">
              <a:avLst/>
            </a:prstGeom>
            <a:gradFill>
              <a:gsLst>
                <a:gs pos="0">
                  <a:srgbClr val="FFD299">
                    <a:alpha val="32968"/>
                  </a:srgbClr>
                </a:gs>
                <a:gs pos="14286">
                  <a:srgbClr val="FFD299">
                    <a:alpha val="30764"/>
                  </a:srgbClr>
                </a:gs>
                <a:gs pos="28571">
                  <a:srgbClr val="FFD299">
                    <a:alpha val="24833"/>
                  </a:srgbClr>
                </a:gs>
                <a:gs pos="42857">
                  <a:srgbClr val="FFD299">
                    <a:alpha val="17075"/>
                  </a:srgbClr>
                </a:gs>
                <a:gs pos="57143">
                  <a:srgbClr val="FFD299">
                    <a:alpha val="9855"/>
                  </a:srgbClr>
                </a:gs>
                <a:gs pos="71429">
                  <a:srgbClr val="FFD299">
                    <a:alpha val="4740"/>
                  </a:srgbClr>
                </a:gs>
                <a:gs pos="85714">
                  <a:srgbClr val="FFD299">
                    <a:alpha val="1902"/>
                  </a:srgbClr>
                </a:gs>
                <a:gs pos="100000">
                  <a:srgbClr val="FFD2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5728565">
              <a:off x="3303334" y="34401"/>
              <a:ext cx="336346" cy="251841"/>
            </a:xfrm>
            <a:prstGeom prst="ellipse">
              <a:avLst/>
            </a:prstGeom>
            <a:gradFill>
              <a:gsLst>
                <a:gs pos="0">
                  <a:srgbClr val="C08D64">
                    <a:alpha val="24169"/>
                  </a:srgbClr>
                </a:gs>
                <a:gs pos="14286">
                  <a:srgbClr val="C08D64">
                    <a:alpha val="22453"/>
                  </a:srgbClr>
                </a:gs>
                <a:gs pos="28571">
                  <a:srgbClr val="C08D64">
                    <a:alpha val="17917"/>
                  </a:srgbClr>
                </a:gs>
                <a:gs pos="42857">
                  <a:srgbClr val="C08D64">
                    <a:alpha val="12147"/>
                  </a:srgbClr>
                </a:gs>
                <a:gs pos="57143">
                  <a:srgbClr val="C08D64">
                    <a:alpha val="6925"/>
                  </a:srgbClr>
                </a:gs>
                <a:gs pos="71429">
                  <a:srgbClr val="C08D64">
                    <a:alpha val="3303"/>
                  </a:srgbClr>
                </a:gs>
                <a:gs pos="85714">
                  <a:srgbClr val="C08D64">
                    <a:alpha val="1319"/>
                  </a:srgbClr>
                </a:gs>
                <a:gs pos="100000">
                  <a:srgbClr val="C08D64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8485633">
              <a:off x="1905078" y="1798348"/>
              <a:ext cx="688013" cy="112646"/>
            </a:xfrm>
            <a:prstGeom prst="ellipse">
              <a:avLst/>
            </a:prstGeom>
            <a:gradFill>
              <a:gsLst>
                <a:gs pos="0">
                  <a:srgbClr val="00000D">
                    <a:alpha val="32968"/>
                  </a:srgbClr>
                </a:gs>
                <a:gs pos="14286">
                  <a:srgbClr val="00000D">
                    <a:alpha val="30764"/>
                  </a:srgbClr>
                </a:gs>
                <a:gs pos="28571">
                  <a:srgbClr val="00000D">
                    <a:alpha val="24833"/>
                  </a:srgbClr>
                </a:gs>
                <a:gs pos="42857">
                  <a:srgbClr val="00000D">
                    <a:alpha val="17075"/>
                  </a:srgbClr>
                </a:gs>
                <a:gs pos="57143">
                  <a:srgbClr val="00000D">
                    <a:alpha val="9855"/>
                  </a:srgbClr>
                </a:gs>
                <a:gs pos="71429">
                  <a:srgbClr val="00000D">
                    <a:alpha val="4740"/>
                  </a:srgbClr>
                </a:gs>
                <a:gs pos="85714">
                  <a:srgbClr val="00000D">
                    <a:alpha val="1902"/>
                  </a:srgbClr>
                </a:gs>
                <a:gs pos="100000">
                  <a:srgbClr val="000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8602379">
              <a:off x="655804" y="555200"/>
              <a:ext cx="339912" cy="24551"/>
            </a:xfrm>
            <a:prstGeom prst="ellipse">
              <a:avLst/>
            </a:prstGeom>
            <a:gradFill>
              <a:gsLst>
                <a:gs pos="0">
                  <a:srgbClr val="FFCC64">
                    <a:alpha val="32968"/>
                  </a:srgbClr>
                </a:gs>
                <a:gs pos="14286">
                  <a:srgbClr val="FFCC64">
                    <a:alpha val="30764"/>
                  </a:srgbClr>
                </a:gs>
                <a:gs pos="28571">
                  <a:srgbClr val="FFCC64">
                    <a:alpha val="24833"/>
                  </a:srgbClr>
                </a:gs>
                <a:gs pos="42857">
                  <a:srgbClr val="FFCC64">
                    <a:alpha val="17075"/>
                  </a:srgbClr>
                </a:gs>
                <a:gs pos="57143">
                  <a:srgbClr val="FFCC64">
                    <a:alpha val="9855"/>
                  </a:srgbClr>
                </a:gs>
                <a:gs pos="71429">
                  <a:srgbClr val="FFCC64">
                    <a:alpha val="4740"/>
                  </a:srgbClr>
                </a:gs>
                <a:gs pos="85714">
                  <a:srgbClr val="FFCC64">
                    <a:alpha val="1902"/>
                  </a:srgbClr>
                </a:gs>
                <a:gs pos="100000">
                  <a:srgbClr val="FFCC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9920840">
              <a:off x="212922" y="1164879"/>
              <a:ext cx="376628" cy="172763"/>
            </a:xfrm>
            <a:prstGeom prst="ellipse">
              <a:avLst/>
            </a:prstGeom>
            <a:gradFill>
              <a:gsLst>
                <a:gs pos="0">
                  <a:srgbClr val="DF0000">
                    <a:alpha val="9873"/>
                  </a:srgbClr>
                </a:gs>
                <a:gs pos="14286">
                  <a:srgbClr val="DF0000">
                    <a:alpha val="9112"/>
                  </a:srgbClr>
                </a:gs>
                <a:gs pos="28571">
                  <a:srgbClr val="DF0000">
                    <a:alpha val="7150"/>
                  </a:srgbClr>
                </a:gs>
                <a:gs pos="42857">
                  <a:srgbClr val="DF0000">
                    <a:alpha val="4749"/>
                  </a:srgbClr>
                </a:gs>
                <a:gs pos="57143">
                  <a:srgbClr val="DF0000">
                    <a:alpha val="2660"/>
                  </a:srgbClr>
                </a:gs>
                <a:gs pos="71429">
                  <a:srgbClr val="DF0000">
                    <a:alpha val="1254"/>
                  </a:srgbClr>
                </a:gs>
                <a:gs pos="85714">
                  <a:srgbClr val="DF0000">
                    <a:alpha val="498"/>
                  </a:srgbClr>
                </a:gs>
                <a:gs pos="100000">
                  <a:srgbClr val="DF00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4392436">
              <a:off x="401526" y="1507617"/>
              <a:ext cx="352269" cy="316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9663064">
              <a:off x="376953" y="1948240"/>
              <a:ext cx="326939" cy="171011"/>
            </a:xfrm>
            <a:prstGeom prst="ellipse">
              <a:avLst/>
            </a:prstGeom>
            <a:gradFill>
              <a:gsLst>
                <a:gs pos="0">
                  <a:srgbClr val="FF0009">
                    <a:alpha val="6505"/>
                  </a:srgbClr>
                </a:gs>
                <a:gs pos="14286">
                  <a:srgbClr val="FF0009">
                    <a:alpha val="5995"/>
                  </a:srgbClr>
                </a:gs>
                <a:gs pos="28571">
                  <a:srgbClr val="FF0009">
                    <a:alpha val="4687"/>
                  </a:srgbClr>
                </a:gs>
                <a:gs pos="42857">
                  <a:srgbClr val="FF0009">
                    <a:alpha val="3099"/>
                  </a:srgbClr>
                </a:gs>
                <a:gs pos="57143">
                  <a:srgbClr val="FF0009">
                    <a:alpha val="1729"/>
                  </a:srgbClr>
                </a:gs>
                <a:gs pos="71429">
                  <a:srgbClr val="FF0009">
                    <a:alpha val="813"/>
                  </a:srgbClr>
                </a:gs>
                <a:gs pos="85714">
                  <a:srgbClr val="FF0009">
                    <a:alpha val="322"/>
                  </a:srgbClr>
                </a:gs>
                <a:gs pos="100000">
                  <a:srgbClr val="FF0009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7798694">
              <a:off x="229533" y="1919310"/>
              <a:ext cx="292051" cy="274827"/>
            </a:xfrm>
            <a:prstGeom prst="ellipse">
              <a:avLst/>
            </a:prstGeom>
            <a:gradFill>
              <a:gsLst>
                <a:gs pos="0">
                  <a:srgbClr val="EEC4A2">
                    <a:alpha val="4142"/>
                  </a:srgbClr>
                </a:gs>
                <a:gs pos="14286">
                  <a:srgbClr val="EEC4A2">
                    <a:alpha val="3813"/>
                  </a:srgbClr>
                </a:gs>
                <a:gs pos="28571">
                  <a:srgbClr val="EEC4A2">
                    <a:alpha val="2973"/>
                  </a:srgbClr>
                </a:gs>
                <a:gs pos="42857">
                  <a:srgbClr val="EEC4A2">
                    <a:alpha val="1960"/>
                  </a:srgbClr>
                </a:gs>
                <a:gs pos="57143">
                  <a:srgbClr val="EEC4A2">
                    <a:alpha val="1091"/>
                  </a:srgbClr>
                </a:gs>
                <a:gs pos="71429">
                  <a:srgbClr val="EEC4A2">
                    <a:alpha val="512"/>
                  </a:srgbClr>
                </a:gs>
                <a:gs pos="85714">
                  <a:srgbClr val="EEC4A2">
                    <a:alpha val="203"/>
                  </a:srgbClr>
                </a:gs>
                <a:gs pos="100000">
                  <a:srgbClr val="EEC4A2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5859967">
              <a:off x="194646" y="2229853"/>
              <a:ext cx="299718" cy="289071"/>
            </a:xfrm>
            <a:prstGeom prst="ellipse">
              <a:avLst/>
            </a:prstGeom>
            <a:gradFill>
              <a:gsLst>
                <a:gs pos="0">
                  <a:srgbClr val="F7BEA6">
                    <a:alpha val="3481"/>
                  </a:srgbClr>
                </a:gs>
                <a:gs pos="14286">
                  <a:srgbClr val="F7BEA6">
                    <a:alpha val="3204"/>
                  </a:srgbClr>
                </a:gs>
                <a:gs pos="28571">
                  <a:srgbClr val="F7BEA6">
                    <a:alpha val="2497"/>
                  </a:srgbClr>
                </a:gs>
                <a:gs pos="42857">
                  <a:srgbClr val="F7BEA6">
                    <a:alpha val="1645"/>
                  </a:srgbClr>
                </a:gs>
                <a:gs pos="57143">
                  <a:srgbClr val="F7BEA6">
                    <a:alpha val="915"/>
                  </a:srgbClr>
                </a:gs>
                <a:gs pos="71429">
                  <a:srgbClr val="F7BEA6">
                    <a:alpha val="429"/>
                  </a:srgbClr>
                </a:gs>
                <a:gs pos="85714">
                  <a:srgbClr val="F7BEA6">
                    <a:alpha val="170"/>
                  </a:srgbClr>
                </a:gs>
                <a:gs pos="100000">
                  <a:srgbClr val="F7BEA6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-9808268">
              <a:off x="3030638" y="1280698"/>
              <a:ext cx="331495" cy="166207"/>
            </a:xfrm>
            <a:prstGeom prst="ellipse">
              <a:avLst/>
            </a:prstGeom>
            <a:gradFill>
              <a:gsLst>
                <a:gs pos="0">
                  <a:srgbClr val="FFB474">
                    <a:alpha val="16323"/>
                  </a:srgbClr>
                </a:gs>
                <a:gs pos="14286">
                  <a:srgbClr val="FFB474">
                    <a:alpha val="15109"/>
                  </a:srgbClr>
                </a:gs>
                <a:gs pos="28571">
                  <a:srgbClr val="FFB474">
                    <a:alpha val="11942"/>
                  </a:srgbClr>
                </a:gs>
                <a:gs pos="42857">
                  <a:srgbClr val="FFB474">
                    <a:alpha val="8003"/>
                  </a:srgbClr>
                </a:gs>
                <a:gs pos="57143">
                  <a:srgbClr val="FFB474">
                    <a:alpha val="4517"/>
                  </a:srgbClr>
                </a:gs>
                <a:gs pos="71429">
                  <a:srgbClr val="FFB474">
                    <a:alpha val="2140"/>
                  </a:srgbClr>
                </a:gs>
                <a:gs pos="85714">
                  <a:srgbClr val="FFB474">
                    <a:alpha val="852"/>
                  </a:srgbClr>
                </a:gs>
                <a:gs pos="100000">
                  <a:srgbClr val="FFB474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2933793">
              <a:off x="569043" y="1877223"/>
              <a:ext cx="336421" cy="21838"/>
            </a:xfrm>
            <a:prstGeom prst="ellipse">
              <a:avLst/>
            </a:prstGeom>
            <a:gradFill>
              <a:gsLst>
                <a:gs pos="0">
                  <a:srgbClr val="FFFFB7">
                    <a:alpha val="32968"/>
                  </a:srgbClr>
                </a:gs>
                <a:gs pos="14286">
                  <a:srgbClr val="FFFFB7">
                    <a:alpha val="30764"/>
                  </a:srgbClr>
                </a:gs>
                <a:gs pos="28571">
                  <a:srgbClr val="FFFFB7">
                    <a:alpha val="24833"/>
                  </a:srgbClr>
                </a:gs>
                <a:gs pos="42857">
                  <a:srgbClr val="FFFFB7">
                    <a:alpha val="17075"/>
                  </a:srgbClr>
                </a:gs>
                <a:gs pos="57143">
                  <a:srgbClr val="FFFFB7">
                    <a:alpha val="9855"/>
                  </a:srgbClr>
                </a:gs>
                <a:gs pos="71429">
                  <a:srgbClr val="FFFFB7">
                    <a:alpha val="4740"/>
                  </a:srgbClr>
                </a:gs>
                <a:gs pos="85714">
                  <a:srgbClr val="FFFFB7">
                    <a:alpha val="1902"/>
                  </a:srgbClr>
                </a:gs>
                <a:gs pos="100000">
                  <a:srgbClr val="FFFF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-10219066">
              <a:off x="356529" y="2300385"/>
              <a:ext cx="226275" cy="175929"/>
            </a:xfrm>
            <a:prstGeom prst="ellipse">
              <a:avLst/>
            </a:prstGeom>
            <a:gradFill>
              <a:gsLst>
                <a:gs pos="0">
                  <a:srgbClr val="FFFFD7">
                    <a:alpha val="22488"/>
                  </a:srgbClr>
                </a:gs>
                <a:gs pos="14286">
                  <a:srgbClr val="FFFFD7">
                    <a:alpha val="20875"/>
                  </a:srgbClr>
                </a:gs>
                <a:gs pos="28571">
                  <a:srgbClr val="FFFFD7">
                    <a:alpha val="16623"/>
                  </a:srgbClr>
                </a:gs>
                <a:gs pos="42857">
                  <a:srgbClr val="FFFFD7">
                    <a:alpha val="11241"/>
                  </a:srgbClr>
                </a:gs>
                <a:gs pos="57143">
                  <a:srgbClr val="FFFFD7">
                    <a:alpha val="6394"/>
                  </a:srgbClr>
                </a:gs>
                <a:gs pos="71429">
                  <a:srgbClr val="FFFFD7">
                    <a:alpha val="3046"/>
                  </a:srgbClr>
                </a:gs>
                <a:gs pos="85714">
                  <a:srgbClr val="FFFFD7">
                    <a:alpha val="1216"/>
                  </a:srgbClr>
                </a:gs>
                <a:gs pos="100000">
                  <a:srgbClr val="FFFFD7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4847388">
              <a:off x="157680" y="2124756"/>
              <a:ext cx="294898" cy="228476"/>
            </a:xfrm>
            <a:prstGeom prst="ellipse">
              <a:avLst/>
            </a:prstGeom>
            <a:gradFill>
              <a:gsLst>
                <a:gs pos="0">
                  <a:srgbClr val="B94E00">
                    <a:alpha val="24063"/>
                  </a:srgbClr>
                </a:gs>
                <a:gs pos="14286">
                  <a:srgbClr val="B94E00">
                    <a:alpha val="22354"/>
                  </a:srgbClr>
                </a:gs>
                <a:gs pos="28571">
                  <a:srgbClr val="B94E00">
                    <a:alpha val="17835"/>
                  </a:srgbClr>
                </a:gs>
                <a:gs pos="42857">
                  <a:srgbClr val="B94E00">
                    <a:alpha val="12090"/>
                  </a:srgbClr>
                </a:gs>
                <a:gs pos="57143">
                  <a:srgbClr val="B94E00">
                    <a:alpha val="6891"/>
                  </a:srgbClr>
                </a:gs>
                <a:gs pos="71429">
                  <a:srgbClr val="B94E00">
                    <a:alpha val="3287"/>
                  </a:srgbClr>
                </a:gs>
                <a:gs pos="85714">
                  <a:srgbClr val="B94E00">
                    <a:alpha val="1313"/>
                  </a:srgbClr>
                </a:gs>
                <a:gs pos="100000">
                  <a:srgbClr val="B94E00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-9700015">
              <a:off x="2873427" y="1801870"/>
              <a:ext cx="316083" cy="289895"/>
            </a:xfrm>
            <a:prstGeom prst="ellipse">
              <a:avLst/>
            </a:prstGeom>
            <a:gradFill>
              <a:gsLst>
                <a:gs pos="0">
                  <a:srgbClr val="540021">
                    <a:alpha val="9088"/>
                  </a:srgbClr>
                </a:gs>
                <a:gs pos="14286">
                  <a:srgbClr val="540021">
                    <a:alpha val="8385"/>
                  </a:srgbClr>
                </a:gs>
                <a:gs pos="28571">
                  <a:srgbClr val="540021">
                    <a:alpha val="6574"/>
                  </a:srgbClr>
                </a:gs>
                <a:gs pos="42857">
                  <a:srgbClr val="540021">
                    <a:alpha val="4362"/>
                  </a:srgbClr>
                </a:gs>
                <a:gs pos="57143">
                  <a:srgbClr val="540021">
                    <a:alpha val="2441"/>
                  </a:srgbClr>
                </a:gs>
                <a:gs pos="71429">
                  <a:srgbClr val="540021">
                    <a:alpha val="1150"/>
                  </a:srgbClr>
                </a:gs>
                <a:gs pos="85714">
                  <a:srgbClr val="540021">
                    <a:alpha val="456"/>
                  </a:srgbClr>
                </a:gs>
                <a:gs pos="100000">
                  <a:srgbClr val="540021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-9911348">
              <a:off x="3376386" y="592229"/>
              <a:ext cx="280720" cy="251110"/>
            </a:xfrm>
            <a:prstGeom prst="ellipse">
              <a:avLst/>
            </a:prstGeom>
            <a:gradFill>
              <a:gsLst>
                <a:gs pos="0">
                  <a:srgbClr val="CDB39C">
                    <a:alpha val="13356"/>
                  </a:srgbClr>
                </a:gs>
                <a:gs pos="14286">
                  <a:srgbClr val="CDB39C">
                    <a:alpha val="12345"/>
                  </a:srgbClr>
                </a:gs>
                <a:gs pos="28571">
                  <a:srgbClr val="CDB39C">
                    <a:alpha val="9725"/>
                  </a:srgbClr>
                </a:gs>
                <a:gs pos="42857">
                  <a:srgbClr val="CDB39C">
                    <a:alpha val="6490"/>
                  </a:srgbClr>
                </a:gs>
                <a:gs pos="57143">
                  <a:srgbClr val="CDB39C">
                    <a:alpha val="3650"/>
                  </a:srgbClr>
                </a:gs>
                <a:gs pos="71429">
                  <a:srgbClr val="CDB39C">
                    <a:alpha val="1725"/>
                  </a:srgbClr>
                </a:gs>
                <a:gs pos="85714">
                  <a:srgbClr val="CDB39C">
                    <a:alpha val="686"/>
                  </a:srgbClr>
                </a:gs>
                <a:gs pos="100000">
                  <a:srgbClr val="CDB39C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9165723">
              <a:off x="2061939" y="1664632"/>
              <a:ext cx="374695" cy="95239"/>
            </a:xfrm>
            <a:prstGeom prst="ellipse">
              <a:avLst/>
            </a:prstGeom>
            <a:gradFill>
              <a:gsLst>
                <a:gs pos="0">
                  <a:srgbClr val="000C17">
                    <a:alpha val="32968"/>
                  </a:srgbClr>
                </a:gs>
                <a:gs pos="14286">
                  <a:srgbClr val="000C17">
                    <a:alpha val="30764"/>
                  </a:srgbClr>
                </a:gs>
                <a:gs pos="28571">
                  <a:srgbClr val="000C17">
                    <a:alpha val="24833"/>
                  </a:srgbClr>
                </a:gs>
                <a:gs pos="42857">
                  <a:srgbClr val="000C17">
                    <a:alpha val="17075"/>
                  </a:srgbClr>
                </a:gs>
                <a:gs pos="57143">
                  <a:srgbClr val="000C17">
                    <a:alpha val="9855"/>
                  </a:srgbClr>
                </a:gs>
                <a:gs pos="71429">
                  <a:srgbClr val="000C17">
                    <a:alpha val="4740"/>
                  </a:srgbClr>
                </a:gs>
                <a:gs pos="85714">
                  <a:srgbClr val="000C17">
                    <a:alpha val="1902"/>
                  </a:srgbClr>
                </a:gs>
                <a:gs pos="100000">
                  <a:srgbClr val="000C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7421273">
              <a:off x="3261359" y="1904167"/>
              <a:ext cx="391947" cy="223286"/>
            </a:xfrm>
            <a:prstGeom prst="ellipse">
              <a:avLst/>
            </a:prstGeom>
            <a:gradFill>
              <a:gsLst>
                <a:gs pos="0">
                  <a:srgbClr val="8C9660">
                    <a:alpha val="18494"/>
                  </a:srgbClr>
                </a:gs>
                <a:gs pos="14286">
                  <a:srgbClr val="8C9660">
                    <a:alpha val="17134"/>
                  </a:srgbClr>
                </a:gs>
                <a:gs pos="28571">
                  <a:srgbClr val="8C9660">
                    <a:alpha val="13578"/>
                  </a:srgbClr>
                </a:gs>
                <a:gs pos="42857">
                  <a:srgbClr val="8C9660">
                    <a:alpha val="9128"/>
                  </a:srgbClr>
                </a:gs>
                <a:gs pos="57143">
                  <a:srgbClr val="8C9660">
                    <a:alpha val="5166"/>
                  </a:srgbClr>
                </a:gs>
                <a:gs pos="71429">
                  <a:srgbClr val="8C9660">
                    <a:alpha val="2452"/>
                  </a:srgbClr>
                </a:gs>
                <a:gs pos="85714">
                  <a:srgbClr val="8C9660">
                    <a:alpha val="977"/>
                  </a:srgbClr>
                </a:gs>
                <a:gs pos="100000">
                  <a:srgbClr val="8C9660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5410779">
              <a:off x="2028924" y="874655"/>
              <a:ext cx="290891" cy="284994"/>
            </a:xfrm>
            <a:prstGeom prst="ellipse">
              <a:avLst/>
            </a:prstGeom>
            <a:gradFill>
              <a:gsLst>
                <a:gs pos="0">
                  <a:srgbClr val="FFD500">
                    <a:alpha val="1915"/>
                  </a:srgbClr>
                </a:gs>
                <a:gs pos="14286">
                  <a:srgbClr val="FFD500">
                    <a:alpha val="1761"/>
                  </a:srgbClr>
                </a:gs>
                <a:gs pos="28571">
                  <a:srgbClr val="FFD500">
                    <a:alpha val="1370"/>
                  </a:srgbClr>
                </a:gs>
                <a:gs pos="42857">
                  <a:srgbClr val="FFD500">
                    <a:alpha val="901"/>
                  </a:srgbClr>
                </a:gs>
                <a:gs pos="57143">
                  <a:srgbClr val="FFD500">
                    <a:alpha val="500"/>
                  </a:srgbClr>
                </a:gs>
                <a:gs pos="71429">
                  <a:srgbClr val="FFD500">
                    <a:alpha val="234"/>
                  </a:srgbClr>
                </a:gs>
                <a:gs pos="85714">
                  <a:srgbClr val="FFD500">
                    <a:alpha val="93"/>
                  </a:srgbClr>
                </a:gs>
                <a:gs pos="100000">
                  <a:srgbClr val="FFD500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10122989">
              <a:off x="259933" y="2193989"/>
              <a:ext cx="291566" cy="254474"/>
            </a:xfrm>
            <a:prstGeom prst="ellipse">
              <a:avLst/>
            </a:prstGeom>
            <a:gradFill>
              <a:gsLst>
                <a:gs pos="0">
                  <a:srgbClr val="FECEA3">
                    <a:alpha val="10129"/>
                  </a:srgbClr>
                </a:gs>
                <a:gs pos="14286">
                  <a:srgbClr val="FECEA3">
                    <a:alpha val="9349"/>
                  </a:srgbClr>
                </a:gs>
                <a:gs pos="28571">
                  <a:srgbClr val="FECEA3">
                    <a:alpha val="7338"/>
                  </a:srgbClr>
                </a:gs>
                <a:gs pos="42857">
                  <a:srgbClr val="FECEA3">
                    <a:alpha val="4876"/>
                  </a:srgbClr>
                </a:gs>
                <a:gs pos="57143">
                  <a:srgbClr val="FECEA3">
                    <a:alpha val="2732"/>
                  </a:srgbClr>
                </a:gs>
                <a:gs pos="71429">
                  <a:srgbClr val="FECEA3">
                    <a:alpha val="1288"/>
                  </a:srgbClr>
                </a:gs>
                <a:gs pos="85714">
                  <a:srgbClr val="FECEA3">
                    <a:alpha val="511"/>
                  </a:srgbClr>
                </a:gs>
                <a:gs pos="100000">
                  <a:srgbClr val="FECEA3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5554558">
              <a:off x="3285075" y="797921"/>
              <a:ext cx="299335" cy="290033"/>
            </a:xfrm>
            <a:prstGeom prst="ellipse">
              <a:avLst/>
            </a:prstGeom>
            <a:gradFill>
              <a:gsLst>
                <a:gs pos="0">
                  <a:srgbClr val="B74B00">
                    <a:alpha val="12467"/>
                  </a:srgbClr>
                </a:gs>
                <a:gs pos="14286">
                  <a:srgbClr val="B74B00">
                    <a:alpha val="11519"/>
                  </a:srgbClr>
                </a:gs>
                <a:gs pos="28571">
                  <a:srgbClr val="B74B00">
                    <a:alpha val="9065"/>
                  </a:srgbClr>
                </a:gs>
                <a:gs pos="42857">
                  <a:srgbClr val="B74B00">
                    <a:alpha val="6043"/>
                  </a:srgbClr>
                </a:gs>
                <a:gs pos="57143">
                  <a:srgbClr val="B74B00">
                    <a:alpha val="3395"/>
                  </a:srgbClr>
                </a:gs>
                <a:gs pos="71429">
                  <a:srgbClr val="B74B00">
                    <a:alpha val="1604"/>
                  </a:srgbClr>
                </a:gs>
                <a:gs pos="85714">
                  <a:srgbClr val="B74B00">
                    <a:alpha val="637"/>
                  </a:srgbClr>
                </a:gs>
                <a:gs pos="100000">
                  <a:srgbClr val="B74B00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-8813886">
              <a:off x="1070117" y="2183113"/>
              <a:ext cx="259196" cy="37417"/>
            </a:xfrm>
            <a:prstGeom prst="ellipse">
              <a:avLst/>
            </a:prstGeom>
            <a:gradFill>
              <a:gsLst>
                <a:gs pos="0">
                  <a:srgbClr val="FF0000">
                    <a:alpha val="14564"/>
                  </a:srgbClr>
                </a:gs>
                <a:gs pos="14286">
                  <a:srgbClr val="FF0000">
                    <a:alpha val="13470"/>
                  </a:srgbClr>
                </a:gs>
                <a:gs pos="28571">
                  <a:srgbClr val="FF0000">
                    <a:alpha val="10625"/>
                  </a:srgbClr>
                </a:gs>
                <a:gs pos="42857">
                  <a:srgbClr val="FF0000">
                    <a:alpha val="7103"/>
                  </a:srgbClr>
                </a:gs>
                <a:gs pos="57143">
                  <a:srgbClr val="FF0000">
                    <a:alpha val="4000"/>
                  </a:srgbClr>
                </a:gs>
                <a:gs pos="71429">
                  <a:srgbClr val="FF0000">
                    <a:alpha val="1893"/>
                  </a:srgbClr>
                </a:gs>
                <a:gs pos="85714">
                  <a:srgbClr val="FF0000">
                    <a:alpha val="753"/>
                  </a:srgbClr>
                </a:gs>
                <a:gs pos="100000">
                  <a:srgbClr val="FF0000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4037205">
              <a:off x="2859546" y="2076502"/>
              <a:ext cx="254631" cy="53779"/>
            </a:xfrm>
            <a:prstGeom prst="ellipse">
              <a:avLst/>
            </a:prstGeom>
            <a:gradFill>
              <a:gsLst>
                <a:gs pos="0">
                  <a:srgbClr val="E39B5D">
                    <a:alpha val="18913"/>
                  </a:srgbClr>
                </a:gs>
                <a:gs pos="14286">
                  <a:srgbClr val="E39B5D">
                    <a:alpha val="17526"/>
                  </a:srgbClr>
                </a:gs>
                <a:gs pos="28571">
                  <a:srgbClr val="E39B5D">
                    <a:alpha val="13896"/>
                  </a:srgbClr>
                </a:gs>
                <a:gs pos="42857">
                  <a:srgbClr val="E39B5D">
                    <a:alpha val="9347"/>
                  </a:srgbClr>
                </a:gs>
                <a:gs pos="57143">
                  <a:srgbClr val="E39B5D">
                    <a:alpha val="5292"/>
                  </a:srgbClr>
                </a:gs>
                <a:gs pos="71429">
                  <a:srgbClr val="E39B5D">
                    <a:alpha val="2513"/>
                  </a:srgbClr>
                </a:gs>
                <a:gs pos="85714">
                  <a:srgbClr val="E39B5D">
                    <a:alpha val="1001"/>
                  </a:srgbClr>
                </a:gs>
                <a:gs pos="100000">
                  <a:srgbClr val="E39B5D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10196081">
              <a:off x="1893484" y="1404095"/>
              <a:ext cx="382991" cy="70495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4705072">
              <a:off x="2145578" y="493297"/>
              <a:ext cx="295050" cy="233364"/>
            </a:xfrm>
            <a:prstGeom prst="ellipse">
              <a:avLst/>
            </a:prstGeom>
            <a:gradFill>
              <a:gsLst>
                <a:gs pos="0">
                  <a:srgbClr val="D79D0B">
                    <a:alpha val="18924"/>
                  </a:srgbClr>
                </a:gs>
                <a:gs pos="14286">
                  <a:srgbClr val="D79D0B">
                    <a:alpha val="17536"/>
                  </a:srgbClr>
                </a:gs>
                <a:gs pos="28571">
                  <a:srgbClr val="D79D0B">
                    <a:alpha val="13904"/>
                  </a:srgbClr>
                </a:gs>
                <a:gs pos="42857">
                  <a:srgbClr val="D79D0B">
                    <a:alpha val="9353"/>
                  </a:srgbClr>
                </a:gs>
                <a:gs pos="57143">
                  <a:srgbClr val="D79D0B">
                    <a:alpha val="5296"/>
                  </a:srgbClr>
                </a:gs>
                <a:gs pos="71429">
                  <a:srgbClr val="D79D0B">
                    <a:alpha val="2515"/>
                  </a:srgbClr>
                </a:gs>
                <a:gs pos="85714">
                  <a:srgbClr val="D79D0B">
                    <a:alpha val="1002"/>
                  </a:srgbClr>
                </a:gs>
                <a:gs pos="100000">
                  <a:srgbClr val="D79D0B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9216697">
              <a:off x="891795" y="-137078"/>
              <a:ext cx="323877" cy="274157"/>
            </a:xfrm>
            <a:prstGeom prst="ellipse">
              <a:avLst/>
            </a:prstGeom>
            <a:gradFill>
              <a:gsLst>
                <a:gs pos="0">
                  <a:srgbClr val="ED0000">
                    <a:alpha val="22926"/>
                  </a:srgbClr>
                </a:gs>
                <a:gs pos="14286">
                  <a:srgbClr val="ED0000">
                    <a:alpha val="21285"/>
                  </a:srgbClr>
                </a:gs>
                <a:gs pos="28571">
                  <a:srgbClr val="ED0000">
                    <a:alpha val="16959"/>
                  </a:srgbClr>
                </a:gs>
                <a:gs pos="42857">
                  <a:srgbClr val="ED0000">
                    <a:alpha val="11476"/>
                  </a:srgbClr>
                </a:gs>
                <a:gs pos="57143">
                  <a:srgbClr val="ED0000">
                    <a:alpha val="6531"/>
                  </a:srgbClr>
                </a:gs>
                <a:gs pos="71429">
                  <a:srgbClr val="ED0000">
                    <a:alpha val="3112"/>
                  </a:srgbClr>
                </a:gs>
                <a:gs pos="85714">
                  <a:srgbClr val="ED0000">
                    <a:alpha val="1242"/>
                  </a:srgbClr>
                </a:gs>
                <a:gs pos="100000">
                  <a:srgbClr val="ED0000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9320944">
              <a:off x="1862354" y="1950277"/>
              <a:ext cx="750767" cy="1119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3919896">
              <a:off x="3142504" y="1135453"/>
              <a:ext cx="267112" cy="229410"/>
            </a:xfrm>
            <a:prstGeom prst="ellipse">
              <a:avLst/>
            </a:prstGeom>
            <a:gradFill>
              <a:gsLst>
                <a:gs pos="0">
                  <a:srgbClr val="D19967">
                    <a:alpha val="8944"/>
                  </a:srgbClr>
                </a:gs>
                <a:gs pos="14286">
                  <a:srgbClr val="D19967">
                    <a:alpha val="8251"/>
                  </a:srgbClr>
                </a:gs>
                <a:gs pos="28571">
                  <a:srgbClr val="D19967">
                    <a:alpha val="6468"/>
                  </a:srgbClr>
                </a:gs>
                <a:gs pos="42857">
                  <a:srgbClr val="D19967">
                    <a:alpha val="4291"/>
                  </a:srgbClr>
                </a:gs>
                <a:gs pos="57143">
                  <a:srgbClr val="D19967">
                    <a:alpha val="2401"/>
                  </a:srgbClr>
                </a:gs>
                <a:gs pos="71429">
                  <a:srgbClr val="D19967">
                    <a:alpha val="1131"/>
                  </a:srgbClr>
                </a:gs>
                <a:gs pos="85714">
                  <a:srgbClr val="D19967">
                    <a:alpha val="449"/>
                  </a:srgbClr>
                </a:gs>
                <a:gs pos="100000">
                  <a:srgbClr val="D19967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9871463">
              <a:off x="1861402" y="1234546"/>
              <a:ext cx="268069" cy="21982"/>
            </a:xfrm>
            <a:prstGeom prst="ellipse">
              <a:avLst/>
            </a:prstGeom>
            <a:gradFill>
              <a:gsLst>
                <a:gs pos="0">
                  <a:srgbClr val="FF0000">
                    <a:alpha val="19325"/>
                  </a:srgbClr>
                </a:gs>
                <a:gs pos="14286">
                  <a:srgbClr val="FF0000">
                    <a:alpha val="17911"/>
                  </a:srgbClr>
                </a:gs>
                <a:gs pos="28571">
                  <a:srgbClr val="FF0000">
                    <a:alpha val="14208"/>
                  </a:srgbClr>
                </a:gs>
                <a:gs pos="42857">
                  <a:srgbClr val="FF0000">
                    <a:alpha val="9563"/>
                  </a:srgbClr>
                </a:gs>
                <a:gs pos="57143">
                  <a:srgbClr val="FF0000">
                    <a:alpha val="5417"/>
                  </a:srgbClr>
                </a:gs>
                <a:gs pos="71429">
                  <a:srgbClr val="FF0000">
                    <a:alpha val="2573"/>
                  </a:srgbClr>
                </a:gs>
                <a:gs pos="85714">
                  <a:srgbClr val="FF0000">
                    <a:alpha val="1026"/>
                  </a:srgbClr>
                </a:gs>
                <a:gs pos="100000">
                  <a:srgbClr val="FF0000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8705036">
              <a:off x="1198746" y="751041"/>
              <a:ext cx="297435" cy="148901"/>
            </a:xfrm>
            <a:prstGeom prst="ellipse">
              <a:avLst/>
            </a:prstGeom>
            <a:gradFill>
              <a:gsLst>
                <a:gs pos="0">
                  <a:srgbClr val="000000">
                    <a:alpha val="29460"/>
                  </a:srgbClr>
                </a:gs>
                <a:gs pos="14286">
                  <a:srgbClr val="000000">
                    <a:alpha val="27441"/>
                  </a:srgbClr>
                </a:gs>
                <a:gs pos="28571">
                  <a:srgbClr val="000000">
                    <a:alpha val="22047"/>
                  </a:srgbClr>
                </a:gs>
                <a:gs pos="42857">
                  <a:srgbClr val="000000">
                    <a:alpha val="15072"/>
                  </a:srgbClr>
                </a:gs>
                <a:gs pos="57143">
                  <a:srgbClr val="000000">
                    <a:alpha val="8654"/>
                  </a:srgbClr>
                </a:gs>
                <a:gs pos="71429">
                  <a:srgbClr val="000000">
                    <a:alpha val="4149"/>
                  </a:srgbClr>
                </a:gs>
                <a:gs pos="85714">
                  <a:srgbClr val="000000">
                    <a:alpha val="1662"/>
                  </a:srgbClr>
                </a:gs>
                <a:gs pos="100000">
                  <a:srgbClr val="000000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9088558">
              <a:off x="-99056" y="1437774"/>
              <a:ext cx="415795" cy="50265"/>
            </a:xfrm>
            <a:prstGeom prst="ellipse">
              <a:avLst/>
            </a:prstGeom>
            <a:gradFill>
              <a:gsLst>
                <a:gs pos="0">
                  <a:srgbClr val="2E0000">
                    <a:alpha val="32968"/>
                  </a:srgbClr>
                </a:gs>
                <a:gs pos="14286">
                  <a:srgbClr val="2E0000">
                    <a:alpha val="30764"/>
                  </a:srgbClr>
                </a:gs>
                <a:gs pos="28571">
                  <a:srgbClr val="2E0000">
                    <a:alpha val="24833"/>
                  </a:srgbClr>
                </a:gs>
                <a:gs pos="42857">
                  <a:srgbClr val="2E0000">
                    <a:alpha val="17075"/>
                  </a:srgbClr>
                </a:gs>
                <a:gs pos="57143">
                  <a:srgbClr val="2E0000">
                    <a:alpha val="9855"/>
                  </a:srgbClr>
                </a:gs>
                <a:gs pos="71429">
                  <a:srgbClr val="2E0000">
                    <a:alpha val="4740"/>
                  </a:srgbClr>
                </a:gs>
                <a:gs pos="85714">
                  <a:srgbClr val="2E0000">
                    <a:alpha val="1902"/>
                  </a:srgbClr>
                </a:gs>
                <a:gs pos="100000">
                  <a:srgbClr val="2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3438545">
              <a:off x="448808" y="2225193"/>
              <a:ext cx="482908" cy="98765"/>
            </a:xfrm>
            <a:prstGeom prst="ellipse">
              <a:avLst/>
            </a:prstGeom>
            <a:gradFill>
              <a:gsLst>
                <a:gs pos="0">
                  <a:srgbClr val="FFD997">
                    <a:alpha val="32968"/>
                  </a:srgbClr>
                </a:gs>
                <a:gs pos="14286">
                  <a:srgbClr val="FFD997">
                    <a:alpha val="30764"/>
                  </a:srgbClr>
                </a:gs>
                <a:gs pos="28571">
                  <a:srgbClr val="FFD997">
                    <a:alpha val="24833"/>
                  </a:srgbClr>
                </a:gs>
                <a:gs pos="42857">
                  <a:srgbClr val="FFD997">
                    <a:alpha val="17075"/>
                  </a:srgbClr>
                </a:gs>
                <a:gs pos="57143">
                  <a:srgbClr val="FFD997">
                    <a:alpha val="9855"/>
                  </a:srgbClr>
                </a:gs>
                <a:gs pos="71429">
                  <a:srgbClr val="FFD997">
                    <a:alpha val="4740"/>
                  </a:srgbClr>
                </a:gs>
                <a:gs pos="85714">
                  <a:srgbClr val="FFD997">
                    <a:alpha val="1902"/>
                  </a:srgbClr>
                </a:gs>
                <a:gs pos="100000">
                  <a:srgbClr val="FFD9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8735026">
              <a:off x="1309646" y="603202"/>
              <a:ext cx="419626" cy="294957"/>
            </a:xfrm>
            <a:prstGeom prst="ellipse">
              <a:avLst/>
            </a:prstGeom>
            <a:gradFill>
              <a:gsLst>
                <a:gs pos="0">
                  <a:srgbClr val="DA5900">
                    <a:alpha val="32494"/>
                  </a:srgbClr>
                </a:gs>
                <a:gs pos="14286">
                  <a:srgbClr val="DA5900">
                    <a:alpha val="30314"/>
                  </a:srgbClr>
                </a:gs>
                <a:gs pos="28571">
                  <a:srgbClr val="DA5900">
                    <a:alpha val="24454"/>
                  </a:srgbClr>
                </a:gs>
                <a:gs pos="42857">
                  <a:srgbClr val="DA5900">
                    <a:alpha val="16801"/>
                  </a:srgbClr>
                </a:gs>
                <a:gs pos="57143">
                  <a:srgbClr val="DA5900">
                    <a:alpha val="9690"/>
                  </a:srgbClr>
                </a:gs>
                <a:gs pos="71429">
                  <a:srgbClr val="DA5900">
                    <a:alpha val="4659"/>
                  </a:srgbClr>
                </a:gs>
                <a:gs pos="85714">
                  <a:srgbClr val="DA5900">
                    <a:alpha val="1869"/>
                  </a:srgbClr>
                </a:gs>
                <a:gs pos="100000">
                  <a:srgbClr val="DA590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8197946">
              <a:off x="-186685" y="2149724"/>
              <a:ext cx="448825" cy="90709"/>
            </a:xfrm>
            <a:prstGeom prst="ellipse">
              <a:avLst/>
            </a:prstGeom>
            <a:gradFill>
              <a:gsLst>
                <a:gs pos="0">
                  <a:srgbClr val="500600">
                    <a:alpha val="16116"/>
                  </a:srgbClr>
                </a:gs>
                <a:gs pos="14286">
                  <a:srgbClr val="500600">
                    <a:alpha val="14915"/>
                  </a:srgbClr>
                </a:gs>
                <a:gs pos="28571">
                  <a:srgbClr val="500600">
                    <a:alpha val="11787"/>
                  </a:srgbClr>
                </a:gs>
                <a:gs pos="42857">
                  <a:srgbClr val="500600">
                    <a:alpha val="7897"/>
                  </a:srgbClr>
                </a:gs>
                <a:gs pos="57143">
                  <a:srgbClr val="500600">
                    <a:alpha val="4456"/>
                  </a:srgbClr>
                </a:gs>
                <a:gs pos="71429">
                  <a:srgbClr val="500600">
                    <a:alpha val="2111"/>
                  </a:srgbClr>
                </a:gs>
                <a:gs pos="85714">
                  <a:srgbClr val="500600">
                    <a:alpha val="840"/>
                  </a:srgbClr>
                </a:gs>
                <a:gs pos="100000">
                  <a:srgbClr val="50060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9226687">
              <a:off x="2420286" y="454399"/>
              <a:ext cx="252538" cy="236775"/>
            </a:xfrm>
            <a:prstGeom prst="ellipse">
              <a:avLst/>
            </a:prstGeom>
            <a:gradFill>
              <a:gsLst>
                <a:gs pos="0">
                  <a:srgbClr val="8F0021">
                    <a:alpha val="9830"/>
                  </a:srgbClr>
                </a:gs>
                <a:gs pos="14286">
                  <a:srgbClr val="8F0021">
                    <a:alpha val="9072"/>
                  </a:srgbClr>
                </a:gs>
                <a:gs pos="28571">
                  <a:srgbClr val="8F0021">
                    <a:alpha val="7118"/>
                  </a:srgbClr>
                </a:gs>
                <a:gs pos="42857">
                  <a:srgbClr val="8F0021">
                    <a:alpha val="4728"/>
                  </a:srgbClr>
                </a:gs>
                <a:gs pos="57143">
                  <a:srgbClr val="8F0021">
                    <a:alpha val="2648"/>
                  </a:srgbClr>
                </a:gs>
                <a:gs pos="71429">
                  <a:srgbClr val="8F0021">
                    <a:alpha val="1248"/>
                  </a:srgbClr>
                </a:gs>
                <a:gs pos="85714">
                  <a:srgbClr val="8F0021">
                    <a:alpha val="496"/>
                  </a:srgbClr>
                </a:gs>
                <a:gs pos="100000">
                  <a:srgbClr val="8F0021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7878178">
              <a:off x="351457" y="198334"/>
              <a:ext cx="313470" cy="237594"/>
            </a:xfrm>
            <a:prstGeom prst="ellipse">
              <a:avLst/>
            </a:prstGeom>
            <a:gradFill>
              <a:gsLst>
                <a:gs pos="0">
                  <a:srgbClr val="C10000">
                    <a:alpha val="14231"/>
                  </a:srgbClr>
                </a:gs>
                <a:gs pos="14286">
                  <a:srgbClr val="C10000">
                    <a:alpha val="13159"/>
                  </a:srgbClr>
                </a:gs>
                <a:gs pos="28571">
                  <a:srgbClr val="C10000">
                    <a:alpha val="10377"/>
                  </a:srgbClr>
                </a:gs>
                <a:gs pos="42857">
                  <a:srgbClr val="C10000">
                    <a:alpha val="6934"/>
                  </a:srgbClr>
                </a:gs>
                <a:gs pos="57143">
                  <a:srgbClr val="C10000">
                    <a:alpha val="3903"/>
                  </a:srgbClr>
                </a:gs>
                <a:gs pos="71429">
                  <a:srgbClr val="C10000">
                    <a:alpha val="1847"/>
                  </a:srgbClr>
                </a:gs>
                <a:gs pos="85714">
                  <a:srgbClr val="C10000">
                    <a:alpha val="734"/>
                  </a:srgbClr>
                </a:gs>
                <a:gs pos="100000">
                  <a:srgbClr val="C100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-9378737">
              <a:off x="1580309" y="466770"/>
              <a:ext cx="353023" cy="236975"/>
            </a:xfrm>
            <a:prstGeom prst="ellipse">
              <a:avLst/>
            </a:prstGeom>
            <a:gradFill>
              <a:gsLst>
                <a:gs pos="0">
                  <a:srgbClr val="D76000">
                    <a:alpha val="24980"/>
                  </a:srgbClr>
                </a:gs>
                <a:gs pos="14286">
                  <a:srgbClr val="D76000">
                    <a:alpha val="23215"/>
                  </a:srgbClr>
                </a:gs>
                <a:gs pos="28571">
                  <a:srgbClr val="D76000">
                    <a:alpha val="18544"/>
                  </a:srgbClr>
                </a:gs>
                <a:gs pos="42857">
                  <a:srgbClr val="D76000">
                    <a:alpha val="12588"/>
                  </a:srgbClr>
                </a:gs>
                <a:gs pos="57143">
                  <a:srgbClr val="D76000">
                    <a:alpha val="7184"/>
                  </a:srgbClr>
                </a:gs>
                <a:gs pos="71429">
                  <a:srgbClr val="D76000">
                    <a:alpha val="3429"/>
                  </a:srgbClr>
                </a:gs>
                <a:gs pos="85714">
                  <a:srgbClr val="D76000">
                    <a:alpha val="1370"/>
                  </a:srgbClr>
                </a:gs>
                <a:gs pos="100000">
                  <a:srgbClr val="D76000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7709176">
              <a:off x="2643250" y="2188084"/>
              <a:ext cx="511915" cy="42050"/>
            </a:xfrm>
            <a:prstGeom prst="ellipse">
              <a:avLst/>
            </a:prstGeom>
            <a:gradFill>
              <a:gsLst>
                <a:gs pos="0">
                  <a:srgbClr val="FAA262">
                    <a:alpha val="32968"/>
                  </a:srgbClr>
                </a:gs>
                <a:gs pos="14286">
                  <a:srgbClr val="FAA262">
                    <a:alpha val="30764"/>
                  </a:srgbClr>
                </a:gs>
                <a:gs pos="28571">
                  <a:srgbClr val="FAA262">
                    <a:alpha val="24833"/>
                  </a:srgbClr>
                </a:gs>
                <a:gs pos="42857">
                  <a:srgbClr val="FAA262">
                    <a:alpha val="17075"/>
                  </a:srgbClr>
                </a:gs>
                <a:gs pos="57143">
                  <a:srgbClr val="FAA262">
                    <a:alpha val="9855"/>
                  </a:srgbClr>
                </a:gs>
                <a:gs pos="71429">
                  <a:srgbClr val="FAA262">
                    <a:alpha val="4740"/>
                  </a:srgbClr>
                </a:gs>
                <a:gs pos="85714">
                  <a:srgbClr val="FAA262">
                    <a:alpha val="1902"/>
                  </a:srgbClr>
                </a:gs>
                <a:gs pos="100000">
                  <a:srgbClr val="FAA2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9799328">
              <a:off x="2703743" y="2210128"/>
              <a:ext cx="337086" cy="64385"/>
            </a:xfrm>
            <a:prstGeom prst="ellipse">
              <a:avLst/>
            </a:prstGeom>
            <a:gradFill>
              <a:gsLst>
                <a:gs pos="0">
                  <a:srgbClr val="3E0007">
                    <a:alpha val="26530"/>
                  </a:srgbClr>
                </a:gs>
                <a:gs pos="14286">
                  <a:srgbClr val="3E0007">
                    <a:alpha val="24675"/>
                  </a:srgbClr>
                </a:gs>
                <a:gs pos="28571">
                  <a:srgbClr val="3E0007">
                    <a:alpha val="19749"/>
                  </a:srgbClr>
                </a:gs>
                <a:gs pos="42857">
                  <a:srgbClr val="3E0007">
                    <a:alpha val="13438"/>
                  </a:srgbClr>
                </a:gs>
                <a:gs pos="57143">
                  <a:srgbClr val="3E0007">
                    <a:alpha val="7685"/>
                  </a:srgbClr>
                </a:gs>
                <a:gs pos="71429">
                  <a:srgbClr val="3E0007">
                    <a:alpha val="3674"/>
                  </a:srgbClr>
                </a:gs>
                <a:gs pos="85714">
                  <a:srgbClr val="3E0007">
                    <a:alpha val="1469"/>
                  </a:srgbClr>
                </a:gs>
                <a:gs pos="100000">
                  <a:srgbClr val="3E0007">
                    <a:alpha val="4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9935929">
              <a:off x="570592" y="2261796"/>
              <a:ext cx="242944" cy="72169"/>
            </a:xfrm>
            <a:prstGeom prst="ellipse">
              <a:avLst/>
            </a:prstGeom>
            <a:gradFill>
              <a:gsLst>
                <a:gs pos="0">
                  <a:srgbClr val="A80000">
                    <a:alpha val="19384"/>
                  </a:srgbClr>
                </a:gs>
                <a:gs pos="14286">
                  <a:srgbClr val="A80000">
                    <a:alpha val="17966"/>
                  </a:srgbClr>
                </a:gs>
                <a:gs pos="28571">
                  <a:srgbClr val="A80000">
                    <a:alpha val="14253"/>
                  </a:srgbClr>
                </a:gs>
                <a:gs pos="42857">
                  <a:srgbClr val="A80000">
                    <a:alpha val="9594"/>
                  </a:srgbClr>
                </a:gs>
                <a:gs pos="57143">
                  <a:srgbClr val="A80000">
                    <a:alpha val="5435"/>
                  </a:srgbClr>
                </a:gs>
                <a:gs pos="71429">
                  <a:srgbClr val="A80000">
                    <a:alpha val="2582"/>
                  </a:srgbClr>
                </a:gs>
                <a:gs pos="85714">
                  <a:srgbClr val="A80000">
                    <a:alpha val="1029"/>
                  </a:srgbClr>
                </a:gs>
                <a:gs pos="100000">
                  <a:srgbClr val="A8000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5419890">
              <a:off x="3437427" y="517546"/>
              <a:ext cx="299180" cy="294453"/>
            </a:xfrm>
            <a:prstGeom prst="ellipse">
              <a:avLst/>
            </a:prstGeom>
            <a:gradFill>
              <a:gsLst>
                <a:gs pos="0">
                  <a:srgbClr val="9B0000">
                    <a:alpha val="6631"/>
                  </a:srgbClr>
                </a:gs>
                <a:gs pos="14286">
                  <a:srgbClr val="9B0000">
                    <a:alpha val="6111"/>
                  </a:srgbClr>
                </a:gs>
                <a:gs pos="28571">
                  <a:srgbClr val="9B0000">
                    <a:alpha val="4778"/>
                  </a:srgbClr>
                </a:gs>
                <a:gs pos="42857">
                  <a:srgbClr val="9B0000">
                    <a:alpha val="3161"/>
                  </a:srgbClr>
                </a:gs>
                <a:gs pos="57143">
                  <a:srgbClr val="9B0000">
                    <a:alpha val="1764"/>
                  </a:srgbClr>
                </a:gs>
                <a:gs pos="71429">
                  <a:srgbClr val="9B0000">
                    <a:alpha val="830"/>
                  </a:srgbClr>
                </a:gs>
                <a:gs pos="85714">
                  <a:srgbClr val="9B0000">
                    <a:alpha val="329"/>
                  </a:srgbClr>
                </a:gs>
                <a:gs pos="100000">
                  <a:srgbClr val="9B000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8034296">
              <a:off x="2536204" y="2176587"/>
              <a:ext cx="664957" cy="38587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8410128">
              <a:off x="-164572" y="2007645"/>
              <a:ext cx="366244" cy="20204"/>
            </a:xfrm>
            <a:prstGeom prst="ellipse">
              <a:avLst/>
            </a:prstGeom>
            <a:gradFill>
              <a:gsLst>
                <a:gs pos="0">
                  <a:srgbClr val="6B0000">
                    <a:alpha val="32968"/>
                  </a:srgbClr>
                </a:gs>
                <a:gs pos="14286">
                  <a:srgbClr val="6B0000">
                    <a:alpha val="30764"/>
                  </a:srgbClr>
                </a:gs>
                <a:gs pos="28571">
                  <a:srgbClr val="6B0000">
                    <a:alpha val="24833"/>
                  </a:srgbClr>
                </a:gs>
                <a:gs pos="42857">
                  <a:srgbClr val="6B0000">
                    <a:alpha val="17075"/>
                  </a:srgbClr>
                </a:gs>
                <a:gs pos="57143">
                  <a:srgbClr val="6B0000">
                    <a:alpha val="9855"/>
                  </a:srgbClr>
                </a:gs>
                <a:gs pos="71429">
                  <a:srgbClr val="6B0000">
                    <a:alpha val="4740"/>
                  </a:srgbClr>
                </a:gs>
                <a:gs pos="85714">
                  <a:srgbClr val="6B0000">
                    <a:alpha val="1902"/>
                  </a:srgbClr>
                </a:gs>
                <a:gs pos="100000">
                  <a:srgbClr val="6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7040368">
              <a:off x="2174227" y="825995"/>
              <a:ext cx="415733" cy="107119"/>
            </a:xfrm>
            <a:prstGeom prst="ellipse">
              <a:avLst/>
            </a:prstGeom>
            <a:gradFill>
              <a:gsLst>
                <a:gs pos="0">
                  <a:srgbClr val="FCF9F2">
                    <a:alpha val="32968"/>
                  </a:srgbClr>
                </a:gs>
                <a:gs pos="14286">
                  <a:srgbClr val="FCF9F2">
                    <a:alpha val="30764"/>
                  </a:srgbClr>
                </a:gs>
                <a:gs pos="28571">
                  <a:srgbClr val="FCF9F2">
                    <a:alpha val="24833"/>
                  </a:srgbClr>
                </a:gs>
                <a:gs pos="42857">
                  <a:srgbClr val="FCF9F2">
                    <a:alpha val="17075"/>
                  </a:srgbClr>
                </a:gs>
                <a:gs pos="57143">
                  <a:srgbClr val="FCF9F2">
                    <a:alpha val="9855"/>
                  </a:srgbClr>
                </a:gs>
                <a:gs pos="71429">
                  <a:srgbClr val="FCF9F2">
                    <a:alpha val="4740"/>
                  </a:srgbClr>
                </a:gs>
                <a:gs pos="85714">
                  <a:srgbClr val="FCF9F2">
                    <a:alpha val="1902"/>
                  </a:srgbClr>
                </a:gs>
                <a:gs pos="100000">
                  <a:srgbClr val="FCF9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8233630">
              <a:off x="2050878" y="1717155"/>
              <a:ext cx="591103" cy="145612"/>
            </a:xfrm>
            <a:prstGeom prst="ellipse">
              <a:avLst/>
            </a:prstGeom>
            <a:gradFill>
              <a:gsLst>
                <a:gs pos="0">
                  <a:srgbClr val="001316">
                    <a:alpha val="32968"/>
                  </a:srgbClr>
                </a:gs>
                <a:gs pos="14286">
                  <a:srgbClr val="001316">
                    <a:alpha val="30764"/>
                  </a:srgbClr>
                </a:gs>
                <a:gs pos="28571">
                  <a:srgbClr val="001316">
                    <a:alpha val="24833"/>
                  </a:srgbClr>
                </a:gs>
                <a:gs pos="42857">
                  <a:srgbClr val="001316">
                    <a:alpha val="17075"/>
                  </a:srgbClr>
                </a:gs>
                <a:gs pos="57143">
                  <a:srgbClr val="001316">
                    <a:alpha val="9855"/>
                  </a:srgbClr>
                </a:gs>
                <a:gs pos="71429">
                  <a:srgbClr val="001316">
                    <a:alpha val="4740"/>
                  </a:srgbClr>
                </a:gs>
                <a:gs pos="85714">
                  <a:srgbClr val="001316">
                    <a:alpha val="1902"/>
                  </a:srgbClr>
                </a:gs>
                <a:gs pos="100000">
                  <a:srgbClr val="0013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8270953">
              <a:off x="477749" y="2365029"/>
              <a:ext cx="370127" cy="67407"/>
            </a:xfrm>
            <a:prstGeom prst="ellipse">
              <a:avLst/>
            </a:prstGeom>
            <a:gradFill>
              <a:gsLst>
                <a:gs pos="0">
                  <a:srgbClr val="FFEED3">
                    <a:alpha val="32968"/>
                  </a:srgbClr>
                </a:gs>
                <a:gs pos="14286">
                  <a:srgbClr val="FFEED3">
                    <a:alpha val="30764"/>
                  </a:srgbClr>
                </a:gs>
                <a:gs pos="28571">
                  <a:srgbClr val="FFEED3">
                    <a:alpha val="24833"/>
                  </a:srgbClr>
                </a:gs>
                <a:gs pos="42857">
                  <a:srgbClr val="FFEED3">
                    <a:alpha val="17075"/>
                  </a:srgbClr>
                </a:gs>
                <a:gs pos="57143">
                  <a:srgbClr val="FFEED3">
                    <a:alpha val="9855"/>
                  </a:srgbClr>
                </a:gs>
                <a:gs pos="71429">
                  <a:srgbClr val="FFEED3">
                    <a:alpha val="4740"/>
                  </a:srgbClr>
                </a:gs>
                <a:gs pos="85714">
                  <a:srgbClr val="FFEED3">
                    <a:alpha val="1902"/>
                  </a:srgbClr>
                </a:gs>
                <a:gs pos="100000">
                  <a:srgbClr val="FFEE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-10511567">
              <a:off x="83881" y="1362361"/>
              <a:ext cx="351162" cy="87252"/>
            </a:xfrm>
            <a:prstGeom prst="ellipse">
              <a:avLst/>
            </a:prstGeom>
            <a:gradFill>
              <a:gsLst>
                <a:gs pos="0">
                  <a:srgbClr val="9F0000">
                    <a:alpha val="28421"/>
                  </a:srgbClr>
                </a:gs>
                <a:gs pos="14286">
                  <a:srgbClr val="9F0000">
                    <a:alpha val="26459"/>
                  </a:srgbClr>
                </a:gs>
                <a:gs pos="28571">
                  <a:srgbClr val="9F0000">
                    <a:alpha val="21229"/>
                  </a:srgbClr>
                </a:gs>
                <a:gs pos="42857">
                  <a:srgbClr val="9F0000">
                    <a:alpha val="14488"/>
                  </a:srgbClr>
                </a:gs>
                <a:gs pos="57143">
                  <a:srgbClr val="9F0000">
                    <a:alpha val="8307"/>
                  </a:srgbClr>
                </a:gs>
                <a:gs pos="71429">
                  <a:srgbClr val="9F0000">
                    <a:alpha val="3978"/>
                  </a:srgbClr>
                </a:gs>
                <a:gs pos="85714">
                  <a:srgbClr val="9F0000">
                    <a:alpha val="1592"/>
                  </a:srgbClr>
                </a:gs>
                <a:gs pos="100000">
                  <a:srgbClr val="9F0000">
                    <a:alpha val="5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3516816">
              <a:off x="3352739" y="688614"/>
              <a:ext cx="380076" cy="65353"/>
            </a:xfrm>
            <a:prstGeom prst="ellipse">
              <a:avLst/>
            </a:prstGeom>
            <a:gradFill>
              <a:gsLst>
                <a:gs pos="0">
                  <a:srgbClr val="E0B17A">
                    <a:alpha val="22637"/>
                  </a:srgbClr>
                </a:gs>
                <a:gs pos="14286">
                  <a:srgbClr val="E0B17A">
                    <a:alpha val="21014"/>
                  </a:srgbClr>
                </a:gs>
                <a:gs pos="28571">
                  <a:srgbClr val="E0B17A">
                    <a:alpha val="16737"/>
                  </a:srgbClr>
                </a:gs>
                <a:gs pos="42857">
                  <a:srgbClr val="E0B17A">
                    <a:alpha val="11321"/>
                  </a:srgbClr>
                </a:gs>
                <a:gs pos="57143">
                  <a:srgbClr val="E0B17A">
                    <a:alpha val="6440"/>
                  </a:srgbClr>
                </a:gs>
                <a:gs pos="71429">
                  <a:srgbClr val="E0B17A">
                    <a:alpha val="3068"/>
                  </a:srgbClr>
                </a:gs>
                <a:gs pos="85714">
                  <a:srgbClr val="E0B17A">
                    <a:alpha val="1225"/>
                  </a:srgbClr>
                </a:gs>
                <a:gs pos="100000">
                  <a:srgbClr val="E0B17A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-9137666">
              <a:off x="929401" y="2023179"/>
              <a:ext cx="355275" cy="237262"/>
            </a:xfrm>
            <a:prstGeom prst="ellipse">
              <a:avLst/>
            </a:prstGeom>
            <a:gradFill>
              <a:gsLst>
                <a:gs pos="0">
                  <a:srgbClr val="FF0000">
                    <a:alpha val="7438"/>
                  </a:srgbClr>
                </a:gs>
                <a:gs pos="14286">
                  <a:srgbClr val="FF0000">
                    <a:alpha val="6858"/>
                  </a:srgbClr>
                </a:gs>
                <a:gs pos="28571">
                  <a:srgbClr val="FF0000">
                    <a:alpha val="5367"/>
                  </a:srgbClr>
                </a:gs>
                <a:gs pos="42857">
                  <a:srgbClr val="FF0000">
                    <a:alpha val="3554"/>
                  </a:srgbClr>
                </a:gs>
                <a:gs pos="57143">
                  <a:srgbClr val="FF0000">
                    <a:alpha val="1985"/>
                  </a:srgbClr>
                </a:gs>
                <a:gs pos="71429">
                  <a:srgbClr val="FF0000">
                    <a:alpha val="934"/>
                  </a:srgbClr>
                </a:gs>
                <a:gs pos="85714">
                  <a:srgbClr val="FF0000">
                    <a:alpha val="370"/>
                  </a:srgbClr>
                </a:gs>
                <a:gs pos="100000">
                  <a:srgbClr val="FF0000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8431335">
              <a:off x="180945" y="2067033"/>
              <a:ext cx="438639" cy="30811"/>
            </a:xfrm>
            <a:prstGeom prst="ellipse">
              <a:avLst/>
            </a:prstGeom>
            <a:gradFill>
              <a:gsLst>
                <a:gs pos="0">
                  <a:srgbClr val="7B0000">
                    <a:alpha val="28716"/>
                  </a:srgbClr>
                </a:gs>
                <a:gs pos="14286">
                  <a:srgbClr val="7B0000">
                    <a:alpha val="26737"/>
                  </a:srgbClr>
                </a:gs>
                <a:gs pos="28571">
                  <a:srgbClr val="7B0000">
                    <a:alpha val="21460"/>
                  </a:srgbClr>
                </a:gs>
                <a:gs pos="42857">
                  <a:srgbClr val="7B0000">
                    <a:alpha val="14653"/>
                  </a:srgbClr>
                </a:gs>
                <a:gs pos="57143">
                  <a:srgbClr val="7B0000">
                    <a:alpha val="8405"/>
                  </a:srgbClr>
                </a:gs>
                <a:gs pos="71429">
                  <a:srgbClr val="7B0000">
                    <a:alpha val="4026"/>
                  </a:srgbClr>
                </a:gs>
                <a:gs pos="85714">
                  <a:srgbClr val="7B0000">
                    <a:alpha val="1612"/>
                  </a:srgbClr>
                </a:gs>
                <a:gs pos="100000">
                  <a:srgbClr val="7B0000">
                    <a:alpha val="5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4001078">
              <a:off x="3037237" y="2211634"/>
              <a:ext cx="171736" cy="127624"/>
            </a:xfrm>
            <a:prstGeom prst="ellipse">
              <a:avLst/>
            </a:prstGeom>
            <a:gradFill>
              <a:gsLst>
                <a:gs pos="0">
                  <a:srgbClr val="EB792E">
                    <a:alpha val="17972"/>
                  </a:srgbClr>
                </a:gs>
                <a:gs pos="14286">
                  <a:srgbClr val="EB792E">
                    <a:alpha val="16647"/>
                  </a:srgbClr>
                </a:gs>
                <a:gs pos="28571">
                  <a:srgbClr val="EB792E">
                    <a:alpha val="13184"/>
                  </a:srgbClr>
                </a:gs>
                <a:gs pos="42857">
                  <a:srgbClr val="EB792E">
                    <a:alpha val="8856"/>
                  </a:srgbClr>
                </a:gs>
                <a:gs pos="57143">
                  <a:srgbClr val="EB792E">
                    <a:alpha val="5009"/>
                  </a:srgbClr>
                </a:gs>
                <a:gs pos="71429">
                  <a:srgbClr val="EB792E">
                    <a:alpha val="2377"/>
                  </a:srgbClr>
                </a:gs>
                <a:gs pos="85714">
                  <a:srgbClr val="EB792E">
                    <a:alpha val="947"/>
                  </a:srgbClr>
                </a:gs>
                <a:gs pos="100000">
                  <a:srgbClr val="EB792E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8857976">
              <a:off x="2988285" y="1991980"/>
              <a:ext cx="477230" cy="138421"/>
            </a:xfrm>
            <a:prstGeom prst="ellipse">
              <a:avLst/>
            </a:prstGeom>
            <a:gradFill>
              <a:gsLst>
                <a:gs pos="0">
                  <a:srgbClr val="503F2D">
                    <a:alpha val="32968"/>
                  </a:srgbClr>
                </a:gs>
                <a:gs pos="14286">
                  <a:srgbClr val="503F2D">
                    <a:alpha val="30764"/>
                  </a:srgbClr>
                </a:gs>
                <a:gs pos="28571">
                  <a:srgbClr val="503F2D">
                    <a:alpha val="24833"/>
                  </a:srgbClr>
                </a:gs>
                <a:gs pos="42857">
                  <a:srgbClr val="503F2D">
                    <a:alpha val="17075"/>
                  </a:srgbClr>
                </a:gs>
                <a:gs pos="57143">
                  <a:srgbClr val="503F2D">
                    <a:alpha val="9855"/>
                  </a:srgbClr>
                </a:gs>
                <a:gs pos="71429">
                  <a:srgbClr val="503F2D">
                    <a:alpha val="4740"/>
                  </a:srgbClr>
                </a:gs>
                <a:gs pos="85714">
                  <a:srgbClr val="503F2D">
                    <a:alpha val="1902"/>
                  </a:srgbClr>
                </a:gs>
                <a:gs pos="100000">
                  <a:srgbClr val="503F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10771169">
              <a:off x="1534624" y="703247"/>
              <a:ext cx="301483" cy="20758"/>
            </a:xfrm>
            <a:prstGeom prst="ellipse">
              <a:avLst/>
            </a:prstGeom>
            <a:gradFill>
              <a:gsLst>
                <a:gs pos="0">
                  <a:srgbClr val="E65A00">
                    <a:alpha val="25380"/>
                  </a:srgbClr>
                </a:gs>
                <a:gs pos="14286">
                  <a:srgbClr val="E65A00">
                    <a:alpha val="23592"/>
                  </a:srgbClr>
                </a:gs>
                <a:gs pos="28571">
                  <a:srgbClr val="E65A00">
                    <a:alpha val="18855"/>
                  </a:srgbClr>
                </a:gs>
                <a:gs pos="42857">
                  <a:srgbClr val="E65A00">
                    <a:alpha val="12806"/>
                  </a:srgbClr>
                </a:gs>
                <a:gs pos="57143">
                  <a:srgbClr val="E65A00">
                    <a:alpha val="7312"/>
                  </a:srgbClr>
                </a:gs>
                <a:gs pos="71429">
                  <a:srgbClr val="E65A00">
                    <a:alpha val="3492"/>
                  </a:srgbClr>
                </a:gs>
                <a:gs pos="85714">
                  <a:srgbClr val="E65A00">
                    <a:alpha val="1396"/>
                  </a:srgbClr>
                </a:gs>
                <a:gs pos="100000">
                  <a:srgbClr val="E65A00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8119713">
              <a:off x="-93101" y="1571293"/>
              <a:ext cx="307774" cy="23231"/>
            </a:xfrm>
            <a:prstGeom prst="ellipse">
              <a:avLst/>
            </a:prstGeom>
            <a:gradFill>
              <a:gsLst>
                <a:gs pos="0">
                  <a:srgbClr val="FFC282">
                    <a:alpha val="32968"/>
                  </a:srgbClr>
                </a:gs>
                <a:gs pos="14286">
                  <a:srgbClr val="FFC282">
                    <a:alpha val="30764"/>
                  </a:srgbClr>
                </a:gs>
                <a:gs pos="28571">
                  <a:srgbClr val="FFC282">
                    <a:alpha val="24833"/>
                  </a:srgbClr>
                </a:gs>
                <a:gs pos="42857">
                  <a:srgbClr val="FFC282">
                    <a:alpha val="17075"/>
                  </a:srgbClr>
                </a:gs>
                <a:gs pos="57143">
                  <a:srgbClr val="FFC282">
                    <a:alpha val="9855"/>
                  </a:srgbClr>
                </a:gs>
                <a:gs pos="71429">
                  <a:srgbClr val="FFC282">
                    <a:alpha val="4740"/>
                  </a:srgbClr>
                </a:gs>
                <a:gs pos="85714">
                  <a:srgbClr val="FFC282">
                    <a:alpha val="1902"/>
                  </a:srgbClr>
                </a:gs>
                <a:gs pos="100000">
                  <a:srgbClr val="FFC2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6236909">
              <a:off x="2141145" y="759028"/>
              <a:ext cx="730964" cy="268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-9164594">
              <a:off x="896705" y="2163658"/>
              <a:ext cx="441538" cy="252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3436661">
              <a:off x="344828" y="665087"/>
              <a:ext cx="348707" cy="182881"/>
            </a:xfrm>
            <a:prstGeom prst="ellipse">
              <a:avLst/>
            </a:prstGeom>
            <a:gradFill>
              <a:gsLst>
                <a:gs pos="0">
                  <a:srgbClr val="6A0000">
                    <a:alpha val="24873"/>
                  </a:srgbClr>
                </a:gs>
                <a:gs pos="14286">
                  <a:srgbClr val="6A0000">
                    <a:alpha val="23115"/>
                  </a:srgbClr>
                </a:gs>
                <a:gs pos="28571">
                  <a:srgbClr val="6A0000">
                    <a:alpha val="18461"/>
                  </a:srgbClr>
                </a:gs>
                <a:gs pos="42857">
                  <a:srgbClr val="6A0000">
                    <a:alpha val="12530"/>
                  </a:srgbClr>
                </a:gs>
                <a:gs pos="57143">
                  <a:srgbClr val="6A0000">
                    <a:alpha val="7149"/>
                  </a:srgbClr>
                </a:gs>
                <a:gs pos="71429">
                  <a:srgbClr val="6A0000">
                    <a:alpha val="3413"/>
                  </a:srgbClr>
                </a:gs>
                <a:gs pos="85714">
                  <a:srgbClr val="6A0000">
                    <a:alpha val="1364"/>
                  </a:srgbClr>
                </a:gs>
                <a:gs pos="100000">
                  <a:srgbClr val="6A0000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3706708">
              <a:off x="795534" y="919721"/>
              <a:ext cx="663666" cy="34179"/>
            </a:xfrm>
            <a:prstGeom prst="ellipse">
              <a:avLst/>
            </a:prstGeom>
            <a:gradFill>
              <a:gsLst>
                <a:gs pos="0">
                  <a:srgbClr val="6B0000">
                    <a:alpha val="32968"/>
                  </a:srgbClr>
                </a:gs>
                <a:gs pos="14286">
                  <a:srgbClr val="6B0000">
                    <a:alpha val="30764"/>
                  </a:srgbClr>
                </a:gs>
                <a:gs pos="28571">
                  <a:srgbClr val="6B0000">
                    <a:alpha val="24833"/>
                  </a:srgbClr>
                </a:gs>
                <a:gs pos="42857">
                  <a:srgbClr val="6B0000">
                    <a:alpha val="17075"/>
                  </a:srgbClr>
                </a:gs>
                <a:gs pos="57143">
                  <a:srgbClr val="6B0000">
                    <a:alpha val="9855"/>
                  </a:srgbClr>
                </a:gs>
                <a:gs pos="71429">
                  <a:srgbClr val="6B0000">
                    <a:alpha val="4740"/>
                  </a:srgbClr>
                </a:gs>
                <a:gs pos="85714">
                  <a:srgbClr val="6B0000">
                    <a:alpha val="1902"/>
                  </a:srgbClr>
                </a:gs>
                <a:gs pos="100000">
                  <a:srgbClr val="6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5868596">
              <a:off x="2607090" y="1706733"/>
              <a:ext cx="533517" cy="109727"/>
            </a:xfrm>
            <a:prstGeom prst="ellipse">
              <a:avLst/>
            </a:prstGeom>
            <a:gradFill>
              <a:gsLst>
                <a:gs pos="0">
                  <a:srgbClr val="00000B">
                    <a:alpha val="32968"/>
                  </a:srgbClr>
                </a:gs>
                <a:gs pos="14286">
                  <a:srgbClr val="00000B">
                    <a:alpha val="30764"/>
                  </a:srgbClr>
                </a:gs>
                <a:gs pos="28571">
                  <a:srgbClr val="00000B">
                    <a:alpha val="24833"/>
                  </a:srgbClr>
                </a:gs>
                <a:gs pos="42857">
                  <a:srgbClr val="00000B">
                    <a:alpha val="17075"/>
                  </a:srgbClr>
                </a:gs>
                <a:gs pos="57143">
                  <a:srgbClr val="00000B">
                    <a:alpha val="9855"/>
                  </a:srgbClr>
                </a:gs>
                <a:gs pos="71429">
                  <a:srgbClr val="00000B">
                    <a:alpha val="4740"/>
                  </a:srgbClr>
                </a:gs>
                <a:gs pos="85714">
                  <a:srgbClr val="00000B">
                    <a:alpha val="1902"/>
                  </a:srgbClr>
                </a:gs>
                <a:gs pos="100000">
                  <a:srgbClr val="00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5239495">
              <a:off x="2093408" y="1320316"/>
              <a:ext cx="402505" cy="99918"/>
            </a:xfrm>
            <a:prstGeom prst="ellipse">
              <a:avLst/>
            </a:prstGeom>
            <a:gradFill>
              <a:gsLst>
                <a:gs pos="0">
                  <a:srgbClr val="001D20">
                    <a:alpha val="32968"/>
                  </a:srgbClr>
                </a:gs>
                <a:gs pos="14286">
                  <a:srgbClr val="001D20">
                    <a:alpha val="30764"/>
                  </a:srgbClr>
                </a:gs>
                <a:gs pos="28571">
                  <a:srgbClr val="001D20">
                    <a:alpha val="24833"/>
                  </a:srgbClr>
                </a:gs>
                <a:gs pos="42857">
                  <a:srgbClr val="001D20">
                    <a:alpha val="17075"/>
                  </a:srgbClr>
                </a:gs>
                <a:gs pos="57143">
                  <a:srgbClr val="001D20">
                    <a:alpha val="9855"/>
                  </a:srgbClr>
                </a:gs>
                <a:gs pos="71429">
                  <a:srgbClr val="001D20">
                    <a:alpha val="4740"/>
                  </a:srgbClr>
                </a:gs>
                <a:gs pos="85714">
                  <a:srgbClr val="001D20">
                    <a:alpha val="1902"/>
                  </a:srgbClr>
                </a:gs>
                <a:gs pos="100000">
                  <a:srgbClr val="001D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-8960367">
              <a:off x="863535" y="947696"/>
              <a:ext cx="395784" cy="289300"/>
            </a:xfrm>
            <a:prstGeom prst="ellipse">
              <a:avLst/>
            </a:prstGeom>
            <a:gradFill>
              <a:gsLst>
                <a:gs pos="0">
                  <a:srgbClr val="C30000">
                    <a:alpha val="23970"/>
                  </a:srgbClr>
                </a:gs>
                <a:gs pos="14286">
                  <a:srgbClr val="C30000">
                    <a:alpha val="22265"/>
                  </a:srgbClr>
                </a:gs>
                <a:gs pos="28571">
                  <a:srgbClr val="C30000">
                    <a:alpha val="17763"/>
                  </a:srgbClr>
                </a:gs>
                <a:gs pos="42857">
                  <a:srgbClr val="C30000">
                    <a:alpha val="12039"/>
                  </a:srgbClr>
                </a:gs>
                <a:gs pos="57143">
                  <a:srgbClr val="C30000">
                    <a:alpha val="6861"/>
                  </a:srgbClr>
                </a:gs>
                <a:gs pos="71429">
                  <a:srgbClr val="C30000">
                    <a:alpha val="3272"/>
                  </a:srgbClr>
                </a:gs>
                <a:gs pos="85714">
                  <a:srgbClr val="C30000">
                    <a:alpha val="1307"/>
                  </a:srgbClr>
                </a:gs>
                <a:gs pos="100000">
                  <a:srgbClr val="C30000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3263418">
              <a:off x="1972161" y="1863819"/>
              <a:ext cx="226395" cy="77580"/>
            </a:xfrm>
            <a:prstGeom prst="ellipse">
              <a:avLst/>
            </a:prstGeom>
            <a:gradFill>
              <a:gsLst>
                <a:gs pos="0">
                  <a:srgbClr val="FFFFB8">
                    <a:alpha val="32968"/>
                  </a:srgbClr>
                </a:gs>
                <a:gs pos="14286">
                  <a:srgbClr val="FFFFB8">
                    <a:alpha val="30764"/>
                  </a:srgbClr>
                </a:gs>
                <a:gs pos="28571">
                  <a:srgbClr val="FFFFB8">
                    <a:alpha val="24833"/>
                  </a:srgbClr>
                </a:gs>
                <a:gs pos="42857">
                  <a:srgbClr val="FFFFB8">
                    <a:alpha val="17075"/>
                  </a:srgbClr>
                </a:gs>
                <a:gs pos="57143">
                  <a:srgbClr val="FFFFB8">
                    <a:alpha val="9855"/>
                  </a:srgbClr>
                </a:gs>
                <a:gs pos="71429">
                  <a:srgbClr val="FFFFB8">
                    <a:alpha val="4740"/>
                  </a:srgbClr>
                </a:gs>
                <a:gs pos="85714">
                  <a:srgbClr val="FFFFB8">
                    <a:alpha val="1902"/>
                  </a:srgbClr>
                </a:gs>
                <a:gs pos="100000">
                  <a:srgbClr val="FFFF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7188041">
              <a:off x="3468598" y="521625"/>
              <a:ext cx="314517" cy="266849"/>
            </a:xfrm>
            <a:prstGeom prst="ellipse">
              <a:avLst/>
            </a:prstGeom>
            <a:gradFill>
              <a:gsLst>
                <a:gs pos="0">
                  <a:srgbClr val="7A7C10">
                    <a:alpha val="8757"/>
                  </a:srgbClr>
                </a:gs>
                <a:gs pos="14286">
                  <a:srgbClr val="7A7C10">
                    <a:alpha val="8078"/>
                  </a:srgbClr>
                </a:gs>
                <a:gs pos="28571">
                  <a:srgbClr val="7A7C10">
                    <a:alpha val="6331"/>
                  </a:srgbClr>
                </a:gs>
                <a:gs pos="42857">
                  <a:srgbClr val="7A7C10">
                    <a:alpha val="4199"/>
                  </a:srgbClr>
                </a:gs>
                <a:gs pos="57143">
                  <a:srgbClr val="7A7C10">
                    <a:alpha val="2349"/>
                  </a:srgbClr>
                </a:gs>
                <a:gs pos="71429">
                  <a:srgbClr val="7A7C10">
                    <a:alpha val="1106"/>
                  </a:srgbClr>
                </a:gs>
                <a:gs pos="85714">
                  <a:srgbClr val="7A7C10">
                    <a:alpha val="439"/>
                  </a:srgbClr>
                </a:gs>
                <a:gs pos="100000">
                  <a:srgbClr val="7A7C10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3960625">
              <a:off x="2102038" y="1169505"/>
              <a:ext cx="301384" cy="240428"/>
            </a:xfrm>
            <a:prstGeom prst="ellipse">
              <a:avLst/>
            </a:prstGeom>
            <a:gradFill>
              <a:gsLst>
                <a:gs pos="0">
                  <a:srgbClr val="000010">
                    <a:alpha val="4394"/>
                  </a:srgbClr>
                </a:gs>
                <a:gs pos="14286">
                  <a:srgbClr val="000010">
                    <a:alpha val="4046"/>
                  </a:srgbClr>
                </a:gs>
                <a:gs pos="28571">
                  <a:srgbClr val="000010">
                    <a:alpha val="3156"/>
                  </a:srgbClr>
                </a:gs>
                <a:gs pos="42857">
                  <a:srgbClr val="000010">
                    <a:alpha val="2081"/>
                  </a:srgbClr>
                </a:gs>
                <a:gs pos="57143">
                  <a:srgbClr val="000010">
                    <a:alpha val="1159"/>
                  </a:srgbClr>
                </a:gs>
                <a:gs pos="71429">
                  <a:srgbClr val="000010">
                    <a:alpha val="544"/>
                  </a:srgbClr>
                </a:gs>
                <a:gs pos="85714">
                  <a:srgbClr val="000010">
                    <a:alpha val="216"/>
                  </a:srgbClr>
                </a:gs>
                <a:gs pos="100000">
                  <a:srgbClr val="000010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8348052">
              <a:off x="211122" y="2104136"/>
              <a:ext cx="344333" cy="159116"/>
            </a:xfrm>
            <a:prstGeom prst="ellipse">
              <a:avLst/>
            </a:prstGeom>
            <a:gradFill>
              <a:gsLst>
                <a:gs pos="0">
                  <a:srgbClr val="FFCD94">
                    <a:alpha val="12223"/>
                  </a:srgbClr>
                </a:gs>
                <a:gs pos="14286">
                  <a:srgbClr val="FFCD94">
                    <a:alpha val="11292"/>
                  </a:srgbClr>
                </a:gs>
                <a:gs pos="28571">
                  <a:srgbClr val="FFCD94">
                    <a:alpha val="8884"/>
                  </a:srgbClr>
                </a:gs>
                <a:gs pos="42857">
                  <a:srgbClr val="FFCD94">
                    <a:alpha val="5920"/>
                  </a:srgbClr>
                </a:gs>
                <a:gs pos="57143">
                  <a:srgbClr val="FFCD94">
                    <a:alpha val="3325"/>
                  </a:srgbClr>
                </a:gs>
                <a:gs pos="71429">
                  <a:srgbClr val="FFCD94">
                    <a:alpha val="1570"/>
                  </a:srgbClr>
                </a:gs>
                <a:gs pos="85714">
                  <a:srgbClr val="FFCD94">
                    <a:alpha val="624"/>
                  </a:srgbClr>
                </a:gs>
                <a:gs pos="100000">
                  <a:srgbClr val="FFCD94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7339166">
              <a:off x="1124297" y="1578058"/>
              <a:ext cx="696900" cy="2747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5385064">
              <a:off x="-46326" y="820296"/>
              <a:ext cx="310703" cy="209356"/>
            </a:xfrm>
            <a:prstGeom prst="ellipse">
              <a:avLst/>
            </a:prstGeom>
            <a:gradFill>
              <a:gsLst>
                <a:gs pos="0">
                  <a:srgbClr val="54290E">
                    <a:alpha val="7210"/>
                  </a:srgbClr>
                </a:gs>
                <a:gs pos="14286">
                  <a:srgbClr val="54290E">
                    <a:alpha val="6646"/>
                  </a:srgbClr>
                </a:gs>
                <a:gs pos="28571">
                  <a:srgbClr val="54290E">
                    <a:alpha val="5200"/>
                  </a:srgbClr>
                </a:gs>
                <a:gs pos="42857">
                  <a:srgbClr val="54290E">
                    <a:alpha val="3442"/>
                  </a:srgbClr>
                </a:gs>
                <a:gs pos="57143">
                  <a:srgbClr val="54290E">
                    <a:alpha val="1922"/>
                  </a:srgbClr>
                </a:gs>
                <a:gs pos="71429">
                  <a:srgbClr val="54290E">
                    <a:alpha val="904"/>
                  </a:srgbClr>
                </a:gs>
                <a:gs pos="85714">
                  <a:srgbClr val="54290E">
                    <a:alpha val="359"/>
                  </a:srgbClr>
                </a:gs>
                <a:gs pos="100000">
                  <a:srgbClr val="54290E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8857703">
              <a:off x="590014" y="64483"/>
              <a:ext cx="539875" cy="77452"/>
            </a:xfrm>
            <a:prstGeom prst="ellipse">
              <a:avLst/>
            </a:prstGeom>
            <a:gradFill>
              <a:gsLst>
                <a:gs pos="0">
                  <a:srgbClr val="900007">
                    <a:alpha val="32968"/>
                  </a:srgbClr>
                </a:gs>
                <a:gs pos="14286">
                  <a:srgbClr val="900007">
                    <a:alpha val="30764"/>
                  </a:srgbClr>
                </a:gs>
                <a:gs pos="28571">
                  <a:srgbClr val="900007">
                    <a:alpha val="24833"/>
                  </a:srgbClr>
                </a:gs>
                <a:gs pos="42857">
                  <a:srgbClr val="900007">
                    <a:alpha val="17075"/>
                  </a:srgbClr>
                </a:gs>
                <a:gs pos="57143">
                  <a:srgbClr val="900007">
                    <a:alpha val="9855"/>
                  </a:srgbClr>
                </a:gs>
                <a:gs pos="71429">
                  <a:srgbClr val="900007">
                    <a:alpha val="4740"/>
                  </a:srgbClr>
                </a:gs>
                <a:gs pos="85714">
                  <a:srgbClr val="900007">
                    <a:alpha val="1902"/>
                  </a:srgbClr>
                </a:gs>
                <a:gs pos="100000">
                  <a:srgbClr val="90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10601193">
              <a:off x="1205349" y="671805"/>
              <a:ext cx="370350" cy="313402"/>
            </a:xfrm>
            <a:prstGeom prst="ellipse">
              <a:avLst/>
            </a:prstGeom>
            <a:gradFill>
              <a:gsLst>
                <a:gs pos="0">
                  <a:srgbClr val="FF0600">
                    <a:alpha val="15947"/>
                  </a:srgbClr>
                </a:gs>
                <a:gs pos="14286">
                  <a:srgbClr val="FF0600">
                    <a:alpha val="14758"/>
                  </a:srgbClr>
                </a:gs>
                <a:gs pos="28571">
                  <a:srgbClr val="FF0600">
                    <a:alpha val="11660"/>
                  </a:srgbClr>
                </a:gs>
                <a:gs pos="42857">
                  <a:srgbClr val="FF0600">
                    <a:alpha val="7810"/>
                  </a:srgbClr>
                </a:gs>
                <a:gs pos="57143">
                  <a:srgbClr val="FF0600">
                    <a:alpha val="4406"/>
                  </a:srgbClr>
                </a:gs>
                <a:gs pos="71429">
                  <a:srgbClr val="FF0600">
                    <a:alpha val="2087"/>
                  </a:srgbClr>
                </a:gs>
                <a:gs pos="85714">
                  <a:srgbClr val="FF0600">
                    <a:alpha val="831"/>
                  </a:srgbClr>
                </a:gs>
                <a:gs pos="100000">
                  <a:srgbClr val="FF06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9163310">
              <a:off x="1236286" y="179786"/>
              <a:ext cx="296749" cy="22462"/>
            </a:xfrm>
            <a:prstGeom prst="ellipse">
              <a:avLst/>
            </a:prstGeom>
            <a:gradFill>
              <a:gsLst>
                <a:gs pos="0">
                  <a:srgbClr val="FFFFF2">
                    <a:alpha val="32968"/>
                  </a:srgbClr>
                </a:gs>
                <a:gs pos="14286">
                  <a:srgbClr val="FFFFF2">
                    <a:alpha val="30764"/>
                  </a:srgbClr>
                </a:gs>
                <a:gs pos="28571">
                  <a:srgbClr val="FFFFF2">
                    <a:alpha val="24833"/>
                  </a:srgbClr>
                </a:gs>
                <a:gs pos="42857">
                  <a:srgbClr val="FFFFF2">
                    <a:alpha val="17075"/>
                  </a:srgbClr>
                </a:gs>
                <a:gs pos="57143">
                  <a:srgbClr val="FFFFF2">
                    <a:alpha val="9855"/>
                  </a:srgbClr>
                </a:gs>
                <a:gs pos="71429">
                  <a:srgbClr val="FFFFF2">
                    <a:alpha val="4740"/>
                  </a:srgbClr>
                </a:gs>
                <a:gs pos="85714">
                  <a:srgbClr val="FFFFF2">
                    <a:alpha val="1902"/>
                  </a:srgbClr>
                </a:gs>
                <a:gs pos="100000">
                  <a:srgbClr val="FFFF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6863276">
              <a:off x="2977000" y="1288653"/>
              <a:ext cx="447639" cy="199338"/>
            </a:xfrm>
            <a:prstGeom prst="ellipse">
              <a:avLst/>
            </a:prstGeom>
            <a:gradFill>
              <a:gsLst>
                <a:gs pos="0">
                  <a:srgbClr val="7D220D">
                    <a:alpha val="32968"/>
                  </a:srgbClr>
                </a:gs>
                <a:gs pos="14286">
                  <a:srgbClr val="7D220D">
                    <a:alpha val="30764"/>
                  </a:srgbClr>
                </a:gs>
                <a:gs pos="28571">
                  <a:srgbClr val="7D220D">
                    <a:alpha val="24833"/>
                  </a:srgbClr>
                </a:gs>
                <a:gs pos="42857">
                  <a:srgbClr val="7D220D">
                    <a:alpha val="17075"/>
                  </a:srgbClr>
                </a:gs>
                <a:gs pos="57143">
                  <a:srgbClr val="7D220D">
                    <a:alpha val="9855"/>
                  </a:srgbClr>
                </a:gs>
                <a:gs pos="71429">
                  <a:srgbClr val="7D220D">
                    <a:alpha val="4740"/>
                  </a:srgbClr>
                </a:gs>
                <a:gs pos="85714">
                  <a:srgbClr val="7D220D">
                    <a:alpha val="1902"/>
                  </a:srgbClr>
                </a:gs>
                <a:gs pos="100000">
                  <a:srgbClr val="7D22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-9486629">
              <a:off x="3493115" y="606764"/>
              <a:ext cx="275235" cy="255507"/>
            </a:xfrm>
            <a:prstGeom prst="ellipse">
              <a:avLst/>
            </a:prstGeom>
            <a:gradFill>
              <a:gsLst>
                <a:gs pos="0">
                  <a:srgbClr val="928D00">
                    <a:alpha val="4483"/>
                  </a:srgbClr>
                </a:gs>
                <a:gs pos="14286">
                  <a:srgbClr val="928D00">
                    <a:alpha val="4128"/>
                  </a:srgbClr>
                </a:gs>
                <a:gs pos="28571">
                  <a:srgbClr val="928D00">
                    <a:alpha val="3220"/>
                  </a:srgbClr>
                </a:gs>
                <a:gs pos="42857">
                  <a:srgbClr val="928D00">
                    <a:alpha val="2124"/>
                  </a:srgbClr>
                </a:gs>
                <a:gs pos="57143">
                  <a:srgbClr val="928D00">
                    <a:alpha val="1183"/>
                  </a:srgbClr>
                </a:gs>
                <a:gs pos="71429">
                  <a:srgbClr val="928D00">
                    <a:alpha val="555"/>
                  </a:srgbClr>
                </a:gs>
                <a:gs pos="85714">
                  <a:srgbClr val="928D00">
                    <a:alpha val="220"/>
                  </a:srgbClr>
                </a:gs>
                <a:gs pos="100000">
                  <a:srgbClr val="928D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8601495">
              <a:off x="190404" y="2343353"/>
              <a:ext cx="255125" cy="24738"/>
            </a:xfrm>
            <a:prstGeom prst="ellipse">
              <a:avLst/>
            </a:prstGeom>
            <a:gradFill>
              <a:gsLst>
                <a:gs pos="0">
                  <a:srgbClr val="8F0000">
                    <a:alpha val="32968"/>
                  </a:srgbClr>
                </a:gs>
                <a:gs pos="14286">
                  <a:srgbClr val="8F0000">
                    <a:alpha val="30764"/>
                  </a:srgbClr>
                </a:gs>
                <a:gs pos="28571">
                  <a:srgbClr val="8F0000">
                    <a:alpha val="24833"/>
                  </a:srgbClr>
                </a:gs>
                <a:gs pos="42857">
                  <a:srgbClr val="8F0000">
                    <a:alpha val="17075"/>
                  </a:srgbClr>
                </a:gs>
                <a:gs pos="57143">
                  <a:srgbClr val="8F0000">
                    <a:alpha val="9855"/>
                  </a:srgbClr>
                </a:gs>
                <a:gs pos="71429">
                  <a:srgbClr val="8F0000">
                    <a:alpha val="4740"/>
                  </a:srgbClr>
                </a:gs>
                <a:gs pos="85714">
                  <a:srgbClr val="8F0000">
                    <a:alpha val="1902"/>
                  </a:srgbClr>
                </a:gs>
                <a:gs pos="100000">
                  <a:srgbClr val="8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6893532">
              <a:off x="441882" y="721519"/>
              <a:ext cx="292969" cy="262104"/>
            </a:xfrm>
            <a:prstGeom prst="ellipse">
              <a:avLst/>
            </a:prstGeom>
            <a:gradFill>
              <a:gsLst>
                <a:gs pos="0">
                  <a:srgbClr val="528609">
                    <a:alpha val="3479"/>
                  </a:srgbClr>
                </a:gs>
                <a:gs pos="14286">
                  <a:srgbClr val="528609">
                    <a:alpha val="3202"/>
                  </a:srgbClr>
                </a:gs>
                <a:gs pos="28571">
                  <a:srgbClr val="528609">
                    <a:alpha val="2495"/>
                  </a:srgbClr>
                </a:gs>
                <a:gs pos="42857">
                  <a:srgbClr val="528609">
                    <a:alpha val="1644"/>
                  </a:srgbClr>
                </a:gs>
                <a:gs pos="57143">
                  <a:srgbClr val="528609">
                    <a:alpha val="914"/>
                  </a:srgbClr>
                </a:gs>
                <a:gs pos="71429">
                  <a:srgbClr val="528609">
                    <a:alpha val="429"/>
                  </a:srgbClr>
                </a:gs>
                <a:gs pos="85714">
                  <a:srgbClr val="528609">
                    <a:alpha val="170"/>
                  </a:srgbClr>
                </a:gs>
                <a:gs pos="100000">
                  <a:srgbClr val="528609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-10396502">
              <a:off x="1980396" y="199573"/>
              <a:ext cx="273178" cy="244816"/>
            </a:xfrm>
            <a:prstGeom prst="ellipse">
              <a:avLst/>
            </a:prstGeom>
            <a:gradFill>
              <a:gsLst>
                <a:gs pos="0">
                  <a:srgbClr val="FFFFED">
                    <a:alpha val="4197"/>
                  </a:srgbClr>
                </a:gs>
                <a:gs pos="14286">
                  <a:srgbClr val="FFFFED">
                    <a:alpha val="3864"/>
                  </a:srgbClr>
                </a:gs>
                <a:gs pos="28571">
                  <a:srgbClr val="FFFFED">
                    <a:alpha val="3014"/>
                  </a:srgbClr>
                </a:gs>
                <a:gs pos="42857">
                  <a:srgbClr val="FFFFED">
                    <a:alpha val="1987"/>
                  </a:srgbClr>
                </a:gs>
                <a:gs pos="57143">
                  <a:srgbClr val="FFFFED">
                    <a:alpha val="1106"/>
                  </a:srgbClr>
                </a:gs>
                <a:gs pos="71429">
                  <a:srgbClr val="FFFFED">
                    <a:alpha val="519"/>
                  </a:srgbClr>
                </a:gs>
                <a:gs pos="85714">
                  <a:srgbClr val="FFFFED">
                    <a:alpha val="206"/>
                  </a:srgbClr>
                </a:gs>
                <a:gs pos="100000">
                  <a:srgbClr val="FFFFED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10010512">
              <a:off x="378494" y="1179350"/>
              <a:ext cx="273958" cy="254910"/>
            </a:xfrm>
            <a:prstGeom prst="ellipse">
              <a:avLst/>
            </a:prstGeom>
            <a:gradFill>
              <a:gsLst>
                <a:gs pos="0">
                  <a:srgbClr val="FF0000">
                    <a:alpha val="5057"/>
                  </a:srgbClr>
                </a:gs>
                <a:gs pos="14286">
                  <a:srgbClr val="FF0000">
                    <a:alpha val="4658"/>
                  </a:srgbClr>
                </a:gs>
                <a:gs pos="28571">
                  <a:srgbClr val="FF0000">
                    <a:alpha val="3636"/>
                  </a:srgbClr>
                </a:gs>
                <a:gs pos="42857">
                  <a:srgbClr val="FF0000">
                    <a:alpha val="2400"/>
                  </a:srgbClr>
                </a:gs>
                <a:gs pos="57143">
                  <a:srgbClr val="FF0000">
                    <a:alpha val="1337"/>
                  </a:srgbClr>
                </a:gs>
                <a:gs pos="71429">
                  <a:srgbClr val="FF0000">
                    <a:alpha val="628"/>
                  </a:srgbClr>
                </a:gs>
                <a:gs pos="85714">
                  <a:srgbClr val="FF0000">
                    <a:alpha val="249"/>
                  </a:srgbClr>
                </a:gs>
                <a:gs pos="100000">
                  <a:srgbClr val="FF00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5509954">
              <a:off x="420015" y="1336001"/>
              <a:ext cx="251025" cy="20703"/>
            </a:xfrm>
            <a:prstGeom prst="ellipse">
              <a:avLst/>
            </a:prstGeom>
            <a:gradFill>
              <a:gsLst>
                <a:gs pos="0">
                  <a:srgbClr val="FFFFEC">
                    <a:alpha val="32968"/>
                  </a:srgbClr>
                </a:gs>
                <a:gs pos="14286">
                  <a:srgbClr val="FFFFEC">
                    <a:alpha val="30764"/>
                  </a:srgbClr>
                </a:gs>
                <a:gs pos="28571">
                  <a:srgbClr val="FFFFEC">
                    <a:alpha val="24833"/>
                  </a:srgbClr>
                </a:gs>
                <a:gs pos="42857">
                  <a:srgbClr val="FFFFEC">
                    <a:alpha val="17075"/>
                  </a:srgbClr>
                </a:gs>
                <a:gs pos="57143">
                  <a:srgbClr val="FFFFEC">
                    <a:alpha val="9855"/>
                  </a:srgbClr>
                </a:gs>
                <a:gs pos="71429">
                  <a:srgbClr val="FFFFEC">
                    <a:alpha val="4740"/>
                  </a:srgbClr>
                </a:gs>
                <a:gs pos="85714">
                  <a:srgbClr val="FFFFEC">
                    <a:alpha val="1902"/>
                  </a:srgbClr>
                </a:gs>
                <a:gs pos="100000">
                  <a:srgbClr val="FFFF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10293248">
              <a:off x="2348326" y="836308"/>
              <a:ext cx="273342" cy="267897"/>
            </a:xfrm>
            <a:prstGeom prst="ellipse">
              <a:avLst/>
            </a:prstGeom>
            <a:gradFill>
              <a:gsLst>
                <a:gs pos="0">
                  <a:srgbClr val="000000">
                    <a:alpha val="1559"/>
                  </a:srgbClr>
                </a:gs>
                <a:gs pos="14286">
                  <a:srgbClr val="000000">
                    <a:alpha val="1434"/>
                  </a:srgbClr>
                </a:gs>
                <a:gs pos="28571">
                  <a:srgbClr val="000000">
                    <a:alpha val="1115"/>
                  </a:srgbClr>
                </a:gs>
                <a:gs pos="42857">
                  <a:srgbClr val="000000">
                    <a:alpha val="733"/>
                  </a:srgbClr>
                </a:gs>
                <a:gs pos="57143">
                  <a:srgbClr val="000000">
                    <a:alpha val="407"/>
                  </a:srgbClr>
                </a:gs>
                <a:gs pos="71429">
                  <a:srgbClr val="000000">
                    <a:alpha val="191"/>
                  </a:srgbClr>
                </a:gs>
                <a:gs pos="85714">
                  <a:srgbClr val="000000">
                    <a:alpha val="75"/>
                  </a:srgbClr>
                </a:gs>
                <a:gs pos="100000">
                  <a:srgbClr val="0000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6684281">
              <a:off x="2001721" y="835538"/>
              <a:ext cx="324865" cy="315119"/>
            </a:xfrm>
            <a:prstGeom prst="ellipse">
              <a:avLst/>
            </a:prstGeom>
            <a:gradFill>
              <a:gsLst>
                <a:gs pos="0">
                  <a:srgbClr val="FFB600">
                    <a:alpha val="3612"/>
                  </a:srgbClr>
                </a:gs>
                <a:gs pos="14286">
                  <a:srgbClr val="FFB600">
                    <a:alpha val="3325"/>
                  </a:srgbClr>
                </a:gs>
                <a:gs pos="28571">
                  <a:srgbClr val="FFB600">
                    <a:alpha val="2591"/>
                  </a:srgbClr>
                </a:gs>
                <a:gs pos="42857">
                  <a:srgbClr val="FFB600">
                    <a:alpha val="1707"/>
                  </a:srgbClr>
                </a:gs>
                <a:gs pos="57143">
                  <a:srgbClr val="FFB600">
                    <a:alpha val="950"/>
                  </a:srgbClr>
                </a:gs>
                <a:gs pos="71429">
                  <a:srgbClr val="FFB600">
                    <a:alpha val="446"/>
                  </a:srgbClr>
                </a:gs>
                <a:gs pos="85714">
                  <a:srgbClr val="FFB600">
                    <a:alpha val="176"/>
                  </a:srgbClr>
                </a:gs>
                <a:gs pos="100000">
                  <a:srgbClr val="FFB60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2997589">
              <a:off x="346708" y="1778841"/>
              <a:ext cx="546946" cy="19291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7035821">
              <a:off x="1136485" y="1541475"/>
              <a:ext cx="717517" cy="2789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6750766">
              <a:off x="2121859" y="951353"/>
              <a:ext cx="633537" cy="46600"/>
            </a:xfrm>
            <a:prstGeom prst="ellipse">
              <a:avLst/>
            </a:prstGeom>
            <a:gradFill>
              <a:gsLst>
                <a:gs pos="0">
                  <a:srgbClr val="4D0000">
                    <a:alpha val="32968"/>
                  </a:srgbClr>
                </a:gs>
                <a:gs pos="14286">
                  <a:srgbClr val="4D0000">
                    <a:alpha val="30764"/>
                  </a:srgbClr>
                </a:gs>
                <a:gs pos="28571">
                  <a:srgbClr val="4D0000">
                    <a:alpha val="24833"/>
                  </a:srgbClr>
                </a:gs>
                <a:gs pos="42857">
                  <a:srgbClr val="4D0000">
                    <a:alpha val="17075"/>
                  </a:srgbClr>
                </a:gs>
                <a:gs pos="57143">
                  <a:srgbClr val="4D0000">
                    <a:alpha val="9855"/>
                  </a:srgbClr>
                </a:gs>
                <a:gs pos="71429">
                  <a:srgbClr val="4D0000">
                    <a:alpha val="4740"/>
                  </a:srgbClr>
                </a:gs>
                <a:gs pos="85714">
                  <a:srgbClr val="4D0000">
                    <a:alpha val="1902"/>
                  </a:srgbClr>
                </a:gs>
                <a:gs pos="100000">
                  <a:srgbClr val="4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8720758">
              <a:off x="211376" y="669104"/>
              <a:ext cx="303008" cy="228496"/>
            </a:xfrm>
            <a:prstGeom prst="ellipse">
              <a:avLst/>
            </a:prstGeom>
            <a:gradFill>
              <a:gsLst>
                <a:gs pos="0">
                  <a:srgbClr val="FC5C2B">
                    <a:alpha val="8761"/>
                  </a:srgbClr>
                </a:gs>
                <a:gs pos="14286">
                  <a:srgbClr val="FC5C2B">
                    <a:alpha val="8082"/>
                  </a:srgbClr>
                </a:gs>
                <a:gs pos="28571">
                  <a:srgbClr val="FC5C2B">
                    <a:alpha val="6334"/>
                  </a:srgbClr>
                </a:gs>
                <a:gs pos="42857">
                  <a:srgbClr val="FC5C2B">
                    <a:alpha val="4201"/>
                  </a:srgbClr>
                </a:gs>
                <a:gs pos="57143">
                  <a:srgbClr val="FC5C2B">
                    <a:alpha val="2350"/>
                  </a:srgbClr>
                </a:gs>
                <a:gs pos="71429">
                  <a:srgbClr val="FC5C2B">
                    <a:alpha val="1107"/>
                  </a:srgbClr>
                </a:gs>
                <a:gs pos="85714">
                  <a:srgbClr val="FC5C2B">
                    <a:alpha val="439"/>
                  </a:srgbClr>
                </a:gs>
                <a:gs pos="100000">
                  <a:srgbClr val="FC5C2B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10040662">
              <a:off x="1587947" y="1221626"/>
              <a:ext cx="729813" cy="189383"/>
            </a:xfrm>
            <a:prstGeom prst="ellipse">
              <a:avLst/>
            </a:prstGeom>
            <a:gradFill>
              <a:gsLst>
                <a:gs pos="0">
                  <a:srgbClr val="400000">
                    <a:alpha val="32968"/>
                  </a:srgbClr>
                </a:gs>
                <a:gs pos="14286">
                  <a:srgbClr val="400000">
                    <a:alpha val="30764"/>
                  </a:srgbClr>
                </a:gs>
                <a:gs pos="28571">
                  <a:srgbClr val="400000">
                    <a:alpha val="24833"/>
                  </a:srgbClr>
                </a:gs>
                <a:gs pos="42857">
                  <a:srgbClr val="400000">
                    <a:alpha val="17075"/>
                  </a:srgbClr>
                </a:gs>
                <a:gs pos="57143">
                  <a:srgbClr val="400000">
                    <a:alpha val="9855"/>
                  </a:srgbClr>
                </a:gs>
                <a:gs pos="71429">
                  <a:srgbClr val="400000">
                    <a:alpha val="4740"/>
                  </a:srgbClr>
                </a:gs>
                <a:gs pos="85714">
                  <a:srgbClr val="400000">
                    <a:alpha val="1902"/>
                  </a:srgbClr>
                </a:gs>
                <a:gs pos="100000">
                  <a:srgbClr val="4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7328978">
              <a:off x="2171912" y="1084988"/>
              <a:ext cx="324798" cy="40268"/>
            </a:xfrm>
            <a:prstGeom prst="ellipse">
              <a:avLst/>
            </a:prstGeom>
            <a:gradFill>
              <a:gsLst>
                <a:gs pos="0">
                  <a:srgbClr val="3D0000">
                    <a:alpha val="32968"/>
                  </a:srgbClr>
                </a:gs>
                <a:gs pos="14286">
                  <a:srgbClr val="3D0000">
                    <a:alpha val="30764"/>
                  </a:srgbClr>
                </a:gs>
                <a:gs pos="28571">
                  <a:srgbClr val="3D0000">
                    <a:alpha val="24833"/>
                  </a:srgbClr>
                </a:gs>
                <a:gs pos="42857">
                  <a:srgbClr val="3D0000">
                    <a:alpha val="17075"/>
                  </a:srgbClr>
                </a:gs>
                <a:gs pos="57143">
                  <a:srgbClr val="3D0000">
                    <a:alpha val="9855"/>
                  </a:srgbClr>
                </a:gs>
                <a:gs pos="71429">
                  <a:srgbClr val="3D0000">
                    <a:alpha val="4740"/>
                  </a:srgbClr>
                </a:gs>
                <a:gs pos="85714">
                  <a:srgbClr val="3D0000">
                    <a:alpha val="1902"/>
                  </a:srgbClr>
                </a:gs>
                <a:gs pos="100000">
                  <a:srgbClr val="3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9243653">
              <a:off x="336516" y="2394769"/>
              <a:ext cx="313761" cy="42928"/>
            </a:xfrm>
            <a:prstGeom prst="ellipse">
              <a:avLst/>
            </a:prstGeom>
            <a:gradFill>
              <a:gsLst>
                <a:gs pos="0">
                  <a:srgbClr val="F9E8C9">
                    <a:alpha val="32968"/>
                  </a:srgbClr>
                </a:gs>
                <a:gs pos="14286">
                  <a:srgbClr val="F9E8C9">
                    <a:alpha val="30764"/>
                  </a:srgbClr>
                </a:gs>
                <a:gs pos="28571">
                  <a:srgbClr val="F9E8C9">
                    <a:alpha val="24833"/>
                  </a:srgbClr>
                </a:gs>
                <a:gs pos="42857">
                  <a:srgbClr val="F9E8C9">
                    <a:alpha val="17075"/>
                  </a:srgbClr>
                </a:gs>
                <a:gs pos="57143">
                  <a:srgbClr val="F9E8C9">
                    <a:alpha val="9855"/>
                  </a:srgbClr>
                </a:gs>
                <a:gs pos="71429">
                  <a:srgbClr val="F9E8C9">
                    <a:alpha val="4740"/>
                  </a:srgbClr>
                </a:gs>
                <a:gs pos="85714">
                  <a:srgbClr val="F9E8C9">
                    <a:alpha val="1902"/>
                  </a:srgbClr>
                </a:gs>
                <a:gs pos="100000">
                  <a:srgbClr val="F9E8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8309295">
              <a:off x="73383" y="2215608"/>
              <a:ext cx="555151" cy="69528"/>
            </a:xfrm>
            <a:prstGeom prst="ellipse">
              <a:avLst/>
            </a:prstGeom>
            <a:gradFill>
              <a:gsLst>
                <a:gs pos="0">
                  <a:srgbClr val="FFD4A1">
                    <a:alpha val="32184"/>
                  </a:srgbClr>
                </a:gs>
                <a:gs pos="14286">
                  <a:srgbClr val="FFD4A1">
                    <a:alpha val="30020"/>
                  </a:srgbClr>
                </a:gs>
                <a:gs pos="28571">
                  <a:srgbClr val="FFD4A1">
                    <a:alpha val="24207"/>
                  </a:srgbClr>
                </a:gs>
                <a:gs pos="42857">
                  <a:srgbClr val="FFD4A1">
                    <a:alpha val="16623"/>
                  </a:srgbClr>
                </a:gs>
                <a:gs pos="57143">
                  <a:srgbClr val="FFD4A1">
                    <a:alpha val="9583"/>
                  </a:srgbClr>
                </a:gs>
                <a:gs pos="71429">
                  <a:srgbClr val="FFD4A1">
                    <a:alpha val="4606"/>
                  </a:srgbClr>
                </a:gs>
                <a:gs pos="85714">
                  <a:srgbClr val="FFD4A1">
                    <a:alpha val="1847"/>
                  </a:srgbClr>
                </a:gs>
                <a:gs pos="100000">
                  <a:srgbClr val="FFD4A1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-8401735">
              <a:off x="2535099" y="906436"/>
              <a:ext cx="300147" cy="173899"/>
            </a:xfrm>
            <a:prstGeom prst="ellipse">
              <a:avLst/>
            </a:prstGeom>
            <a:gradFill>
              <a:gsLst>
                <a:gs pos="0">
                  <a:srgbClr val="A20000">
                    <a:alpha val="9132"/>
                  </a:srgbClr>
                </a:gs>
                <a:gs pos="14286">
                  <a:srgbClr val="A20000">
                    <a:alpha val="8425"/>
                  </a:srgbClr>
                </a:gs>
                <a:gs pos="28571">
                  <a:srgbClr val="A20000">
                    <a:alpha val="6605"/>
                  </a:srgbClr>
                </a:gs>
                <a:gs pos="42857">
                  <a:srgbClr val="A20000">
                    <a:alpha val="4383"/>
                  </a:srgbClr>
                </a:gs>
                <a:gs pos="57143">
                  <a:srgbClr val="A20000">
                    <a:alpha val="2453"/>
                  </a:srgbClr>
                </a:gs>
                <a:gs pos="71429">
                  <a:srgbClr val="A20000">
                    <a:alpha val="1156"/>
                  </a:srgbClr>
                </a:gs>
                <a:gs pos="85714">
                  <a:srgbClr val="A20000">
                    <a:alpha val="459"/>
                  </a:srgbClr>
                </a:gs>
                <a:gs pos="100000">
                  <a:srgbClr val="A20000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-10339191">
              <a:off x="-119036" y="1552618"/>
              <a:ext cx="257525" cy="77605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7236331">
              <a:off x="1098396" y="284275"/>
              <a:ext cx="365345" cy="312368"/>
            </a:xfrm>
            <a:prstGeom prst="ellipse">
              <a:avLst/>
            </a:prstGeom>
            <a:gradFill>
              <a:gsLst>
                <a:gs pos="0">
                  <a:srgbClr val="FFFD53">
                    <a:alpha val="8947"/>
                  </a:srgbClr>
                </a:gs>
                <a:gs pos="14286">
                  <a:srgbClr val="FFFD53">
                    <a:alpha val="8254"/>
                  </a:srgbClr>
                </a:gs>
                <a:gs pos="28571">
                  <a:srgbClr val="FFFD53">
                    <a:alpha val="6470"/>
                  </a:srgbClr>
                </a:gs>
                <a:gs pos="42857">
                  <a:srgbClr val="FFFD53">
                    <a:alpha val="4292"/>
                  </a:srgbClr>
                </a:gs>
                <a:gs pos="57143">
                  <a:srgbClr val="FFFD53">
                    <a:alpha val="2402"/>
                  </a:srgbClr>
                </a:gs>
                <a:gs pos="71429">
                  <a:srgbClr val="FFFD53">
                    <a:alpha val="1131"/>
                  </a:srgbClr>
                </a:gs>
                <a:gs pos="85714">
                  <a:srgbClr val="FFFD53">
                    <a:alpha val="449"/>
                  </a:srgbClr>
                </a:gs>
                <a:gs pos="100000">
                  <a:srgbClr val="FFFD53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8131726">
              <a:off x="1659470" y="1562859"/>
              <a:ext cx="645859" cy="1292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5037135">
              <a:off x="838680" y="1267392"/>
              <a:ext cx="757523" cy="3542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10300819">
              <a:off x="1294962" y="499885"/>
              <a:ext cx="286145" cy="266563"/>
            </a:xfrm>
            <a:prstGeom prst="ellipse">
              <a:avLst/>
            </a:prstGeom>
            <a:gradFill>
              <a:gsLst>
                <a:gs pos="0">
                  <a:srgbClr val="FF3E00">
                    <a:alpha val="2184"/>
                  </a:srgbClr>
                </a:gs>
                <a:gs pos="14286">
                  <a:srgbClr val="FF3E00">
                    <a:alpha val="2009"/>
                  </a:srgbClr>
                </a:gs>
                <a:gs pos="28571">
                  <a:srgbClr val="FF3E00">
                    <a:alpha val="1564"/>
                  </a:srgbClr>
                </a:gs>
                <a:gs pos="42857">
                  <a:srgbClr val="FF3E00">
                    <a:alpha val="1028"/>
                  </a:srgbClr>
                </a:gs>
                <a:gs pos="57143">
                  <a:srgbClr val="FF3E00">
                    <a:alpha val="571"/>
                  </a:srgbClr>
                </a:gs>
                <a:gs pos="71429">
                  <a:srgbClr val="FF3E00">
                    <a:alpha val="268"/>
                  </a:srgbClr>
                </a:gs>
                <a:gs pos="85714">
                  <a:srgbClr val="FF3E00">
                    <a:alpha val="106"/>
                  </a:srgbClr>
                </a:gs>
                <a:gs pos="100000">
                  <a:srgbClr val="FF3E00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9835468">
              <a:off x="1984736" y="1676904"/>
              <a:ext cx="466936" cy="73821"/>
            </a:xfrm>
            <a:prstGeom prst="ellipse">
              <a:avLst/>
            </a:prstGeom>
            <a:gradFill>
              <a:gsLst>
                <a:gs pos="0">
                  <a:srgbClr val="372410">
                    <a:alpha val="31483"/>
                  </a:srgbClr>
                </a:gs>
                <a:gs pos="14286">
                  <a:srgbClr val="372410">
                    <a:alpha val="29355"/>
                  </a:srgbClr>
                </a:gs>
                <a:gs pos="28571">
                  <a:srgbClr val="372410">
                    <a:alpha val="23648"/>
                  </a:srgbClr>
                </a:gs>
                <a:gs pos="42857">
                  <a:srgbClr val="372410">
                    <a:alpha val="16220"/>
                  </a:srgbClr>
                </a:gs>
                <a:gs pos="57143">
                  <a:srgbClr val="372410">
                    <a:alpha val="9341"/>
                  </a:srgbClr>
                </a:gs>
                <a:gs pos="71429">
                  <a:srgbClr val="372410">
                    <a:alpha val="4487"/>
                  </a:srgbClr>
                </a:gs>
                <a:gs pos="85714">
                  <a:srgbClr val="372410">
                    <a:alpha val="1799"/>
                  </a:srgbClr>
                </a:gs>
                <a:gs pos="100000">
                  <a:srgbClr val="372410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6362975">
              <a:off x="3446573" y="147647"/>
              <a:ext cx="281304" cy="241719"/>
            </a:xfrm>
            <a:prstGeom prst="ellipse">
              <a:avLst/>
            </a:prstGeom>
            <a:gradFill>
              <a:gsLst>
                <a:gs pos="0">
                  <a:srgbClr val="F38600">
                    <a:alpha val="10894"/>
                  </a:srgbClr>
                </a:gs>
                <a:gs pos="14286">
                  <a:srgbClr val="F38600">
                    <a:alpha val="10058"/>
                  </a:srgbClr>
                </a:gs>
                <a:gs pos="28571">
                  <a:srgbClr val="F38600">
                    <a:alpha val="7901"/>
                  </a:srgbClr>
                </a:gs>
                <a:gs pos="42857">
                  <a:srgbClr val="F38600">
                    <a:alpha val="5256"/>
                  </a:srgbClr>
                </a:gs>
                <a:gs pos="57143">
                  <a:srgbClr val="F38600">
                    <a:alpha val="2947"/>
                  </a:srgbClr>
                </a:gs>
                <a:gs pos="71429">
                  <a:srgbClr val="F38600">
                    <a:alpha val="1391"/>
                  </a:srgbClr>
                </a:gs>
                <a:gs pos="85714">
                  <a:srgbClr val="F38600">
                    <a:alpha val="552"/>
                  </a:srgbClr>
                </a:gs>
                <a:gs pos="100000">
                  <a:srgbClr val="F386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-8386767">
              <a:off x="487044" y="2206514"/>
              <a:ext cx="517705" cy="83662"/>
            </a:xfrm>
            <a:prstGeom prst="ellipse">
              <a:avLst/>
            </a:prstGeom>
            <a:gradFill>
              <a:gsLst>
                <a:gs pos="0">
                  <a:srgbClr val="6A0002">
                    <a:alpha val="32968"/>
                  </a:srgbClr>
                </a:gs>
                <a:gs pos="14286">
                  <a:srgbClr val="6A0002">
                    <a:alpha val="30764"/>
                  </a:srgbClr>
                </a:gs>
                <a:gs pos="28571">
                  <a:srgbClr val="6A0002">
                    <a:alpha val="24833"/>
                  </a:srgbClr>
                </a:gs>
                <a:gs pos="42857">
                  <a:srgbClr val="6A0002">
                    <a:alpha val="17075"/>
                  </a:srgbClr>
                </a:gs>
                <a:gs pos="57143">
                  <a:srgbClr val="6A0002">
                    <a:alpha val="9855"/>
                  </a:srgbClr>
                </a:gs>
                <a:gs pos="71429">
                  <a:srgbClr val="6A0002">
                    <a:alpha val="4740"/>
                  </a:srgbClr>
                </a:gs>
                <a:gs pos="85714">
                  <a:srgbClr val="6A0002">
                    <a:alpha val="1902"/>
                  </a:srgbClr>
                </a:gs>
                <a:gs pos="100000">
                  <a:srgbClr val="6A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8554120">
              <a:off x="212505" y="471002"/>
              <a:ext cx="305036" cy="186508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5428225">
              <a:off x="3261664" y="793217"/>
              <a:ext cx="284565" cy="278528"/>
            </a:xfrm>
            <a:prstGeom prst="ellipse">
              <a:avLst/>
            </a:prstGeom>
            <a:gradFill>
              <a:gsLst>
                <a:gs pos="0">
                  <a:srgbClr val="B36800">
                    <a:alpha val="3449"/>
                  </a:srgbClr>
                </a:gs>
                <a:gs pos="14286">
                  <a:srgbClr val="B36800">
                    <a:alpha val="3175"/>
                  </a:srgbClr>
                </a:gs>
                <a:gs pos="28571">
                  <a:srgbClr val="B36800">
                    <a:alpha val="2474"/>
                  </a:srgbClr>
                </a:gs>
                <a:gs pos="42857">
                  <a:srgbClr val="B36800">
                    <a:alpha val="1630"/>
                  </a:srgbClr>
                </a:gs>
                <a:gs pos="57143">
                  <a:srgbClr val="B36800">
                    <a:alpha val="906"/>
                  </a:srgbClr>
                </a:gs>
                <a:gs pos="71429">
                  <a:srgbClr val="B36800">
                    <a:alpha val="425"/>
                  </a:srgbClr>
                </a:gs>
                <a:gs pos="85714">
                  <a:srgbClr val="B36800">
                    <a:alpha val="168"/>
                  </a:srgbClr>
                </a:gs>
                <a:gs pos="100000">
                  <a:srgbClr val="B368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4633353">
              <a:off x="2137637" y="1807673"/>
              <a:ext cx="286422" cy="199544"/>
            </a:xfrm>
            <a:prstGeom prst="ellipse">
              <a:avLst/>
            </a:prstGeom>
            <a:gradFill>
              <a:gsLst>
                <a:gs pos="0">
                  <a:srgbClr val="000016">
                    <a:alpha val="10788"/>
                  </a:srgbClr>
                </a:gs>
                <a:gs pos="14286">
                  <a:srgbClr val="000016">
                    <a:alpha val="9960"/>
                  </a:srgbClr>
                </a:gs>
                <a:gs pos="28571">
                  <a:srgbClr val="000016">
                    <a:alpha val="7823"/>
                  </a:srgbClr>
                </a:gs>
                <a:gs pos="42857">
                  <a:srgbClr val="000016">
                    <a:alpha val="5203"/>
                  </a:srgbClr>
                </a:gs>
                <a:gs pos="57143">
                  <a:srgbClr val="000016">
                    <a:alpha val="2917"/>
                  </a:srgbClr>
                </a:gs>
                <a:gs pos="71429">
                  <a:srgbClr val="000016">
                    <a:alpha val="1376"/>
                  </a:srgbClr>
                </a:gs>
                <a:gs pos="85714">
                  <a:srgbClr val="000016">
                    <a:alpha val="547"/>
                  </a:srgbClr>
                </a:gs>
                <a:gs pos="100000">
                  <a:srgbClr val="000016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2898551">
              <a:off x="373031" y="1936362"/>
              <a:ext cx="726832" cy="791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7848850">
              <a:off x="1185374" y="704484"/>
              <a:ext cx="289303" cy="183365"/>
            </a:xfrm>
            <a:prstGeom prst="ellipse">
              <a:avLst/>
            </a:prstGeom>
            <a:gradFill>
              <a:gsLst>
                <a:gs pos="0">
                  <a:srgbClr val="AE4E08">
                    <a:alpha val="25808"/>
                  </a:srgbClr>
                </a:gs>
                <a:gs pos="14286">
                  <a:srgbClr val="AE4E08">
                    <a:alpha val="23995"/>
                  </a:srgbClr>
                </a:gs>
                <a:gs pos="28571">
                  <a:srgbClr val="AE4E08">
                    <a:alpha val="19187"/>
                  </a:srgbClr>
                </a:gs>
                <a:gs pos="42857">
                  <a:srgbClr val="AE4E08">
                    <a:alpha val="13041"/>
                  </a:srgbClr>
                </a:gs>
                <a:gs pos="57143">
                  <a:srgbClr val="AE4E08">
                    <a:alpha val="7451"/>
                  </a:srgbClr>
                </a:gs>
                <a:gs pos="71429">
                  <a:srgbClr val="AE4E08">
                    <a:alpha val="3559"/>
                  </a:srgbClr>
                </a:gs>
                <a:gs pos="85714">
                  <a:srgbClr val="AE4E08">
                    <a:alpha val="1423"/>
                  </a:srgbClr>
                </a:gs>
                <a:gs pos="100000">
                  <a:srgbClr val="AE4E08">
                    <a:alpha val="4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7119346">
              <a:off x="57977" y="1429500"/>
              <a:ext cx="272241" cy="153570"/>
            </a:xfrm>
            <a:prstGeom prst="ellipse">
              <a:avLst/>
            </a:prstGeom>
            <a:gradFill>
              <a:gsLst>
                <a:gs pos="0">
                  <a:srgbClr val="3C97B1">
                    <a:alpha val="6977"/>
                  </a:srgbClr>
                </a:gs>
                <a:gs pos="14286">
                  <a:srgbClr val="3C97B1">
                    <a:alpha val="6431"/>
                  </a:srgbClr>
                </a:gs>
                <a:gs pos="28571">
                  <a:srgbClr val="3C97B1">
                    <a:alpha val="5031"/>
                  </a:srgbClr>
                </a:gs>
                <a:gs pos="42857">
                  <a:srgbClr val="3C97B1">
                    <a:alpha val="3329"/>
                  </a:srgbClr>
                </a:gs>
                <a:gs pos="57143">
                  <a:srgbClr val="3C97B1">
                    <a:alpha val="1858"/>
                  </a:srgbClr>
                </a:gs>
                <a:gs pos="71429">
                  <a:srgbClr val="3C97B1">
                    <a:alpha val="874"/>
                  </a:srgbClr>
                </a:gs>
                <a:gs pos="85714">
                  <a:srgbClr val="3C97B1">
                    <a:alpha val="347"/>
                  </a:srgbClr>
                </a:gs>
                <a:gs pos="100000">
                  <a:srgbClr val="3C97B1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-10551524">
              <a:off x="1478659" y="2292462"/>
              <a:ext cx="322519" cy="49386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10601999">
              <a:off x="1510852" y="2296451"/>
              <a:ext cx="665056" cy="84231"/>
            </a:xfrm>
            <a:prstGeom prst="ellipse">
              <a:avLst/>
            </a:prstGeom>
            <a:gradFill>
              <a:gsLst>
                <a:gs pos="0">
                  <a:srgbClr val="FF3400">
                    <a:alpha val="32968"/>
                  </a:srgbClr>
                </a:gs>
                <a:gs pos="14286">
                  <a:srgbClr val="FF3400">
                    <a:alpha val="30764"/>
                  </a:srgbClr>
                </a:gs>
                <a:gs pos="28571">
                  <a:srgbClr val="FF3400">
                    <a:alpha val="24833"/>
                  </a:srgbClr>
                </a:gs>
                <a:gs pos="42857">
                  <a:srgbClr val="FF3400">
                    <a:alpha val="17075"/>
                  </a:srgbClr>
                </a:gs>
                <a:gs pos="57143">
                  <a:srgbClr val="FF3400">
                    <a:alpha val="9855"/>
                  </a:srgbClr>
                </a:gs>
                <a:gs pos="71429">
                  <a:srgbClr val="FF3400">
                    <a:alpha val="4740"/>
                  </a:srgbClr>
                </a:gs>
                <a:gs pos="85714">
                  <a:srgbClr val="FF3400">
                    <a:alpha val="1902"/>
                  </a:srgbClr>
                </a:gs>
                <a:gs pos="100000">
                  <a:srgbClr val="FF3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9082749">
              <a:off x="293720" y="691627"/>
              <a:ext cx="224182" cy="204678"/>
            </a:xfrm>
            <a:prstGeom prst="ellipse">
              <a:avLst/>
            </a:prstGeom>
            <a:gradFill>
              <a:gsLst>
                <a:gs pos="0">
                  <a:srgbClr val="75000E">
                    <a:alpha val="24107"/>
                  </a:srgbClr>
                </a:gs>
                <a:gs pos="14286">
                  <a:srgbClr val="75000E">
                    <a:alpha val="22395"/>
                  </a:srgbClr>
                </a:gs>
                <a:gs pos="28571">
                  <a:srgbClr val="75000E">
                    <a:alpha val="17869"/>
                  </a:srgbClr>
                </a:gs>
                <a:gs pos="42857">
                  <a:srgbClr val="75000E">
                    <a:alpha val="12113"/>
                  </a:srgbClr>
                </a:gs>
                <a:gs pos="57143">
                  <a:srgbClr val="75000E">
                    <a:alpha val="6905"/>
                  </a:srgbClr>
                </a:gs>
                <a:gs pos="71429">
                  <a:srgbClr val="75000E">
                    <a:alpha val="3294"/>
                  </a:srgbClr>
                </a:gs>
                <a:gs pos="85714">
                  <a:srgbClr val="75000E">
                    <a:alpha val="1316"/>
                  </a:srgbClr>
                </a:gs>
                <a:gs pos="100000">
                  <a:srgbClr val="75000E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-8888050">
              <a:off x="1961067" y="1430311"/>
              <a:ext cx="571074" cy="1165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10096777">
              <a:off x="-121644" y="2156838"/>
              <a:ext cx="522696" cy="234002"/>
            </a:xfrm>
            <a:prstGeom prst="ellipse">
              <a:avLst/>
            </a:prstGeom>
            <a:gradFill>
              <a:gsLst>
                <a:gs pos="0">
                  <a:srgbClr val="FFE4B4">
                    <a:alpha val="12999"/>
                  </a:srgbClr>
                </a:gs>
                <a:gs pos="14286">
                  <a:srgbClr val="FFE4B4">
                    <a:alpha val="12013"/>
                  </a:srgbClr>
                </a:gs>
                <a:gs pos="28571">
                  <a:srgbClr val="FFE4B4">
                    <a:alpha val="9459"/>
                  </a:srgbClr>
                </a:gs>
                <a:gs pos="42857">
                  <a:srgbClr val="FFE4B4">
                    <a:alpha val="6310"/>
                  </a:srgbClr>
                </a:gs>
                <a:gs pos="57143">
                  <a:srgbClr val="FFE4B4">
                    <a:alpha val="3547"/>
                  </a:srgbClr>
                </a:gs>
                <a:gs pos="71429">
                  <a:srgbClr val="FFE4B4">
                    <a:alpha val="1676"/>
                  </a:srgbClr>
                </a:gs>
                <a:gs pos="85714">
                  <a:srgbClr val="FFE4B4">
                    <a:alpha val="666"/>
                  </a:srgbClr>
                </a:gs>
                <a:gs pos="100000">
                  <a:srgbClr val="FFE4B4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10164348">
              <a:off x="1532387" y="1241218"/>
              <a:ext cx="755263" cy="688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9718743">
              <a:off x="3431947" y="1006709"/>
              <a:ext cx="295581" cy="262522"/>
            </a:xfrm>
            <a:prstGeom prst="ellipse">
              <a:avLst/>
            </a:prstGeom>
            <a:gradFill>
              <a:gsLst>
                <a:gs pos="0">
                  <a:srgbClr val="648500">
                    <a:alpha val="4438"/>
                  </a:srgbClr>
                </a:gs>
                <a:gs pos="14286">
                  <a:srgbClr val="648500">
                    <a:alpha val="4086"/>
                  </a:srgbClr>
                </a:gs>
                <a:gs pos="28571">
                  <a:srgbClr val="648500">
                    <a:alpha val="3187"/>
                  </a:srgbClr>
                </a:gs>
                <a:gs pos="42857">
                  <a:srgbClr val="648500">
                    <a:alpha val="2102"/>
                  </a:srgbClr>
                </a:gs>
                <a:gs pos="57143">
                  <a:srgbClr val="648500">
                    <a:alpha val="1170"/>
                  </a:srgbClr>
                </a:gs>
                <a:gs pos="71429">
                  <a:srgbClr val="648500">
                    <a:alpha val="550"/>
                  </a:srgbClr>
                </a:gs>
                <a:gs pos="85714">
                  <a:srgbClr val="648500">
                    <a:alpha val="218"/>
                  </a:srgbClr>
                </a:gs>
                <a:gs pos="100000">
                  <a:srgbClr val="6485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-8599213">
              <a:off x="314670" y="2031587"/>
              <a:ext cx="415673" cy="127149"/>
            </a:xfrm>
            <a:prstGeom prst="ellipse">
              <a:avLst/>
            </a:prstGeom>
            <a:gradFill>
              <a:gsLst>
                <a:gs pos="0">
                  <a:srgbClr val="FFD19A">
                    <a:alpha val="32968"/>
                  </a:srgbClr>
                </a:gs>
                <a:gs pos="14286">
                  <a:srgbClr val="FFD19A">
                    <a:alpha val="30764"/>
                  </a:srgbClr>
                </a:gs>
                <a:gs pos="28571">
                  <a:srgbClr val="FFD19A">
                    <a:alpha val="24833"/>
                  </a:srgbClr>
                </a:gs>
                <a:gs pos="42857">
                  <a:srgbClr val="FFD19A">
                    <a:alpha val="17075"/>
                  </a:srgbClr>
                </a:gs>
                <a:gs pos="57143">
                  <a:srgbClr val="FFD19A">
                    <a:alpha val="9855"/>
                  </a:srgbClr>
                </a:gs>
                <a:gs pos="71429">
                  <a:srgbClr val="FFD19A">
                    <a:alpha val="4740"/>
                  </a:srgbClr>
                </a:gs>
                <a:gs pos="85714">
                  <a:srgbClr val="FFD19A">
                    <a:alpha val="1902"/>
                  </a:srgbClr>
                </a:gs>
                <a:gs pos="100000">
                  <a:srgbClr val="FFD1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5177866">
              <a:off x="327169" y="1547242"/>
              <a:ext cx="254388" cy="203887"/>
            </a:xfrm>
            <a:prstGeom prst="ellipse">
              <a:avLst/>
            </a:prstGeom>
            <a:gradFill>
              <a:gsLst>
                <a:gs pos="0">
                  <a:srgbClr val="DA0013">
                    <a:alpha val="8056"/>
                  </a:srgbClr>
                </a:gs>
                <a:gs pos="14286">
                  <a:srgbClr val="DA0013">
                    <a:alpha val="7429"/>
                  </a:srgbClr>
                </a:gs>
                <a:gs pos="28571">
                  <a:srgbClr val="DA0013">
                    <a:alpha val="5818"/>
                  </a:srgbClr>
                </a:gs>
                <a:gs pos="42857">
                  <a:srgbClr val="DA0013">
                    <a:alpha val="3855"/>
                  </a:srgbClr>
                </a:gs>
                <a:gs pos="57143">
                  <a:srgbClr val="DA0013">
                    <a:alpha val="2155"/>
                  </a:srgbClr>
                </a:gs>
                <a:gs pos="71429">
                  <a:srgbClr val="DA0013">
                    <a:alpha val="1015"/>
                  </a:srgbClr>
                </a:gs>
                <a:gs pos="85714">
                  <a:srgbClr val="DA0013">
                    <a:alpha val="402"/>
                  </a:srgbClr>
                </a:gs>
                <a:gs pos="100000">
                  <a:srgbClr val="DA0013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2779614">
              <a:off x="484241" y="2230333"/>
              <a:ext cx="740061" cy="158536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-9974704">
              <a:off x="1119767" y="1376170"/>
              <a:ext cx="696733" cy="98419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5973991">
              <a:off x="720875" y="8078"/>
              <a:ext cx="255159" cy="204537"/>
            </a:xfrm>
            <a:prstGeom prst="ellipse">
              <a:avLst/>
            </a:prstGeom>
            <a:gradFill>
              <a:gsLst>
                <a:gs pos="0">
                  <a:srgbClr val="FF5500">
                    <a:alpha val="8383"/>
                  </a:srgbClr>
                </a:gs>
                <a:gs pos="14286">
                  <a:srgbClr val="FF5500">
                    <a:alpha val="7732"/>
                  </a:srgbClr>
                </a:gs>
                <a:gs pos="28571">
                  <a:srgbClr val="FF5500">
                    <a:alpha val="6057"/>
                  </a:srgbClr>
                </a:gs>
                <a:gs pos="42857">
                  <a:srgbClr val="FF5500">
                    <a:alpha val="4016"/>
                  </a:srgbClr>
                </a:gs>
                <a:gs pos="57143">
                  <a:srgbClr val="FF5500">
                    <a:alpha val="2245"/>
                  </a:srgbClr>
                </a:gs>
                <a:gs pos="71429">
                  <a:srgbClr val="FF5500">
                    <a:alpha val="1057"/>
                  </a:srgbClr>
                </a:gs>
                <a:gs pos="85714">
                  <a:srgbClr val="FF5500">
                    <a:alpha val="419"/>
                  </a:srgbClr>
                </a:gs>
                <a:gs pos="100000">
                  <a:srgbClr val="FF55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8525003">
              <a:off x="-6466" y="1889646"/>
              <a:ext cx="599815" cy="32721"/>
            </a:xfrm>
            <a:prstGeom prst="ellipse">
              <a:avLst/>
            </a:prstGeom>
            <a:gradFill>
              <a:gsLst>
                <a:gs pos="0">
                  <a:srgbClr val="FFD39F">
                    <a:alpha val="31231"/>
                  </a:srgbClr>
                </a:gs>
                <a:gs pos="14286">
                  <a:srgbClr val="FFD39F">
                    <a:alpha val="29117"/>
                  </a:srgbClr>
                </a:gs>
                <a:gs pos="28571">
                  <a:srgbClr val="FFD39F">
                    <a:alpha val="23448"/>
                  </a:srgbClr>
                </a:gs>
                <a:gs pos="42857">
                  <a:srgbClr val="FFD39F">
                    <a:alpha val="16076"/>
                  </a:srgbClr>
                </a:gs>
                <a:gs pos="57143">
                  <a:srgbClr val="FFD39F">
                    <a:alpha val="9255"/>
                  </a:srgbClr>
                </a:gs>
                <a:gs pos="71429">
                  <a:srgbClr val="FFD39F">
                    <a:alpha val="4444"/>
                  </a:srgbClr>
                </a:gs>
                <a:gs pos="85714">
                  <a:srgbClr val="FFD39F">
                    <a:alpha val="1782"/>
                  </a:srgbClr>
                </a:gs>
                <a:gs pos="100000">
                  <a:srgbClr val="FFD39F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3235600">
              <a:off x="876971" y="840361"/>
              <a:ext cx="307976" cy="246369"/>
            </a:xfrm>
            <a:prstGeom prst="ellipse">
              <a:avLst/>
            </a:prstGeom>
            <a:gradFill>
              <a:gsLst>
                <a:gs pos="0">
                  <a:srgbClr val="FF0000">
                    <a:alpha val="5831"/>
                  </a:srgbClr>
                </a:gs>
                <a:gs pos="14286">
                  <a:srgbClr val="FF0000">
                    <a:alpha val="5372"/>
                  </a:srgbClr>
                </a:gs>
                <a:gs pos="28571">
                  <a:srgbClr val="FF0000">
                    <a:alpha val="4197"/>
                  </a:srgbClr>
                </a:gs>
                <a:gs pos="42857">
                  <a:srgbClr val="FF0000">
                    <a:alpha val="2773"/>
                  </a:srgbClr>
                </a:gs>
                <a:gs pos="57143">
                  <a:srgbClr val="FF0000">
                    <a:alpha val="1546"/>
                  </a:srgbClr>
                </a:gs>
                <a:gs pos="71429">
                  <a:srgbClr val="FF0000">
                    <a:alpha val="727"/>
                  </a:srgbClr>
                </a:gs>
                <a:gs pos="85714">
                  <a:srgbClr val="FF0000">
                    <a:alpha val="288"/>
                  </a:srgbClr>
                </a:gs>
                <a:gs pos="100000">
                  <a:srgbClr val="FF0000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3327593">
              <a:off x="2584611" y="846704"/>
              <a:ext cx="290590" cy="17719"/>
            </a:xfrm>
            <a:prstGeom prst="ellipse">
              <a:avLst/>
            </a:prstGeom>
            <a:gradFill>
              <a:gsLst>
                <a:gs pos="0">
                  <a:srgbClr val="FFE4AE">
                    <a:alpha val="32968"/>
                  </a:srgbClr>
                </a:gs>
                <a:gs pos="14286">
                  <a:srgbClr val="FFE4AE">
                    <a:alpha val="30764"/>
                  </a:srgbClr>
                </a:gs>
                <a:gs pos="28571">
                  <a:srgbClr val="FFE4AE">
                    <a:alpha val="24833"/>
                  </a:srgbClr>
                </a:gs>
                <a:gs pos="42857">
                  <a:srgbClr val="FFE4AE">
                    <a:alpha val="17075"/>
                  </a:srgbClr>
                </a:gs>
                <a:gs pos="57143">
                  <a:srgbClr val="FFE4AE">
                    <a:alpha val="9855"/>
                  </a:srgbClr>
                </a:gs>
                <a:gs pos="71429">
                  <a:srgbClr val="FFE4AE">
                    <a:alpha val="4740"/>
                  </a:srgbClr>
                </a:gs>
                <a:gs pos="85714">
                  <a:srgbClr val="FFE4AE">
                    <a:alpha val="1902"/>
                  </a:srgbClr>
                </a:gs>
                <a:gs pos="100000">
                  <a:srgbClr val="FFE4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4335114">
              <a:off x="2139750" y="355307"/>
              <a:ext cx="281388" cy="216802"/>
            </a:xfrm>
            <a:prstGeom prst="ellipse">
              <a:avLst/>
            </a:prstGeom>
            <a:gradFill>
              <a:gsLst>
                <a:gs pos="0">
                  <a:srgbClr val="FFFBDB">
                    <a:alpha val="9044"/>
                  </a:srgbClr>
                </a:gs>
                <a:gs pos="14286">
                  <a:srgbClr val="FFFBDB">
                    <a:alpha val="8344"/>
                  </a:srgbClr>
                </a:gs>
                <a:gs pos="28571">
                  <a:srgbClr val="FFFBDB">
                    <a:alpha val="6541"/>
                  </a:srgbClr>
                </a:gs>
                <a:gs pos="42857">
                  <a:srgbClr val="FFFBDB">
                    <a:alpha val="4340"/>
                  </a:srgbClr>
                </a:gs>
                <a:gs pos="57143">
                  <a:srgbClr val="FFFBDB">
                    <a:alpha val="2429"/>
                  </a:srgbClr>
                </a:gs>
                <a:gs pos="71429">
                  <a:srgbClr val="FFFBDB">
                    <a:alpha val="1144"/>
                  </a:srgbClr>
                </a:gs>
                <a:gs pos="85714">
                  <a:srgbClr val="FFFBDB">
                    <a:alpha val="454"/>
                  </a:srgbClr>
                </a:gs>
                <a:gs pos="100000">
                  <a:srgbClr val="FFFBDB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-9426916">
              <a:off x="3450093" y="627519"/>
              <a:ext cx="279162" cy="192429"/>
            </a:xfrm>
            <a:prstGeom prst="ellipse">
              <a:avLst/>
            </a:prstGeom>
            <a:gradFill>
              <a:gsLst>
                <a:gs pos="0">
                  <a:srgbClr val="D3B08E">
                    <a:alpha val="24099"/>
                  </a:srgbClr>
                </a:gs>
                <a:gs pos="14286">
                  <a:srgbClr val="D3B08E">
                    <a:alpha val="22388"/>
                  </a:srgbClr>
                </a:gs>
                <a:gs pos="28571">
                  <a:srgbClr val="D3B08E">
                    <a:alpha val="17863"/>
                  </a:srgbClr>
                </a:gs>
                <a:gs pos="42857">
                  <a:srgbClr val="D3B08E">
                    <a:alpha val="12109"/>
                  </a:srgbClr>
                </a:gs>
                <a:gs pos="57143">
                  <a:srgbClr val="D3B08E">
                    <a:alpha val="6902"/>
                  </a:srgbClr>
                </a:gs>
                <a:gs pos="71429">
                  <a:srgbClr val="D3B08E">
                    <a:alpha val="3292"/>
                  </a:srgbClr>
                </a:gs>
                <a:gs pos="85714">
                  <a:srgbClr val="D3B08E">
                    <a:alpha val="1315"/>
                  </a:srgbClr>
                </a:gs>
                <a:gs pos="100000">
                  <a:srgbClr val="D3B08E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10395943">
              <a:off x="669144" y="1115750"/>
              <a:ext cx="288119" cy="273933"/>
            </a:xfrm>
            <a:prstGeom prst="ellipse">
              <a:avLst/>
            </a:prstGeom>
            <a:gradFill>
              <a:gsLst>
                <a:gs pos="0">
                  <a:srgbClr val="352813">
                    <a:alpha val="1528"/>
                  </a:srgbClr>
                </a:gs>
                <a:gs pos="14286">
                  <a:srgbClr val="352813">
                    <a:alpha val="1406"/>
                  </a:srgbClr>
                </a:gs>
                <a:gs pos="28571">
                  <a:srgbClr val="352813">
                    <a:alpha val="1093"/>
                  </a:srgbClr>
                </a:gs>
                <a:gs pos="42857">
                  <a:srgbClr val="352813">
                    <a:alpha val="718"/>
                  </a:srgbClr>
                </a:gs>
                <a:gs pos="57143">
                  <a:srgbClr val="352813">
                    <a:alpha val="399"/>
                  </a:srgbClr>
                </a:gs>
                <a:gs pos="71429">
                  <a:srgbClr val="352813">
                    <a:alpha val="187"/>
                  </a:srgbClr>
                </a:gs>
                <a:gs pos="85714">
                  <a:srgbClr val="352813">
                    <a:alpha val="74"/>
                  </a:srgbClr>
                </a:gs>
                <a:gs pos="100000">
                  <a:srgbClr val="352813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-8663135">
              <a:off x="3440211" y="769486"/>
              <a:ext cx="284517" cy="62820"/>
            </a:xfrm>
            <a:prstGeom prst="ellipse">
              <a:avLst/>
            </a:prstGeom>
            <a:gradFill>
              <a:gsLst>
                <a:gs pos="0">
                  <a:srgbClr val="E2AA87">
                    <a:alpha val="13393"/>
                  </a:srgbClr>
                </a:gs>
                <a:gs pos="14286">
                  <a:srgbClr val="E2AA87">
                    <a:alpha val="12380"/>
                  </a:srgbClr>
                </a:gs>
                <a:gs pos="28571">
                  <a:srgbClr val="E2AA87">
                    <a:alpha val="9753"/>
                  </a:srgbClr>
                </a:gs>
                <a:gs pos="42857">
                  <a:srgbClr val="E2AA87">
                    <a:alpha val="6509"/>
                  </a:srgbClr>
                </a:gs>
                <a:gs pos="57143">
                  <a:srgbClr val="E2AA87">
                    <a:alpha val="3661"/>
                  </a:srgbClr>
                </a:gs>
                <a:gs pos="71429">
                  <a:srgbClr val="E2AA87">
                    <a:alpha val="1731"/>
                  </a:srgbClr>
                </a:gs>
                <a:gs pos="85714">
                  <a:srgbClr val="E2AA87">
                    <a:alpha val="688"/>
                  </a:srgbClr>
                </a:gs>
                <a:gs pos="100000">
                  <a:srgbClr val="E2AA87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8923945">
              <a:off x="351584" y="765107"/>
              <a:ext cx="325179" cy="22511"/>
            </a:xfrm>
            <a:prstGeom prst="ellipse">
              <a:avLst/>
            </a:prstGeom>
            <a:gradFill>
              <a:gsLst>
                <a:gs pos="0">
                  <a:srgbClr val="8A3000">
                    <a:alpha val="32968"/>
                  </a:srgbClr>
                </a:gs>
                <a:gs pos="14286">
                  <a:srgbClr val="8A3000">
                    <a:alpha val="30764"/>
                  </a:srgbClr>
                </a:gs>
                <a:gs pos="28571">
                  <a:srgbClr val="8A3000">
                    <a:alpha val="24833"/>
                  </a:srgbClr>
                </a:gs>
                <a:gs pos="42857">
                  <a:srgbClr val="8A3000">
                    <a:alpha val="17075"/>
                  </a:srgbClr>
                </a:gs>
                <a:gs pos="57143">
                  <a:srgbClr val="8A3000">
                    <a:alpha val="9855"/>
                  </a:srgbClr>
                </a:gs>
                <a:gs pos="71429">
                  <a:srgbClr val="8A3000">
                    <a:alpha val="4740"/>
                  </a:srgbClr>
                </a:gs>
                <a:gs pos="85714">
                  <a:srgbClr val="8A3000">
                    <a:alpha val="1902"/>
                  </a:srgbClr>
                </a:gs>
                <a:gs pos="100000">
                  <a:srgbClr val="8A3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4452861">
              <a:off x="421450" y="549954"/>
              <a:ext cx="248868" cy="209044"/>
            </a:xfrm>
            <a:prstGeom prst="ellipse">
              <a:avLst/>
            </a:prstGeom>
            <a:gradFill>
              <a:gsLst>
                <a:gs pos="0">
                  <a:srgbClr val="8B0012">
                    <a:alpha val="6910"/>
                  </a:srgbClr>
                </a:gs>
                <a:gs pos="14286">
                  <a:srgbClr val="8B0012">
                    <a:alpha val="6370"/>
                  </a:srgbClr>
                </a:gs>
                <a:gs pos="28571">
                  <a:srgbClr val="8B0012">
                    <a:alpha val="4982"/>
                  </a:srgbClr>
                </a:gs>
                <a:gs pos="42857">
                  <a:srgbClr val="8B0012">
                    <a:alpha val="3296"/>
                  </a:srgbClr>
                </a:gs>
                <a:gs pos="57143">
                  <a:srgbClr val="8B0012">
                    <a:alpha val="1840"/>
                  </a:srgbClr>
                </a:gs>
                <a:gs pos="71429">
                  <a:srgbClr val="8B0012">
                    <a:alpha val="866"/>
                  </a:srgbClr>
                </a:gs>
                <a:gs pos="85714">
                  <a:srgbClr val="8B0012">
                    <a:alpha val="343"/>
                  </a:srgbClr>
                </a:gs>
                <a:gs pos="100000">
                  <a:srgbClr val="8B0012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-8760123">
              <a:off x="774759" y="2077522"/>
              <a:ext cx="383407" cy="22751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8516499">
              <a:off x="2764529" y="1837335"/>
              <a:ext cx="273033" cy="205052"/>
            </a:xfrm>
            <a:prstGeom prst="ellipse">
              <a:avLst/>
            </a:prstGeom>
            <a:gradFill>
              <a:gsLst>
                <a:gs pos="0">
                  <a:srgbClr val="FE5E2B">
                    <a:alpha val="21534"/>
                  </a:srgbClr>
                </a:gs>
                <a:gs pos="14286">
                  <a:srgbClr val="FE5E2B">
                    <a:alpha val="19979"/>
                  </a:srgbClr>
                </a:gs>
                <a:gs pos="28571">
                  <a:srgbClr val="FE5E2B">
                    <a:alpha val="15891"/>
                  </a:srgbClr>
                </a:gs>
                <a:gs pos="42857">
                  <a:srgbClr val="FE5E2B">
                    <a:alpha val="10731"/>
                  </a:srgbClr>
                </a:gs>
                <a:gs pos="57143">
                  <a:srgbClr val="FE5E2B">
                    <a:alpha val="6096"/>
                  </a:srgbClr>
                </a:gs>
                <a:gs pos="71429">
                  <a:srgbClr val="FE5E2B">
                    <a:alpha val="2901"/>
                  </a:srgbClr>
                </a:gs>
                <a:gs pos="85714">
                  <a:srgbClr val="FE5E2B">
                    <a:alpha val="1157"/>
                  </a:srgbClr>
                </a:gs>
                <a:gs pos="100000">
                  <a:srgbClr val="FE5E2B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4584953">
              <a:off x="202091" y="1287942"/>
              <a:ext cx="340763" cy="203865"/>
            </a:xfrm>
            <a:prstGeom prst="ellipse">
              <a:avLst/>
            </a:prstGeom>
            <a:gradFill>
              <a:gsLst>
                <a:gs pos="0">
                  <a:srgbClr val="CF9D5C">
                    <a:alpha val="13133"/>
                  </a:srgbClr>
                </a:gs>
                <a:gs pos="14286">
                  <a:srgbClr val="CF9D5C">
                    <a:alpha val="12138"/>
                  </a:srgbClr>
                </a:gs>
                <a:gs pos="28571">
                  <a:srgbClr val="CF9D5C">
                    <a:alpha val="9560"/>
                  </a:srgbClr>
                </a:gs>
                <a:gs pos="42857">
                  <a:srgbClr val="CF9D5C">
                    <a:alpha val="6378"/>
                  </a:srgbClr>
                </a:gs>
                <a:gs pos="57143">
                  <a:srgbClr val="CF9D5C">
                    <a:alpha val="3586"/>
                  </a:srgbClr>
                </a:gs>
                <a:gs pos="71429">
                  <a:srgbClr val="CF9D5C">
                    <a:alpha val="1695"/>
                  </a:srgbClr>
                </a:gs>
                <a:gs pos="85714">
                  <a:srgbClr val="CF9D5C">
                    <a:alpha val="674"/>
                  </a:srgbClr>
                </a:gs>
                <a:gs pos="100000">
                  <a:srgbClr val="CF9D5C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4346880">
              <a:off x="2627966" y="794729"/>
              <a:ext cx="226207" cy="80705"/>
            </a:xfrm>
            <a:prstGeom prst="ellipse">
              <a:avLst/>
            </a:prstGeom>
            <a:gradFill>
              <a:gsLst>
                <a:gs pos="0">
                  <a:srgbClr val="F64A00">
                    <a:alpha val="20947"/>
                  </a:srgbClr>
                </a:gs>
                <a:gs pos="14286">
                  <a:srgbClr val="F64A00">
                    <a:alpha val="19429"/>
                  </a:srgbClr>
                </a:gs>
                <a:gs pos="28571">
                  <a:srgbClr val="F64A00">
                    <a:alpha val="15443"/>
                  </a:srgbClr>
                </a:gs>
                <a:gs pos="42857">
                  <a:srgbClr val="F64A00">
                    <a:alpha val="10419"/>
                  </a:srgbClr>
                </a:gs>
                <a:gs pos="57143">
                  <a:srgbClr val="F64A00">
                    <a:alpha val="5914"/>
                  </a:srgbClr>
                </a:gs>
                <a:gs pos="71429">
                  <a:srgbClr val="F64A00">
                    <a:alpha val="2813"/>
                  </a:srgbClr>
                </a:gs>
                <a:gs pos="85714">
                  <a:srgbClr val="F64A00">
                    <a:alpha val="1122"/>
                  </a:srgbClr>
                </a:gs>
                <a:gs pos="100000">
                  <a:srgbClr val="F64A00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3925327">
              <a:off x="383290" y="1994504"/>
              <a:ext cx="346473" cy="58508"/>
            </a:xfrm>
            <a:prstGeom prst="ellipse">
              <a:avLst/>
            </a:prstGeom>
            <a:gradFill>
              <a:gsLst>
                <a:gs pos="0">
                  <a:srgbClr val="FF6D00">
                    <a:alpha val="19038"/>
                  </a:srgbClr>
                </a:gs>
                <a:gs pos="14286">
                  <a:srgbClr val="FF6D00">
                    <a:alpha val="17643"/>
                  </a:srgbClr>
                </a:gs>
                <a:gs pos="28571">
                  <a:srgbClr val="FF6D00">
                    <a:alpha val="13991"/>
                  </a:srgbClr>
                </a:gs>
                <a:gs pos="42857">
                  <a:srgbClr val="FF6D00">
                    <a:alpha val="9413"/>
                  </a:srgbClr>
                </a:gs>
                <a:gs pos="57143">
                  <a:srgbClr val="FF6D00">
                    <a:alpha val="5330"/>
                  </a:srgbClr>
                </a:gs>
                <a:gs pos="71429">
                  <a:srgbClr val="FF6D00">
                    <a:alpha val="2531"/>
                  </a:srgbClr>
                </a:gs>
                <a:gs pos="85714">
                  <a:srgbClr val="FF6D00">
                    <a:alpha val="1009"/>
                  </a:srgbClr>
                </a:gs>
                <a:gs pos="100000">
                  <a:srgbClr val="FF6D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4264549">
              <a:off x="792121" y="1212283"/>
              <a:ext cx="822504" cy="239106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8563817">
              <a:off x="2146548" y="1738567"/>
              <a:ext cx="315636" cy="60870"/>
            </a:xfrm>
            <a:prstGeom prst="ellipse">
              <a:avLst/>
            </a:prstGeom>
            <a:gradFill>
              <a:gsLst>
                <a:gs pos="0">
                  <a:srgbClr val="E6521E">
                    <a:alpha val="32968"/>
                  </a:srgbClr>
                </a:gs>
                <a:gs pos="14286">
                  <a:srgbClr val="E6521E">
                    <a:alpha val="30764"/>
                  </a:srgbClr>
                </a:gs>
                <a:gs pos="28571">
                  <a:srgbClr val="E6521E">
                    <a:alpha val="24833"/>
                  </a:srgbClr>
                </a:gs>
                <a:gs pos="42857">
                  <a:srgbClr val="E6521E">
                    <a:alpha val="17075"/>
                  </a:srgbClr>
                </a:gs>
                <a:gs pos="57143">
                  <a:srgbClr val="E6521E">
                    <a:alpha val="9855"/>
                  </a:srgbClr>
                </a:gs>
                <a:gs pos="71429">
                  <a:srgbClr val="E6521E">
                    <a:alpha val="4740"/>
                  </a:srgbClr>
                </a:gs>
                <a:gs pos="85714">
                  <a:srgbClr val="E6521E">
                    <a:alpha val="1902"/>
                  </a:srgbClr>
                </a:gs>
                <a:gs pos="100000">
                  <a:srgbClr val="E652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-9365902">
              <a:off x="754390" y="2218645"/>
              <a:ext cx="774374" cy="88420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10041136">
              <a:off x="2773051" y="1851097"/>
              <a:ext cx="297582" cy="183990"/>
            </a:xfrm>
            <a:prstGeom prst="ellipse">
              <a:avLst/>
            </a:prstGeom>
            <a:gradFill>
              <a:gsLst>
                <a:gs pos="0">
                  <a:srgbClr val="002E23">
                    <a:alpha val="24967"/>
                  </a:srgbClr>
                </a:gs>
                <a:gs pos="14286">
                  <a:srgbClr val="002E23">
                    <a:alpha val="23203"/>
                  </a:srgbClr>
                </a:gs>
                <a:gs pos="28571">
                  <a:srgbClr val="002E23">
                    <a:alpha val="18534"/>
                  </a:srgbClr>
                </a:gs>
                <a:gs pos="42857">
                  <a:srgbClr val="002E23">
                    <a:alpha val="12581"/>
                  </a:srgbClr>
                </a:gs>
                <a:gs pos="57143">
                  <a:srgbClr val="002E23">
                    <a:alpha val="7179"/>
                  </a:srgbClr>
                </a:gs>
                <a:gs pos="71429">
                  <a:srgbClr val="002E23">
                    <a:alpha val="3427"/>
                  </a:srgbClr>
                </a:gs>
                <a:gs pos="85714">
                  <a:srgbClr val="002E23">
                    <a:alpha val="1370"/>
                  </a:srgbClr>
                </a:gs>
                <a:gs pos="100000">
                  <a:srgbClr val="002E23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4848969">
              <a:off x="2342076" y="2235638"/>
              <a:ext cx="348248" cy="332753"/>
            </a:xfrm>
            <a:prstGeom prst="ellipse">
              <a:avLst/>
            </a:prstGeom>
            <a:gradFill>
              <a:gsLst>
                <a:gs pos="0">
                  <a:srgbClr val="720016">
                    <a:alpha val="32968"/>
                  </a:srgbClr>
                </a:gs>
                <a:gs pos="14286">
                  <a:srgbClr val="720016">
                    <a:alpha val="30764"/>
                  </a:srgbClr>
                </a:gs>
                <a:gs pos="28571">
                  <a:srgbClr val="720016">
                    <a:alpha val="24833"/>
                  </a:srgbClr>
                </a:gs>
                <a:gs pos="42857">
                  <a:srgbClr val="720016">
                    <a:alpha val="17075"/>
                  </a:srgbClr>
                </a:gs>
                <a:gs pos="57143">
                  <a:srgbClr val="720016">
                    <a:alpha val="9855"/>
                  </a:srgbClr>
                </a:gs>
                <a:gs pos="71429">
                  <a:srgbClr val="720016">
                    <a:alpha val="4740"/>
                  </a:srgbClr>
                </a:gs>
                <a:gs pos="85714">
                  <a:srgbClr val="720016">
                    <a:alpha val="1902"/>
                  </a:srgbClr>
                </a:gs>
                <a:gs pos="100000">
                  <a:srgbClr val="7200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9277625">
              <a:off x="1934954" y="2049179"/>
              <a:ext cx="359032" cy="356248"/>
            </a:xfrm>
            <a:prstGeom prst="ellipse">
              <a:avLst/>
            </a:prstGeom>
            <a:gradFill>
              <a:gsLst>
                <a:gs pos="0">
                  <a:srgbClr val="D30000">
                    <a:alpha val="32968"/>
                  </a:srgbClr>
                </a:gs>
                <a:gs pos="14286">
                  <a:srgbClr val="D30000">
                    <a:alpha val="30764"/>
                  </a:srgbClr>
                </a:gs>
                <a:gs pos="28571">
                  <a:srgbClr val="D30000">
                    <a:alpha val="24833"/>
                  </a:srgbClr>
                </a:gs>
                <a:gs pos="42857">
                  <a:srgbClr val="D30000">
                    <a:alpha val="17075"/>
                  </a:srgbClr>
                </a:gs>
                <a:gs pos="57143">
                  <a:srgbClr val="D30000">
                    <a:alpha val="9855"/>
                  </a:srgbClr>
                </a:gs>
                <a:gs pos="71429">
                  <a:srgbClr val="D30000">
                    <a:alpha val="4740"/>
                  </a:srgbClr>
                </a:gs>
                <a:gs pos="85714">
                  <a:srgbClr val="D30000">
                    <a:alpha val="1902"/>
                  </a:srgbClr>
                </a:gs>
                <a:gs pos="100000">
                  <a:srgbClr val="D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5265443">
              <a:off x="1188465" y="739418"/>
              <a:ext cx="254095" cy="251191"/>
            </a:xfrm>
            <a:prstGeom prst="ellipse">
              <a:avLst/>
            </a:prstGeom>
            <a:gradFill>
              <a:gsLst>
                <a:gs pos="0">
                  <a:srgbClr val="DC7C00">
                    <a:alpha val="2653"/>
                  </a:srgbClr>
                </a:gs>
                <a:gs pos="14286">
                  <a:srgbClr val="DC7C00">
                    <a:alpha val="2441"/>
                  </a:srgbClr>
                </a:gs>
                <a:gs pos="28571">
                  <a:srgbClr val="DC7C00">
                    <a:alpha val="1901"/>
                  </a:srgbClr>
                </a:gs>
                <a:gs pos="42857">
                  <a:srgbClr val="DC7C00">
                    <a:alpha val="1251"/>
                  </a:srgbClr>
                </a:gs>
                <a:gs pos="57143">
                  <a:srgbClr val="DC7C00">
                    <a:alpha val="695"/>
                  </a:srgbClr>
                </a:gs>
                <a:gs pos="71429">
                  <a:srgbClr val="DC7C00">
                    <a:alpha val="326"/>
                  </a:srgbClr>
                </a:gs>
                <a:gs pos="85714">
                  <a:srgbClr val="DC7C00">
                    <a:alpha val="129"/>
                  </a:srgbClr>
                </a:gs>
                <a:gs pos="100000">
                  <a:srgbClr val="DC7C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6273456">
              <a:off x="-152094" y="1380972"/>
              <a:ext cx="723528" cy="127741"/>
            </a:xfrm>
            <a:prstGeom prst="ellipse">
              <a:avLst/>
            </a:prstGeom>
            <a:gradFill>
              <a:gsLst>
                <a:gs pos="0">
                  <a:srgbClr val="EBB36C">
                    <a:alpha val="12895"/>
                  </a:srgbClr>
                </a:gs>
                <a:gs pos="14286">
                  <a:srgbClr val="EBB36C">
                    <a:alpha val="11917"/>
                  </a:srgbClr>
                </a:gs>
                <a:gs pos="28571">
                  <a:srgbClr val="EBB36C">
                    <a:alpha val="9382"/>
                  </a:srgbClr>
                </a:gs>
                <a:gs pos="42857">
                  <a:srgbClr val="EBB36C">
                    <a:alpha val="6258"/>
                  </a:srgbClr>
                </a:gs>
                <a:gs pos="57143">
                  <a:srgbClr val="EBB36C">
                    <a:alpha val="3517"/>
                  </a:srgbClr>
                </a:gs>
                <a:gs pos="71429">
                  <a:srgbClr val="EBB36C">
                    <a:alpha val="1662"/>
                  </a:srgbClr>
                </a:gs>
                <a:gs pos="85714">
                  <a:srgbClr val="EBB36C">
                    <a:alpha val="661"/>
                  </a:srgbClr>
                </a:gs>
                <a:gs pos="100000">
                  <a:srgbClr val="EBB36C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4479527">
              <a:off x="2134356" y="505921"/>
              <a:ext cx="256620" cy="221301"/>
            </a:xfrm>
            <a:prstGeom prst="ellipse">
              <a:avLst/>
            </a:prstGeom>
            <a:gradFill>
              <a:gsLst>
                <a:gs pos="0">
                  <a:srgbClr val="E1C6A3">
                    <a:alpha val="7046"/>
                  </a:srgbClr>
                </a:gs>
                <a:gs pos="14286">
                  <a:srgbClr val="E1C6A3">
                    <a:alpha val="6495"/>
                  </a:srgbClr>
                </a:gs>
                <a:gs pos="28571">
                  <a:srgbClr val="E1C6A3">
                    <a:alpha val="5081"/>
                  </a:srgbClr>
                </a:gs>
                <a:gs pos="42857">
                  <a:srgbClr val="E1C6A3">
                    <a:alpha val="3362"/>
                  </a:srgbClr>
                </a:gs>
                <a:gs pos="57143">
                  <a:srgbClr val="E1C6A3">
                    <a:alpha val="1877"/>
                  </a:srgbClr>
                </a:gs>
                <a:gs pos="71429">
                  <a:srgbClr val="E1C6A3">
                    <a:alpha val="883"/>
                  </a:srgbClr>
                </a:gs>
                <a:gs pos="85714">
                  <a:srgbClr val="E1C6A3">
                    <a:alpha val="350"/>
                  </a:srgbClr>
                </a:gs>
                <a:gs pos="100000">
                  <a:srgbClr val="E1C6A3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6394814">
              <a:off x="2235591" y="1247994"/>
              <a:ext cx="218576" cy="302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-10232796">
              <a:off x="2013524" y="942948"/>
              <a:ext cx="240596" cy="237825"/>
            </a:xfrm>
            <a:prstGeom prst="ellipse">
              <a:avLst/>
            </a:prstGeom>
            <a:gradFill>
              <a:gsLst>
                <a:gs pos="0">
                  <a:srgbClr val="FF813E">
                    <a:alpha val="7823"/>
                  </a:srgbClr>
                </a:gs>
                <a:gs pos="14286">
                  <a:srgbClr val="FF813E">
                    <a:alpha val="7213"/>
                  </a:srgbClr>
                </a:gs>
                <a:gs pos="28571">
                  <a:srgbClr val="FF813E">
                    <a:alpha val="5647"/>
                  </a:srgbClr>
                </a:gs>
                <a:gs pos="42857">
                  <a:srgbClr val="FF813E">
                    <a:alpha val="3741"/>
                  </a:srgbClr>
                </a:gs>
                <a:gs pos="57143">
                  <a:srgbClr val="FF813E">
                    <a:alpha val="2091"/>
                  </a:srgbClr>
                </a:gs>
                <a:gs pos="71429">
                  <a:srgbClr val="FF813E">
                    <a:alpha val="984"/>
                  </a:srgbClr>
                </a:gs>
                <a:gs pos="85714">
                  <a:srgbClr val="FF813E">
                    <a:alpha val="390"/>
                  </a:srgbClr>
                </a:gs>
                <a:gs pos="100000">
                  <a:srgbClr val="FF813E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5551821">
              <a:off x="2696108" y="2114760"/>
              <a:ext cx="258188" cy="203484"/>
            </a:xfrm>
            <a:prstGeom prst="ellipse">
              <a:avLst/>
            </a:prstGeom>
            <a:gradFill>
              <a:gsLst>
                <a:gs pos="0">
                  <a:srgbClr val="000018">
                    <a:alpha val="5016"/>
                  </a:srgbClr>
                </a:gs>
                <a:gs pos="14286">
                  <a:srgbClr val="000018">
                    <a:alpha val="4620"/>
                  </a:srgbClr>
                </a:gs>
                <a:gs pos="28571">
                  <a:srgbClr val="000018">
                    <a:alpha val="3606"/>
                  </a:srgbClr>
                </a:gs>
                <a:gs pos="42857">
                  <a:srgbClr val="000018">
                    <a:alpha val="2380"/>
                  </a:srgbClr>
                </a:gs>
                <a:gs pos="57143">
                  <a:srgbClr val="000018">
                    <a:alpha val="1326"/>
                  </a:srgbClr>
                </a:gs>
                <a:gs pos="71429">
                  <a:srgbClr val="000018">
                    <a:alpha val="623"/>
                  </a:srgbClr>
                </a:gs>
                <a:gs pos="85714">
                  <a:srgbClr val="000018">
                    <a:alpha val="247"/>
                  </a:srgbClr>
                </a:gs>
                <a:gs pos="100000">
                  <a:srgbClr val="000018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8379036">
              <a:off x="1142799" y="1360038"/>
              <a:ext cx="235253" cy="26902"/>
            </a:xfrm>
            <a:prstGeom prst="ellipse">
              <a:avLst/>
            </a:prstGeom>
            <a:gradFill>
              <a:gsLst>
                <a:gs pos="0">
                  <a:srgbClr val="FFFF95">
                    <a:alpha val="32968"/>
                  </a:srgbClr>
                </a:gs>
                <a:gs pos="14286">
                  <a:srgbClr val="FFFF95">
                    <a:alpha val="30764"/>
                  </a:srgbClr>
                </a:gs>
                <a:gs pos="28571">
                  <a:srgbClr val="FFFF95">
                    <a:alpha val="24833"/>
                  </a:srgbClr>
                </a:gs>
                <a:gs pos="42857">
                  <a:srgbClr val="FFFF95">
                    <a:alpha val="17075"/>
                  </a:srgbClr>
                </a:gs>
                <a:gs pos="57143">
                  <a:srgbClr val="FFFF95">
                    <a:alpha val="9855"/>
                  </a:srgbClr>
                </a:gs>
                <a:gs pos="71429">
                  <a:srgbClr val="FFFF95">
                    <a:alpha val="4740"/>
                  </a:srgbClr>
                </a:gs>
                <a:gs pos="85714">
                  <a:srgbClr val="FFFF95">
                    <a:alpha val="1902"/>
                  </a:srgbClr>
                </a:gs>
                <a:gs pos="100000">
                  <a:srgbClr val="FFFF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-8457869">
              <a:off x="1165015" y="1236900"/>
              <a:ext cx="224294" cy="1450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2853293">
              <a:off x="1954726" y="1895350"/>
              <a:ext cx="210519" cy="346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-9189644">
              <a:off x="936650" y="2236111"/>
              <a:ext cx="520359" cy="25236"/>
            </a:xfrm>
            <a:prstGeom prst="ellipse">
              <a:avLst/>
            </a:prstGeom>
            <a:gradFill>
              <a:gsLst>
                <a:gs pos="0">
                  <a:srgbClr val="FF7234">
                    <a:alpha val="32968"/>
                  </a:srgbClr>
                </a:gs>
                <a:gs pos="14286">
                  <a:srgbClr val="FF7234">
                    <a:alpha val="30764"/>
                  </a:srgbClr>
                </a:gs>
                <a:gs pos="28571">
                  <a:srgbClr val="FF7234">
                    <a:alpha val="24833"/>
                  </a:srgbClr>
                </a:gs>
                <a:gs pos="42857">
                  <a:srgbClr val="FF7234">
                    <a:alpha val="17075"/>
                  </a:srgbClr>
                </a:gs>
                <a:gs pos="57143">
                  <a:srgbClr val="FF7234">
                    <a:alpha val="9855"/>
                  </a:srgbClr>
                </a:gs>
                <a:gs pos="71429">
                  <a:srgbClr val="FF7234">
                    <a:alpha val="4740"/>
                  </a:srgbClr>
                </a:gs>
                <a:gs pos="85714">
                  <a:srgbClr val="FF7234">
                    <a:alpha val="1902"/>
                  </a:srgbClr>
                </a:gs>
                <a:gs pos="100000">
                  <a:srgbClr val="FF72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3608121">
              <a:off x="311771" y="1957470"/>
              <a:ext cx="671530" cy="1714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3051035">
              <a:off x="1001535" y="1250644"/>
              <a:ext cx="342145" cy="38381"/>
            </a:xfrm>
            <a:prstGeom prst="ellipse">
              <a:avLst/>
            </a:prstGeom>
            <a:gradFill>
              <a:gsLst>
                <a:gs pos="0">
                  <a:srgbClr val="FF3900">
                    <a:alpha val="32968"/>
                  </a:srgbClr>
                </a:gs>
                <a:gs pos="14286">
                  <a:srgbClr val="FF3900">
                    <a:alpha val="30764"/>
                  </a:srgbClr>
                </a:gs>
                <a:gs pos="28571">
                  <a:srgbClr val="FF3900">
                    <a:alpha val="24833"/>
                  </a:srgbClr>
                </a:gs>
                <a:gs pos="42857">
                  <a:srgbClr val="FF3900">
                    <a:alpha val="17075"/>
                  </a:srgbClr>
                </a:gs>
                <a:gs pos="57143">
                  <a:srgbClr val="FF3900">
                    <a:alpha val="9855"/>
                  </a:srgbClr>
                </a:gs>
                <a:gs pos="71429">
                  <a:srgbClr val="FF3900">
                    <a:alpha val="4740"/>
                  </a:srgbClr>
                </a:gs>
                <a:gs pos="85714">
                  <a:srgbClr val="FF3900">
                    <a:alpha val="1902"/>
                  </a:srgbClr>
                </a:gs>
                <a:gs pos="100000">
                  <a:srgbClr val="FF3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4291231">
              <a:off x="1035330" y="78549"/>
              <a:ext cx="242454" cy="236701"/>
            </a:xfrm>
            <a:prstGeom prst="ellipse">
              <a:avLst/>
            </a:prstGeom>
            <a:gradFill>
              <a:gsLst>
                <a:gs pos="0">
                  <a:srgbClr val="FD7028">
                    <a:alpha val="6344"/>
                  </a:srgbClr>
                </a:gs>
                <a:gs pos="14286">
                  <a:srgbClr val="FD7028">
                    <a:alpha val="5847"/>
                  </a:srgbClr>
                </a:gs>
                <a:gs pos="28571">
                  <a:srgbClr val="FD7028">
                    <a:alpha val="4570"/>
                  </a:srgbClr>
                </a:gs>
                <a:gs pos="42857">
                  <a:srgbClr val="FD7028">
                    <a:alpha val="3022"/>
                  </a:srgbClr>
                </a:gs>
                <a:gs pos="57143">
                  <a:srgbClr val="FD7028">
                    <a:alpha val="1686"/>
                  </a:srgbClr>
                </a:gs>
                <a:gs pos="71429">
                  <a:srgbClr val="FD7028">
                    <a:alpha val="793"/>
                  </a:srgbClr>
                </a:gs>
                <a:gs pos="85714">
                  <a:srgbClr val="FD7028">
                    <a:alpha val="314"/>
                  </a:srgbClr>
                </a:gs>
                <a:gs pos="100000">
                  <a:srgbClr val="FD7028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3573118">
              <a:off x="2624336" y="802243"/>
              <a:ext cx="254661" cy="67392"/>
            </a:xfrm>
            <a:prstGeom prst="ellipse">
              <a:avLst/>
            </a:prstGeom>
            <a:gradFill>
              <a:gsLst>
                <a:gs pos="0">
                  <a:srgbClr val="365625">
                    <a:alpha val="22006"/>
                  </a:srgbClr>
                </a:gs>
                <a:gs pos="14286">
                  <a:srgbClr val="365625">
                    <a:alpha val="20423"/>
                  </a:srgbClr>
                </a:gs>
                <a:gs pos="28571">
                  <a:srgbClr val="365625">
                    <a:alpha val="16253"/>
                  </a:srgbClr>
                </a:gs>
                <a:gs pos="42857">
                  <a:srgbClr val="365625">
                    <a:alpha val="10983"/>
                  </a:srgbClr>
                </a:gs>
                <a:gs pos="57143">
                  <a:srgbClr val="365625">
                    <a:alpha val="6243"/>
                  </a:srgbClr>
                </a:gs>
                <a:gs pos="71429">
                  <a:srgbClr val="365625">
                    <a:alpha val="2973"/>
                  </a:srgbClr>
                </a:gs>
                <a:gs pos="85714">
                  <a:srgbClr val="365625">
                    <a:alpha val="1186"/>
                  </a:srgbClr>
                </a:gs>
                <a:gs pos="100000">
                  <a:srgbClr val="365625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8794020">
              <a:off x="315517" y="1526711"/>
              <a:ext cx="241829" cy="183392"/>
            </a:xfrm>
            <a:prstGeom prst="ellipse">
              <a:avLst/>
            </a:prstGeom>
            <a:gradFill>
              <a:gsLst>
                <a:gs pos="0">
                  <a:srgbClr val="52001E">
                    <a:alpha val="10867"/>
                  </a:srgbClr>
                </a:gs>
                <a:gs pos="14286">
                  <a:srgbClr val="52001E">
                    <a:alpha val="10034"/>
                  </a:srgbClr>
                </a:gs>
                <a:gs pos="28571">
                  <a:srgbClr val="52001E">
                    <a:alpha val="7882"/>
                  </a:srgbClr>
                </a:gs>
                <a:gs pos="42857">
                  <a:srgbClr val="52001E">
                    <a:alpha val="5243"/>
                  </a:srgbClr>
                </a:gs>
                <a:gs pos="57143">
                  <a:srgbClr val="52001E">
                    <a:alpha val="2940"/>
                  </a:srgbClr>
                </a:gs>
                <a:gs pos="71429">
                  <a:srgbClr val="52001E">
                    <a:alpha val="1387"/>
                  </a:srgbClr>
                </a:gs>
                <a:gs pos="85714">
                  <a:srgbClr val="52001E">
                    <a:alpha val="551"/>
                  </a:srgbClr>
                </a:gs>
                <a:gs pos="100000">
                  <a:srgbClr val="52001E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6469933">
              <a:off x="3485583" y="62892"/>
              <a:ext cx="247436" cy="209018"/>
            </a:xfrm>
            <a:prstGeom prst="ellipse">
              <a:avLst/>
            </a:prstGeom>
            <a:gradFill>
              <a:gsLst>
                <a:gs pos="0">
                  <a:srgbClr val="FF9B00">
                    <a:alpha val="13332"/>
                  </a:srgbClr>
                </a:gs>
                <a:gs pos="14286">
                  <a:srgbClr val="FF9B00">
                    <a:alpha val="12323"/>
                  </a:srgbClr>
                </a:gs>
                <a:gs pos="28571">
                  <a:srgbClr val="FF9B00">
                    <a:alpha val="9707"/>
                  </a:srgbClr>
                </a:gs>
                <a:gs pos="42857">
                  <a:srgbClr val="FF9B00">
                    <a:alpha val="6478"/>
                  </a:srgbClr>
                </a:gs>
                <a:gs pos="57143">
                  <a:srgbClr val="FF9B00">
                    <a:alpha val="3643"/>
                  </a:srgbClr>
                </a:gs>
                <a:gs pos="71429">
                  <a:srgbClr val="FF9B00">
                    <a:alpha val="1722"/>
                  </a:srgbClr>
                </a:gs>
                <a:gs pos="85714">
                  <a:srgbClr val="FF9B00">
                    <a:alpha val="685"/>
                  </a:srgbClr>
                </a:gs>
                <a:gs pos="100000">
                  <a:srgbClr val="FF9B00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6162545">
              <a:off x="415413" y="1127422"/>
              <a:ext cx="267989" cy="213748"/>
            </a:xfrm>
            <a:prstGeom prst="ellipse">
              <a:avLst/>
            </a:prstGeom>
            <a:gradFill>
              <a:gsLst>
                <a:gs pos="0">
                  <a:srgbClr val="FF5300">
                    <a:alpha val="2978"/>
                  </a:srgbClr>
                </a:gs>
                <a:gs pos="14286">
                  <a:srgbClr val="FF5300">
                    <a:alpha val="2740"/>
                  </a:srgbClr>
                </a:gs>
                <a:gs pos="28571">
                  <a:srgbClr val="FF5300">
                    <a:alpha val="2134"/>
                  </a:srgbClr>
                </a:gs>
                <a:gs pos="42857">
                  <a:srgbClr val="FF5300">
                    <a:alpha val="1405"/>
                  </a:srgbClr>
                </a:gs>
                <a:gs pos="57143">
                  <a:srgbClr val="FF5300">
                    <a:alpha val="781"/>
                  </a:srgbClr>
                </a:gs>
                <a:gs pos="71429">
                  <a:srgbClr val="FF5300">
                    <a:alpha val="366"/>
                  </a:srgbClr>
                </a:gs>
                <a:gs pos="85714">
                  <a:srgbClr val="FF5300">
                    <a:alpha val="145"/>
                  </a:srgbClr>
                </a:gs>
                <a:gs pos="100000">
                  <a:srgbClr val="FF53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6466902">
              <a:off x="3316641" y="1778666"/>
              <a:ext cx="285736" cy="276572"/>
            </a:xfrm>
            <a:prstGeom prst="ellipse">
              <a:avLst/>
            </a:prstGeom>
            <a:gradFill>
              <a:gsLst>
                <a:gs pos="0">
                  <a:srgbClr val="BA4A00">
                    <a:alpha val="16923"/>
                  </a:srgbClr>
                </a:gs>
                <a:gs pos="14286">
                  <a:srgbClr val="BA4A00">
                    <a:alpha val="15668"/>
                  </a:srgbClr>
                </a:gs>
                <a:gs pos="28571">
                  <a:srgbClr val="BA4A00">
                    <a:alpha val="12393"/>
                  </a:srgbClr>
                </a:gs>
                <a:gs pos="42857">
                  <a:srgbClr val="BA4A00">
                    <a:alpha val="8312"/>
                  </a:srgbClr>
                </a:gs>
                <a:gs pos="57143">
                  <a:srgbClr val="BA4A00">
                    <a:alpha val="4695"/>
                  </a:srgbClr>
                </a:gs>
                <a:gs pos="71429">
                  <a:srgbClr val="BA4A00">
                    <a:alpha val="2226"/>
                  </a:srgbClr>
                </a:gs>
                <a:gs pos="85714">
                  <a:srgbClr val="BA4A00">
                    <a:alpha val="886"/>
                  </a:srgbClr>
                </a:gs>
                <a:gs pos="100000">
                  <a:srgbClr val="BA4A0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9321622">
              <a:off x="1778200" y="2165470"/>
              <a:ext cx="737075" cy="4120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8738028">
              <a:off x="2375956" y="1972007"/>
              <a:ext cx="632168" cy="363085"/>
            </a:xfrm>
            <a:prstGeom prst="ellipse">
              <a:avLst/>
            </a:prstGeom>
            <a:gradFill>
              <a:gsLst>
                <a:gs pos="0">
                  <a:srgbClr val="4B0015">
                    <a:alpha val="32968"/>
                  </a:srgbClr>
                </a:gs>
                <a:gs pos="14286">
                  <a:srgbClr val="4B0015">
                    <a:alpha val="30764"/>
                  </a:srgbClr>
                </a:gs>
                <a:gs pos="28571">
                  <a:srgbClr val="4B0015">
                    <a:alpha val="24833"/>
                  </a:srgbClr>
                </a:gs>
                <a:gs pos="42857">
                  <a:srgbClr val="4B0015">
                    <a:alpha val="17075"/>
                  </a:srgbClr>
                </a:gs>
                <a:gs pos="57143">
                  <a:srgbClr val="4B0015">
                    <a:alpha val="9855"/>
                  </a:srgbClr>
                </a:gs>
                <a:gs pos="71429">
                  <a:srgbClr val="4B0015">
                    <a:alpha val="4740"/>
                  </a:srgbClr>
                </a:gs>
                <a:gs pos="85714">
                  <a:srgbClr val="4B0015">
                    <a:alpha val="1902"/>
                  </a:srgbClr>
                </a:gs>
                <a:gs pos="100000">
                  <a:srgbClr val="4B00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6344789">
              <a:off x="2015829" y="1214156"/>
              <a:ext cx="729798" cy="41862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8274967">
              <a:off x="2199750" y="2256026"/>
              <a:ext cx="772445" cy="131322"/>
            </a:xfrm>
            <a:prstGeom prst="ellipse">
              <a:avLst/>
            </a:prstGeom>
            <a:gradFill>
              <a:gsLst>
                <a:gs pos="0">
                  <a:srgbClr val="FF4B14">
                    <a:alpha val="32968"/>
                  </a:srgbClr>
                </a:gs>
                <a:gs pos="14286">
                  <a:srgbClr val="FF4B14">
                    <a:alpha val="30764"/>
                  </a:srgbClr>
                </a:gs>
                <a:gs pos="28571">
                  <a:srgbClr val="FF4B14">
                    <a:alpha val="24833"/>
                  </a:srgbClr>
                </a:gs>
                <a:gs pos="42857">
                  <a:srgbClr val="FF4B14">
                    <a:alpha val="17075"/>
                  </a:srgbClr>
                </a:gs>
                <a:gs pos="57143">
                  <a:srgbClr val="FF4B14">
                    <a:alpha val="9855"/>
                  </a:srgbClr>
                </a:gs>
                <a:gs pos="71429">
                  <a:srgbClr val="FF4B14">
                    <a:alpha val="4740"/>
                  </a:srgbClr>
                </a:gs>
                <a:gs pos="85714">
                  <a:srgbClr val="FF4B14">
                    <a:alpha val="1902"/>
                  </a:srgbClr>
                </a:gs>
                <a:gs pos="100000">
                  <a:srgbClr val="FF4B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8695560">
              <a:off x="-226573" y="888387"/>
              <a:ext cx="580065" cy="41148"/>
            </a:xfrm>
            <a:prstGeom prst="ellipse">
              <a:avLst/>
            </a:prstGeom>
            <a:gradFill>
              <a:gsLst>
                <a:gs pos="0">
                  <a:srgbClr val="FFA663">
                    <a:alpha val="30143"/>
                  </a:srgbClr>
                </a:gs>
                <a:gs pos="14286">
                  <a:srgbClr val="FFA663">
                    <a:alpha val="28087"/>
                  </a:srgbClr>
                </a:gs>
                <a:gs pos="28571">
                  <a:srgbClr val="FFA663">
                    <a:alpha val="22586"/>
                  </a:srgbClr>
                </a:gs>
                <a:gs pos="42857">
                  <a:srgbClr val="FFA663">
                    <a:alpha val="15458"/>
                  </a:srgbClr>
                </a:gs>
                <a:gs pos="57143">
                  <a:srgbClr val="FFA663">
                    <a:alpha val="8885"/>
                  </a:srgbClr>
                </a:gs>
                <a:gs pos="71429">
                  <a:srgbClr val="FFA663">
                    <a:alpha val="4262"/>
                  </a:srgbClr>
                </a:gs>
                <a:gs pos="85714">
                  <a:srgbClr val="FFA663">
                    <a:alpha val="1707"/>
                  </a:srgbClr>
                </a:gs>
                <a:gs pos="100000">
                  <a:srgbClr val="FFA663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3533521">
              <a:off x="195360" y="1705294"/>
              <a:ext cx="736464" cy="64098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5469796">
              <a:off x="31781" y="2091095"/>
              <a:ext cx="226858" cy="224602"/>
            </a:xfrm>
            <a:prstGeom prst="ellipse">
              <a:avLst/>
            </a:prstGeom>
            <a:gradFill>
              <a:gsLst>
                <a:gs pos="0">
                  <a:srgbClr val="F79E6D">
                    <a:alpha val="6154"/>
                  </a:srgbClr>
                </a:gs>
                <a:gs pos="14286">
                  <a:srgbClr val="F79E6D">
                    <a:alpha val="5671"/>
                  </a:srgbClr>
                </a:gs>
                <a:gs pos="28571">
                  <a:srgbClr val="F79E6D">
                    <a:alpha val="4432"/>
                  </a:srgbClr>
                </a:gs>
                <a:gs pos="42857">
                  <a:srgbClr val="F79E6D">
                    <a:alpha val="2929"/>
                  </a:srgbClr>
                </a:gs>
                <a:gs pos="57143">
                  <a:srgbClr val="F79E6D">
                    <a:alpha val="1634"/>
                  </a:srgbClr>
                </a:gs>
                <a:gs pos="71429">
                  <a:srgbClr val="F79E6D">
                    <a:alpha val="768"/>
                  </a:srgbClr>
                </a:gs>
                <a:gs pos="85714">
                  <a:srgbClr val="F79E6D">
                    <a:alpha val="304"/>
                  </a:srgbClr>
                </a:gs>
                <a:gs pos="100000">
                  <a:srgbClr val="F79E6D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9856134">
              <a:off x="1714291" y="1473561"/>
              <a:ext cx="518552" cy="82287"/>
            </a:xfrm>
            <a:prstGeom prst="ellipse">
              <a:avLst/>
            </a:prstGeom>
            <a:gradFill>
              <a:gsLst>
                <a:gs pos="0">
                  <a:srgbClr val="00001C">
                    <a:alpha val="32968"/>
                  </a:srgbClr>
                </a:gs>
                <a:gs pos="14286">
                  <a:srgbClr val="00001C">
                    <a:alpha val="30764"/>
                  </a:srgbClr>
                </a:gs>
                <a:gs pos="28571">
                  <a:srgbClr val="00001C">
                    <a:alpha val="24833"/>
                  </a:srgbClr>
                </a:gs>
                <a:gs pos="42857">
                  <a:srgbClr val="00001C">
                    <a:alpha val="17075"/>
                  </a:srgbClr>
                </a:gs>
                <a:gs pos="57143">
                  <a:srgbClr val="00001C">
                    <a:alpha val="9855"/>
                  </a:srgbClr>
                </a:gs>
                <a:gs pos="71429">
                  <a:srgbClr val="00001C">
                    <a:alpha val="4740"/>
                  </a:srgbClr>
                </a:gs>
                <a:gs pos="85714">
                  <a:srgbClr val="00001C">
                    <a:alpha val="1902"/>
                  </a:srgbClr>
                </a:gs>
                <a:gs pos="100000">
                  <a:srgbClr val="00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-10084598">
              <a:off x="1582479" y="145429"/>
              <a:ext cx="486160" cy="118828"/>
            </a:xfrm>
            <a:prstGeom prst="ellipse">
              <a:avLst/>
            </a:prstGeom>
            <a:gradFill>
              <a:gsLst>
                <a:gs pos="0">
                  <a:srgbClr val="FFEBC6">
                    <a:alpha val="25816"/>
                  </a:srgbClr>
                </a:gs>
                <a:gs pos="14286">
                  <a:srgbClr val="FFEBC6">
                    <a:alpha val="24003"/>
                  </a:srgbClr>
                </a:gs>
                <a:gs pos="28571">
                  <a:srgbClr val="FFEBC6">
                    <a:alpha val="19193"/>
                  </a:srgbClr>
                </a:gs>
                <a:gs pos="42857">
                  <a:srgbClr val="FFEBC6">
                    <a:alpha val="13045"/>
                  </a:srgbClr>
                </a:gs>
                <a:gs pos="57143">
                  <a:srgbClr val="FFEBC6">
                    <a:alpha val="7453"/>
                  </a:srgbClr>
                </a:gs>
                <a:gs pos="71429">
                  <a:srgbClr val="FFEBC6">
                    <a:alpha val="3561"/>
                  </a:srgbClr>
                </a:gs>
                <a:gs pos="85714">
                  <a:srgbClr val="FFEBC6">
                    <a:alpha val="1423"/>
                  </a:srgbClr>
                </a:gs>
                <a:gs pos="100000">
                  <a:srgbClr val="FFEBC6">
                    <a:alpha val="4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8683183">
              <a:off x="-297460" y="524977"/>
              <a:ext cx="735821" cy="128289"/>
            </a:xfrm>
            <a:prstGeom prst="ellipse">
              <a:avLst/>
            </a:prstGeom>
            <a:gradFill>
              <a:gsLst>
                <a:gs pos="0">
                  <a:srgbClr val="00000F">
                    <a:alpha val="32968"/>
                  </a:srgbClr>
                </a:gs>
                <a:gs pos="14286">
                  <a:srgbClr val="00000F">
                    <a:alpha val="30764"/>
                  </a:srgbClr>
                </a:gs>
                <a:gs pos="28571">
                  <a:srgbClr val="00000F">
                    <a:alpha val="24833"/>
                  </a:srgbClr>
                </a:gs>
                <a:gs pos="42857">
                  <a:srgbClr val="00000F">
                    <a:alpha val="17075"/>
                  </a:srgbClr>
                </a:gs>
                <a:gs pos="57143">
                  <a:srgbClr val="00000F">
                    <a:alpha val="9855"/>
                  </a:srgbClr>
                </a:gs>
                <a:gs pos="71429">
                  <a:srgbClr val="00000F">
                    <a:alpha val="4740"/>
                  </a:srgbClr>
                </a:gs>
                <a:gs pos="85714">
                  <a:srgbClr val="00000F">
                    <a:alpha val="1902"/>
                  </a:srgbClr>
                </a:gs>
                <a:gs pos="100000">
                  <a:srgbClr val="00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-10391393">
              <a:off x="1772843" y="1025762"/>
              <a:ext cx="250480" cy="231493"/>
            </a:xfrm>
            <a:prstGeom prst="ellipse">
              <a:avLst/>
            </a:prstGeom>
            <a:gradFill>
              <a:gsLst>
                <a:gs pos="0">
                  <a:srgbClr val="FFFF00">
                    <a:alpha val="2879"/>
                  </a:srgbClr>
                </a:gs>
                <a:gs pos="14286">
                  <a:srgbClr val="FFFF00">
                    <a:alpha val="2649"/>
                  </a:srgbClr>
                </a:gs>
                <a:gs pos="28571">
                  <a:srgbClr val="FFFF00">
                    <a:alpha val="2063"/>
                  </a:srgbClr>
                </a:gs>
                <a:gs pos="42857">
                  <a:srgbClr val="FFFF00">
                    <a:alpha val="1358"/>
                  </a:srgbClr>
                </a:gs>
                <a:gs pos="57143">
                  <a:srgbClr val="FFFF00">
                    <a:alpha val="755"/>
                  </a:srgbClr>
                </a:gs>
                <a:gs pos="71429">
                  <a:srgbClr val="FFFF00">
                    <a:alpha val="354"/>
                  </a:srgbClr>
                </a:gs>
                <a:gs pos="85714">
                  <a:srgbClr val="FFFF00">
                    <a:alpha val="140"/>
                  </a:srgbClr>
                </a:gs>
                <a:gs pos="100000">
                  <a:srgbClr val="FFFF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9550677">
              <a:off x="1701470" y="2207384"/>
              <a:ext cx="761650" cy="361101"/>
            </a:xfrm>
            <a:prstGeom prst="ellipse">
              <a:avLst/>
            </a:prstGeom>
            <a:gradFill>
              <a:gsLst>
                <a:gs pos="0">
                  <a:srgbClr val="00000F">
                    <a:alpha val="32968"/>
                  </a:srgbClr>
                </a:gs>
                <a:gs pos="14286">
                  <a:srgbClr val="00000F">
                    <a:alpha val="30764"/>
                  </a:srgbClr>
                </a:gs>
                <a:gs pos="28571">
                  <a:srgbClr val="00000F">
                    <a:alpha val="24833"/>
                  </a:srgbClr>
                </a:gs>
                <a:gs pos="42857">
                  <a:srgbClr val="00000F">
                    <a:alpha val="17075"/>
                  </a:srgbClr>
                </a:gs>
                <a:gs pos="57143">
                  <a:srgbClr val="00000F">
                    <a:alpha val="9855"/>
                  </a:srgbClr>
                </a:gs>
                <a:gs pos="71429">
                  <a:srgbClr val="00000F">
                    <a:alpha val="4740"/>
                  </a:srgbClr>
                </a:gs>
                <a:gs pos="85714">
                  <a:srgbClr val="00000F">
                    <a:alpha val="1902"/>
                  </a:srgbClr>
                </a:gs>
                <a:gs pos="100000">
                  <a:srgbClr val="00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7584806">
              <a:off x="382410" y="2140885"/>
              <a:ext cx="269361" cy="135942"/>
            </a:xfrm>
            <a:prstGeom prst="ellipse">
              <a:avLst/>
            </a:prstGeom>
            <a:gradFill>
              <a:gsLst>
                <a:gs pos="0">
                  <a:srgbClr val="FFE1AA">
                    <a:alpha val="21180"/>
                  </a:srgbClr>
                </a:gs>
                <a:gs pos="14286">
                  <a:srgbClr val="FFE1AA">
                    <a:alpha val="19648"/>
                  </a:srgbClr>
                </a:gs>
                <a:gs pos="28571">
                  <a:srgbClr val="FFE1AA">
                    <a:alpha val="15621"/>
                  </a:srgbClr>
                </a:gs>
                <a:gs pos="42857">
                  <a:srgbClr val="FFE1AA">
                    <a:alpha val="10543"/>
                  </a:srgbClr>
                </a:gs>
                <a:gs pos="57143">
                  <a:srgbClr val="FFE1AA">
                    <a:alpha val="5986"/>
                  </a:srgbClr>
                </a:gs>
                <a:gs pos="71429">
                  <a:srgbClr val="FFE1AA">
                    <a:alpha val="2848"/>
                  </a:srgbClr>
                </a:gs>
                <a:gs pos="85714">
                  <a:srgbClr val="FFE1AA">
                    <a:alpha val="1136"/>
                  </a:srgbClr>
                </a:gs>
                <a:gs pos="100000">
                  <a:srgbClr val="FFE1AA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3047214">
              <a:off x="381125" y="2201790"/>
              <a:ext cx="621405" cy="43865"/>
            </a:xfrm>
            <a:prstGeom prst="ellipse">
              <a:avLst/>
            </a:prstGeom>
            <a:gradFill>
              <a:gsLst>
                <a:gs pos="0">
                  <a:srgbClr val="FC9539">
                    <a:alpha val="18191"/>
                  </a:srgbClr>
                </a:gs>
                <a:gs pos="14286">
                  <a:srgbClr val="FC9539">
                    <a:alpha val="16851"/>
                  </a:srgbClr>
                </a:gs>
                <a:gs pos="28571">
                  <a:srgbClr val="FC9539">
                    <a:alpha val="13349"/>
                  </a:srgbClr>
                </a:gs>
                <a:gs pos="42857">
                  <a:srgbClr val="FC9539">
                    <a:alpha val="8970"/>
                  </a:srgbClr>
                </a:gs>
                <a:gs pos="57143">
                  <a:srgbClr val="FC9539">
                    <a:alpha val="5074"/>
                  </a:srgbClr>
                </a:gs>
                <a:gs pos="71429">
                  <a:srgbClr val="FC9539">
                    <a:alpha val="2408"/>
                  </a:srgbClr>
                </a:gs>
                <a:gs pos="85714">
                  <a:srgbClr val="FC9539">
                    <a:alpha val="959"/>
                  </a:srgbClr>
                </a:gs>
                <a:gs pos="100000">
                  <a:srgbClr val="FC9539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-9868634">
              <a:off x="2425297" y="2289453"/>
              <a:ext cx="565484" cy="79238"/>
            </a:xfrm>
            <a:prstGeom prst="ellipse">
              <a:avLst/>
            </a:prstGeom>
            <a:gradFill>
              <a:gsLst>
                <a:gs pos="0">
                  <a:srgbClr val="7D2001">
                    <a:alpha val="32968"/>
                  </a:srgbClr>
                </a:gs>
                <a:gs pos="14286">
                  <a:srgbClr val="7D2001">
                    <a:alpha val="30764"/>
                  </a:srgbClr>
                </a:gs>
                <a:gs pos="28571">
                  <a:srgbClr val="7D2001">
                    <a:alpha val="24833"/>
                  </a:srgbClr>
                </a:gs>
                <a:gs pos="42857">
                  <a:srgbClr val="7D2001">
                    <a:alpha val="17075"/>
                  </a:srgbClr>
                </a:gs>
                <a:gs pos="57143">
                  <a:srgbClr val="7D2001">
                    <a:alpha val="9855"/>
                  </a:srgbClr>
                </a:gs>
                <a:gs pos="71429">
                  <a:srgbClr val="7D2001">
                    <a:alpha val="4740"/>
                  </a:srgbClr>
                </a:gs>
                <a:gs pos="85714">
                  <a:srgbClr val="7D2001">
                    <a:alpha val="1902"/>
                  </a:srgbClr>
                </a:gs>
                <a:gs pos="100000">
                  <a:srgbClr val="7D2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7920225">
              <a:off x="2181836" y="2000786"/>
              <a:ext cx="830701" cy="2993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2999451">
              <a:off x="2024046" y="371474"/>
              <a:ext cx="509665" cy="107305"/>
            </a:xfrm>
            <a:prstGeom prst="ellipse">
              <a:avLst/>
            </a:prstGeom>
            <a:gradFill>
              <a:gsLst>
                <a:gs pos="0">
                  <a:srgbClr val="FFF1DC">
                    <a:alpha val="30722"/>
                  </a:srgbClr>
                </a:gs>
                <a:gs pos="14286">
                  <a:srgbClr val="FFF1DC">
                    <a:alpha val="28635"/>
                  </a:srgbClr>
                </a:gs>
                <a:gs pos="28571">
                  <a:srgbClr val="FFF1DC">
                    <a:alpha val="23044"/>
                  </a:srgbClr>
                </a:gs>
                <a:gs pos="42857">
                  <a:srgbClr val="FFF1DC">
                    <a:alpha val="15786"/>
                  </a:srgbClr>
                </a:gs>
                <a:gs pos="57143">
                  <a:srgbClr val="FFF1DC">
                    <a:alpha val="9081"/>
                  </a:srgbClr>
                </a:gs>
                <a:gs pos="71429">
                  <a:srgbClr val="FFF1DC">
                    <a:alpha val="4358"/>
                  </a:srgbClr>
                </a:gs>
                <a:gs pos="85714">
                  <a:srgbClr val="FFF1DC">
                    <a:alpha val="1747"/>
                  </a:srgbClr>
                </a:gs>
                <a:gs pos="100000">
                  <a:srgbClr val="FFF1DC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9293465">
              <a:off x="-119754" y="1754154"/>
              <a:ext cx="239508" cy="219856"/>
            </a:xfrm>
            <a:prstGeom prst="ellipse">
              <a:avLst/>
            </a:prstGeom>
            <a:gradFill>
              <a:gsLst>
                <a:gs pos="0">
                  <a:srgbClr val="EC3900">
                    <a:alpha val="9725"/>
                  </a:srgbClr>
                </a:gs>
                <a:gs pos="14286">
                  <a:srgbClr val="EC3900">
                    <a:alpha val="8975"/>
                  </a:srgbClr>
                </a:gs>
                <a:gs pos="28571">
                  <a:srgbClr val="EC3900">
                    <a:alpha val="7041"/>
                  </a:srgbClr>
                </a:gs>
                <a:gs pos="42857">
                  <a:srgbClr val="EC3900">
                    <a:alpha val="4676"/>
                  </a:srgbClr>
                </a:gs>
                <a:gs pos="57143">
                  <a:srgbClr val="EC3900">
                    <a:alpha val="2619"/>
                  </a:srgbClr>
                </a:gs>
                <a:gs pos="71429">
                  <a:srgbClr val="EC3900">
                    <a:alpha val="1234"/>
                  </a:srgbClr>
                </a:gs>
                <a:gs pos="85714">
                  <a:srgbClr val="EC3900">
                    <a:alpha val="490"/>
                  </a:srgbClr>
                </a:gs>
                <a:gs pos="100000">
                  <a:srgbClr val="EC3900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3603956">
              <a:off x="2608364" y="898848"/>
              <a:ext cx="312059" cy="18415"/>
            </a:xfrm>
            <a:prstGeom prst="ellipse">
              <a:avLst/>
            </a:prstGeom>
            <a:gradFill>
              <a:gsLst>
                <a:gs pos="0">
                  <a:srgbClr val="FFFCC7">
                    <a:alpha val="32968"/>
                  </a:srgbClr>
                </a:gs>
                <a:gs pos="14286">
                  <a:srgbClr val="FFFCC7">
                    <a:alpha val="30764"/>
                  </a:srgbClr>
                </a:gs>
                <a:gs pos="28571">
                  <a:srgbClr val="FFFCC7">
                    <a:alpha val="24833"/>
                  </a:srgbClr>
                </a:gs>
                <a:gs pos="42857">
                  <a:srgbClr val="FFFCC7">
                    <a:alpha val="17075"/>
                  </a:srgbClr>
                </a:gs>
                <a:gs pos="57143">
                  <a:srgbClr val="FFFCC7">
                    <a:alpha val="9855"/>
                  </a:srgbClr>
                </a:gs>
                <a:gs pos="71429">
                  <a:srgbClr val="FFFCC7">
                    <a:alpha val="4740"/>
                  </a:srgbClr>
                </a:gs>
                <a:gs pos="85714">
                  <a:srgbClr val="FFFCC7">
                    <a:alpha val="1902"/>
                  </a:srgbClr>
                </a:gs>
                <a:gs pos="100000">
                  <a:srgbClr val="FFFC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8250359">
              <a:off x="2120820" y="1210966"/>
              <a:ext cx="285776" cy="24970"/>
            </a:xfrm>
            <a:prstGeom prst="ellipse">
              <a:avLst/>
            </a:prstGeom>
            <a:gradFill>
              <a:gsLst>
                <a:gs pos="0">
                  <a:srgbClr val="FFB172">
                    <a:alpha val="32968"/>
                  </a:srgbClr>
                </a:gs>
                <a:gs pos="14286">
                  <a:srgbClr val="FFB172">
                    <a:alpha val="30764"/>
                  </a:srgbClr>
                </a:gs>
                <a:gs pos="28571">
                  <a:srgbClr val="FFB172">
                    <a:alpha val="24833"/>
                  </a:srgbClr>
                </a:gs>
                <a:gs pos="42857">
                  <a:srgbClr val="FFB172">
                    <a:alpha val="17075"/>
                  </a:srgbClr>
                </a:gs>
                <a:gs pos="57143">
                  <a:srgbClr val="FFB172">
                    <a:alpha val="9855"/>
                  </a:srgbClr>
                </a:gs>
                <a:gs pos="71429">
                  <a:srgbClr val="FFB172">
                    <a:alpha val="4740"/>
                  </a:srgbClr>
                </a:gs>
                <a:gs pos="85714">
                  <a:srgbClr val="FFB172">
                    <a:alpha val="1902"/>
                  </a:srgbClr>
                </a:gs>
                <a:gs pos="100000">
                  <a:srgbClr val="FFB1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-10669488">
              <a:off x="1458096" y="2309888"/>
              <a:ext cx="500647" cy="21177"/>
            </a:xfrm>
            <a:prstGeom prst="ellipse">
              <a:avLst/>
            </a:prstGeom>
            <a:gradFill>
              <a:gsLst>
                <a:gs pos="0">
                  <a:srgbClr val="FFFFC2">
                    <a:alpha val="32968"/>
                  </a:srgbClr>
                </a:gs>
                <a:gs pos="14286">
                  <a:srgbClr val="FFFFC2">
                    <a:alpha val="30764"/>
                  </a:srgbClr>
                </a:gs>
                <a:gs pos="28571">
                  <a:srgbClr val="FFFFC2">
                    <a:alpha val="24833"/>
                  </a:srgbClr>
                </a:gs>
                <a:gs pos="42857">
                  <a:srgbClr val="FFFFC2">
                    <a:alpha val="17075"/>
                  </a:srgbClr>
                </a:gs>
                <a:gs pos="57143">
                  <a:srgbClr val="FFFFC2">
                    <a:alpha val="9855"/>
                  </a:srgbClr>
                </a:gs>
                <a:gs pos="71429">
                  <a:srgbClr val="FFFFC2">
                    <a:alpha val="4740"/>
                  </a:srgbClr>
                </a:gs>
                <a:gs pos="85714">
                  <a:srgbClr val="FFFFC2">
                    <a:alpha val="1902"/>
                  </a:srgbClr>
                </a:gs>
                <a:gs pos="100000">
                  <a:srgbClr val="FFFF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-9442599">
              <a:off x="1225488" y="1106602"/>
              <a:ext cx="590211" cy="47011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3031993">
              <a:off x="356820" y="1863021"/>
              <a:ext cx="657976" cy="1777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-8955462">
              <a:off x="1054538" y="1355688"/>
              <a:ext cx="753508" cy="95722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8874687">
              <a:off x="1957101" y="1055631"/>
              <a:ext cx="446196" cy="89207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9786724">
              <a:off x="1619181" y="2268424"/>
              <a:ext cx="758289" cy="249187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8475091">
              <a:off x="2334339" y="2171893"/>
              <a:ext cx="767931" cy="52494"/>
            </a:xfrm>
            <a:prstGeom prst="ellipse">
              <a:avLst/>
            </a:prstGeom>
            <a:gradFill>
              <a:gsLst>
                <a:gs pos="0">
                  <a:srgbClr val="FA763D">
                    <a:alpha val="32968"/>
                  </a:srgbClr>
                </a:gs>
                <a:gs pos="14286">
                  <a:srgbClr val="FA763D">
                    <a:alpha val="30764"/>
                  </a:srgbClr>
                </a:gs>
                <a:gs pos="28571">
                  <a:srgbClr val="FA763D">
                    <a:alpha val="24833"/>
                  </a:srgbClr>
                </a:gs>
                <a:gs pos="42857">
                  <a:srgbClr val="FA763D">
                    <a:alpha val="17075"/>
                  </a:srgbClr>
                </a:gs>
                <a:gs pos="57143">
                  <a:srgbClr val="FA763D">
                    <a:alpha val="9855"/>
                  </a:srgbClr>
                </a:gs>
                <a:gs pos="71429">
                  <a:srgbClr val="FA763D">
                    <a:alpha val="4740"/>
                  </a:srgbClr>
                </a:gs>
                <a:gs pos="85714">
                  <a:srgbClr val="FA763D">
                    <a:alpha val="1902"/>
                  </a:srgbClr>
                </a:gs>
                <a:gs pos="100000">
                  <a:srgbClr val="FA76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-8971407">
              <a:off x="634610" y="2114951"/>
              <a:ext cx="689350" cy="1555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3172932">
              <a:off x="1996574" y="1449877"/>
              <a:ext cx="219817" cy="90621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-9530309">
              <a:off x="725169" y="2168761"/>
              <a:ext cx="690673" cy="1858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10146994">
              <a:off x="1775904" y="2280934"/>
              <a:ext cx="498126" cy="24641"/>
            </a:xfrm>
            <a:prstGeom prst="ellipse">
              <a:avLst/>
            </a:prstGeom>
            <a:gradFill>
              <a:gsLst>
                <a:gs pos="0">
                  <a:srgbClr val="FFFFC9">
                    <a:alpha val="32968"/>
                  </a:srgbClr>
                </a:gs>
                <a:gs pos="14286">
                  <a:srgbClr val="FFFFC9">
                    <a:alpha val="30764"/>
                  </a:srgbClr>
                </a:gs>
                <a:gs pos="28571">
                  <a:srgbClr val="FFFFC9">
                    <a:alpha val="24833"/>
                  </a:srgbClr>
                </a:gs>
                <a:gs pos="42857">
                  <a:srgbClr val="FFFFC9">
                    <a:alpha val="17075"/>
                  </a:srgbClr>
                </a:gs>
                <a:gs pos="57143">
                  <a:srgbClr val="FFFFC9">
                    <a:alpha val="9855"/>
                  </a:srgbClr>
                </a:gs>
                <a:gs pos="71429">
                  <a:srgbClr val="FFFFC9">
                    <a:alpha val="4740"/>
                  </a:srgbClr>
                </a:gs>
                <a:gs pos="85714">
                  <a:srgbClr val="FFFFC9">
                    <a:alpha val="1902"/>
                  </a:srgbClr>
                </a:gs>
                <a:gs pos="100000">
                  <a:srgbClr val="FFFF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-8373162">
              <a:off x="320343" y="1625686"/>
              <a:ext cx="659022" cy="113163"/>
            </a:xfrm>
            <a:prstGeom prst="ellipse">
              <a:avLst/>
            </a:prstGeom>
            <a:gradFill>
              <a:gsLst>
                <a:gs pos="0">
                  <a:srgbClr val="BD0400">
                    <a:alpha val="27927"/>
                  </a:srgbClr>
                </a:gs>
                <a:gs pos="14286">
                  <a:srgbClr val="BD0400">
                    <a:alpha val="25992"/>
                  </a:srgbClr>
                </a:gs>
                <a:gs pos="28571">
                  <a:srgbClr val="BD0400">
                    <a:alpha val="20841"/>
                  </a:srgbClr>
                </a:gs>
                <a:gs pos="42857">
                  <a:srgbClr val="BD0400">
                    <a:alpha val="14212"/>
                  </a:srgbClr>
                </a:gs>
                <a:gs pos="57143">
                  <a:srgbClr val="BD0400">
                    <a:alpha val="8143"/>
                  </a:srgbClr>
                </a:gs>
                <a:gs pos="71429">
                  <a:srgbClr val="BD0400">
                    <a:alpha val="3898"/>
                  </a:srgbClr>
                </a:gs>
                <a:gs pos="85714">
                  <a:srgbClr val="BD0400">
                    <a:alpha val="1560"/>
                  </a:srgbClr>
                </a:gs>
                <a:gs pos="100000">
                  <a:srgbClr val="BD04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3984924">
              <a:off x="450863" y="1627304"/>
              <a:ext cx="335750" cy="23808"/>
            </a:xfrm>
            <a:prstGeom prst="ellipse">
              <a:avLst/>
            </a:prstGeom>
            <a:gradFill>
              <a:gsLst>
                <a:gs pos="0">
                  <a:srgbClr val="FFEFC8">
                    <a:alpha val="32968"/>
                  </a:srgbClr>
                </a:gs>
                <a:gs pos="14286">
                  <a:srgbClr val="FFEFC8">
                    <a:alpha val="30764"/>
                  </a:srgbClr>
                </a:gs>
                <a:gs pos="28571">
                  <a:srgbClr val="FFEFC8">
                    <a:alpha val="24833"/>
                  </a:srgbClr>
                </a:gs>
                <a:gs pos="42857">
                  <a:srgbClr val="FFEFC8">
                    <a:alpha val="17075"/>
                  </a:srgbClr>
                </a:gs>
                <a:gs pos="57143">
                  <a:srgbClr val="FFEFC8">
                    <a:alpha val="9855"/>
                  </a:srgbClr>
                </a:gs>
                <a:gs pos="71429">
                  <a:srgbClr val="FFEFC8">
                    <a:alpha val="4740"/>
                  </a:srgbClr>
                </a:gs>
                <a:gs pos="85714">
                  <a:srgbClr val="FFEFC8">
                    <a:alpha val="1902"/>
                  </a:srgbClr>
                </a:gs>
                <a:gs pos="100000">
                  <a:srgbClr val="FFEF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10507177">
              <a:off x="1086815" y="1186560"/>
              <a:ext cx="689182" cy="225075"/>
            </a:xfrm>
            <a:prstGeom prst="ellipse">
              <a:avLst/>
            </a:prstGeom>
            <a:gradFill>
              <a:gsLst>
                <a:gs pos="0">
                  <a:srgbClr val="B90000">
                    <a:alpha val="29637"/>
                  </a:srgbClr>
                </a:gs>
                <a:gs pos="14286">
                  <a:srgbClr val="B90000">
                    <a:alpha val="27607"/>
                  </a:srgbClr>
                </a:gs>
                <a:gs pos="28571">
                  <a:srgbClr val="B90000">
                    <a:alpha val="22186"/>
                  </a:srgbClr>
                </a:gs>
                <a:gs pos="42857">
                  <a:srgbClr val="B90000">
                    <a:alpha val="15171"/>
                  </a:srgbClr>
                </a:gs>
                <a:gs pos="57143">
                  <a:srgbClr val="B90000">
                    <a:alpha val="8714"/>
                  </a:srgbClr>
                </a:gs>
                <a:gs pos="71429">
                  <a:srgbClr val="B90000">
                    <a:alpha val="4178"/>
                  </a:srgbClr>
                </a:gs>
                <a:gs pos="85714">
                  <a:srgbClr val="B90000">
                    <a:alpha val="1673"/>
                  </a:srgbClr>
                </a:gs>
                <a:gs pos="100000">
                  <a:srgbClr val="B90000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8648797">
              <a:off x="68740" y="198738"/>
              <a:ext cx="768238" cy="191497"/>
            </a:xfrm>
            <a:prstGeom prst="ellipse">
              <a:avLst/>
            </a:prstGeom>
            <a:gradFill>
              <a:gsLst>
                <a:gs pos="0">
                  <a:srgbClr val="002205">
                    <a:alpha val="32968"/>
                  </a:srgbClr>
                </a:gs>
                <a:gs pos="14286">
                  <a:srgbClr val="002205">
                    <a:alpha val="30764"/>
                  </a:srgbClr>
                </a:gs>
                <a:gs pos="28571">
                  <a:srgbClr val="002205">
                    <a:alpha val="24833"/>
                  </a:srgbClr>
                </a:gs>
                <a:gs pos="42857">
                  <a:srgbClr val="002205">
                    <a:alpha val="17075"/>
                  </a:srgbClr>
                </a:gs>
                <a:gs pos="57143">
                  <a:srgbClr val="002205">
                    <a:alpha val="9855"/>
                  </a:srgbClr>
                </a:gs>
                <a:gs pos="71429">
                  <a:srgbClr val="002205">
                    <a:alpha val="4740"/>
                  </a:srgbClr>
                </a:gs>
                <a:gs pos="85714">
                  <a:srgbClr val="002205">
                    <a:alpha val="1902"/>
                  </a:srgbClr>
                </a:gs>
                <a:gs pos="100000">
                  <a:srgbClr val="0022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3464457">
              <a:off x="2012278" y="1280797"/>
              <a:ext cx="464632" cy="292166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8695994">
              <a:off x="224905" y="181214"/>
              <a:ext cx="729847" cy="98797"/>
            </a:xfrm>
            <a:prstGeom prst="ellipse">
              <a:avLst/>
            </a:prstGeom>
            <a:gradFill>
              <a:gsLst>
                <a:gs pos="0">
                  <a:srgbClr val="00241B">
                    <a:alpha val="32968"/>
                  </a:srgbClr>
                </a:gs>
                <a:gs pos="14286">
                  <a:srgbClr val="00241B">
                    <a:alpha val="30764"/>
                  </a:srgbClr>
                </a:gs>
                <a:gs pos="28571">
                  <a:srgbClr val="00241B">
                    <a:alpha val="24833"/>
                  </a:srgbClr>
                </a:gs>
                <a:gs pos="42857">
                  <a:srgbClr val="00241B">
                    <a:alpha val="17075"/>
                  </a:srgbClr>
                </a:gs>
                <a:gs pos="57143">
                  <a:srgbClr val="00241B">
                    <a:alpha val="9855"/>
                  </a:srgbClr>
                </a:gs>
                <a:gs pos="71429">
                  <a:srgbClr val="00241B">
                    <a:alpha val="4740"/>
                  </a:srgbClr>
                </a:gs>
                <a:gs pos="85714">
                  <a:srgbClr val="00241B">
                    <a:alpha val="1902"/>
                  </a:srgbClr>
                </a:gs>
                <a:gs pos="100000">
                  <a:srgbClr val="0024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8708266">
              <a:off x="536421" y="-27309"/>
              <a:ext cx="605797" cy="115298"/>
            </a:xfrm>
            <a:prstGeom prst="ellipse">
              <a:avLst/>
            </a:prstGeom>
            <a:gradFill>
              <a:gsLst>
                <a:gs pos="0">
                  <a:srgbClr val="00231E">
                    <a:alpha val="32968"/>
                  </a:srgbClr>
                </a:gs>
                <a:gs pos="14286">
                  <a:srgbClr val="00231E">
                    <a:alpha val="30764"/>
                  </a:srgbClr>
                </a:gs>
                <a:gs pos="28571">
                  <a:srgbClr val="00231E">
                    <a:alpha val="24833"/>
                  </a:srgbClr>
                </a:gs>
                <a:gs pos="42857">
                  <a:srgbClr val="00231E">
                    <a:alpha val="17075"/>
                  </a:srgbClr>
                </a:gs>
                <a:gs pos="57143">
                  <a:srgbClr val="00231E">
                    <a:alpha val="9855"/>
                  </a:srgbClr>
                </a:gs>
                <a:gs pos="71429">
                  <a:srgbClr val="00231E">
                    <a:alpha val="4740"/>
                  </a:srgbClr>
                </a:gs>
                <a:gs pos="85714">
                  <a:srgbClr val="00231E">
                    <a:alpha val="1902"/>
                  </a:srgbClr>
                </a:gs>
                <a:gs pos="100000">
                  <a:srgbClr val="0023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9011110">
              <a:off x="2094305" y="2131977"/>
              <a:ext cx="733741" cy="111443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6641878">
              <a:off x="2256471" y="797870"/>
              <a:ext cx="455875" cy="32098"/>
            </a:xfrm>
            <a:prstGeom prst="ellipse">
              <a:avLst/>
            </a:prstGeom>
            <a:gradFill>
              <a:gsLst>
                <a:gs pos="0">
                  <a:srgbClr val="160000">
                    <a:alpha val="32968"/>
                  </a:srgbClr>
                </a:gs>
                <a:gs pos="14286">
                  <a:srgbClr val="160000">
                    <a:alpha val="30764"/>
                  </a:srgbClr>
                </a:gs>
                <a:gs pos="28571">
                  <a:srgbClr val="160000">
                    <a:alpha val="24833"/>
                  </a:srgbClr>
                </a:gs>
                <a:gs pos="42857">
                  <a:srgbClr val="160000">
                    <a:alpha val="17075"/>
                  </a:srgbClr>
                </a:gs>
                <a:gs pos="57143">
                  <a:srgbClr val="160000">
                    <a:alpha val="9855"/>
                  </a:srgbClr>
                </a:gs>
                <a:gs pos="71429">
                  <a:srgbClr val="160000">
                    <a:alpha val="4740"/>
                  </a:srgbClr>
                </a:gs>
                <a:gs pos="85714">
                  <a:srgbClr val="160000">
                    <a:alpha val="1902"/>
                  </a:srgbClr>
                </a:gs>
                <a:gs pos="100000">
                  <a:srgbClr val="1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4336532">
              <a:off x="768619" y="1072124"/>
              <a:ext cx="724013" cy="113101"/>
            </a:xfrm>
            <a:prstGeom prst="ellipse">
              <a:avLst/>
            </a:prstGeom>
            <a:gradFill>
              <a:gsLst>
                <a:gs pos="0">
                  <a:srgbClr val="370000">
                    <a:alpha val="32968"/>
                  </a:srgbClr>
                </a:gs>
                <a:gs pos="14286">
                  <a:srgbClr val="370000">
                    <a:alpha val="30764"/>
                  </a:srgbClr>
                </a:gs>
                <a:gs pos="28571">
                  <a:srgbClr val="370000">
                    <a:alpha val="24833"/>
                  </a:srgbClr>
                </a:gs>
                <a:gs pos="42857">
                  <a:srgbClr val="370000">
                    <a:alpha val="17075"/>
                  </a:srgbClr>
                </a:gs>
                <a:gs pos="57143">
                  <a:srgbClr val="370000">
                    <a:alpha val="9855"/>
                  </a:srgbClr>
                </a:gs>
                <a:gs pos="71429">
                  <a:srgbClr val="370000">
                    <a:alpha val="4740"/>
                  </a:srgbClr>
                </a:gs>
                <a:gs pos="85714">
                  <a:srgbClr val="370000">
                    <a:alpha val="1902"/>
                  </a:srgbClr>
                </a:gs>
                <a:gs pos="100000">
                  <a:srgbClr val="3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-8318229">
              <a:off x="2047309" y="302173"/>
              <a:ext cx="466342" cy="36730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8678930">
              <a:off x="1915524" y="1956572"/>
              <a:ext cx="715601" cy="79899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-10147249">
              <a:off x="1149095" y="2262246"/>
              <a:ext cx="697025" cy="271706"/>
            </a:xfrm>
            <a:prstGeom prst="ellipse">
              <a:avLst/>
            </a:prstGeom>
            <a:gradFill>
              <a:gsLst>
                <a:gs pos="0">
                  <a:srgbClr val="000009">
                    <a:alpha val="32968"/>
                  </a:srgbClr>
                </a:gs>
                <a:gs pos="14286">
                  <a:srgbClr val="000009">
                    <a:alpha val="30764"/>
                  </a:srgbClr>
                </a:gs>
                <a:gs pos="28571">
                  <a:srgbClr val="000009">
                    <a:alpha val="24833"/>
                  </a:srgbClr>
                </a:gs>
                <a:gs pos="42857">
                  <a:srgbClr val="000009">
                    <a:alpha val="17075"/>
                  </a:srgbClr>
                </a:gs>
                <a:gs pos="57143">
                  <a:srgbClr val="000009">
                    <a:alpha val="9855"/>
                  </a:srgbClr>
                </a:gs>
                <a:gs pos="71429">
                  <a:srgbClr val="000009">
                    <a:alpha val="4740"/>
                  </a:srgbClr>
                </a:gs>
                <a:gs pos="85714">
                  <a:srgbClr val="000009">
                    <a:alpha val="1902"/>
                  </a:srgbClr>
                </a:gs>
                <a:gs pos="100000">
                  <a:srgbClr val="0000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3101741">
              <a:off x="2378318" y="765755"/>
              <a:ext cx="561072" cy="24656"/>
            </a:xfrm>
            <a:prstGeom prst="ellipse">
              <a:avLst/>
            </a:prstGeom>
            <a:gradFill>
              <a:gsLst>
                <a:gs pos="0">
                  <a:srgbClr val="BD0000">
                    <a:alpha val="32968"/>
                  </a:srgbClr>
                </a:gs>
                <a:gs pos="14286">
                  <a:srgbClr val="BD0000">
                    <a:alpha val="30764"/>
                  </a:srgbClr>
                </a:gs>
                <a:gs pos="28571">
                  <a:srgbClr val="BD0000">
                    <a:alpha val="24833"/>
                  </a:srgbClr>
                </a:gs>
                <a:gs pos="42857">
                  <a:srgbClr val="BD0000">
                    <a:alpha val="17075"/>
                  </a:srgbClr>
                </a:gs>
                <a:gs pos="57143">
                  <a:srgbClr val="BD0000">
                    <a:alpha val="9855"/>
                  </a:srgbClr>
                </a:gs>
                <a:gs pos="71429">
                  <a:srgbClr val="BD0000">
                    <a:alpha val="4740"/>
                  </a:srgbClr>
                </a:gs>
                <a:gs pos="85714">
                  <a:srgbClr val="BD0000">
                    <a:alpha val="1902"/>
                  </a:srgbClr>
                </a:gs>
                <a:gs pos="100000">
                  <a:srgbClr val="B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-8946501">
              <a:off x="1827647" y="455123"/>
              <a:ext cx="557237" cy="132264"/>
            </a:xfrm>
            <a:prstGeom prst="ellipse">
              <a:avLst/>
            </a:prstGeom>
            <a:gradFill>
              <a:gsLst>
                <a:gs pos="0">
                  <a:srgbClr val="DEBFA5">
                    <a:alpha val="32968"/>
                  </a:srgbClr>
                </a:gs>
                <a:gs pos="14286">
                  <a:srgbClr val="DEBFA5">
                    <a:alpha val="30764"/>
                  </a:srgbClr>
                </a:gs>
                <a:gs pos="28571">
                  <a:srgbClr val="DEBFA5">
                    <a:alpha val="24833"/>
                  </a:srgbClr>
                </a:gs>
                <a:gs pos="42857">
                  <a:srgbClr val="DEBFA5">
                    <a:alpha val="17075"/>
                  </a:srgbClr>
                </a:gs>
                <a:gs pos="57143">
                  <a:srgbClr val="DEBFA5">
                    <a:alpha val="9855"/>
                  </a:srgbClr>
                </a:gs>
                <a:gs pos="71429">
                  <a:srgbClr val="DEBFA5">
                    <a:alpha val="4740"/>
                  </a:srgbClr>
                </a:gs>
                <a:gs pos="85714">
                  <a:srgbClr val="DEBFA5">
                    <a:alpha val="1902"/>
                  </a:srgbClr>
                </a:gs>
                <a:gs pos="100000">
                  <a:srgbClr val="DEBF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10303140">
              <a:off x="268352" y="2372101"/>
              <a:ext cx="346382" cy="41921"/>
            </a:xfrm>
            <a:prstGeom prst="ellipse">
              <a:avLst/>
            </a:prstGeom>
            <a:gradFill>
              <a:gsLst>
                <a:gs pos="0">
                  <a:srgbClr val="FFE9C6">
                    <a:alpha val="14225"/>
                  </a:srgbClr>
                </a:gs>
                <a:gs pos="14286">
                  <a:srgbClr val="FFE9C6">
                    <a:alpha val="13153"/>
                  </a:srgbClr>
                </a:gs>
                <a:gs pos="28571">
                  <a:srgbClr val="FFE9C6">
                    <a:alpha val="10372"/>
                  </a:srgbClr>
                </a:gs>
                <a:gs pos="42857">
                  <a:srgbClr val="FFE9C6">
                    <a:alpha val="6930"/>
                  </a:srgbClr>
                </a:gs>
                <a:gs pos="57143">
                  <a:srgbClr val="FFE9C6">
                    <a:alpha val="3902"/>
                  </a:srgbClr>
                </a:gs>
                <a:gs pos="71429">
                  <a:srgbClr val="FFE9C6">
                    <a:alpha val="1846"/>
                  </a:srgbClr>
                </a:gs>
                <a:gs pos="85714">
                  <a:srgbClr val="FFE9C6">
                    <a:alpha val="734"/>
                  </a:srgbClr>
                </a:gs>
                <a:gs pos="100000">
                  <a:srgbClr val="FFE9C6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8955594">
              <a:off x="1777208" y="1190783"/>
              <a:ext cx="715618" cy="141525"/>
            </a:xfrm>
            <a:prstGeom prst="ellipse">
              <a:avLst/>
            </a:prstGeom>
            <a:gradFill>
              <a:gsLst>
                <a:gs pos="0">
                  <a:srgbClr val="4A0100">
                    <a:alpha val="32968"/>
                  </a:srgbClr>
                </a:gs>
                <a:gs pos="14286">
                  <a:srgbClr val="4A0100">
                    <a:alpha val="30764"/>
                  </a:srgbClr>
                </a:gs>
                <a:gs pos="28571">
                  <a:srgbClr val="4A0100">
                    <a:alpha val="24833"/>
                  </a:srgbClr>
                </a:gs>
                <a:gs pos="42857">
                  <a:srgbClr val="4A0100">
                    <a:alpha val="17075"/>
                  </a:srgbClr>
                </a:gs>
                <a:gs pos="57143">
                  <a:srgbClr val="4A0100">
                    <a:alpha val="9855"/>
                  </a:srgbClr>
                </a:gs>
                <a:gs pos="71429">
                  <a:srgbClr val="4A0100">
                    <a:alpha val="4740"/>
                  </a:srgbClr>
                </a:gs>
                <a:gs pos="85714">
                  <a:srgbClr val="4A0100">
                    <a:alpha val="1902"/>
                  </a:srgbClr>
                </a:gs>
                <a:gs pos="100000">
                  <a:srgbClr val="4A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6773339">
              <a:off x="2439608" y="2304984"/>
              <a:ext cx="346098" cy="113622"/>
            </a:xfrm>
            <a:prstGeom prst="ellipse">
              <a:avLst/>
            </a:prstGeom>
            <a:gradFill>
              <a:gsLst>
                <a:gs pos="0">
                  <a:srgbClr val="002317">
                    <a:alpha val="32968"/>
                  </a:srgbClr>
                </a:gs>
                <a:gs pos="14286">
                  <a:srgbClr val="002317">
                    <a:alpha val="30764"/>
                  </a:srgbClr>
                </a:gs>
                <a:gs pos="28571">
                  <a:srgbClr val="002317">
                    <a:alpha val="24833"/>
                  </a:srgbClr>
                </a:gs>
                <a:gs pos="42857">
                  <a:srgbClr val="002317">
                    <a:alpha val="17075"/>
                  </a:srgbClr>
                </a:gs>
                <a:gs pos="57143">
                  <a:srgbClr val="002317">
                    <a:alpha val="9855"/>
                  </a:srgbClr>
                </a:gs>
                <a:gs pos="71429">
                  <a:srgbClr val="002317">
                    <a:alpha val="4740"/>
                  </a:srgbClr>
                </a:gs>
                <a:gs pos="85714">
                  <a:srgbClr val="002317">
                    <a:alpha val="1902"/>
                  </a:srgbClr>
                </a:gs>
                <a:gs pos="100000">
                  <a:srgbClr val="0023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9465625">
              <a:off x="1192554" y="1503191"/>
              <a:ext cx="671096" cy="163306"/>
            </a:xfrm>
            <a:prstGeom prst="ellipse">
              <a:avLst/>
            </a:prstGeom>
            <a:gradFill>
              <a:gsLst>
                <a:gs pos="0">
                  <a:srgbClr val="000007">
                    <a:alpha val="32968"/>
                  </a:srgbClr>
                </a:gs>
                <a:gs pos="14286">
                  <a:srgbClr val="000007">
                    <a:alpha val="30764"/>
                  </a:srgbClr>
                </a:gs>
                <a:gs pos="28571">
                  <a:srgbClr val="000007">
                    <a:alpha val="24833"/>
                  </a:srgbClr>
                </a:gs>
                <a:gs pos="42857">
                  <a:srgbClr val="000007">
                    <a:alpha val="17075"/>
                  </a:srgbClr>
                </a:gs>
                <a:gs pos="57143">
                  <a:srgbClr val="000007">
                    <a:alpha val="9855"/>
                  </a:srgbClr>
                </a:gs>
                <a:gs pos="71429">
                  <a:srgbClr val="000007">
                    <a:alpha val="4740"/>
                  </a:srgbClr>
                </a:gs>
                <a:gs pos="85714">
                  <a:srgbClr val="000007">
                    <a:alpha val="1902"/>
                  </a:srgbClr>
                </a:gs>
                <a:gs pos="100000">
                  <a:srgbClr val="00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9769453">
              <a:off x="1877576" y="2224169"/>
              <a:ext cx="572769" cy="83184"/>
            </a:xfrm>
            <a:prstGeom prst="ellipse">
              <a:avLst/>
            </a:prstGeom>
            <a:gradFill>
              <a:gsLst>
                <a:gs pos="0">
                  <a:srgbClr val="FF6B18">
                    <a:alpha val="32968"/>
                  </a:srgbClr>
                </a:gs>
                <a:gs pos="14286">
                  <a:srgbClr val="FF6B18">
                    <a:alpha val="30764"/>
                  </a:srgbClr>
                </a:gs>
                <a:gs pos="28571">
                  <a:srgbClr val="FF6B18">
                    <a:alpha val="24833"/>
                  </a:srgbClr>
                </a:gs>
                <a:gs pos="42857">
                  <a:srgbClr val="FF6B18">
                    <a:alpha val="17075"/>
                  </a:srgbClr>
                </a:gs>
                <a:gs pos="57143">
                  <a:srgbClr val="FF6B18">
                    <a:alpha val="9855"/>
                  </a:srgbClr>
                </a:gs>
                <a:gs pos="71429">
                  <a:srgbClr val="FF6B18">
                    <a:alpha val="4740"/>
                  </a:srgbClr>
                </a:gs>
                <a:gs pos="85714">
                  <a:srgbClr val="FF6B18">
                    <a:alpha val="1902"/>
                  </a:srgbClr>
                </a:gs>
                <a:gs pos="100000">
                  <a:srgbClr val="FF6B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8521400">
              <a:off x="-171827" y="2106558"/>
              <a:ext cx="652398" cy="22019"/>
            </a:xfrm>
            <a:prstGeom prst="ellipse">
              <a:avLst/>
            </a:prstGeom>
            <a:gradFill>
              <a:gsLst>
                <a:gs pos="0">
                  <a:srgbClr val="F3BD8A">
                    <a:alpha val="32968"/>
                  </a:srgbClr>
                </a:gs>
                <a:gs pos="14286">
                  <a:srgbClr val="F3BD8A">
                    <a:alpha val="30764"/>
                  </a:srgbClr>
                </a:gs>
                <a:gs pos="28571">
                  <a:srgbClr val="F3BD8A">
                    <a:alpha val="24833"/>
                  </a:srgbClr>
                </a:gs>
                <a:gs pos="42857">
                  <a:srgbClr val="F3BD8A">
                    <a:alpha val="17075"/>
                  </a:srgbClr>
                </a:gs>
                <a:gs pos="57143">
                  <a:srgbClr val="F3BD8A">
                    <a:alpha val="9855"/>
                  </a:srgbClr>
                </a:gs>
                <a:gs pos="71429">
                  <a:srgbClr val="F3BD8A">
                    <a:alpha val="4740"/>
                  </a:srgbClr>
                </a:gs>
                <a:gs pos="85714">
                  <a:srgbClr val="F3BD8A">
                    <a:alpha val="1902"/>
                  </a:srgbClr>
                </a:gs>
                <a:gs pos="100000">
                  <a:srgbClr val="F3BD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8624725">
              <a:off x="450888" y="53698"/>
              <a:ext cx="728690" cy="30760"/>
            </a:xfrm>
            <a:prstGeom prst="ellipse">
              <a:avLst/>
            </a:prstGeom>
            <a:gradFill>
              <a:gsLst>
                <a:gs pos="0">
                  <a:srgbClr val="001F1B">
                    <a:alpha val="32968"/>
                  </a:srgbClr>
                </a:gs>
                <a:gs pos="14286">
                  <a:srgbClr val="001F1B">
                    <a:alpha val="30764"/>
                  </a:srgbClr>
                </a:gs>
                <a:gs pos="28571">
                  <a:srgbClr val="001F1B">
                    <a:alpha val="24833"/>
                  </a:srgbClr>
                </a:gs>
                <a:gs pos="42857">
                  <a:srgbClr val="001F1B">
                    <a:alpha val="17075"/>
                  </a:srgbClr>
                </a:gs>
                <a:gs pos="57143">
                  <a:srgbClr val="001F1B">
                    <a:alpha val="9855"/>
                  </a:srgbClr>
                </a:gs>
                <a:gs pos="71429">
                  <a:srgbClr val="001F1B">
                    <a:alpha val="4740"/>
                  </a:srgbClr>
                </a:gs>
                <a:gs pos="85714">
                  <a:srgbClr val="001F1B">
                    <a:alpha val="1902"/>
                  </a:srgbClr>
                </a:gs>
                <a:gs pos="100000">
                  <a:srgbClr val="001F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-9029574">
              <a:off x="2736295" y="1694366"/>
              <a:ext cx="390171" cy="78483"/>
            </a:xfrm>
            <a:prstGeom prst="ellipse">
              <a:avLst/>
            </a:prstGeom>
            <a:gradFill>
              <a:gsLst>
                <a:gs pos="0">
                  <a:srgbClr val="570006">
                    <a:alpha val="29011"/>
                  </a:srgbClr>
                </a:gs>
                <a:gs pos="14286">
                  <a:srgbClr val="570006">
                    <a:alpha val="27016"/>
                  </a:srgbClr>
                </a:gs>
                <a:gs pos="28571">
                  <a:srgbClr val="570006">
                    <a:alpha val="21692"/>
                  </a:srgbClr>
                </a:gs>
                <a:gs pos="42857">
                  <a:srgbClr val="570006">
                    <a:alpha val="14819"/>
                  </a:srgbClr>
                </a:gs>
                <a:gs pos="57143">
                  <a:srgbClr val="570006">
                    <a:alpha val="8504"/>
                  </a:srgbClr>
                </a:gs>
                <a:gs pos="71429">
                  <a:srgbClr val="570006">
                    <a:alpha val="4075"/>
                  </a:srgbClr>
                </a:gs>
                <a:gs pos="85714">
                  <a:srgbClr val="570006">
                    <a:alpha val="1632"/>
                  </a:srgbClr>
                </a:gs>
                <a:gs pos="100000">
                  <a:srgbClr val="570006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2951306">
              <a:off x="418562" y="2090898"/>
              <a:ext cx="678832" cy="196015"/>
            </a:xfrm>
            <a:prstGeom prst="ellipse">
              <a:avLst/>
            </a:prstGeom>
            <a:gradFill>
              <a:gsLst>
                <a:gs pos="0">
                  <a:srgbClr val="000800">
                    <a:alpha val="32968"/>
                  </a:srgbClr>
                </a:gs>
                <a:gs pos="14286">
                  <a:srgbClr val="000800">
                    <a:alpha val="30764"/>
                  </a:srgbClr>
                </a:gs>
                <a:gs pos="28571">
                  <a:srgbClr val="000800">
                    <a:alpha val="24833"/>
                  </a:srgbClr>
                </a:gs>
                <a:gs pos="42857">
                  <a:srgbClr val="000800">
                    <a:alpha val="17075"/>
                  </a:srgbClr>
                </a:gs>
                <a:gs pos="57143">
                  <a:srgbClr val="000800">
                    <a:alpha val="9855"/>
                  </a:srgbClr>
                </a:gs>
                <a:gs pos="71429">
                  <a:srgbClr val="000800">
                    <a:alpha val="4740"/>
                  </a:srgbClr>
                </a:gs>
                <a:gs pos="85714">
                  <a:srgbClr val="000800">
                    <a:alpha val="1902"/>
                  </a:srgbClr>
                </a:gs>
                <a:gs pos="100000">
                  <a:srgbClr val="00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-8103483">
              <a:off x="2927077" y="2068865"/>
              <a:ext cx="81277" cy="27850"/>
            </a:xfrm>
            <a:prstGeom prst="ellipse">
              <a:avLst/>
            </a:prstGeom>
            <a:gradFill>
              <a:gsLst>
                <a:gs pos="0">
                  <a:srgbClr val="FFF4AD">
                    <a:alpha val="32968"/>
                  </a:srgbClr>
                </a:gs>
                <a:gs pos="14286">
                  <a:srgbClr val="FFF4AD">
                    <a:alpha val="30764"/>
                  </a:srgbClr>
                </a:gs>
                <a:gs pos="28571">
                  <a:srgbClr val="FFF4AD">
                    <a:alpha val="24833"/>
                  </a:srgbClr>
                </a:gs>
                <a:gs pos="42857">
                  <a:srgbClr val="FFF4AD">
                    <a:alpha val="17075"/>
                  </a:srgbClr>
                </a:gs>
                <a:gs pos="57143">
                  <a:srgbClr val="FFF4AD">
                    <a:alpha val="9855"/>
                  </a:srgbClr>
                </a:gs>
                <a:gs pos="71429">
                  <a:srgbClr val="FFF4AD">
                    <a:alpha val="4740"/>
                  </a:srgbClr>
                </a:gs>
                <a:gs pos="85714">
                  <a:srgbClr val="FFF4AD">
                    <a:alpha val="1902"/>
                  </a:srgbClr>
                </a:gs>
                <a:gs pos="100000">
                  <a:srgbClr val="FFF4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6783122">
              <a:off x="878819" y="1482380"/>
              <a:ext cx="692344" cy="155407"/>
            </a:xfrm>
            <a:prstGeom prst="ellipse">
              <a:avLst/>
            </a:prstGeom>
            <a:gradFill>
              <a:gsLst>
                <a:gs pos="0">
                  <a:srgbClr val="000007">
                    <a:alpha val="32968"/>
                  </a:srgbClr>
                </a:gs>
                <a:gs pos="14286">
                  <a:srgbClr val="000007">
                    <a:alpha val="30764"/>
                  </a:srgbClr>
                </a:gs>
                <a:gs pos="28571">
                  <a:srgbClr val="000007">
                    <a:alpha val="24833"/>
                  </a:srgbClr>
                </a:gs>
                <a:gs pos="42857">
                  <a:srgbClr val="000007">
                    <a:alpha val="17075"/>
                  </a:srgbClr>
                </a:gs>
                <a:gs pos="57143">
                  <a:srgbClr val="000007">
                    <a:alpha val="9855"/>
                  </a:srgbClr>
                </a:gs>
                <a:gs pos="71429">
                  <a:srgbClr val="000007">
                    <a:alpha val="4740"/>
                  </a:srgbClr>
                </a:gs>
                <a:gs pos="85714">
                  <a:srgbClr val="000007">
                    <a:alpha val="1902"/>
                  </a:srgbClr>
                </a:gs>
                <a:gs pos="100000">
                  <a:srgbClr val="00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-8281346">
              <a:off x="1970518" y="282101"/>
              <a:ext cx="435321" cy="143501"/>
            </a:xfrm>
            <a:prstGeom prst="ellipse">
              <a:avLst/>
            </a:prstGeom>
            <a:gradFill>
              <a:gsLst>
                <a:gs pos="0">
                  <a:srgbClr val="FFF0D4">
                    <a:alpha val="25005"/>
                  </a:srgbClr>
                </a:gs>
                <a:gs pos="14286">
                  <a:srgbClr val="FFF0D4">
                    <a:alpha val="23239"/>
                  </a:srgbClr>
                </a:gs>
                <a:gs pos="28571">
                  <a:srgbClr val="FFF0D4">
                    <a:alpha val="18564"/>
                  </a:srgbClr>
                </a:gs>
                <a:gs pos="42857">
                  <a:srgbClr val="FFF0D4">
                    <a:alpha val="12602"/>
                  </a:srgbClr>
                </a:gs>
                <a:gs pos="57143">
                  <a:srgbClr val="FFF0D4">
                    <a:alpha val="7192"/>
                  </a:srgbClr>
                </a:gs>
                <a:gs pos="71429">
                  <a:srgbClr val="FFF0D4">
                    <a:alpha val="3433"/>
                  </a:srgbClr>
                </a:gs>
                <a:gs pos="85714">
                  <a:srgbClr val="FFF0D4">
                    <a:alpha val="1372"/>
                  </a:srgbClr>
                </a:gs>
                <a:gs pos="100000">
                  <a:srgbClr val="FFF0D4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8142898">
              <a:off x="1336322" y="1759072"/>
              <a:ext cx="299118" cy="21376"/>
            </a:xfrm>
            <a:prstGeom prst="ellipse">
              <a:avLst/>
            </a:prstGeom>
            <a:gradFill>
              <a:gsLst>
                <a:gs pos="0">
                  <a:srgbClr val="FFFF7E">
                    <a:alpha val="32968"/>
                  </a:srgbClr>
                </a:gs>
                <a:gs pos="14286">
                  <a:srgbClr val="FFFF7E">
                    <a:alpha val="30764"/>
                  </a:srgbClr>
                </a:gs>
                <a:gs pos="28571">
                  <a:srgbClr val="FFFF7E">
                    <a:alpha val="24833"/>
                  </a:srgbClr>
                </a:gs>
                <a:gs pos="42857">
                  <a:srgbClr val="FFFF7E">
                    <a:alpha val="17075"/>
                  </a:srgbClr>
                </a:gs>
                <a:gs pos="57143">
                  <a:srgbClr val="FFFF7E">
                    <a:alpha val="9855"/>
                  </a:srgbClr>
                </a:gs>
                <a:gs pos="71429">
                  <a:srgbClr val="FFFF7E">
                    <a:alpha val="4740"/>
                  </a:srgbClr>
                </a:gs>
                <a:gs pos="85714">
                  <a:srgbClr val="FFFF7E">
                    <a:alpha val="1902"/>
                  </a:srgbClr>
                </a:gs>
                <a:gs pos="100000">
                  <a:srgbClr val="FFFF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-9426154">
              <a:off x="1024778" y="2096637"/>
              <a:ext cx="589009" cy="179334"/>
            </a:xfrm>
            <a:prstGeom prst="ellipse">
              <a:avLst/>
            </a:prstGeom>
            <a:gradFill>
              <a:gsLst>
                <a:gs pos="0">
                  <a:srgbClr val="2C000F">
                    <a:alpha val="32968"/>
                  </a:srgbClr>
                </a:gs>
                <a:gs pos="14286">
                  <a:srgbClr val="2C000F">
                    <a:alpha val="30764"/>
                  </a:srgbClr>
                </a:gs>
                <a:gs pos="28571">
                  <a:srgbClr val="2C000F">
                    <a:alpha val="24833"/>
                  </a:srgbClr>
                </a:gs>
                <a:gs pos="42857">
                  <a:srgbClr val="2C000F">
                    <a:alpha val="17075"/>
                  </a:srgbClr>
                </a:gs>
                <a:gs pos="57143">
                  <a:srgbClr val="2C000F">
                    <a:alpha val="9855"/>
                  </a:srgbClr>
                </a:gs>
                <a:gs pos="71429">
                  <a:srgbClr val="2C000F">
                    <a:alpha val="4740"/>
                  </a:srgbClr>
                </a:gs>
                <a:gs pos="85714">
                  <a:srgbClr val="2C000F">
                    <a:alpha val="1902"/>
                  </a:srgbClr>
                </a:gs>
                <a:gs pos="100000">
                  <a:srgbClr val="2C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6333691">
              <a:off x="383177" y="1852019"/>
              <a:ext cx="164721" cy="74831"/>
            </a:xfrm>
            <a:prstGeom prst="ellipse">
              <a:avLst/>
            </a:prstGeom>
            <a:gradFill>
              <a:gsLst>
                <a:gs pos="0">
                  <a:srgbClr val="E2A76F">
                    <a:alpha val="32968"/>
                  </a:srgbClr>
                </a:gs>
                <a:gs pos="14286">
                  <a:srgbClr val="E2A76F">
                    <a:alpha val="30764"/>
                  </a:srgbClr>
                </a:gs>
                <a:gs pos="28571">
                  <a:srgbClr val="E2A76F">
                    <a:alpha val="24833"/>
                  </a:srgbClr>
                </a:gs>
                <a:gs pos="42857">
                  <a:srgbClr val="E2A76F">
                    <a:alpha val="17075"/>
                  </a:srgbClr>
                </a:gs>
                <a:gs pos="57143">
                  <a:srgbClr val="E2A76F">
                    <a:alpha val="9855"/>
                  </a:srgbClr>
                </a:gs>
                <a:gs pos="71429">
                  <a:srgbClr val="E2A76F">
                    <a:alpha val="4740"/>
                  </a:srgbClr>
                </a:gs>
                <a:gs pos="85714">
                  <a:srgbClr val="E2A76F">
                    <a:alpha val="1902"/>
                  </a:srgbClr>
                </a:gs>
                <a:gs pos="100000">
                  <a:srgbClr val="E2A7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-10221194">
              <a:off x="1184698" y="2292031"/>
              <a:ext cx="777880" cy="201236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6242717">
              <a:off x="1054610" y="1746708"/>
              <a:ext cx="709527" cy="107172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-9815763">
              <a:off x="2219688" y="2072849"/>
              <a:ext cx="583352" cy="396206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4571114">
              <a:off x="145061" y="1533479"/>
              <a:ext cx="689105" cy="42520"/>
            </a:xfrm>
            <a:prstGeom prst="ellipse">
              <a:avLst/>
            </a:prstGeom>
            <a:gradFill>
              <a:gsLst>
                <a:gs pos="0">
                  <a:srgbClr val="001100">
                    <a:alpha val="32968"/>
                  </a:srgbClr>
                </a:gs>
                <a:gs pos="14286">
                  <a:srgbClr val="001100">
                    <a:alpha val="30764"/>
                  </a:srgbClr>
                </a:gs>
                <a:gs pos="28571">
                  <a:srgbClr val="001100">
                    <a:alpha val="24833"/>
                  </a:srgbClr>
                </a:gs>
                <a:gs pos="42857">
                  <a:srgbClr val="001100">
                    <a:alpha val="17075"/>
                  </a:srgbClr>
                </a:gs>
                <a:gs pos="57143">
                  <a:srgbClr val="001100">
                    <a:alpha val="9855"/>
                  </a:srgbClr>
                </a:gs>
                <a:gs pos="71429">
                  <a:srgbClr val="001100">
                    <a:alpha val="4740"/>
                  </a:srgbClr>
                </a:gs>
                <a:gs pos="85714">
                  <a:srgbClr val="001100">
                    <a:alpha val="1902"/>
                  </a:srgbClr>
                </a:gs>
                <a:gs pos="100000">
                  <a:srgbClr val="00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7485943">
              <a:off x="1092734" y="1508115"/>
              <a:ext cx="378445" cy="65955"/>
            </a:xfrm>
            <a:prstGeom prst="ellipse">
              <a:avLst/>
            </a:prstGeom>
            <a:gradFill>
              <a:gsLst>
                <a:gs pos="0">
                  <a:srgbClr val="FF3700">
                    <a:alpha val="32968"/>
                  </a:srgbClr>
                </a:gs>
                <a:gs pos="14286">
                  <a:srgbClr val="FF3700">
                    <a:alpha val="30764"/>
                  </a:srgbClr>
                </a:gs>
                <a:gs pos="28571">
                  <a:srgbClr val="FF3700">
                    <a:alpha val="24833"/>
                  </a:srgbClr>
                </a:gs>
                <a:gs pos="42857">
                  <a:srgbClr val="FF3700">
                    <a:alpha val="17075"/>
                  </a:srgbClr>
                </a:gs>
                <a:gs pos="57143">
                  <a:srgbClr val="FF3700">
                    <a:alpha val="9855"/>
                  </a:srgbClr>
                </a:gs>
                <a:gs pos="71429">
                  <a:srgbClr val="FF3700">
                    <a:alpha val="4740"/>
                  </a:srgbClr>
                </a:gs>
                <a:gs pos="85714">
                  <a:srgbClr val="FF3700">
                    <a:alpha val="1902"/>
                  </a:srgbClr>
                </a:gs>
                <a:gs pos="100000">
                  <a:srgbClr val="FF3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4453809">
              <a:off x="3456134" y="102658"/>
              <a:ext cx="361027" cy="214993"/>
            </a:xfrm>
            <a:prstGeom prst="ellipse">
              <a:avLst/>
            </a:prstGeom>
            <a:gradFill>
              <a:gsLst>
                <a:gs pos="0">
                  <a:srgbClr val="FEE2B1">
                    <a:alpha val="31798"/>
                  </a:srgbClr>
                </a:gs>
                <a:gs pos="14286">
                  <a:srgbClr val="FEE2B1">
                    <a:alpha val="29653"/>
                  </a:srgbClr>
                </a:gs>
                <a:gs pos="28571">
                  <a:srgbClr val="FEE2B1">
                    <a:alpha val="23899"/>
                  </a:srgbClr>
                </a:gs>
                <a:gs pos="42857">
                  <a:srgbClr val="FEE2B1">
                    <a:alpha val="16401"/>
                  </a:srgbClr>
                </a:gs>
                <a:gs pos="57143">
                  <a:srgbClr val="FEE2B1">
                    <a:alpha val="9449"/>
                  </a:srgbClr>
                </a:gs>
                <a:gs pos="71429">
                  <a:srgbClr val="FEE2B1">
                    <a:alpha val="4540"/>
                  </a:srgbClr>
                </a:gs>
                <a:gs pos="85714">
                  <a:srgbClr val="FEE2B1">
                    <a:alpha val="1821"/>
                  </a:srgbClr>
                </a:gs>
                <a:gs pos="100000">
                  <a:srgbClr val="FEE2B1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10018010">
              <a:off x="1776401" y="1351566"/>
              <a:ext cx="842825" cy="963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-8984712">
              <a:off x="2233327" y="1413728"/>
              <a:ext cx="138097" cy="88682"/>
            </a:xfrm>
            <a:prstGeom prst="ellipse">
              <a:avLst/>
            </a:prstGeom>
            <a:gradFill>
              <a:gsLst>
                <a:gs pos="0">
                  <a:srgbClr val="E4A174">
                    <a:alpha val="32968"/>
                  </a:srgbClr>
                </a:gs>
                <a:gs pos="14286">
                  <a:srgbClr val="E4A174">
                    <a:alpha val="30764"/>
                  </a:srgbClr>
                </a:gs>
                <a:gs pos="28571">
                  <a:srgbClr val="E4A174">
                    <a:alpha val="24833"/>
                  </a:srgbClr>
                </a:gs>
                <a:gs pos="42857">
                  <a:srgbClr val="E4A174">
                    <a:alpha val="17075"/>
                  </a:srgbClr>
                </a:gs>
                <a:gs pos="57143">
                  <a:srgbClr val="E4A174">
                    <a:alpha val="9855"/>
                  </a:srgbClr>
                </a:gs>
                <a:gs pos="71429">
                  <a:srgbClr val="E4A174">
                    <a:alpha val="4740"/>
                  </a:srgbClr>
                </a:gs>
                <a:gs pos="85714">
                  <a:srgbClr val="E4A174">
                    <a:alpha val="1902"/>
                  </a:srgbClr>
                </a:gs>
                <a:gs pos="100000">
                  <a:srgbClr val="E4A1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8331307">
              <a:off x="2035233" y="1076715"/>
              <a:ext cx="561812" cy="32028"/>
            </a:xfrm>
            <a:prstGeom prst="ellipse">
              <a:avLst/>
            </a:prstGeom>
            <a:gradFill>
              <a:gsLst>
                <a:gs pos="0">
                  <a:srgbClr val="1B0000">
                    <a:alpha val="32968"/>
                  </a:srgbClr>
                </a:gs>
                <a:gs pos="14286">
                  <a:srgbClr val="1B0000">
                    <a:alpha val="30764"/>
                  </a:srgbClr>
                </a:gs>
                <a:gs pos="28571">
                  <a:srgbClr val="1B0000">
                    <a:alpha val="24833"/>
                  </a:srgbClr>
                </a:gs>
                <a:gs pos="42857">
                  <a:srgbClr val="1B0000">
                    <a:alpha val="17075"/>
                  </a:srgbClr>
                </a:gs>
                <a:gs pos="57143">
                  <a:srgbClr val="1B0000">
                    <a:alpha val="9855"/>
                  </a:srgbClr>
                </a:gs>
                <a:gs pos="71429">
                  <a:srgbClr val="1B0000">
                    <a:alpha val="4740"/>
                  </a:srgbClr>
                </a:gs>
                <a:gs pos="85714">
                  <a:srgbClr val="1B0000">
                    <a:alpha val="1902"/>
                  </a:srgbClr>
                </a:gs>
                <a:gs pos="100000">
                  <a:srgbClr val="1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2875619">
              <a:off x="395169" y="1923305"/>
              <a:ext cx="653445" cy="2277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-8457148">
              <a:off x="491537" y="2050746"/>
              <a:ext cx="703044" cy="469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5943270">
              <a:off x="2164746" y="1634850"/>
              <a:ext cx="483778" cy="166515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7689701">
              <a:off x="1809004" y="1616334"/>
              <a:ext cx="540598" cy="51386"/>
            </a:xfrm>
            <a:prstGeom prst="ellipse">
              <a:avLst/>
            </a:prstGeom>
            <a:gradFill>
              <a:gsLst>
                <a:gs pos="0">
                  <a:srgbClr val="5C361C">
                    <a:alpha val="32968"/>
                  </a:srgbClr>
                </a:gs>
                <a:gs pos="14286">
                  <a:srgbClr val="5C361C">
                    <a:alpha val="30764"/>
                  </a:srgbClr>
                </a:gs>
                <a:gs pos="28571">
                  <a:srgbClr val="5C361C">
                    <a:alpha val="24833"/>
                  </a:srgbClr>
                </a:gs>
                <a:gs pos="42857">
                  <a:srgbClr val="5C361C">
                    <a:alpha val="17075"/>
                  </a:srgbClr>
                </a:gs>
                <a:gs pos="57143">
                  <a:srgbClr val="5C361C">
                    <a:alpha val="9855"/>
                  </a:srgbClr>
                </a:gs>
                <a:gs pos="71429">
                  <a:srgbClr val="5C361C">
                    <a:alpha val="4740"/>
                  </a:srgbClr>
                </a:gs>
                <a:gs pos="85714">
                  <a:srgbClr val="5C361C">
                    <a:alpha val="1902"/>
                  </a:srgbClr>
                </a:gs>
                <a:gs pos="100000">
                  <a:srgbClr val="5C36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-10136118">
              <a:off x="1610823" y="170157"/>
              <a:ext cx="428200" cy="148451"/>
            </a:xfrm>
            <a:prstGeom prst="ellipse">
              <a:avLst/>
            </a:prstGeom>
            <a:gradFill>
              <a:gsLst>
                <a:gs pos="0">
                  <a:srgbClr val="D8B190">
                    <a:alpha val="32968"/>
                  </a:srgbClr>
                </a:gs>
                <a:gs pos="14286">
                  <a:srgbClr val="D8B190">
                    <a:alpha val="30764"/>
                  </a:srgbClr>
                </a:gs>
                <a:gs pos="28571">
                  <a:srgbClr val="D8B190">
                    <a:alpha val="24833"/>
                  </a:srgbClr>
                </a:gs>
                <a:gs pos="42857">
                  <a:srgbClr val="D8B190">
                    <a:alpha val="17075"/>
                  </a:srgbClr>
                </a:gs>
                <a:gs pos="57143">
                  <a:srgbClr val="D8B190">
                    <a:alpha val="9855"/>
                  </a:srgbClr>
                </a:gs>
                <a:gs pos="71429">
                  <a:srgbClr val="D8B190">
                    <a:alpha val="4740"/>
                  </a:srgbClr>
                </a:gs>
                <a:gs pos="85714">
                  <a:srgbClr val="D8B190">
                    <a:alpha val="1902"/>
                  </a:srgbClr>
                </a:gs>
                <a:gs pos="100000">
                  <a:srgbClr val="D8B1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-8807086">
              <a:off x="485803" y="2033871"/>
              <a:ext cx="682179" cy="90256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-10331868">
              <a:off x="1117188" y="2097216"/>
              <a:ext cx="723809" cy="230947"/>
            </a:xfrm>
            <a:prstGeom prst="ellipse">
              <a:avLst/>
            </a:prstGeom>
            <a:gradFill>
              <a:gsLst>
                <a:gs pos="0">
                  <a:srgbClr val="710003">
                    <a:alpha val="32968"/>
                  </a:srgbClr>
                </a:gs>
                <a:gs pos="14286">
                  <a:srgbClr val="710003">
                    <a:alpha val="30764"/>
                  </a:srgbClr>
                </a:gs>
                <a:gs pos="28571">
                  <a:srgbClr val="710003">
                    <a:alpha val="24833"/>
                  </a:srgbClr>
                </a:gs>
                <a:gs pos="42857">
                  <a:srgbClr val="710003">
                    <a:alpha val="17075"/>
                  </a:srgbClr>
                </a:gs>
                <a:gs pos="57143">
                  <a:srgbClr val="710003">
                    <a:alpha val="9855"/>
                  </a:srgbClr>
                </a:gs>
                <a:gs pos="71429">
                  <a:srgbClr val="710003">
                    <a:alpha val="4740"/>
                  </a:srgbClr>
                </a:gs>
                <a:gs pos="85714">
                  <a:srgbClr val="710003">
                    <a:alpha val="1902"/>
                  </a:srgbClr>
                </a:gs>
                <a:gs pos="100000">
                  <a:srgbClr val="71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9753691">
              <a:off x="1650303" y="1379093"/>
              <a:ext cx="819591" cy="93626"/>
            </a:xfrm>
            <a:prstGeom prst="ellipse">
              <a:avLst/>
            </a:prstGeom>
            <a:gradFill>
              <a:gsLst>
                <a:gs pos="0">
                  <a:srgbClr val="320000">
                    <a:alpha val="32968"/>
                  </a:srgbClr>
                </a:gs>
                <a:gs pos="14286">
                  <a:srgbClr val="320000">
                    <a:alpha val="30764"/>
                  </a:srgbClr>
                </a:gs>
                <a:gs pos="28571">
                  <a:srgbClr val="320000">
                    <a:alpha val="24833"/>
                  </a:srgbClr>
                </a:gs>
                <a:gs pos="42857">
                  <a:srgbClr val="320000">
                    <a:alpha val="17075"/>
                  </a:srgbClr>
                </a:gs>
                <a:gs pos="57143">
                  <a:srgbClr val="320000">
                    <a:alpha val="9855"/>
                  </a:srgbClr>
                </a:gs>
                <a:gs pos="71429">
                  <a:srgbClr val="320000">
                    <a:alpha val="4740"/>
                  </a:srgbClr>
                </a:gs>
                <a:gs pos="85714">
                  <a:srgbClr val="320000">
                    <a:alpha val="1902"/>
                  </a:srgbClr>
                </a:gs>
                <a:gs pos="100000">
                  <a:srgbClr val="3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5978903">
              <a:off x="2036441" y="1619161"/>
              <a:ext cx="330366" cy="56309"/>
            </a:xfrm>
            <a:prstGeom prst="ellipse">
              <a:avLst/>
            </a:prstGeom>
            <a:gradFill>
              <a:gsLst>
                <a:gs pos="0">
                  <a:srgbClr val="3B2915">
                    <a:alpha val="32968"/>
                  </a:srgbClr>
                </a:gs>
                <a:gs pos="14286">
                  <a:srgbClr val="3B2915">
                    <a:alpha val="30764"/>
                  </a:srgbClr>
                </a:gs>
                <a:gs pos="28571">
                  <a:srgbClr val="3B2915">
                    <a:alpha val="24833"/>
                  </a:srgbClr>
                </a:gs>
                <a:gs pos="42857">
                  <a:srgbClr val="3B2915">
                    <a:alpha val="17075"/>
                  </a:srgbClr>
                </a:gs>
                <a:gs pos="57143">
                  <a:srgbClr val="3B2915">
                    <a:alpha val="9855"/>
                  </a:srgbClr>
                </a:gs>
                <a:gs pos="71429">
                  <a:srgbClr val="3B2915">
                    <a:alpha val="4740"/>
                  </a:srgbClr>
                </a:gs>
                <a:gs pos="85714">
                  <a:srgbClr val="3B2915">
                    <a:alpha val="1902"/>
                  </a:srgbClr>
                </a:gs>
                <a:gs pos="100000">
                  <a:srgbClr val="3B29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7172339">
              <a:off x="1907181" y="1228260"/>
              <a:ext cx="799365" cy="56347"/>
            </a:xfrm>
            <a:prstGeom prst="ellipse">
              <a:avLst/>
            </a:prstGeom>
            <a:gradFill>
              <a:gsLst>
                <a:gs pos="0">
                  <a:srgbClr val="730000">
                    <a:alpha val="32968"/>
                  </a:srgbClr>
                </a:gs>
                <a:gs pos="14286">
                  <a:srgbClr val="730000">
                    <a:alpha val="30764"/>
                  </a:srgbClr>
                </a:gs>
                <a:gs pos="28571">
                  <a:srgbClr val="730000">
                    <a:alpha val="24833"/>
                  </a:srgbClr>
                </a:gs>
                <a:gs pos="42857">
                  <a:srgbClr val="730000">
                    <a:alpha val="17075"/>
                  </a:srgbClr>
                </a:gs>
                <a:gs pos="57143">
                  <a:srgbClr val="730000">
                    <a:alpha val="9855"/>
                  </a:srgbClr>
                </a:gs>
                <a:gs pos="71429">
                  <a:srgbClr val="730000">
                    <a:alpha val="4740"/>
                  </a:srgbClr>
                </a:gs>
                <a:gs pos="85714">
                  <a:srgbClr val="730000">
                    <a:alpha val="1902"/>
                  </a:srgbClr>
                </a:gs>
                <a:gs pos="100000">
                  <a:srgbClr val="7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7591850">
              <a:off x="1130202" y="1538139"/>
              <a:ext cx="740624" cy="134387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8675063">
              <a:off x="-164941" y="634730"/>
              <a:ext cx="538585" cy="156464"/>
            </a:xfrm>
            <a:prstGeom prst="ellipse">
              <a:avLst/>
            </a:prstGeom>
            <a:gradFill>
              <a:gsLst>
                <a:gs pos="0">
                  <a:srgbClr val="FE9E44">
                    <a:alpha val="26843"/>
                  </a:srgbClr>
                </a:gs>
                <a:gs pos="14286">
                  <a:srgbClr val="FE9E44">
                    <a:alpha val="24969"/>
                  </a:srgbClr>
                </a:gs>
                <a:gs pos="28571">
                  <a:srgbClr val="FE9E44">
                    <a:alpha val="19993"/>
                  </a:srgbClr>
                </a:gs>
                <a:gs pos="42857">
                  <a:srgbClr val="FE9E44">
                    <a:alpha val="13611"/>
                  </a:srgbClr>
                </a:gs>
                <a:gs pos="57143">
                  <a:srgbClr val="FE9E44">
                    <a:alpha val="7787"/>
                  </a:srgbClr>
                </a:gs>
                <a:gs pos="71429">
                  <a:srgbClr val="FE9E44">
                    <a:alpha val="3724"/>
                  </a:srgbClr>
                </a:gs>
                <a:gs pos="85714">
                  <a:srgbClr val="FE9E44">
                    <a:alpha val="1489"/>
                  </a:srgbClr>
                </a:gs>
                <a:gs pos="100000">
                  <a:srgbClr val="FE9E44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-9609450">
              <a:off x="2446528" y="403145"/>
              <a:ext cx="205443" cy="80196"/>
            </a:xfrm>
            <a:prstGeom prst="ellipse">
              <a:avLst/>
            </a:prstGeom>
            <a:gradFill>
              <a:gsLst>
                <a:gs pos="0">
                  <a:srgbClr val="F4FFDA">
                    <a:alpha val="19224"/>
                  </a:srgbClr>
                </a:gs>
                <a:gs pos="14286">
                  <a:srgbClr val="F4FFDA">
                    <a:alpha val="17817"/>
                  </a:srgbClr>
                </a:gs>
                <a:gs pos="28571">
                  <a:srgbClr val="F4FFDA">
                    <a:alpha val="14132"/>
                  </a:srgbClr>
                </a:gs>
                <a:gs pos="42857">
                  <a:srgbClr val="F4FFDA">
                    <a:alpha val="9510"/>
                  </a:srgbClr>
                </a:gs>
                <a:gs pos="57143">
                  <a:srgbClr val="F4FFDA">
                    <a:alpha val="5387"/>
                  </a:srgbClr>
                </a:gs>
                <a:gs pos="71429">
                  <a:srgbClr val="F4FFDA">
                    <a:alpha val="2559"/>
                  </a:srgbClr>
                </a:gs>
                <a:gs pos="85714">
                  <a:srgbClr val="F4FFDA">
                    <a:alpha val="1020"/>
                  </a:srgbClr>
                </a:gs>
                <a:gs pos="100000">
                  <a:srgbClr val="F4FFDA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10499917">
              <a:off x="1749947" y="1935574"/>
              <a:ext cx="794840" cy="1654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10213332">
              <a:off x="3350623" y="658105"/>
              <a:ext cx="459711" cy="183584"/>
            </a:xfrm>
            <a:prstGeom prst="ellipse">
              <a:avLst/>
            </a:prstGeom>
            <a:gradFill>
              <a:gsLst>
                <a:gs pos="0">
                  <a:srgbClr val="EBC5A3">
                    <a:alpha val="32968"/>
                  </a:srgbClr>
                </a:gs>
                <a:gs pos="14286">
                  <a:srgbClr val="EBC5A3">
                    <a:alpha val="30764"/>
                  </a:srgbClr>
                </a:gs>
                <a:gs pos="28571">
                  <a:srgbClr val="EBC5A3">
                    <a:alpha val="24833"/>
                  </a:srgbClr>
                </a:gs>
                <a:gs pos="42857">
                  <a:srgbClr val="EBC5A3">
                    <a:alpha val="17075"/>
                  </a:srgbClr>
                </a:gs>
                <a:gs pos="57143">
                  <a:srgbClr val="EBC5A3">
                    <a:alpha val="9855"/>
                  </a:srgbClr>
                </a:gs>
                <a:gs pos="71429">
                  <a:srgbClr val="EBC5A3">
                    <a:alpha val="4740"/>
                  </a:srgbClr>
                </a:gs>
                <a:gs pos="85714">
                  <a:srgbClr val="EBC5A3">
                    <a:alpha val="1902"/>
                  </a:srgbClr>
                </a:gs>
                <a:gs pos="100000">
                  <a:srgbClr val="EBC5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8782701">
              <a:off x="3463132" y="815713"/>
              <a:ext cx="164610" cy="33175"/>
            </a:xfrm>
            <a:prstGeom prst="ellipse">
              <a:avLst/>
            </a:prstGeom>
            <a:gradFill>
              <a:gsLst>
                <a:gs pos="0">
                  <a:srgbClr val="FFE0BA">
                    <a:alpha val="24146"/>
                  </a:srgbClr>
                </a:gs>
                <a:gs pos="14286">
                  <a:srgbClr val="FFE0BA">
                    <a:alpha val="22432"/>
                  </a:srgbClr>
                </a:gs>
                <a:gs pos="28571">
                  <a:srgbClr val="FFE0BA">
                    <a:alpha val="17899"/>
                  </a:srgbClr>
                </a:gs>
                <a:gs pos="42857">
                  <a:srgbClr val="FFE0BA">
                    <a:alpha val="12135"/>
                  </a:srgbClr>
                </a:gs>
                <a:gs pos="57143">
                  <a:srgbClr val="FFE0BA">
                    <a:alpha val="6917"/>
                  </a:srgbClr>
                </a:gs>
                <a:gs pos="71429">
                  <a:srgbClr val="FFE0BA">
                    <a:alpha val="3300"/>
                  </a:srgbClr>
                </a:gs>
                <a:gs pos="85714">
                  <a:srgbClr val="FFE0BA">
                    <a:alpha val="1318"/>
                  </a:srgbClr>
                </a:gs>
                <a:gs pos="100000">
                  <a:srgbClr val="FFE0BA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6068681">
              <a:off x="3381188" y="61107"/>
              <a:ext cx="281560" cy="164064"/>
            </a:xfrm>
            <a:prstGeom prst="ellipse">
              <a:avLst/>
            </a:prstGeom>
            <a:gradFill>
              <a:gsLst>
                <a:gs pos="0">
                  <a:srgbClr val="FCE8BF">
                    <a:alpha val="26066"/>
                  </a:srgbClr>
                </a:gs>
                <a:gs pos="14286">
                  <a:srgbClr val="FCE8BF">
                    <a:alpha val="24238"/>
                  </a:srgbClr>
                </a:gs>
                <a:gs pos="28571">
                  <a:srgbClr val="FCE8BF">
                    <a:alpha val="19387"/>
                  </a:srgbClr>
                </a:gs>
                <a:gs pos="42857">
                  <a:srgbClr val="FCE8BF">
                    <a:alpha val="13182"/>
                  </a:srgbClr>
                </a:gs>
                <a:gs pos="57143">
                  <a:srgbClr val="FCE8BF">
                    <a:alpha val="7534"/>
                  </a:srgbClr>
                </a:gs>
                <a:gs pos="71429">
                  <a:srgbClr val="FCE8BF">
                    <a:alpha val="3600"/>
                  </a:srgbClr>
                </a:gs>
                <a:gs pos="85714">
                  <a:srgbClr val="FCE8BF">
                    <a:alpha val="1439"/>
                  </a:srgbClr>
                </a:gs>
                <a:gs pos="100000">
                  <a:srgbClr val="FCE8BF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5168534">
              <a:off x="988017" y="2031625"/>
              <a:ext cx="668605" cy="381142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10316495">
              <a:off x="1415691" y="151540"/>
              <a:ext cx="416832" cy="71738"/>
            </a:xfrm>
            <a:prstGeom prst="ellipse">
              <a:avLst/>
            </a:prstGeom>
            <a:gradFill>
              <a:gsLst>
                <a:gs pos="0">
                  <a:srgbClr val="FFE8CC">
                    <a:alpha val="31539"/>
                  </a:srgbClr>
                </a:gs>
                <a:gs pos="14286">
                  <a:srgbClr val="FFE8CC">
                    <a:alpha val="29408"/>
                  </a:srgbClr>
                </a:gs>
                <a:gs pos="28571">
                  <a:srgbClr val="FFE8CC">
                    <a:alpha val="23693"/>
                  </a:srgbClr>
                </a:gs>
                <a:gs pos="42857">
                  <a:srgbClr val="FFE8CC">
                    <a:alpha val="16252"/>
                  </a:srgbClr>
                </a:gs>
                <a:gs pos="57143">
                  <a:srgbClr val="FFE8CC">
                    <a:alpha val="9360"/>
                  </a:srgbClr>
                </a:gs>
                <a:gs pos="71429">
                  <a:srgbClr val="FFE8CC">
                    <a:alpha val="4496"/>
                  </a:srgbClr>
                </a:gs>
                <a:gs pos="85714">
                  <a:srgbClr val="FFE8CC">
                    <a:alpha val="1803"/>
                  </a:srgbClr>
                </a:gs>
                <a:gs pos="100000">
                  <a:srgbClr val="FFE8CC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-10430787">
              <a:off x="1361890" y="1227781"/>
              <a:ext cx="734837" cy="198724"/>
            </a:xfrm>
            <a:prstGeom prst="ellipse">
              <a:avLst/>
            </a:prstGeom>
            <a:gradFill>
              <a:gsLst>
                <a:gs pos="0">
                  <a:srgbClr val="4F0002">
                    <a:alpha val="32968"/>
                  </a:srgbClr>
                </a:gs>
                <a:gs pos="14286">
                  <a:srgbClr val="4F0002">
                    <a:alpha val="30764"/>
                  </a:srgbClr>
                </a:gs>
                <a:gs pos="28571">
                  <a:srgbClr val="4F0002">
                    <a:alpha val="24833"/>
                  </a:srgbClr>
                </a:gs>
                <a:gs pos="42857">
                  <a:srgbClr val="4F0002">
                    <a:alpha val="17075"/>
                  </a:srgbClr>
                </a:gs>
                <a:gs pos="57143">
                  <a:srgbClr val="4F0002">
                    <a:alpha val="9855"/>
                  </a:srgbClr>
                </a:gs>
                <a:gs pos="71429">
                  <a:srgbClr val="4F0002">
                    <a:alpha val="4740"/>
                  </a:srgbClr>
                </a:gs>
                <a:gs pos="85714">
                  <a:srgbClr val="4F0002">
                    <a:alpha val="1902"/>
                  </a:srgbClr>
                </a:gs>
                <a:gs pos="100000">
                  <a:srgbClr val="4F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8038816">
              <a:off x="2518367" y="2163012"/>
              <a:ext cx="664568" cy="37412"/>
            </a:xfrm>
            <a:prstGeom prst="ellipse">
              <a:avLst/>
            </a:prstGeom>
            <a:gradFill>
              <a:gsLst>
                <a:gs pos="0">
                  <a:srgbClr val="FFAC6C">
                    <a:alpha val="11573"/>
                  </a:srgbClr>
                </a:gs>
                <a:gs pos="14286">
                  <a:srgbClr val="FFAC6C">
                    <a:alpha val="10689"/>
                  </a:srgbClr>
                </a:gs>
                <a:gs pos="28571">
                  <a:srgbClr val="FFAC6C">
                    <a:alpha val="8403"/>
                  </a:srgbClr>
                </a:gs>
                <a:gs pos="42857">
                  <a:srgbClr val="FFAC6C">
                    <a:alpha val="5595"/>
                  </a:srgbClr>
                </a:gs>
                <a:gs pos="57143">
                  <a:srgbClr val="FFAC6C">
                    <a:alpha val="3140"/>
                  </a:srgbClr>
                </a:gs>
                <a:gs pos="71429">
                  <a:srgbClr val="FFAC6C">
                    <a:alpha val="1482"/>
                  </a:srgbClr>
                </a:gs>
                <a:gs pos="85714">
                  <a:srgbClr val="FFAC6C">
                    <a:alpha val="589"/>
                  </a:srgbClr>
                </a:gs>
                <a:gs pos="100000">
                  <a:srgbClr val="FFAC6C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8634387">
              <a:off x="-8124" y="811888"/>
              <a:ext cx="638403" cy="136945"/>
            </a:xfrm>
            <a:prstGeom prst="ellipse">
              <a:avLst/>
            </a:prstGeom>
            <a:gradFill>
              <a:gsLst>
                <a:gs pos="0">
                  <a:srgbClr val="6F2D15">
                    <a:alpha val="20608"/>
                  </a:srgbClr>
                </a:gs>
                <a:gs pos="14286">
                  <a:srgbClr val="6F2D15">
                    <a:alpha val="19113"/>
                  </a:srgbClr>
                </a:gs>
                <a:gs pos="28571">
                  <a:srgbClr val="6F2D15">
                    <a:alpha val="15185"/>
                  </a:srgbClr>
                </a:gs>
                <a:gs pos="42857">
                  <a:srgbClr val="6F2D15">
                    <a:alpha val="10240"/>
                  </a:srgbClr>
                </a:gs>
                <a:gs pos="57143">
                  <a:srgbClr val="6F2D15">
                    <a:alpha val="5810"/>
                  </a:srgbClr>
                </a:gs>
                <a:gs pos="71429">
                  <a:srgbClr val="6F2D15">
                    <a:alpha val="2763"/>
                  </a:srgbClr>
                </a:gs>
                <a:gs pos="85714">
                  <a:srgbClr val="6F2D15">
                    <a:alpha val="1102"/>
                  </a:srgbClr>
                </a:gs>
                <a:gs pos="100000">
                  <a:srgbClr val="6F2D15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9112305">
              <a:off x="1825791" y="1161033"/>
              <a:ext cx="721256" cy="514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8408443">
              <a:off x="-136943" y="2352282"/>
              <a:ext cx="750363" cy="25358"/>
            </a:xfrm>
            <a:prstGeom prst="ellipse">
              <a:avLst/>
            </a:prstGeom>
            <a:gradFill>
              <a:gsLst>
                <a:gs pos="0">
                  <a:srgbClr val="FFF0D2">
                    <a:alpha val="32968"/>
                  </a:srgbClr>
                </a:gs>
                <a:gs pos="14286">
                  <a:srgbClr val="FFF0D2">
                    <a:alpha val="30764"/>
                  </a:srgbClr>
                </a:gs>
                <a:gs pos="28571">
                  <a:srgbClr val="FFF0D2">
                    <a:alpha val="24833"/>
                  </a:srgbClr>
                </a:gs>
                <a:gs pos="42857">
                  <a:srgbClr val="FFF0D2">
                    <a:alpha val="17075"/>
                  </a:srgbClr>
                </a:gs>
                <a:gs pos="57143">
                  <a:srgbClr val="FFF0D2">
                    <a:alpha val="9855"/>
                  </a:srgbClr>
                </a:gs>
                <a:gs pos="71429">
                  <a:srgbClr val="FFF0D2">
                    <a:alpha val="4740"/>
                  </a:srgbClr>
                </a:gs>
                <a:gs pos="85714">
                  <a:srgbClr val="FFF0D2">
                    <a:alpha val="1902"/>
                  </a:srgbClr>
                </a:gs>
                <a:gs pos="100000">
                  <a:srgbClr val="FFF0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8712546">
              <a:off x="34969" y="2344367"/>
              <a:ext cx="295916" cy="66750"/>
            </a:xfrm>
            <a:prstGeom prst="ellipse">
              <a:avLst/>
            </a:prstGeom>
            <a:gradFill>
              <a:gsLst>
                <a:gs pos="0">
                  <a:srgbClr val="F7DFB8">
                    <a:alpha val="30555"/>
                  </a:srgbClr>
                </a:gs>
                <a:gs pos="14286">
                  <a:srgbClr val="F7DFB8">
                    <a:alpha val="28477"/>
                  </a:srgbClr>
                </a:gs>
                <a:gs pos="28571">
                  <a:srgbClr val="F7DFB8">
                    <a:alpha val="22912"/>
                  </a:srgbClr>
                </a:gs>
                <a:gs pos="42857">
                  <a:srgbClr val="F7DFB8">
                    <a:alpha val="15691"/>
                  </a:srgbClr>
                </a:gs>
                <a:gs pos="57143">
                  <a:srgbClr val="F7DFB8">
                    <a:alpha val="9024"/>
                  </a:srgbClr>
                </a:gs>
                <a:gs pos="71429">
                  <a:srgbClr val="F7DFB8">
                    <a:alpha val="4331"/>
                  </a:srgbClr>
                </a:gs>
                <a:gs pos="85714">
                  <a:srgbClr val="F7DFB8">
                    <a:alpha val="1735"/>
                  </a:srgbClr>
                </a:gs>
                <a:gs pos="100000">
                  <a:srgbClr val="F7DFB8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5195107">
              <a:off x="2330503" y="419071"/>
              <a:ext cx="298487" cy="154922"/>
            </a:xfrm>
            <a:prstGeom prst="ellipse">
              <a:avLst/>
            </a:prstGeom>
            <a:gradFill>
              <a:gsLst>
                <a:gs pos="0">
                  <a:srgbClr val="F0FFE9">
                    <a:alpha val="13031"/>
                  </a:srgbClr>
                </a:gs>
                <a:gs pos="14286">
                  <a:srgbClr val="F0FFE9">
                    <a:alpha val="12044"/>
                  </a:srgbClr>
                </a:gs>
                <a:gs pos="28571">
                  <a:srgbClr val="F0FFE9">
                    <a:alpha val="9484"/>
                  </a:srgbClr>
                </a:gs>
                <a:gs pos="42857">
                  <a:srgbClr val="F0FFE9">
                    <a:alpha val="6327"/>
                  </a:srgbClr>
                </a:gs>
                <a:gs pos="57143">
                  <a:srgbClr val="F0FFE9">
                    <a:alpha val="3557"/>
                  </a:srgbClr>
                </a:gs>
                <a:gs pos="71429">
                  <a:srgbClr val="F0FFE9">
                    <a:alpha val="1681"/>
                  </a:srgbClr>
                </a:gs>
                <a:gs pos="85714">
                  <a:srgbClr val="F0FFE9">
                    <a:alpha val="668"/>
                  </a:srgbClr>
                </a:gs>
                <a:gs pos="100000">
                  <a:srgbClr val="F0FFE9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-8570148">
              <a:off x="1843923" y="313402"/>
              <a:ext cx="617372" cy="160732"/>
            </a:xfrm>
            <a:prstGeom prst="ellipse">
              <a:avLst/>
            </a:prstGeom>
            <a:gradFill>
              <a:gsLst>
                <a:gs pos="0">
                  <a:srgbClr val="F5DAB5">
                    <a:alpha val="32968"/>
                  </a:srgbClr>
                </a:gs>
                <a:gs pos="14286">
                  <a:srgbClr val="F5DAB5">
                    <a:alpha val="30764"/>
                  </a:srgbClr>
                </a:gs>
                <a:gs pos="28571">
                  <a:srgbClr val="F5DAB5">
                    <a:alpha val="24833"/>
                  </a:srgbClr>
                </a:gs>
                <a:gs pos="42857">
                  <a:srgbClr val="F5DAB5">
                    <a:alpha val="17075"/>
                  </a:srgbClr>
                </a:gs>
                <a:gs pos="57143">
                  <a:srgbClr val="F5DAB5">
                    <a:alpha val="9855"/>
                  </a:srgbClr>
                </a:gs>
                <a:gs pos="71429">
                  <a:srgbClr val="F5DAB5">
                    <a:alpha val="4740"/>
                  </a:srgbClr>
                </a:gs>
                <a:gs pos="85714">
                  <a:srgbClr val="F5DAB5">
                    <a:alpha val="1902"/>
                  </a:srgbClr>
                </a:gs>
                <a:gs pos="100000">
                  <a:srgbClr val="F5DA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8472300">
              <a:off x="1574119" y="1270960"/>
              <a:ext cx="478326" cy="320157"/>
            </a:xfrm>
            <a:prstGeom prst="ellipse">
              <a:avLst/>
            </a:prstGeom>
            <a:gradFill>
              <a:gsLst>
                <a:gs pos="0">
                  <a:srgbClr val="F90014">
                    <a:alpha val="27823"/>
                  </a:srgbClr>
                </a:gs>
                <a:gs pos="14286">
                  <a:srgbClr val="F90014">
                    <a:alpha val="25894"/>
                  </a:srgbClr>
                </a:gs>
                <a:gs pos="28571">
                  <a:srgbClr val="F90014">
                    <a:alpha val="20760"/>
                  </a:srgbClr>
                </a:gs>
                <a:gs pos="42857">
                  <a:srgbClr val="F90014">
                    <a:alpha val="14155"/>
                  </a:srgbClr>
                </a:gs>
                <a:gs pos="57143">
                  <a:srgbClr val="F90014">
                    <a:alpha val="8109"/>
                  </a:srgbClr>
                </a:gs>
                <a:gs pos="71429">
                  <a:srgbClr val="F90014">
                    <a:alpha val="3881"/>
                  </a:srgbClr>
                </a:gs>
                <a:gs pos="85714">
                  <a:srgbClr val="F90014">
                    <a:alpha val="1553"/>
                  </a:srgbClr>
                </a:gs>
                <a:gs pos="100000">
                  <a:srgbClr val="F90014">
                    <a:alpha val="5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8520607">
              <a:off x="-35345" y="2339266"/>
              <a:ext cx="581337" cy="128170"/>
            </a:xfrm>
            <a:prstGeom prst="ellipse">
              <a:avLst/>
            </a:prstGeom>
            <a:gradFill>
              <a:gsLst>
                <a:gs pos="0">
                  <a:srgbClr val="FFE7BD">
                    <a:alpha val="28269"/>
                  </a:srgbClr>
                </a:gs>
                <a:gs pos="14286">
                  <a:srgbClr val="FFE7BD">
                    <a:alpha val="26315"/>
                  </a:srgbClr>
                </a:gs>
                <a:gs pos="28571">
                  <a:srgbClr val="FFE7BD">
                    <a:alpha val="21109"/>
                  </a:srgbClr>
                </a:gs>
                <a:gs pos="42857">
                  <a:srgbClr val="FFE7BD">
                    <a:alpha val="14403"/>
                  </a:srgbClr>
                </a:gs>
                <a:gs pos="57143">
                  <a:srgbClr val="FFE7BD">
                    <a:alpha val="8257"/>
                  </a:srgbClr>
                </a:gs>
                <a:gs pos="71429">
                  <a:srgbClr val="FFE7BD">
                    <a:alpha val="3953"/>
                  </a:srgbClr>
                </a:gs>
                <a:gs pos="85714">
                  <a:srgbClr val="FFE7BD">
                    <a:alpha val="1582"/>
                  </a:srgbClr>
                </a:gs>
                <a:gs pos="100000">
                  <a:srgbClr val="FFE7BD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10571642">
              <a:off x="1433641" y="1243084"/>
              <a:ext cx="788057" cy="207003"/>
            </a:xfrm>
            <a:prstGeom prst="ellipse">
              <a:avLst/>
            </a:prstGeom>
            <a:gradFill>
              <a:gsLst>
                <a:gs pos="0">
                  <a:srgbClr val="2E0000">
                    <a:alpha val="32968"/>
                  </a:srgbClr>
                </a:gs>
                <a:gs pos="14286">
                  <a:srgbClr val="2E0000">
                    <a:alpha val="30764"/>
                  </a:srgbClr>
                </a:gs>
                <a:gs pos="28571">
                  <a:srgbClr val="2E0000">
                    <a:alpha val="24833"/>
                  </a:srgbClr>
                </a:gs>
                <a:gs pos="42857">
                  <a:srgbClr val="2E0000">
                    <a:alpha val="17075"/>
                  </a:srgbClr>
                </a:gs>
                <a:gs pos="57143">
                  <a:srgbClr val="2E0000">
                    <a:alpha val="9855"/>
                  </a:srgbClr>
                </a:gs>
                <a:gs pos="71429">
                  <a:srgbClr val="2E0000">
                    <a:alpha val="4740"/>
                  </a:srgbClr>
                </a:gs>
                <a:gs pos="85714">
                  <a:srgbClr val="2E0000">
                    <a:alpha val="1902"/>
                  </a:srgbClr>
                </a:gs>
                <a:gs pos="100000">
                  <a:srgbClr val="2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8054050">
              <a:off x="2529987" y="2030805"/>
              <a:ext cx="457657" cy="83294"/>
            </a:xfrm>
            <a:prstGeom prst="ellipse">
              <a:avLst/>
            </a:prstGeom>
            <a:gradFill>
              <a:gsLst>
                <a:gs pos="0">
                  <a:srgbClr val="CD4D1D">
                    <a:alpha val="25222"/>
                  </a:srgbClr>
                </a:gs>
                <a:gs pos="14286">
                  <a:srgbClr val="CD4D1D">
                    <a:alpha val="23443"/>
                  </a:srgbClr>
                </a:gs>
                <a:gs pos="28571">
                  <a:srgbClr val="CD4D1D">
                    <a:alpha val="18732"/>
                  </a:srgbClr>
                </a:gs>
                <a:gs pos="42857">
                  <a:srgbClr val="CD4D1D">
                    <a:alpha val="12720"/>
                  </a:srgbClr>
                </a:gs>
                <a:gs pos="57143">
                  <a:srgbClr val="CD4D1D">
                    <a:alpha val="7261"/>
                  </a:srgbClr>
                </a:gs>
                <a:gs pos="71429">
                  <a:srgbClr val="CD4D1D">
                    <a:alpha val="3467"/>
                  </a:srgbClr>
                </a:gs>
                <a:gs pos="85714">
                  <a:srgbClr val="CD4D1D">
                    <a:alpha val="1386"/>
                  </a:srgbClr>
                </a:gs>
                <a:gs pos="100000">
                  <a:srgbClr val="CD4D1D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-9387890">
              <a:off x="525631" y="2284770"/>
              <a:ext cx="366784" cy="93984"/>
            </a:xfrm>
            <a:prstGeom prst="ellipse">
              <a:avLst/>
            </a:prstGeom>
            <a:gradFill>
              <a:gsLst>
                <a:gs pos="0">
                  <a:srgbClr val="FFE7C1">
                    <a:alpha val="32968"/>
                  </a:srgbClr>
                </a:gs>
                <a:gs pos="14286">
                  <a:srgbClr val="FFE7C1">
                    <a:alpha val="30764"/>
                  </a:srgbClr>
                </a:gs>
                <a:gs pos="28571">
                  <a:srgbClr val="FFE7C1">
                    <a:alpha val="24833"/>
                  </a:srgbClr>
                </a:gs>
                <a:gs pos="42857">
                  <a:srgbClr val="FFE7C1">
                    <a:alpha val="17075"/>
                  </a:srgbClr>
                </a:gs>
                <a:gs pos="57143">
                  <a:srgbClr val="FFE7C1">
                    <a:alpha val="9855"/>
                  </a:srgbClr>
                </a:gs>
                <a:gs pos="71429">
                  <a:srgbClr val="FFE7C1">
                    <a:alpha val="4740"/>
                  </a:srgbClr>
                </a:gs>
                <a:gs pos="85714">
                  <a:srgbClr val="FFE7C1">
                    <a:alpha val="1902"/>
                  </a:srgbClr>
                </a:gs>
                <a:gs pos="100000">
                  <a:srgbClr val="FFE7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-8888303">
              <a:off x="548645" y="2056793"/>
              <a:ext cx="673542" cy="1782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9173999">
              <a:off x="2002378" y="2111228"/>
              <a:ext cx="743332" cy="4360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8674843">
              <a:off x="-196578" y="786648"/>
              <a:ext cx="697046" cy="50097"/>
            </a:xfrm>
            <a:prstGeom prst="ellipse">
              <a:avLst/>
            </a:prstGeom>
            <a:gradFill>
              <a:gsLst>
                <a:gs pos="0">
                  <a:srgbClr val="9E0000">
                    <a:alpha val="32968"/>
                  </a:srgbClr>
                </a:gs>
                <a:gs pos="14286">
                  <a:srgbClr val="9E0000">
                    <a:alpha val="30764"/>
                  </a:srgbClr>
                </a:gs>
                <a:gs pos="28571">
                  <a:srgbClr val="9E0000">
                    <a:alpha val="24833"/>
                  </a:srgbClr>
                </a:gs>
                <a:gs pos="42857">
                  <a:srgbClr val="9E0000">
                    <a:alpha val="17075"/>
                  </a:srgbClr>
                </a:gs>
                <a:gs pos="57143">
                  <a:srgbClr val="9E0000">
                    <a:alpha val="9855"/>
                  </a:srgbClr>
                </a:gs>
                <a:gs pos="71429">
                  <a:srgbClr val="9E0000">
                    <a:alpha val="4740"/>
                  </a:srgbClr>
                </a:gs>
                <a:gs pos="85714">
                  <a:srgbClr val="9E0000">
                    <a:alpha val="1902"/>
                  </a:srgbClr>
                </a:gs>
                <a:gs pos="100000">
                  <a:srgbClr val="9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-10134399">
              <a:off x="1072942" y="2255011"/>
              <a:ext cx="794209" cy="275167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8222875">
              <a:off x="2209715" y="2313513"/>
              <a:ext cx="834882" cy="41770"/>
            </a:xfrm>
            <a:prstGeom prst="ellipse">
              <a:avLst/>
            </a:prstGeom>
            <a:gradFill>
              <a:gsLst>
                <a:gs pos="0">
                  <a:srgbClr val="2B1207">
                    <a:alpha val="32968"/>
                  </a:srgbClr>
                </a:gs>
                <a:gs pos="14286">
                  <a:srgbClr val="2B1207">
                    <a:alpha val="30764"/>
                  </a:srgbClr>
                </a:gs>
                <a:gs pos="28571">
                  <a:srgbClr val="2B1207">
                    <a:alpha val="24833"/>
                  </a:srgbClr>
                </a:gs>
                <a:gs pos="42857">
                  <a:srgbClr val="2B1207">
                    <a:alpha val="17075"/>
                  </a:srgbClr>
                </a:gs>
                <a:gs pos="57143">
                  <a:srgbClr val="2B1207">
                    <a:alpha val="9855"/>
                  </a:srgbClr>
                </a:gs>
                <a:gs pos="71429">
                  <a:srgbClr val="2B1207">
                    <a:alpha val="4740"/>
                  </a:srgbClr>
                </a:gs>
                <a:gs pos="85714">
                  <a:srgbClr val="2B1207">
                    <a:alpha val="1902"/>
                  </a:srgbClr>
                </a:gs>
                <a:gs pos="100000">
                  <a:srgbClr val="2B12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5470595">
              <a:off x="829428" y="1452550"/>
              <a:ext cx="670290" cy="424434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7187356">
              <a:off x="2506450" y="1784413"/>
              <a:ext cx="613015" cy="410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8983054">
              <a:off x="1964062" y="2091340"/>
              <a:ext cx="689948" cy="5414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8021529">
              <a:off x="2519021" y="2011136"/>
              <a:ext cx="678799" cy="45865"/>
            </a:xfrm>
            <a:prstGeom prst="ellipse">
              <a:avLst/>
            </a:prstGeom>
            <a:gradFill>
              <a:gsLst>
                <a:gs pos="0">
                  <a:srgbClr val="FF7D34">
                    <a:alpha val="32968"/>
                  </a:srgbClr>
                </a:gs>
                <a:gs pos="14286">
                  <a:srgbClr val="FF7D34">
                    <a:alpha val="30764"/>
                  </a:srgbClr>
                </a:gs>
                <a:gs pos="28571">
                  <a:srgbClr val="FF7D34">
                    <a:alpha val="24833"/>
                  </a:srgbClr>
                </a:gs>
                <a:gs pos="42857">
                  <a:srgbClr val="FF7D34">
                    <a:alpha val="17075"/>
                  </a:srgbClr>
                </a:gs>
                <a:gs pos="57143">
                  <a:srgbClr val="FF7D34">
                    <a:alpha val="9855"/>
                  </a:srgbClr>
                </a:gs>
                <a:gs pos="71429">
                  <a:srgbClr val="FF7D34">
                    <a:alpha val="4740"/>
                  </a:srgbClr>
                </a:gs>
                <a:gs pos="85714">
                  <a:srgbClr val="FF7D34">
                    <a:alpha val="1902"/>
                  </a:srgbClr>
                </a:gs>
                <a:gs pos="100000">
                  <a:srgbClr val="FF7D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-9743554">
              <a:off x="1071952" y="2235895"/>
              <a:ext cx="441398" cy="80305"/>
            </a:xfrm>
            <a:prstGeom prst="ellipse">
              <a:avLst/>
            </a:prstGeom>
            <a:gradFill>
              <a:gsLst>
                <a:gs pos="0">
                  <a:srgbClr val="FF000B">
                    <a:alpha val="32428"/>
                  </a:srgbClr>
                </a:gs>
                <a:gs pos="14286">
                  <a:srgbClr val="FF000B">
                    <a:alpha val="30252"/>
                  </a:srgbClr>
                </a:gs>
                <a:gs pos="28571">
                  <a:srgbClr val="FF000B">
                    <a:alpha val="24402"/>
                  </a:srgbClr>
                </a:gs>
                <a:gs pos="42857">
                  <a:srgbClr val="FF000B">
                    <a:alpha val="16763"/>
                  </a:srgbClr>
                </a:gs>
                <a:gs pos="57143">
                  <a:srgbClr val="FF000B">
                    <a:alpha val="9667"/>
                  </a:srgbClr>
                </a:gs>
                <a:gs pos="71429">
                  <a:srgbClr val="FF000B">
                    <a:alpha val="4648"/>
                  </a:srgbClr>
                </a:gs>
                <a:gs pos="85714">
                  <a:srgbClr val="FF000B">
                    <a:alpha val="1864"/>
                  </a:srgbClr>
                </a:gs>
                <a:gs pos="100000">
                  <a:srgbClr val="FF000B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3462116">
              <a:off x="1949594" y="850043"/>
              <a:ext cx="208765" cy="41953"/>
            </a:xfrm>
            <a:prstGeom prst="ellipse">
              <a:avLst/>
            </a:prstGeom>
            <a:gradFill>
              <a:gsLst>
                <a:gs pos="0">
                  <a:srgbClr val="FFF1B9">
                    <a:alpha val="32968"/>
                  </a:srgbClr>
                </a:gs>
                <a:gs pos="14286">
                  <a:srgbClr val="FFF1B9">
                    <a:alpha val="30764"/>
                  </a:srgbClr>
                </a:gs>
                <a:gs pos="28571">
                  <a:srgbClr val="FFF1B9">
                    <a:alpha val="24833"/>
                  </a:srgbClr>
                </a:gs>
                <a:gs pos="42857">
                  <a:srgbClr val="FFF1B9">
                    <a:alpha val="17075"/>
                  </a:srgbClr>
                </a:gs>
                <a:gs pos="57143">
                  <a:srgbClr val="FFF1B9">
                    <a:alpha val="9855"/>
                  </a:srgbClr>
                </a:gs>
                <a:gs pos="71429">
                  <a:srgbClr val="FFF1B9">
                    <a:alpha val="4740"/>
                  </a:srgbClr>
                </a:gs>
                <a:gs pos="85714">
                  <a:srgbClr val="FFF1B9">
                    <a:alpha val="1902"/>
                  </a:srgbClr>
                </a:gs>
                <a:gs pos="100000">
                  <a:srgbClr val="FFF1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5527445">
              <a:off x="1602755" y="1625848"/>
              <a:ext cx="725681" cy="101650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7124953">
              <a:off x="-139217" y="2101446"/>
              <a:ext cx="361617" cy="98108"/>
            </a:xfrm>
            <a:prstGeom prst="ellipse">
              <a:avLst/>
            </a:prstGeom>
            <a:gradFill>
              <a:gsLst>
                <a:gs pos="0">
                  <a:srgbClr val="FFCF9B">
                    <a:alpha val="19014"/>
                  </a:srgbClr>
                </a:gs>
                <a:gs pos="14286">
                  <a:srgbClr val="FFCF9B">
                    <a:alpha val="17621"/>
                  </a:srgbClr>
                </a:gs>
                <a:gs pos="28571">
                  <a:srgbClr val="FFCF9B">
                    <a:alpha val="13973"/>
                  </a:srgbClr>
                </a:gs>
                <a:gs pos="42857">
                  <a:srgbClr val="FFCF9B">
                    <a:alpha val="9400"/>
                  </a:srgbClr>
                </a:gs>
                <a:gs pos="57143">
                  <a:srgbClr val="FFCF9B">
                    <a:alpha val="5323"/>
                  </a:srgbClr>
                </a:gs>
                <a:gs pos="71429">
                  <a:srgbClr val="FFCF9B">
                    <a:alpha val="2528"/>
                  </a:srgbClr>
                </a:gs>
                <a:gs pos="85714">
                  <a:srgbClr val="FFCF9B">
                    <a:alpha val="1007"/>
                  </a:srgbClr>
                </a:gs>
                <a:gs pos="100000">
                  <a:srgbClr val="FFCF9B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9471009">
              <a:off x="387545" y="-238898"/>
              <a:ext cx="604742" cy="572400"/>
            </a:xfrm>
            <a:prstGeom prst="ellipse">
              <a:avLst/>
            </a:prstGeom>
            <a:gradFill>
              <a:gsLst>
                <a:gs pos="0">
                  <a:srgbClr val="000100">
                    <a:alpha val="32967"/>
                  </a:srgbClr>
                </a:gs>
                <a:gs pos="14286">
                  <a:srgbClr val="000100">
                    <a:alpha val="30762"/>
                  </a:srgbClr>
                </a:gs>
                <a:gs pos="28571">
                  <a:srgbClr val="000100">
                    <a:alpha val="24832"/>
                  </a:srgbClr>
                </a:gs>
                <a:gs pos="42857">
                  <a:srgbClr val="000100">
                    <a:alpha val="17074"/>
                  </a:srgbClr>
                </a:gs>
                <a:gs pos="57143">
                  <a:srgbClr val="000100">
                    <a:alpha val="9854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9197197">
              <a:off x="1853630" y="1040950"/>
              <a:ext cx="466016" cy="85194"/>
            </a:xfrm>
            <a:prstGeom prst="ellipse">
              <a:avLst/>
            </a:prstGeom>
            <a:gradFill>
              <a:gsLst>
                <a:gs pos="0">
                  <a:srgbClr val="FFA23C">
                    <a:alpha val="32968"/>
                  </a:srgbClr>
                </a:gs>
                <a:gs pos="14286">
                  <a:srgbClr val="FFA23C">
                    <a:alpha val="30764"/>
                  </a:srgbClr>
                </a:gs>
                <a:gs pos="28571">
                  <a:srgbClr val="FFA23C">
                    <a:alpha val="24833"/>
                  </a:srgbClr>
                </a:gs>
                <a:gs pos="42857">
                  <a:srgbClr val="FFA23C">
                    <a:alpha val="17075"/>
                  </a:srgbClr>
                </a:gs>
                <a:gs pos="57143">
                  <a:srgbClr val="FFA23C">
                    <a:alpha val="9855"/>
                  </a:srgbClr>
                </a:gs>
                <a:gs pos="71429">
                  <a:srgbClr val="FFA23C">
                    <a:alpha val="4740"/>
                  </a:srgbClr>
                </a:gs>
                <a:gs pos="85714">
                  <a:srgbClr val="FFA23C">
                    <a:alpha val="1902"/>
                  </a:srgbClr>
                </a:gs>
                <a:gs pos="100000">
                  <a:srgbClr val="FFA2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8424856">
              <a:off x="-94221" y="1998570"/>
              <a:ext cx="674141" cy="34433"/>
            </a:xfrm>
            <a:prstGeom prst="ellipse">
              <a:avLst/>
            </a:prstGeom>
            <a:gradFill>
              <a:gsLst>
                <a:gs pos="0">
                  <a:srgbClr val="E4AD7B">
                    <a:alpha val="32968"/>
                  </a:srgbClr>
                </a:gs>
                <a:gs pos="14286">
                  <a:srgbClr val="E4AD7B">
                    <a:alpha val="30764"/>
                  </a:srgbClr>
                </a:gs>
                <a:gs pos="28571">
                  <a:srgbClr val="E4AD7B">
                    <a:alpha val="24833"/>
                  </a:srgbClr>
                </a:gs>
                <a:gs pos="42857">
                  <a:srgbClr val="E4AD7B">
                    <a:alpha val="17075"/>
                  </a:srgbClr>
                </a:gs>
                <a:gs pos="57143">
                  <a:srgbClr val="E4AD7B">
                    <a:alpha val="9855"/>
                  </a:srgbClr>
                </a:gs>
                <a:gs pos="71429">
                  <a:srgbClr val="E4AD7B">
                    <a:alpha val="4740"/>
                  </a:srgbClr>
                </a:gs>
                <a:gs pos="85714">
                  <a:srgbClr val="E4AD7B">
                    <a:alpha val="1902"/>
                  </a:srgbClr>
                </a:gs>
                <a:gs pos="100000">
                  <a:srgbClr val="E4AD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6593359">
              <a:off x="2497372" y="1792118"/>
              <a:ext cx="639232" cy="114702"/>
            </a:xfrm>
            <a:prstGeom prst="ellipse">
              <a:avLst/>
            </a:prstGeom>
            <a:gradFill>
              <a:gsLst>
                <a:gs pos="0">
                  <a:srgbClr val="00030D">
                    <a:alpha val="32968"/>
                  </a:srgbClr>
                </a:gs>
                <a:gs pos="14286">
                  <a:srgbClr val="00030D">
                    <a:alpha val="30764"/>
                  </a:srgbClr>
                </a:gs>
                <a:gs pos="28571">
                  <a:srgbClr val="00030D">
                    <a:alpha val="24833"/>
                  </a:srgbClr>
                </a:gs>
                <a:gs pos="42857">
                  <a:srgbClr val="00030D">
                    <a:alpha val="17075"/>
                  </a:srgbClr>
                </a:gs>
                <a:gs pos="57143">
                  <a:srgbClr val="00030D">
                    <a:alpha val="9855"/>
                  </a:srgbClr>
                </a:gs>
                <a:gs pos="71429">
                  <a:srgbClr val="00030D">
                    <a:alpha val="4740"/>
                  </a:srgbClr>
                </a:gs>
                <a:gs pos="85714">
                  <a:srgbClr val="00030D">
                    <a:alpha val="1902"/>
                  </a:srgbClr>
                </a:gs>
                <a:gs pos="100000">
                  <a:srgbClr val="0003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8330853">
              <a:off x="3238552" y="192114"/>
              <a:ext cx="611103" cy="47438"/>
            </a:xfrm>
            <a:prstGeom prst="ellipse">
              <a:avLst/>
            </a:prstGeom>
            <a:gradFill>
              <a:gsLst>
                <a:gs pos="0">
                  <a:srgbClr val="7A3E00">
                    <a:alpha val="24347"/>
                  </a:srgbClr>
                </a:gs>
                <a:gs pos="14286">
                  <a:srgbClr val="7A3E00">
                    <a:alpha val="22620"/>
                  </a:srgbClr>
                </a:gs>
                <a:gs pos="28571">
                  <a:srgbClr val="7A3E00">
                    <a:alpha val="18055"/>
                  </a:srgbClr>
                </a:gs>
                <a:gs pos="42857">
                  <a:srgbClr val="7A3E00">
                    <a:alpha val="12244"/>
                  </a:srgbClr>
                </a:gs>
                <a:gs pos="57143">
                  <a:srgbClr val="7A3E00">
                    <a:alpha val="6981"/>
                  </a:srgbClr>
                </a:gs>
                <a:gs pos="71429">
                  <a:srgbClr val="7A3E00">
                    <a:alpha val="3331"/>
                  </a:srgbClr>
                </a:gs>
                <a:gs pos="85714">
                  <a:srgbClr val="7A3E00">
                    <a:alpha val="1331"/>
                  </a:srgbClr>
                </a:gs>
                <a:gs pos="100000">
                  <a:srgbClr val="7A3E00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7666279">
              <a:off x="3347104" y="148699"/>
              <a:ext cx="282623" cy="81488"/>
            </a:xfrm>
            <a:prstGeom prst="ellipse">
              <a:avLst/>
            </a:prstGeom>
            <a:gradFill>
              <a:gsLst>
                <a:gs pos="0">
                  <a:srgbClr val="A14200">
                    <a:alpha val="32968"/>
                  </a:srgbClr>
                </a:gs>
                <a:gs pos="14286">
                  <a:srgbClr val="A14200">
                    <a:alpha val="30764"/>
                  </a:srgbClr>
                </a:gs>
                <a:gs pos="28571">
                  <a:srgbClr val="A14200">
                    <a:alpha val="24833"/>
                  </a:srgbClr>
                </a:gs>
                <a:gs pos="42857">
                  <a:srgbClr val="A14200">
                    <a:alpha val="17075"/>
                  </a:srgbClr>
                </a:gs>
                <a:gs pos="57143">
                  <a:srgbClr val="A14200">
                    <a:alpha val="9855"/>
                  </a:srgbClr>
                </a:gs>
                <a:gs pos="71429">
                  <a:srgbClr val="A14200">
                    <a:alpha val="4740"/>
                  </a:srgbClr>
                </a:gs>
                <a:gs pos="85714">
                  <a:srgbClr val="A14200">
                    <a:alpha val="1902"/>
                  </a:srgbClr>
                </a:gs>
                <a:gs pos="100000">
                  <a:srgbClr val="A14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3554907">
              <a:off x="2105969" y="1536664"/>
              <a:ext cx="565542" cy="1504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8468949">
              <a:off x="2201782" y="2056017"/>
              <a:ext cx="753538" cy="76636"/>
            </a:xfrm>
            <a:prstGeom prst="ellipse">
              <a:avLst/>
            </a:prstGeom>
            <a:gradFill>
              <a:gsLst>
                <a:gs pos="0">
                  <a:srgbClr val="00000B">
                    <a:alpha val="32968"/>
                  </a:srgbClr>
                </a:gs>
                <a:gs pos="14286">
                  <a:srgbClr val="00000B">
                    <a:alpha val="30764"/>
                  </a:srgbClr>
                </a:gs>
                <a:gs pos="28571">
                  <a:srgbClr val="00000B">
                    <a:alpha val="24833"/>
                  </a:srgbClr>
                </a:gs>
                <a:gs pos="42857">
                  <a:srgbClr val="00000B">
                    <a:alpha val="17075"/>
                  </a:srgbClr>
                </a:gs>
                <a:gs pos="57143">
                  <a:srgbClr val="00000B">
                    <a:alpha val="9855"/>
                  </a:srgbClr>
                </a:gs>
                <a:gs pos="71429">
                  <a:srgbClr val="00000B">
                    <a:alpha val="4740"/>
                  </a:srgbClr>
                </a:gs>
                <a:gs pos="85714">
                  <a:srgbClr val="00000B">
                    <a:alpha val="1902"/>
                  </a:srgbClr>
                </a:gs>
                <a:gs pos="100000">
                  <a:srgbClr val="00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10439106">
              <a:off x="288537" y="2196260"/>
              <a:ext cx="344528" cy="98168"/>
            </a:xfrm>
            <a:prstGeom prst="ellipse">
              <a:avLst/>
            </a:prstGeom>
            <a:gradFill>
              <a:gsLst>
                <a:gs pos="0">
                  <a:srgbClr val="FCD6AB">
                    <a:alpha val="32968"/>
                  </a:srgbClr>
                </a:gs>
                <a:gs pos="14286">
                  <a:srgbClr val="FCD6AB">
                    <a:alpha val="30764"/>
                  </a:srgbClr>
                </a:gs>
                <a:gs pos="28571">
                  <a:srgbClr val="FCD6AB">
                    <a:alpha val="24833"/>
                  </a:srgbClr>
                </a:gs>
                <a:gs pos="42857">
                  <a:srgbClr val="FCD6AB">
                    <a:alpha val="17075"/>
                  </a:srgbClr>
                </a:gs>
                <a:gs pos="57143">
                  <a:srgbClr val="FCD6AB">
                    <a:alpha val="9855"/>
                  </a:srgbClr>
                </a:gs>
                <a:gs pos="71429">
                  <a:srgbClr val="FCD6AB">
                    <a:alpha val="4740"/>
                  </a:srgbClr>
                </a:gs>
                <a:gs pos="85714">
                  <a:srgbClr val="FCD6AB">
                    <a:alpha val="1902"/>
                  </a:srgbClr>
                </a:gs>
                <a:gs pos="100000">
                  <a:srgbClr val="FCD6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8710695">
              <a:off x="-221210" y="580927"/>
              <a:ext cx="630901" cy="67233"/>
            </a:xfrm>
            <a:prstGeom prst="ellipse">
              <a:avLst/>
            </a:prstGeom>
            <a:gradFill>
              <a:gsLst>
                <a:gs pos="0">
                  <a:srgbClr val="FF591B">
                    <a:alpha val="32968"/>
                  </a:srgbClr>
                </a:gs>
                <a:gs pos="14286">
                  <a:srgbClr val="FF591B">
                    <a:alpha val="30764"/>
                  </a:srgbClr>
                </a:gs>
                <a:gs pos="28571">
                  <a:srgbClr val="FF591B">
                    <a:alpha val="24833"/>
                  </a:srgbClr>
                </a:gs>
                <a:gs pos="42857">
                  <a:srgbClr val="FF591B">
                    <a:alpha val="17075"/>
                  </a:srgbClr>
                </a:gs>
                <a:gs pos="57143">
                  <a:srgbClr val="FF591B">
                    <a:alpha val="9855"/>
                  </a:srgbClr>
                </a:gs>
                <a:gs pos="71429">
                  <a:srgbClr val="FF591B">
                    <a:alpha val="4740"/>
                  </a:srgbClr>
                </a:gs>
                <a:gs pos="85714">
                  <a:srgbClr val="FF591B">
                    <a:alpha val="1902"/>
                  </a:srgbClr>
                </a:gs>
                <a:gs pos="100000">
                  <a:srgbClr val="FF59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-10366485">
              <a:off x="1269071" y="2306750"/>
              <a:ext cx="619206" cy="65353"/>
            </a:xfrm>
            <a:prstGeom prst="ellipse">
              <a:avLst/>
            </a:prstGeom>
            <a:gradFill>
              <a:gsLst>
                <a:gs pos="0">
                  <a:srgbClr val="FF2E10">
                    <a:alpha val="16205"/>
                  </a:srgbClr>
                </a:gs>
                <a:gs pos="14286">
                  <a:srgbClr val="FF2E10">
                    <a:alpha val="14998"/>
                  </a:srgbClr>
                </a:gs>
                <a:gs pos="28571">
                  <a:srgbClr val="FF2E10">
                    <a:alpha val="11853"/>
                  </a:srgbClr>
                </a:gs>
                <a:gs pos="42857">
                  <a:srgbClr val="FF2E10">
                    <a:alpha val="7943"/>
                  </a:srgbClr>
                </a:gs>
                <a:gs pos="57143">
                  <a:srgbClr val="FF2E10">
                    <a:alpha val="4482"/>
                  </a:srgbClr>
                </a:gs>
                <a:gs pos="71429">
                  <a:srgbClr val="FF2E10">
                    <a:alpha val="2124"/>
                  </a:srgbClr>
                </a:gs>
                <a:gs pos="85714">
                  <a:srgbClr val="FF2E10">
                    <a:alpha val="845"/>
                  </a:srgbClr>
                </a:gs>
                <a:gs pos="100000">
                  <a:srgbClr val="FF2E1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8684398">
              <a:off x="-6916" y="346076"/>
              <a:ext cx="675364" cy="112294"/>
            </a:xfrm>
            <a:prstGeom prst="ellipse">
              <a:avLst/>
            </a:prstGeom>
            <a:gradFill>
              <a:gsLst>
                <a:gs pos="0">
                  <a:srgbClr val="001717">
                    <a:alpha val="32968"/>
                  </a:srgbClr>
                </a:gs>
                <a:gs pos="14286">
                  <a:srgbClr val="001717">
                    <a:alpha val="30764"/>
                  </a:srgbClr>
                </a:gs>
                <a:gs pos="28571">
                  <a:srgbClr val="001717">
                    <a:alpha val="24833"/>
                  </a:srgbClr>
                </a:gs>
                <a:gs pos="42857">
                  <a:srgbClr val="001717">
                    <a:alpha val="17075"/>
                  </a:srgbClr>
                </a:gs>
                <a:gs pos="57143">
                  <a:srgbClr val="001717">
                    <a:alpha val="9855"/>
                  </a:srgbClr>
                </a:gs>
                <a:gs pos="71429">
                  <a:srgbClr val="001717">
                    <a:alpha val="4740"/>
                  </a:srgbClr>
                </a:gs>
                <a:gs pos="85714">
                  <a:srgbClr val="001717">
                    <a:alpha val="1902"/>
                  </a:srgbClr>
                </a:gs>
                <a:gs pos="100000">
                  <a:srgbClr val="0017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10585271">
              <a:off x="2049355" y="2208661"/>
              <a:ext cx="791238" cy="403971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-10311449">
              <a:off x="1296813" y="2293229"/>
              <a:ext cx="485040" cy="23770"/>
            </a:xfrm>
            <a:prstGeom prst="ellipse">
              <a:avLst/>
            </a:prstGeom>
            <a:gradFill>
              <a:gsLst>
                <a:gs pos="0">
                  <a:srgbClr val="FFFFD1">
                    <a:alpha val="32968"/>
                  </a:srgbClr>
                </a:gs>
                <a:gs pos="14286">
                  <a:srgbClr val="FFFFD1">
                    <a:alpha val="30764"/>
                  </a:srgbClr>
                </a:gs>
                <a:gs pos="28571">
                  <a:srgbClr val="FFFFD1">
                    <a:alpha val="24833"/>
                  </a:srgbClr>
                </a:gs>
                <a:gs pos="42857">
                  <a:srgbClr val="FFFFD1">
                    <a:alpha val="17075"/>
                  </a:srgbClr>
                </a:gs>
                <a:gs pos="57143">
                  <a:srgbClr val="FFFFD1">
                    <a:alpha val="9855"/>
                  </a:srgbClr>
                </a:gs>
                <a:gs pos="71429">
                  <a:srgbClr val="FFFFD1">
                    <a:alpha val="4740"/>
                  </a:srgbClr>
                </a:gs>
                <a:gs pos="85714">
                  <a:srgbClr val="FFFFD1">
                    <a:alpha val="1902"/>
                  </a:srgbClr>
                </a:gs>
                <a:gs pos="100000">
                  <a:srgbClr val="FFFF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-8541700">
              <a:off x="922202" y="1806231"/>
              <a:ext cx="611582" cy="796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4130888">
              <a:off x="1991810" y="452102"/>
              <a:ext cx="524175" cy="206890"/>
            </a:xfrm>
            <a:prstGeom prst="ellipse">
              <a:avLst/>
            </a:prstGeom>
            <a:gradFill>
              <a:gsLst>
                <a:gs pos="0">
                  <a:srgbClr val="E2C6AC">
                    <a:alpha val="32968"/>
                  </a:srgbClr>
                </a:gs>
                <a:gs pos="14286">
                  <a:srgbClr val="E2C6AC">
                    <a:alpha val="30764"/>
                  </a:srgbClr>
                </a:gs>
                <a:gs pos="28571">
                  <a:srgbClr val="E2C6AC">
                    <a:alpha val="24833"/>
                  </a:srgbClr>
                </a:gs>
                <a:gs pos="42857">
                  <a:srgbClr val="E2C6AC">
                    <a:alpha val="17075"/>
                  </a:srgbClr>
                </a:gs>
                <a:gs pos="57143">
                  <a:srgbClr val="E2C6AC">
                    <a:alpha val="9855"/>
                  </a:srgbClr>
                </a:gs>
                <a:gs pos="71429">
                  <a:srgbClr val="E2C6AC">
                    <a:alpha val="4740"/>
                  </a:srgbClr>
                </a:gs>
                <a:gs pos="85714">
                  <a:srgbClr val="E2C6AC">
                    <a:alpha val="1902"/>
                  </a:srgbClr>
                </a:gs>
                <a:gs pos="100000">
                  <a:srgbClr val="E2C6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3056217">
              <a:off x="1961655" y="392805"/>
              <a:ext cx="415457" cy="231165"/>
            </a:xfrm>
            <a:prstGeom prst="ellipse">
              <a:avLst/>
            </a:prstGeom>
            <a:gradFill>
              <a:gsLst>
                <a:gs pos="0">
                  <a:srgbClr val="E7D7C4">
                    <a:alpha val="25324"/>
                  </a:srgbClr>
                </a:gs>
                <a:gs pos="14286">
                  <a:srgbClr val="E7D7C4">
                    <a:alpha val="23539"/>
                  </a:srgbClr>
                </a:gs>
                <a:gs pos="28571">
                  <a:srgbClr val="E7D7C4">
                    <a:alpha val="18811"/>
                  </a:srgbClr>
                </a:gs>
                <a:gs pos="42857">
                  <a:srgbClr val="E7D7C4">
                    <a:alpha val="12776"/>
                  </a:srgbClr>
                </a:gs>
                <a:gs pos="57143">
                  <a:srgbClr val="E7D7C4">
                    <a:alpha val="7294"/>
                  </a:srgbClr>
                </a:gs>
                <a:gs pos="71429">
                  <a:srgbClr val="E7D7C4">
                    <a:alpha val="3483"/>
                  </a:srgbClr>
                </a:gs>
                <a:gs pos="85714">
                  <a:srgbClr val="E7D7C4">
                    <a:alpha val="1392"/>
                  </a:srgbClr>
                </a:gs>
                <a:gs pos="100000">
                  <a:srgbClr val="E7D7C4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9118124">
              <a:off x="1947868" y="2106175"/>
              <a:ext cx="689034" cy="5289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4432680">
              <a:off x="203282" y="1746177"/>
              <a:ext cx="687872" cy="180479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-8171530">
              <a:off x="3444181" y="848550"/>
              <a:ext cx="59870" cy="42774"/>
            </a:xfrm>
            <a:prstGeom prst="ellipse">
              <a:avLst/>
            </a:prstGeom>
            <a:gradFill>
              <a:gsLst>
                <a:gs pos="0">
                  <a:srgbClr val="FFFFEA">
                    <a:alpha val="32968"/>
                  </a:srgbClr>
                </a:gs>
                <a:gs pos="14286">
                  <a:srgbClr val="FFFFEA">
                    <a:alpha val="30764"/>
                  </a:srgbClr>
                </a:gs>
                <a:gs pos="28571">
                  <a:srgbClr val="FFFFEA">
                    <a:alpha val="24833"/>
                  </a:srgbClr>
                </a:gs>
                <a:gs pos="42857">
                  <a:srgbClr val="FFFFEA">
                    <a:alpha val="17075"/>
                  </a:srgbClr>
                </a:gs>
                <a:gs pos="57143">
                  <a:srgbClr val="FFFFEA">
                    <a:alpha val="9855"/>
                  </a:srgbClr>
                </a:gs>
                <a:gs pos="71429">
                  <a:srgbClr val="FFFFEA">
                    <a:alpha val="4740"/>
                  </a:srgbClr>
                </a:gs>
                <a:gs pos="85714">
                  <a:srgbClr val="FFFFEA">
                    <a:alpha val="1902"/>
                  </a:srgbClr>
                </a:gs>
                <a:gs pos="100000">
                  <a:srgbClr val="FF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4945662">
              <a:off x="708513" y="831710"/>
              <a:ext cx="701238" cy="62848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9711837">
              <a:off x="-177570" y="1588357"/>
              <a:ext cx="393943" cy="48540"/>
            </a:xfrm>
            <a:prstGeom prst="ellipse">
              <a:avLst/>
            </a:prstGeom>
            <a:gradFill>
              <a:gsLst>
                <a:gs pos="0">
                  <a:srgbClr val="401F09">
                    <a:alpha val="32968"/>
                  </a:srgbClr>
                </a:gs>
                <a:gs pos="14286">
                  <a:srgbClr val="401F09">
                    <a:alpha val="30764"/>
                  </a:srgbClr>
                </a:gs>
                <a:gs pos="28571">
                  <a:srgbClr val="401F09">
                    <a:alpha val="24833"/>
                  </a:srgbClr>
                </a:gs>
                <a:gs pos="42857">
                  <a:srgbClr val="401F09">
                    <a:alpha val="17075"/>
                  </a:srgbClr>
                </a:gs>
                <a:gs pos="57143">
                  <a:srgbClr val="401F09">
                    <a:alpha val="9855"/>
                  </a:srgbClr>
                </a:gs>
                <a:gs pos="71429">
                  <a:srgbClr val="401F09">
                    <a:alpha val="4740"/>
                  </a:srgbClr>
                </a:gs>
                <a:gs pos="85714">
                  <a:srgbClr val="401F09">
                    <a:alpha val="1902"/>
                  </a:srgbClr>
                </a:gs>
                <a:gs pos="100000">
                  <a:srgbClr val="401F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5089204">
              <a:off x="1331697" y="1739576"/>
              <a:ext cx="441332" cy="214048"/>
            </a:xfrm>
            <a:prstGeom prst="ellipse">
              <a:avLst/>
            </a:prstGeom>
            <a:gradFill>
              <a:gsLst>
                <a:gs pos="0">
                  <a:srgbClr val="960000">
                    <a:alpha val="32968"/>
                  </a:srgbClr>
                </a:gs>
                <a:gs pos="14286">
                  <a:srgbClr val="960000">
                    <a:alpha val="30764"/>
                  </a:srgbClr>
                </a:gs>
                <a:gs pos="28571">
                  <a:srgbClr val="960000">
                    <a:alpha val="24833"/>
                  </a:srgbClr>
                </a:gs>
                <a:gs pos="42857">
                  <a:srgbClr val="960000">
                    <a:alpha val="17075"/>
                  </a:srgbClr>
                </a:gs>
                <a:gs pos="57143">
                  <a:srgbClr val="960000">
                    <a:alpha val="9855"/>
                  </a:srgbClr>
                </a:gs>
                <a:gs pos="71429">
                  <a:srgbClr val="960000">
                    <a:alpha val="4740"/>
                  </a:srgbClr>
                </a:gs>
                <a:gs pos="85714">
                  <a:srgbClr val="960000">
                    <a:alpha val="1902"/>
                  </a:srgbClr>
                </a:gs>
                <a:gs pos="100000">
                  <a:srgbClr val="9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10321298">
              <a:off x="-21122" y="1560748"/>
              <a:ext cx="153337" cy="28215"/>
            </a:xfrm>
            <a:prstGeom prst="ellipse">
              <a:avLst/>
            </a:prstGeom>
            <a:gradFill>
              <a:gsLst>
                <a:gs pos="0">
                  <a:srgbClr val="FFF3BF">
                    <a:alpha val="32968"/>
                  </a:srgbClr>
                </a:gs>
                <a:gs pos="14286">
                  <a:srgbClr val="FFF3BF">
                    <a:alpha val="30764"/>
                  </a:srgbClr>
                </a:gs>
                <a:gs pos="28571">
                  <a:srgbClr val="FFF3BF">
                    <a:alpha val="24833"/>
                  </a:srgbClr>
                </a:gs>
                <a:gs pos="42857">
                  <a:srgbClr val="FFF3BF">
                    <a:alpha val="17075"/>
                  </a:srgbClr>
                </a:gs>
                <a:gs pos="57143">
                  <a:srgbClr val="FFF3BF">
                    <a:alpha val="9855"/>
                  </a:srgbClr>
                </a:gs>
                <a:gs pos="71429">
                  <a:srgbClr val="FFF3BF">
                    <a:alpha val="4740"/>
                  </a:srgbClr>
                </a:gs>
                <a:gs pos="85714">
                  <a:srgbClr val="FFF3BF">
                    <a:alpha val="1902"/>
                  </a:srgbClr>
                </a:gs>
                <a:gs pos="100000">
                  <a:srgbClr val="FFF3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2885154">
              <a:off x="3268013" y="732098"/>
              <a:ext cx="524474" cy="74296"/>
            </a:xfrm>
            <a:prstGeom prst="ellipse">
              <a:avLst/>
            </a:prstGeom>
            <a:gradFill>
              <a:gsLst>
                <a:gs pos="0">
                  <a:srgbClr val="A64400">
                    <a:alpha val="19065"/>
                  </a:srgbClr>
                </a:gs>
                <a:gs pos="14286">
                  <a:srgbClr val="A64400">
                    <a:alpha val="17668"/>
                  </a:srgbClr>
                </a:gs>
                <a:gs pos="28571">
                  <a:srgbClr val="A64400">
                    <a:alpha val="14011"/>
                  </a:srgbClr>
                </a:gs>
                <a:gs pos="42857">
                  <a:srgbClr val="A64400">
                    <a:alpha val="9427"/>
                  </a:srgbClr>
                </a:gs>
                <a:gs pos="57143">
                  <a:srgbClr val="A64400">
                    <a:alpha val="5339"/>
                  </a:srgbClr>
                </a:gs>
                <a:gs pos="71429">
                  <a:srgbClr val="A64400">
                    <a:alpha val="2535"/>
                  </a:srgbClr>
                </a:gs>
                <a:gs pos="85714">
                  <a:srgbClr val="A64400">
                    <a:alpha val="1010"/>
                  </a:srgbClr>
                </a:gs>
                <a:gs pos="100000">
                  <a:srgbClr val="A644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7659477">
              <a:off x="2386413" y="1882291"/>
              <a:ext cx="722764" cy="58482"/>
            </a:xfrm>
            <a:prstGeom prst="ellipse">
              <a:avLst/>
            </a:prstGeom>
            <a:gradFill>
              <a:gsLst>
                <a:gs pos="0">
                  <a:srgbClr val="00010E">
                    <a:alpha val="32968"/>
                  </a:srgbClr>
                </a:gs>
                <a:gs pos="14286">
                  <a:srgbClr val="00010E">
                    <a:alpha val="30764"/>
                  </a:srgbClr>
                </a:gs>
                <a:gs pos="28571">
                  <a:srgbClr val="00010E">
                    <a:alpha val="24833"/>
                  </a:srgbClr>
                </a:gs>
                <a:gs pos="42857">
                  <a:srgbClr val="00010E">
                    <a:alpha val="17075"/>
                  </a:srgbClr>
                </a:gs>
                <a:gs pos="57143">
                  <a:srgbClr val="00010E">
                    <a:alpha val="9855"/>
                  </a:srgbClr>
                </a:gs>
                <a:gs pos="71429">
                  <a:srgbClr val="00010E">
                    <a:alpha val="4740"/>
                  </a:srgbClr>
                </a:gs>
                <a:gs pos="85714">
                  <a:srgbClr val="00010E">
                    <a:alpha val="1902"/>
                  </a:srgbClr>
                </a:gs>
                <a:gs pos="100000">
                  <a:srgbClr val="0001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-9440518">
              <a:off x="1291415" y="1006844"/>
              <a:ext cx="389588" cy="118333"/>
            </a:xfrm>
            <a:prstGeom prst="ellipse">
              <a:avLst/>
            </a:prstGeom>
            <a:gradFill>
              <a:gsLst>
                <a:gs pos="0">
                  <a:srgbClr val="FFAA43">
                    <a:alpha val="24648"/>
                  </a:srgbClr>
                </a:gs>
                <a:gs pos="14286">
                  <a:srgbClr val="FFAA43">
                    <a:alpha val="22904"/>
                  </a:srgbClr>
                </a:gs>
                <a:gs pos="28571">
                  <a:srgbClr val="FFAA43">
                    <a:alpha val="18288"/>
                  </a:srgbClr>
                </a:gs>
                <a:gs pos="42857">
                  <a:srgbClr val="FFAA43">
                    <a:alpha val="12407"/>
                  </a:srgbClr>
                </a:gs>
                <a:gs pos="57143">
                  <a:srgbClr val="FFAA43">
                    <a:alpha val="7077"/>
                  </a:srgbClr>
                </a:gs>
                <a:gs pos="71429">
                  <a:srgbClr val="FFAA43">
                    <a:alpha val="3378"/>
                  </a:srgbClr>
                </a:gs>
                <a:gs pos="85714">
                  <a:srgbClr val="FFAA43">
                    <a:alpha val="1350"/>
                  </a:srgbClr>
                </a:gs>
                <a:gs pos="100000">
                  <a:srgbClr val="FFAA43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-10766856">
              <a:off x="1440756" y="1600228"/>
              <a:ext cx="320775" cy="268563"/>
            </a:xfrm>
            <a:prstGeom prst="ellipse">
              <a:avLst/>
            </a:prstGeom>
            <a:gradFill>
              <a:gsLst>
                <a:gs pos="0">
                  <a:srgbClr val="A1000F">
                    <a:alpha val="32968"/>
                  </a:srgbClr>
                </a:gs>
                <a:gs pos="14286">
                  <a:srgbClr val="A1000F">
                    <a:alpha val="30764"/>
                  </a:srgbClr>
                </a:gs>
                <a:gs pos="28571">
                  <a:srgbClr val="A1000F">
                    <a:alpha val="24833"/>
                  </a:srgbClr>
                </a:gs>
                <a:gs pos="42857">
                  <a:srgbClr val="A1000F">
                    <a:alpha val="17075"/>
                  </a:srgbClr>
                </a:gs>
                <a:gs pos="57143">
                  <a:srgbClr val="A1000F">
                    <a:alpha val="9855"/>
                  </a:srgbClr>
                </a:gs>
                <a:gs pos="71429">
                  <a:srgbClr val="A1000F">
                    <a:alpha val="4740"/>
                  </a:srgbClr>
                </a:gs>
                <a:gs pos="85714">
                  <a:srgbClr val="A1000F">
                    <a:alpha val="1902"/>
                  </a:srgbClr>
                </a:gs>
                <a:gs pos="100000">
                  <a:srgbClr val="A1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8445942">
              <a:off x="-173014" y="2195569"/>
              <a:ext cx="655144" cy="24130"/>
            </a:xfrm>
            <a:prstGeom prst="ellipse">
              <a:avLst/>
            </a:prstGeom>
            <a:gradFill>
              <a:gsLst>
                <a:gs pos="0">
                  <a:srgbClr val="840000">
                    <a:alpha val="32968"/>
                  </a:srgbClr>
                </a:gs>
                <a:gs pos="14286">
                  <a:srgbClr val="840000">
                    <a:alpha val="30764"/>
                  </a:srgbClr>
                </a:gs>
                <a:gs pos="28571">
                  <a:srgbClr val="840000">
                    <a:alpha val="24833"/>
                  </a:srgbClr>
                </a:gs>
                <a:gs pos="42857">
                  <a:srgbClr val="840000">
                    <a:alpha val="17075"/>
                  </a:srgbClr>
                </a:gs>
                <a:gs pos="57143">
                  <a:srgbClr val="840000">
                    <a:alpha val="9855"/>
                  </a:srgbClr>
                </a:gs>
                <a:gs pos="71429">
                  <a:srgbClr val="840000">
                    <a:alpha val="4740"/>
                  </a:srgbClr>
                </a:gs>
                <a:gs pos="85714">
                  <a:srgbClr val="840000">
                    <a:alpha val="1902"/>
                  </a:srgbClr>
                </a:gs>
                <a:gs pos="100000">
                  <a:srgbClr val="8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10668443">
              <a:off x="1451371" y="2311633"/>
              <a:ext cx="793613" cy="167647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3979471">
              <a:off x="2168429" y="436590"/>
              <a:ext cx="502817" cy="36455"/>
            </a:xfrm>
            <a:prstGeom prst="ellipse">
              <a:avLst/>
            </a:prstGeom>
            <a:gradFill>
              <a:gsLst>
                <a:gs pos="0">
                  <a:srgbClr val="B46122">
                    <a:alpha val="32968"/>
                  </a:srgbClr>
                </a:gs>
                <a:gs pos="14286">
                  <a:srgbClr val="B46122">
                    <a:alpha val="30764"/>
                  </a:srgbClr>
                </a:gs>
                <a:gs pos="28571">
                  <a:srgbClr val="B46122">
                    <a:alpha val="24833"/>
                  </a:srgbClr>
                </a:gs>
                <a:gs pos="42857">
                  <a:srgbClr val="B46122">
                    <a:alpha val="17075"/>
                  </a:srgbClr>
                </a:gs>
                <a:gs pos="57143">
                  <a:srgbClr val="B46122">
                    <a:alpha val="9855"/>
                  </a:srgbClr>
                </a:gs>
                <a:gs pos="71429">
                  <a:srgbClr val="B46122">
                    <a:alpha val="4740"/>
                  </a:srgbClr>
                </a:gs>
                <a:gs pos="85714">
                  <a:srgbClr val="B46122">
                    <a:alpha val="1902"/>
                  </a:srgbClr>
                </a:gs>
                <a:gs pos="100000">
                  <a:srgbClr val="B461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-9636636">
              <a:off x="1944928" y="326201"/>
              <a:ext cx="405668" cy="259290"/>
            </a:xfrm>
            <a:prstGeom prst="ellipse">
              <a:avLst/>
            </a:prstGeom>
            <a:gradFill>
              <a:gsLst>
                <a:gs pos="0">
                  <a:srgbClr val="D8B8A1">
                    <a:alpha val="27515"/>
                  </a:srgbClr>
                </a:gs>
                <a:gs pos="14286">
                  <a:srgbClr val="D8B8A1">
                    <a:alpha val="25603"/>
                  </a:srgbClr>
                </a:gs>
                <a:gs pos="28571">
                  <a:srgbClr val="D8B8A1">
                    <a:alpha val="20518"/>
                  </a:srgbClr>
                </a:gs>
                <a:gs pos="42857">
                  <a:srgbClr val="D8B8A1">
                    <a:alpha val="13983"/>
                  </a:srgbClr>
                </a:gs>
                <a:gs pos="57143">
                  <a:srgbClr val="D8B8A1">
                    <a:alpha val="8007"/>
                  </a:srgbClr>
                </a:gs>
                <a:gs pos="71429">
                  <a:srgbClr val="D8B8A1">
                    <a:alpha val="3831"/>
                  </a:srgbClr>
                </a:gs>
                <a:gs pos="85714">
                  <a:srgbClr val="D8B8A1">
                    <a:alpha val="1533"/>
                  </a:srgbClr>
                </a:gs>
                <a:gs pos="100000">
                  <a:srgbClr val="D8B8A1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8379597">
              <a:off x="1107722" y="196127"/>
              <a:ext cx="511608" cy="261371"/>
            </a:xfrm>
            <a:prstGeom prst="ellipse">
              <a:avLst/>
            </a:prstGeom>
            <a:gradFill>
              <a:gsLst>
                <a:gs pos="0">
                  <a:srgbClr val="FFFFCC">
                    <a:alpha val="9912"/>
                  </a:srgbClr>
                </a:gs>
                <a:gs pos="14286">
                  <a:srgbClr val="FFFFCC">
                    <a:alpha val="9148"/>
                  </a:srgbClr>
                </a:gs>
                <a:gs pos="28571">
                  <a:srgbClr val="FFFFCC">
                    <a:alpha val="7179"/>
                  </a:srgbClr>
                </a:gs>
                <a:gs pos="42857">
                  <a:srgbClr val="FFFFCC">
                    <a:alpha val="4769"/>
                  </a:srgbClr>
                </a:gs>
                <a:gs pos="57143">
                  <a:srgbClr val="FFFFCC">
                    <a:alpha val="2671"/>
                  </a:srgbClr>
                </a:gs>
                <a:gs pos="71429">
                  <a:srgbClr val="FFFFCC">
                    <a:alpha val="1259"/>
                  </a:srgbClr>
                </a:gs>
                <a:gs pos="85714">
                  <a:srgbClr val="FFFFCC">
                    <a:alpha val="500"/>
                  </a:srgbClr>
                </a:gs>
                <a:gs pos="100000">
                  <a:srgbClr val="FFFFCC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9916399">
              <a:off x="1344717" y="1084739"/>
              <a:ext cx="528650" cy="80209"/>
            </a:xfrm>
            <a:prstGeom prst="ellipse">
              <a:avLst/>
            </a:prstGeom>
            <a:gradFill>
              <a:gsLst>
                <a:gs pos="0">
                  <a:srgbClr val="FFB344">
                    <a:alpha val="32968"/>
                  </a:srgbClr>
                </a:gs>
                <a:gs pos="14286">
                  <a:srgbClr val="FFB344">
                    <a:alpha val="30764"/>
                  </a:srgbClr>
                </a:gs>
                <a:gs pos="28571">
                  <a:srgbClr val="FFB344">
                    <a:alpha val="24833"/>
                  </a:srgbClr>
                </a:gs>
                <a:gs pos="42857">
                  <a:srgbClr val="FFB344">
                    <a:alpha val="17075"/>
                  </a:srgbClr>
                </a:gs>
                <a:gs pos="57143">
                  <a:srgbClr val="FFB344">
                    <a:alpha val="9855"/>
                  </a:srgbClr>
                </a:gs>
                <a:gs pos="71429">
                  <a:srgbClr val="FFB344">
                    <a:alpha val="4740"/>
                  </a:srgbClr>
                </a:gs>
                <a:gs pos="85714">
                  <a:srgbClr val="FFB344">
                    <a:alpha val="1902"/>
                  </a:srgbClr>
                </a:gs>
                <a:gs pos="100000">
                  <a:srgbClr val="FFB3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5111255">
              <a:off x="2272949" y="1645857"/>
              <a:ext cx="340409" cy="697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7338360">
              <a:off x="955310" y="359280"/>
              <a:ext cx="524116" cy="136545"/>
            </a:xfrm>
            <a:prstGeom prst="ellipse">
              <a:avLst/>
            </a:prstGeom>
            <a:gradFill>
              <a:gsLst>
                <a:gs pos="0">
                  <a:srgbClr val="FFF4E5">
                    <a:alpha val="32968"/>
                  </a:srgbClr>
                </a:gs>
                <a:gs pos="14286">
                  <a:srgbClr val="FFF4E5">
                    <a:alpha val="30764"/>
                  </a:srgbClr>
                </a:gs>
                <a:gs pos="28571">
                  <a:srgbClr val="FFF4E5">
                    <a:alpha val="24833"/>
                  </a:srgbClr>
                </a:gs>
                <a:gs pos="42857">
                  <a:srgbClr val="FFF4E5">
                    <a:alpha val="17075"/>
                  </a:srgbClr>
                </a:gs>
                <a:gs pos="57143">
                  <a:srgbClr val="FFF4E5">
                    <a:alpha val="9855"/>
                  </a:srgbClr>
                </a:gs>
                <a:gs pos="71429">
                  <a:srgbClr val="FFF4E5">
                    <a:alpha val="4740"/>
                  </a:srgbClr>
                </a:gs>
                <a:gs pos="85714">
                  <a:srgbClr val="FFF4E5">
                    <a:alpha val="1902"/>
                  </a:srgbClr>
                </a:gs>
                <a:gs pos="100000">
                  <a:srgbClr val="FFF4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-9195853">
              <a:off x="1854484" y="270485"/>
              <a:ext cx="448188" cy="219956"/>
            </a:xfrm>
            <a:prstGeom prst="ellipse">
              <a:avLst/>
            </a:prstGeom>
            <a:gradFill>
              <a:gsLst>
                <a:gs pos="0">
                  <a:srgbClr val="C37616">
                    <a:alpha val="29473"/>
                  </a:srgbClr>
                </a:gs>
                <a:gs pos="14286">
                  <a:srgbClr val="C37616">
                    <a:alpha val="27453"/>
                  </a:srgbClr>
                </a:gs>
                <a:gs pos="28571">
                  <a:srgbClr val="C37616">
                    <a:alpha val="22057"/>
                  </a:srgbClr>
                </a:gs>
                <a:gs pos="42857">
                  <a:srgbClr val="C37616">
                    <a:alpha val="15079"/>
                  </a:srgbClr>
                </a:gs>
                <a:gs pos="57143">
                  <a:srgbClr val="C37616">
                    <a:alpha val="8659"/>
                  </a:srgbClr>
                </a:gs>
                <a:gs pos="71429">
                  <a:srgbClr val="C37616">
                    <a:alpha val="4151"/>
                  </a:srgbClr>
                </a:gs>
                <a:gs pos="85714">
                  <a:srgbClr val="C37616">
                    <a:alpha val="1662"/>
                  </a:srgbClr>
                </a:gs>
                <a:gs pos="100000">
                  <a:srgbClr val="C37616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-10143858">
              <a:off x="1011558" y="1844410"/>
              <a:ext cx="659831" cy="109127"/>
            </a:xfrm>
            <a:prstGeom prst="ellipse">
              <a:avLst/>
            </a:prstGeom>
            <a:gradFill>
              <a:gsLst>
                <a:gs pos="0">
                  <a:srgbClr val="000012">
                    <a:alpha val="32968"/>
                  </a:srgbClr>
                </a:gs>
                <a:gs pos="14286">
                  <a:srgbClr val="000012">
                    <a:alpha val="30764"/>
                  </a:srgbClr>
                </a:gs>
                <a:gs pos="28571">
                  <a:srgbClr val="000012">
                    <a:alpha val="24833"/>
                  </a:srgbClr>
                </a:gs>
                <a:gs pos="42857">
                  <a:srgbClr val="000012">
                    <a:alpha val="17075"/>
                  </a:srgbClr>
                </a:gs>
                <a:gs pos="57143">
                  <a:srgbClr val="000012">
                    <a:alpha val="9855"/>
                  </a:srgbClr>
                </a:gs>
                <a:gs pos="71429">
                  <a:srgbClr val="000012">
                    <a:alpha val="4740"/>
                  </a:srgbClr>
                </a:gs>
                <a:gs pos="85714">
                  <a:srgbClr val="000012">
                    <a:alpha val="1902"/>
                  </a:srgbClr>
                </a:gs>
                <a:gs pos="100000">
                  <a:srgbClr val="00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8614701">
              <a:off x="3438330" y="212167"/>
              <a:ext cx="345263" cy="250314"/>
            </a:xfrm>
            <a:prstGeom prst="ellipse">
              <a:avLst/>
            </a:prstGeom>
            <a:gradFill>
              <a:gsLst>
                <a:gs pos="0">
                  <a:srgbClr val="CEC2A4">
                    <a:alpha val="32968"/>
                  </a:srgbClr>
                </a:gs>
                <a:gs pos="14286">
                  <a:srgbClr val="CEC2A4">
                    <a:alpha val="30764"/>
                  </a:srgbClr>
                </a:gs>
                <a:gs pos="28571">
                  <a:srgbClr val="CEC2A4">
                    <a:alpha val="24833"/>
                  </a:srgbClr>
                </a:gs>
                <a:gs pos="42857">
                  <a:srgbClr val="CEC2A4">
                    <a:alpha val="17075"/>
                  </a:srgbClr>
                </a:gs>
                <a:gs pos="57143">
                  <a:srgbClr val="CEC2A4">
                    <a:alpha val="9855"/>
                  </a:srgbClr>
                </a:gs>
                <a:gs pos="71429">
                  <a:srgbClr val="CEC2A4">
                    <a:alpha val="4740"/>
                  </a:srgbClr>
                </a:gs>
                <a:gs pos="85714">
                  <a:srgbClr val="CEC2A4">
                    <a:alpha val="1902"/>
                  </a:srgbClr>
                </a:gs>
                <a:gs pos="100000">
                  <a:srgbClr val="CEC2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7962196">
              <a:off x="2316307" y="2373935"/>
              <a:ext cx="655500" cy="45678"/>
            </a:xfrm>
            <a:prstGeom prst="ellipse">
              <a:avLst/>
            </a:prstGeom>
            <a:gradFill>
              <a:gsLst>
                <a:gs pos="0">
                  <a:srgbClr val="E08C52">
                    <a:alpha val="32968"/>
                  </a:srgbClr>
                </a:gs>
                <a:gs pos="14286">
                  <a:srgbClr val="E08C52">
                    <a:alpha val="30764"/>
                  </a:srgbClr>
                </a:gs>
                <a:gs pos="28571">
                  <a:srgbClr val="E08C52">
                    <a:alpha val="24833"/>
                  </a:srgbClr>
                </a:gs>
                <a:gs pos="42857">
                  <a:srgbClr val="E08C52">
                    <a:alpha val="17075"/>
                  </a:srgbClr>
                </a:gs>
                <a:gs pos="57143">
                  <a:srgbClr val="E08C52">
                    <a:alpha val="9855"/>
                  </a:srgbClr>
                </a:gs>
                <a:gs pos="71429">
                  <a:srgbClr val="E08C52">
                    <a:alpha val="4740"/>
                  </a:srgbClr>
                </a:gs>
                <a:gs pos="85714">
                  <a:srgbClr val="E08C52">
                    <a:alpha val="1902"/>
                  </a:srgbClr>
                </a:gs>
                <a:gs pos="100000">
                  <a:srgbClr val="E08C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-10694765">
              <a:off x="1382857" y="2075643"/>
              <a:ext cx="717509" cy="234346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6985967">
              <a:off x="1168155" y="1614593"/>
              <a:ext cx="519001" cy="65833"/>
            </a:xfrm>
            <a:prstGeom prst="ellipse">
              <a:avLst/>
            </a:prstGeom>
            <a:gradFill>
              <a:gsLst>
                <a:gs pos="0">
                  <a:srgbClr val="FF3515">
                    <a:alpha val="32968"/>
                  </a:srgbClr>
                </a:gs>
                <a:gs pos="14286">
                  <a:srgbClr val="FF3515">
                    <a:alpha val="30764"/>
                  </a:srgbClr>
                </a:gs>
                <a:gs pos="28571">
                  <a:srgbClr val="FF3515">
                    <a:alpha val="24833"/>
                  </a:srgbClr>
                </a:gs>
                <a:gs pos="42857">
                  <a:srgbClr val="FF3515">
                    <a:alpha val="17075"/>
                  </a:srgbClr>
                </a:gs>
                <a:gs pos="57143">
                  <a:srgbClr val="FF3515">
                    <a:alpha val="9855"/>
                  </a:srgbClr>
                </a:gs>
                <a:gs pos="71429">
                  <a:srgbClr val="FF3515">
                    <a:alpha val="4740"/>
                  </a:srgbClr>
                </a:gs>
                <a:gs pos="85714">
                  <a:srgbClr val="FF3515">
                    <a:alpha val="1902"/>
                  </a:srgbClr>
                </a:gs>
                <a:gs pos="100000">
                  <a:srgbClr val="FF35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7835600">
              <a:off x="2555054" y="1945058"/>
              <a:ext cx="646295" cy="82011"/>
            </a:xfrm>
            <a:prstGeom prst="ellipse">
              <a:avLst/>
            </a:prstGeom>
            <a:gradFill>
              <a:gsLst>
                <a:gs pos="0">
                  <a:srgbClr val="FF752E">
                    <a:alpha val="16946"/>
                  </a:srgbClr>
                </a:gs>
                <a:gs pos="14286">
                  <a:srgbClr val="FF752E">
                    <a:alpha val="15689"/>
                  </a:srgbClr>
                </a:gs>
                <a:gs pos="28571">
                  <a:srgbClr val="FF752E">
                    <a:alpha val="12411"/>
                  </a:srgbClr>
                </a:gs>
                <a:gs pos="42857">
                  <a:srgbClr val="FF752E">
                    <a:alpha val="8325"/>
                  </a:srgbClr>
                </a:gs>
                <a:gs pos="57143">
                  <a:srgbClr val="FF752E">
                    <a:alpha val="4702"/>
                  </a:srgbClr>
                </a:gs>
                <a:gs pos="71429">
                  <a:srgbClr val="FF752E">
                    <a:alpha val="2229"/>
                  </a:srgbClr>
                </a:gs>
                <a:gs pos="85714">
                  <a:srgbClr val="FF752E">
                    <a:alpha val="887"/>
                  </a:srgbClr>
                </a:gs>
                <a:gs pos="100000">
                  <a:srgbClr val="FF752E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8721226">
              <a:off x="-204520" y="879534"/>
              <a:ext cx="685185" cy="32486"/>
            </a:xfrm>
            <a:prstGeom prst="ellipse">
              <a:avLst/>
            </a:prstGeom>
            <a:gradFill>
              <a:gsLst>
                <a:gs pos="0">
                  <a:srgbClr val="620C0E">
                    <a:alpha val="32968"/>
                  </a:srgbClr>
                </a:gs>
                <a:gs pos="14286">
                  <a:srgbClr val="620C0E">
                    <a:alpha val="30764"/>
                  </a:srgbClr>
                </a:gs>
                <a:gs pos="28571">
                  <a:srgbClr val="620C0E">
                    <a:alpha val="24833"/>
                  </a:srgbClr>
                </a:gs>
                <a:gs pos="42857">
                  <a:srgbClr val="620C0E">
                    <a:alpha val="17075"/>
                  </a:srgbClr>
                </a:gs>
                <a:gs pos="57143">
                  <a:srgbClr val="620C0E">
                    <a:alpha val="9855"/>
                  </a:srgbClr>
                </a:gs>
                <a:gs pos="71429">
                  <a:srgbClr val="620C0E">
                    <a:alpha val="4740"/>
                  </a:srgbClr>
                </a:gs>
                <a:gs pos="85714">
                  <a:srgbClr val="620C0E">
                    <a:alpha val="1902"/>
                  </a:srgbClr>
                </a:gs>
                <a:gs pos="100000">
                  <a:srgbClr val="620C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9602304">
              <a:off x="1222095" y="131624"/>
              <a:ext cx="469244" cy="28022"/>
            </a:xfrm>
            <a:prstGeom prst="ellipse">
              <a:avLst/>
            </a:prstGeom>
            <a:gradFill>
              <a:gsLst>
                <a:gs pos="0">
                  <a:srgbClr val="970000">
                    <a:alpha val="32968"/>
                  </a:srgbClr>
                </a:gs>
                <a:gs pos="14286">
                  <a:srgbClr val="970000">
                    <a:alpha val="30764"/>
                  </a:srgbClr>
                </a:gs>
                <a:gs pos="28571">
                  <a:srgbClr val="970000">
                    <a:alpha val="24833"/>
                  </a:srgbClr>
                </a:gs>
                <a:gs pos="42857">
                  <a:srgbClr val="970000">
                    <a:alpha val="17075"/>
                  </a:srgbClr>
                </a:gs>
                <a:gs pos="57143">
                  <a:srgbClr val="970000">
                    <a:alpha val="9855"/>
                  </a:srgbClr>
                </a:gs>
                <a:gs pos="71429">
                  <a:srgbClr val="970000">
                    <a:alpha val="4740"/>
                  </a:srgbClr>
                </a:gs>
                <a:gs pos="85714">
                  <a:srgbClr val="970000">
                    <a:alpha val="1902"/>
                  </a:srgbClr>
                </a:gs>
                <a:gs pos="100000">
                  <a:srgbClr val="9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6166469">
              <a:off x="1093743" y="1755344"/>
              <a:ext cx="538058" cy="441743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5085862">
              <a:off x="1278336" y="1396036"/>
              <a:ext cx="630491" cy="385875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3154799">
              <a:off x="2199279" y="382422"/>
              <a:ext cx="352982" cy="25167"/>
            </a:xfrm>
            <a:prstGeom prst="ellipse">
              <a:avLst/>
            </a:prstGeom>
            <a:gradFill>
              <a:gsLst>
                <a:gs pos="0">
                  <a:srgbClr val="980100">
                    <a:alpha val="32968"/>
                  </a:srgbClr>
                </a:gs>
                <a:gs pos="14286">
                  <a:srgbClr val="980100">
                    <a:alpha val="30764"/>
                  </a:srgbClr>
                </a:gs>
                <a:gs pos="28571">
                  <a:srgbClr val="980100">
                    <a:alpha val="24833"/>
                  </a:srgbClr>
                </a:gs>
                <a:gs pos="42857">
                  <a:srgbClr val="980100">
                    <a:alpha val="17075"/>
                  </a:srgbClr>
                </a:gs>
                <a:gs pos="57143">
                  <a:srgbClr val="980100">
                    <a:alpha val="9855"/>
                  </a:srgbClr>
                </a:gs>
                <a:gs pos="71429">
                  <a:srgbClr val="980100">
                    <a:alpha val="4740"/>
                  </a:srgbClr>
                </a:gs>
                <a:gs pos="85714">
                  <a:srgbClr val="980100">
                    <a:alpha val="1902"/>
                  </a:srgbClr>
                </a:gs>
                <a:gs pos="100000">
                  <a:srgbClr val="98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8425091">
              <a:off x="2630282" y="2283173"/>
              <a:ext cx="285004" cy="43696"/>
            </a:xfrm>
            <a:prstGeom prst="ellipse">
              <a:avLst/>
            </a:prstGeom>
            <a:gradFill>
              <a:gsLst>
                <a:gs pos="0">
                  <a:srgbClr val="F38E4E">
                    <a:alpha val="32968"/>
                  </a:srgbClr>
                </a:gs>
                <a:gs pos="14286">
                  <a:srgbClr val="F38E4E">
                    <a:alpha val="30764"/>
                  </a:srgbClr>
                </a:gs>
                <a:gs pos="28571">
                  <a:srgbClr val="F38E4E">
                    <a:alpha val="24833"/>
                  </a:srgbClr>
                </a:gs>
                <a:gs pos="42857">
                  <a:srgbClr val="F38E4E">
                    <a:alpha val="17075"/>
                  </a:srgbClr>
                </a:gs>
                <a:gs pos="57143">
                  <a:srgbClr val="F38E4E">
                    <a:alpha val="9855"/>
                  </a:srgbClr>
                </a:gs>
                <a:gs pos="71429">
                  <a:srgbClr val="F38E4E">
                    <a:alpha val="4740"/>
                  </a:srgbClr>
                </a:gs>
                <a:gs pos="85714">
                  <a:srgbClr val="F38E4E">
                    <a:alpha val="1902"/>
                  </a:srgbClr>
                </a:gs>
                <a:gs pos="100000">
                  <a:srgbClr val="F38E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3998983">
              <a:off x="2631842" y="1012907"/>
              <a:ext cx="379543" cy="22130"/>
            </a:xfrm>
            <a:prstGeom prst="ellipse">
              <a:avLst/>
            </a:prstGeom>
            <a:gradFill>
              <a:gsLst>
                <a:gs pos="0">
                  <a:srgbClr val="FFFFEA">
                    <a:alpha val="32968"/>
                  </a:srgbClr>
                </a:gs>
                <a:gs pos="14286">
                  <a:srgbClr val="FFFFEA">
                    <a:alpha val="30764"/>
                  </a:srgbClr>
                </a:gs>
                <a:gs pos="28571">
                  <a:srgbClr val="FFFFEA">
                    <a:alpha val="24833"/>
                  </a:srgbClr>
                </a:gs>
                <a:gs pos="42857">
                  <a:srgbClr val="FFFFEA">
                    <a:alpha val="17075"/>
                  </a:srgbClr>
                </a:gs>
                <a:gs pos="57143">
                  <a:srgbClr val="FFFFEA">
                    <a:alpha val="9855"/>
                  </a:srgbClr>
                </a:gs>
                <a:gs pos="71429">
                  <a:srgbClr val="FFFFEA">
                    <a:alpha val="4740"/>
                  </a:srgbClr>
                </a:gs>
                <a:gs pos="85714">
                  <a:srgbClr val="FFFFEA">
                    <a:alpha val="1902"/>
                  </a:srgbClr>
                </a:gs>
                <a:gs pos="100000">
                  <a:srgbClr val="FF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5410055">
              <a:off x="288073" y="1669293"/>
              <a:ext cx="232631" cy="141719"/>
            </a:xfrm>
            <a:prstGeom prst="ellipse">
              <a:avLst/>
            </a:prstGeom>
            <a:gradFill>
              <a:gsLst>
                <a:gs pos="0">
                  <a:srgbClr val="FFD48E">
                    <a:alpha val="13779"/>
                  </a:srgbClr>
                </a:gs>
                <a:gs pos="14286">
                  <a:srgbClr val="FFD48E">
                    <a:alpha val="12739"/>
                  </a:srgbClr>
                </a:gs>
                <a:gs pos="28571">
                  <a:srgbClr val="FFD48E">
                    <a:alpha val="10040"/>
                  </a:srgbClr>
                </a:gs>
                <a:gs pos="42857">
                  <a:srgbClr val="FFD48E">
                    <a:alpha val="6704"/>
                  </a:srgbClr>
                </a:gs>
                <a:gs pos="57143">
                  <a:srgbClr val="FFD48E">
                    <a:alpha val="3772"/>
                  </a:srgbClr>
                </a:gs>
                <a:gs pos="71429">
                  <a:srgbClr val="FFD48E">
                    <a:alpha val="1784"/>
                  </a:srgbClr>
                </a:gs>
                <a:gs pos="85714">
                  <a:srgbClr val="FFD48E">
                    <a:alpha val="709"/>
                  </a:srgbClr>
                </a:gs>
                <a:gs pos="100000">
                  <a:srgbClr val="FFD48E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3473975">
              <a:off x="406378" y="1749993"/>
              <a:ext cx="405606" cy="39679"/>
            </a:xfrm>
            <a:prstGeom prst="ellipse">
              <a:avLst/>
            </a:prstGeom>
            <a:gradFill>
              <a:gsLst>
                <a:gs pos="0">
                  <a:srgbClr val="E03318">
                    <a:alpha val="32968"/>
                  </a:srgbClr>
                </a:gs>
                <a:gs pos="14286">
                  <a:srgbClr val="E03318">
                    <a:alpha val="30764"/>
                  </a:srgbClr>
                </a:gs>
                <a:gs pos="28571">
                  <a:srgbClr val="E03318">
                    <a:alpha val="24833"/>
                  </a:srgbClr>
                </a:gs>
                <a:gs pos="42857">
                  <a:srgbClr val="E03318">
                    <a:alpha val="17075"/>
                  </a:srgbClr>
                </a:gs>
                <a:gs pos="57143">
                  <a:srgbClr val="E03318">
                    <a:alpha val="9855"/>
                  </a:srgbClr>
                </a:gs>
                <a:gs pos="71429">
                  <a:srgbClr val="E03318">
                    <a:alpha val="4740"/>
                  </a:srgbClr>
                </a:gs>
                <a:gs pos="85714">
                  <a:srgbClr val="E03318">
                    <a:alpha val="1902"/>
                  </a:srgbClr>
                </a:gs>
                <a:gs pos="100000">
                  <a:srgbClr val="E033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4882105">
              <a:off x="247562" y="1713238"/>
              <a:ext cx="409035" cy="61853"/>
            </a:xfrm>
            <a:prstGeom prst="ellipse">
              <a:avLst/>
            </a:prstGeom>
            <a:gradFill>
              <a:gsLst>
                <a:gs pos="0">
                  <a:srgbClr val="FFB15E">
                    <a:alpha val="11415"/>
                  </a:srgbClr>
                </a:gs>
                <a:gs pos="14286">
                  <a:srgbClr val="FFB15E">
                    <a:alpha val="10542"/>
                  </a:srgbClr>
                </a:gs>
                <a:gs pos="28571">
                  <a:srgbClr val="FFB15E">
                    <a:alpha val="8286"/>
                  </a:srgbClr>
                </a:gs>
                <a:gs pos="42857">
                  <a:srgbClr val="FFB15E">
                    <a:alpha val="5515"/>
                  </a:srgbClr>
                </a:gs>
                <a:gs pos="57143">
                  <a:srgbClr val="FFB15E">
                    <a:alpha val="3095"/>
                  </a:srgbClr>
                </a:gs>
                <a:gs pos="71429">
                  <a:srgbClr val="FFB15E">
                    <a:alpha val="1461"/>
                  </a:srgbClr>
                </a:gs>
                <a:gs pos="85714">
                  <a:srgbClr val="FFB15E">
                    <a:alpha val="580"/>
                  </a:srgbClr>
                </a:gs>
                <a:gs pos="100000">
                  <a:srgbClr val="FFB15E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-8373108">
              <a:off x="1005663" y="1123726"/>
              <a:ext cx="666906" cy="158171"/>
            </a:xfrm>
            <a:prstGeom prst="ellipse">
              <a:avLst/>
            </a:prstGeom>
            <a:gradFill>
              <a:gsLst>
                <a:gs pos="0">
                  <a:srgbClr val="600000">
                    <a:alpha val="32968"/>
                  </a:srgbClr>
                </a:gs>
                <a:gs pos="14286">
                  <a:srgbClr val="600000">
                    <a:alpha val="30764"/>
                  </a:srgbClr>
                </a:gs>
                <a:gs pos="28571">
                  <a:srgbClr val="600000">
                    <a:alpha val="24833"/>
                  </a:srgbClr>
                </a:gs>
                <a:gs pos="42857">
                  <a:srgbClr val="600000">
                    <a:alpha val="17075"/>
                  </a:srgbClr>
                </a:gs>
                <a:gs pos="57143">
                  <a:srgbClr val="600000">
                    <a:alpha val="9855"/>
                  </a:srgbClr>
                </a:gs>
                <a:gs pos="71429">
                  <a:srgbClr val="600000">
                    <a:alpha val="4740"/>
                  </a:srgbClr>
                </a:gs>
                <a:gs pos="85714">
                  <a:srgbClr val="600000">
                    <a:alpha val="1902"/>
                  </a:srgbClr>
                </a:gs>
                <a:gs pos="100000">
                  <a:srgbClr val="6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-10304880">
              <a:off x="1577420" y="1912680"/>
              <a:ext cx="543935" cy="399647"/>
            </a:xfrm>
            <a:prstGeom prst="ellipse">
              <a:avLst/>
            </a:prstGeom>
            <a:gradFill>
              <a:gsLst>
                <a:gs pos="0">
                  <a:srgbClr val="470000">
                    <a:alpha val="32968"/>
                  </a:srgbClr>
                </a:gs>
                <a:gs pos="14286">
                  <a:srgbClr val="470000">
                    <a:alpha val="30764"/>
                  </a:srgbClr>
                </a:gs>
                <a:gs pos="28571">
                  <a:srgbClr val="470000">
                    <a:alpha val="24833"/>
                  </a:srgbClr>
                </a:gs>
                <a:gs pos="42857">
                  <a:srgbClr val="470000">
                    <a:alpha val="17075"/>
                  </a:srgbClr>
                </a:gs>
                <a:gs pos="57143">
                  <a:srgbClr val="470000">
                    <a:alpha val="9855"/>
                  </a:srgbClr>
                </a:gs>
                <a:gs pos="71429">
                  <a:srgbClr val="470000">
                    <a:alpha val="4740"/>
                  </a:srgbClr>
                </a:gs>
                <a:gs pos="85714">
                  <a:srgbClr val="470000">
                    <a:alpha val="1902"/>
                  </a:srgbClr>
                </a:gs>
                <a:gs pos="100000">
                  <a:srgbClr val="4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-9610701">
              <a:off x="1336585" y="1368180"/>
              <a:ext cx="703157" cy="139772"/>
            </a:xfrm>
            <a:prstGeom prst="ellipse">
              <a:avLst/>
            </a:prstGeom>
            <a:gradFill>
              <a:gsLst>
                <a:gs pos="0">
                  <a:srgbClr val="F00F02">
                    <a:alpha val="32968"/>
                  </a:srgbClr>
                </a:gs>
                <a:gs pos="14286">
                  <a:srgbClr val="F00F02">
                    <a:alpha val="30764"/>
                  </a:srgbClr>
                </a:gs>
                <a:gs pos="28571">
                  <a:srgbClr val="F00F02">
                    <a:alpha val="24833"/>
                  </a:srgbClr>
                </a:gs>
                <a:gs pos="42857">
                  <a:srgbClr val="F00F02">
                    <a:alpha val="17075"/>
                  </a:srgbClr>
                </a:gs>
                <a:gs pos="57143">
                  <a:srgbClr val="F00F02">
                    <a:alpha val="9855"/>
                  </a:srgbClr>
                </a:gs>
                <a:gs pos="71429">
                  <a:srgbClr val="F00F02">
                    <a:alpha val="4740"/>
                  </a:srgbClr>
                </a:gs>
                <a:gs pos="85714">
                  <a:srgbClr val="F00F02">
                    <a:alpha val="1902"/>
                  </a:srgbClr>
                </a:gs>
                <a:gs pos="100000">
                  <a:srgbClr val="F00F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-9324745">
              <a:off x="1702932" y="223327"/>
              <a:ext cx="247699" cy="145799"/>
            </a:xfrm>
            <a:prstGeom prst="ellipse">
              <a:avLst/>
            </a:prstGeom>
            <a:gradFill>
              <a:gsLst>
                <a:gs pos="0">
                  <a:srgbClr val="CEA37B">
                    <a:alpha val="14041"/>
                  </a:srgbClr>
                </a:gs>
                <a:gs pos="14286">
                  <a:srgbClr val="CEA37B">
                    <a:alpha val="12983"/>
                  </a:srgbClr>
                </a:gs>
                <a:gs pos="28571">
                  <a:srgbClr val="CEA37B">
                    <a:alpha val="10235"/>
                  </a:srgbClr>
                </a:gs>
                <a:gs pos="42857">
                  <a:srgbClr val="CEA37B">
                    <a:alpha val="6837"/>
                  </a:srgbClr>
                </a:gs>
                <a:gs pos="57143">
                  <a:srgbClr val="CEA37B">
                    <a:alpha val="3848"/>
                  </a:srgbClr>
                </a:gs>
                <a:gs pos="71429">
                  <a:srgbClr val="CEA37B">
                    <a:alpha val="1820"/>
                  </a:srgbClr>
                </a:gs>
                <a:gs pos="85714">
                  <a:srgbClr val="CEA37B">
                    <a:alpha val="724"/>
                  </a:srgbClr>
                </a:gs>
                <a:gs pos="100000">
                  <a:srgbClr val="CEA37B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6359572">
              <a:off x="2134748" y="1244134"/>
              <a:ext cx="540229" cy="132675"/>
            </a:xfrm>
            <a:prstGeom prst="ellipse">
              <a:avLst/>
            </a:prstGeom>
            <a:gradFill>
              <a:gsLst>
                <a:gs pos="0">
                  <a:srgbClr val="B20000">
                    <a:alpha val="32968"/>
                  </a:srgbClr>
                </a:gs>
                <a:gs pos="14286">
                  <a:srgbClr val="B20000">
                    <a:alpha val="30764"/>
                  </a:srgbClr>
                </a:gs>
                <a:gs pos="28571">
                  <a:srgbClr val="B20000">
                    <a:alpha val="24833"/>
                  </a:srgbClr>
                </a:gs>
                <a:gs pos="42857">
                  <a:srgbClr val="B20000">
                    <a:alpha val="17075"/>
                  </a:srgbClr>
                </a:gs>
                <a:gs pos="57143">
                  <a:srgbClr val="B20000">
                    <a:alpha val="9855"/>
                  </a:srgbClr>
                </a:gs>
                <a:gs pos="71429">
                  <a:srgbClr val="B20000">
                    <a:alpha val="4740"/>
                  </a:srgbClr>
                </a:gs>
                <a:gs pos="85714">
                  <a:srgbClr val="B20000">
                    <a:alpha val="1902"/>
                  </a:srgbClr>
                </a:gs>
                <a:gs pos="100000">
                  <a:srgbClr val="B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10404180">
              <a:off x="1499549" y="178362"/>
              <a:ext cx="414535" cy="150899"/>
            </a:xfrm>
            <a:prstGeom prst="ellipse">
              <a:avLst/>
            </a:prstGeom>
            <a:gradFill>
              <a:gsLst>
                <a:gs pos="0">
                  <a:srgbClr val="DFBF9C">
                    <a:alpha val="18993"/>
                  </a:srgbClr>
                </a:gs>
                <a:gs pos="14286">
                  <a:srgbClr val="DFBF9C">
                    <a:alpha val="17601"/>
                  </a:srgbClr>
                </a:gs>
                <a:gs pos="28571">
                  <a:srgbClr val="DFBF9C">
                    <a:alpha val="13956"/>
                  </a:srgbClr>
                </a:gs>
                <a:gs pos="42857">
                  <a:srgbClr val="DFBF9C">
                    <a:alpha val="9389"/>
                  </a:srgbClr>
                </a:gs>
                <a:gs pos="57143">
                  <a:srgbClr val="DFBF9C">
                    <a:alpha val="5317"/>
                  </a:srgbClr>
                </a:gs>
                <a:gs pos="71429">
                  <a:srgbClr val="DFBF9C">
                    <a:alpha val="2525"/>
                  </a:srgbClr>
                </a:gs>
                <a:gs pos="85714">
                  <a:srgbClr val="DFBF9C">
                    <a:alpha val="1006"/>
                  </a:srgbClr>
                </a:gs>
                <a:gs pos="100000">
                  <a:srgbClr val="DFBF9C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7810649">
              <a:off x="156876" y="1334031"/>
              <a:ext cx="534443" cy="7228"/>
            </a:xfrm>
            <a:prstGeom prst="ellipse">
              <a:avLst/>
            </a:prstGeom>
            <a:gradFill>
              <a:gsLst>
                <a:gs pos="0">
                  <a:srgbClr val="8F1F00">
                    <a:alpha val="32968"/>
                  </a:srgbClr>
                </a:gs>
                <a:gs pos="14286">
                  <a:srgbClr val="8F1F00">
                    <a:alpha val="30764"/>
                  </a:srgbClr>
                </a:gs>
                <a:gs pos="28571">
                  <a:srgbClr val="8F1F00">
                    <a:alpha val="24833"/>
                  </a:srgbClr>
                </a:gs>
                <a:gs pos="42857">
                  <a:srgbClr val="8F1F00">
                    <a:alpha val="17075"/>
                  </a:srgbClr>
                </a:gs>
                <a:gs pos="57143">
                  <a:srgbClr val="8F1F00">
                    <a:alpha val="9855"/>
                  </a:srgbClr>
                </a:gs>
                <a:gs pos="71429">
                  <a:srgbClr val="8F1F00">
                    <a:alpha val="4740"/>
                  </a:srgbClr>
                </a:gs>
                <a:gs pos="85714">
                  <a:srgbClr val="8F1F00">
                    <a:alpha val="1902"/>
                  </a:srgbClr>
                </a:gs>
                <a:gs pos="100000">
                  <a:srgbClr val="8F1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7941764">
              <a:off x="3230067" y="1967494"/>
              <a:ext cx="485562" cy="21111"/>
            </a:xfrm>
            <a:prstGeom prst="ellipse">
              <a:avLst/>
            </a:prstGeom>
            <a:gradFill>
              <a:gsLst>
                <a:gs pos="0">
                  <a:srgbClr val="E5BC7C">
                    <a:alpha val="32968"/>
                  </a:srgbClr>
                </a:gs>
                <a:gs pos="14286">
                  <a:srgbClr val="E5BC7C">
                    <a:alpha val="30764"/>
                  </a:srgbClr>
                </a:gs>
                <a:gs pos="28571">
                  <a:srgbClr val="E5BC7C">
                    <a:alpha val="24833"/>
                  </a:srgbClr>
                </a:gs>
                <a:gs pos="42857">
                  <a:srgbClr val="E5BC7C">
                    <a:alpha val="17075"/>
                  </a:srgbClr>
                </a:gs>
                <a:gs pos="57143">
                  <a:srgbClr val="E5BC7C">
                    <a:alpha val="9855"/>
                  </a:srgbClr>
                </a:gs>
                <a:gs pos="71429">
                  <a:srgbClr val="E5BC7C">
                    <a:alpha val="4740"/>
                  </a:srgbClr>
                </a:gs>
                <a:gs pos="85714">
                  <a:srgbClr val="E5BC7C">
                    <a:alpha val="1902"/>
                  </a:srgbClr>
                </a:gs>
                <a:gs pos="100000">
                  <a:srgbClr val="E5BC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10133986">
              <a:off x="1421259" y="141601"/>
              <a:ext cx="477011" cy="134109"/>
            </a:xfrm>
            <a:prstGeom prst="ellipse">
              <a:avLst/>
            </a:prstGeom>
            <a:gradFill>
              <a:gsLst>
                <a:gs pos="0">
                  <a:srgbClr val="FFF0C3">
                    <a:alpha val="14352"/>
                  </a:srgbClr>
                </a:gs>
                <a:gs pos="14286">
                  <a:srgbClr val="FFF0C3">
                    <a:alpha val="13272"/>
                  </a:srgbClr>
                </a:gs>
                <a:gs pos="28571">
                  <a:srgbClr val="FFF0C3">
                    <a:alpha val="10467"/>
                  </a:srgbClr>
                </a:gs>
                <a:gs pos="42857">
                  <a:srgbClr val="FFF0C3">
                    <a:alpha val="6995"/>
                  </a:srgbClr>
                </a:gs>
                <a:gs pos="57143">
                  <a:srgbClr val="FFF0C3">
                    <a:alpha val="3939"/>
                  </a:srgbClr>
                </a:gs>
                <a:gs pos="71429">
                  <a:srgbClr val="FFF0C3">
                    <a:alpha val="1863"/>
                  </a:srgbClr>
                </a:gs>
                <a:gs pos="85714">
                  <a:srgbClr val="FFF0C3">
                    <a:alpha val="741"/>
                  </a:srgbClr>
                </a:gs>
                <a:gs pos="100000">
                  <a:srgbClr val="FFF0C3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7894812">
              <a:off x="309251" y="1401950"/>
              <a:ext cx="203009" cy="64743"/>
            </a:xfrm>
            <a:prstGeom prst="ellipse">
              <a:avLst/>
            </a:prstGeom>
            <a:gradFill>
              <a:gsLst>
                <a:gs pos="0">
                  <a:srgbClr val="D8945B">
                    <a:alpha val="32962"/>
                  </a:srgbClr>
                </a:gs>
                <a:gs pos="14286">
                  <a:srgbClr val="D8945B">
                    <a:alpha val="30758"/>
                  </a:srgbClr>
                </a:gs>
                <a:gs pos="28571">
                  <a:srgbClr val="D8945B">
                    <a:alpha val="24828"/>
                  </a:srgbClr>
                </a:gs>
                <a:gs pos="42857">
                  <a:srgbClr val="D8945B">
                    <a:alpha val="17072"/>
                  </a:srgbClr>
                </a:gs>
                <a:gs pos="57143">
                  <a:srgbClr val="D8945B">
                    <a:alpha val="9853"/>
                  </a:srgbClr>
                </a:gs>
                <a:gs pos="71429">
                  <a:srgbClr val="D8945B">
                    <a:alpha val="4739"/>
                  </a:srgbClr>
                </a:gs>
                <a:gs pos="85714">
                  <a:srgbClr val="D8945B">
                    <a:alpha val="1902"/>
                  </a:srgbClr>
                </a:gs>
                <a:gs pos="100000">
                  <a:srgbClr val="D894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8298710">
              <a:off x="2860909" y="2124139"/>
              <a:ext cx="519231" cy="27256"/>
            </a:xfrm>
            <a:prstGeom prst="ellipse">
              <a:avLst/>
            </a:prstGeom>
            <a:gradFill>
              <a:gsLst>
                <a:gs pos="0">
                  <a:srgbClr val="550000">
                    <a:alpha val="32968"/>
                  </a:srgbClr>
                </a:gs>
                <a:gs pos="14286">
                  <a:srgbClr val="550000">
                    <a:alpha val="30764"/>
                  </a:srgbClr>
                </a:gs>
                <a:gs pos="28571">
                  <a:srgbClr val="550000">
                    <a:alpha val="24833"/>
                  </a:srgbClr>
                </a:gs>
                <a:gs pos="42857">
                  <a:srgbClr val="550000">
                    <a:alpha val="17075"/>
                  </a:srgbClr>
                </a:gs>
                <a:gs pos="57143">
                  <a:srgbClr val="550000">
                    <a:alpha val="9855"/>
                  </a:srgbClr>
                </a:gs>
                <a:gs pos="71429">
                  <a:srgbClr val="550000">
                    <a:alpha val="4740"/>
                  </a:srgbClr>
                </a:gs>
                <a:gs pos="85714">
                  <a:srgbClr val="550000">
                    <a:alpha val="1902"/>
                  </a:srgbClr>
                </a:gs>
                <a:gs pos="100000">
                  <a:srgbClr val="5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8338936">
              <a:off x="779951" y="240715"/>
              <a:ext cx="616236" cy="155782"/>
            </a:xfrm>
            <a:prstGeom prst="ellipse">
              <a:avLst/>
            </a:prstGeom>
            <a:gradFill>
              <a:gsLst>
                <a:gs pos="0">
                  <a:srgbClr val="852D1E">
                    <a:alpha val="32776"/>
                  </a:srgbClr>
                </a:gs>
                <a:gs pos="14286">
                  <a:srgbClr val="852D1E">
                    <a:alpha val="30581"/>
                  </a:srgbClr>
                </a:gs>
                <a:gs pos="28571">
                  <a:srgbClr val="852D1E">
                    <a:alpha val="24679"/>
                  </a:srgbClr>
                </a:gs>
                <a:gs pos="42857">
                  <a:srgbClr val="852D1E">
                    <a:alpha val="16964"/>
                  </a:srgbClr>
                </a:gs>
                <a:gs pos="57143">
                  <a:srgbClr val="852D1E">
                    <a:alpha val="9788"/>
                  </a:srgbClr>
                </a:gs>
                <a:gs pos="71429">
                  <a:srgbClr val="852D1E">
                    <a:alpha val="4707"/>
                  </a:srgbClr>
                </a:gs>
                <a:gs pos="85714">
                  <a:srgbClr val="852D1E">
                    <a:alpha val="1889"/>
                  </a:srgbClr>
                </a:gs>
                <a:gs pos="100000">
                  <a:srgbClr val="852D1E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-8261281">
              <a:off x="438748" y="1735613"/>
              <a:ext cx="532440" cy="103392"/>
            </a:xfrm>
            <a:prstGeom prst="ellipse">
              <a:avLst/>
            </a:prstGeom>
            <a:gradFill>
              <a:gsLst>
                <a:gs pos="0">
                  <a:srgbClr val="C51500">
                    <a:alpha val="32877"/>
                  </a:srgbClr>
                </a:gs>
                <a:gs pos="14286">
                  <a:srgbClr val="C51500">
                    <a:alpha val="30677"/>
                  </a:srgbClr>
                </a:gs>
                <a:gs pos="28571">
                  <a:srgbClr val="C51500">
                    <a:alpha val="24760"/>
                  </a:srgbClr>
                </a:gs>
                <a:gs pos="42857">
                  <a:srgbClr val="C51500">
                    <a:alpha val="17022"/>
                  </a:srgbClr>
                </a:gs>
                <a:gs pos="57143">
                  <a:srgbClr val="C51500">
                    <a:alpha val="9823"/>
                  </a:srgbClr>
                </a:gs>
                <a:gs pos="71429">
                  <a:srgbClr val="C51500">
                    <a:alpha val="4725"/>
                  </a:srgbClr>
                </a:gs>
                <a:gs pos="85714">
                  <a:srgbClr val="C51500">
                    <a:alpha val="1896"/>
                  </a:srgbClr>
                </a:gs>
                <a:gs pos="100000">
                  <a:srgbClr val="C515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5418342">
              <a:off x="745995" y="632906"/>
              <a:ext cx="596822" cy="30817"/>
            </a:xfrm>
            <a:prstGeom prst="ellipse">
              <a:avLst/>
            </a:prstGeom>
            <a:gradFill>
              <a:gsLst>
                <a:gs pos="0">
                  <a:srgbClr val="9C0000">
                    <a:alpha val="32968"/>
                  </a:srgbClr>
                </a:gs>
                <a:gs pos="14286">
                  <a:srgbClr val="9C0000">
                    <a:alpha val="30764"/>
                  </a:srgbClr>
                </a:gs>
                <a:gs pos="28571">
                  <a:srgbClr val="9C0000">
                    <a:alpha val="24833"/>
                  </a:srgbClr>
                </a:gs>
                <a:gs pos="42857">
                  <a:srgbClr val="9C0000">
                    <a:alpha val="17075"/>
                  </a:srgbClr>
                </a:gs>
                <a:gs pos="57143">
                  <a:srgbClr val="9C0000">
                    <a:alpha val="9855"/>
                  </a:srgbClr>
                </a:gs>
                <a:gs pos="71429">
                  <a:srgbClr val="9C0000">
                    <a:alpha val="4740"/>
                  </a:srgbClr>
                </a:gs>
                <a:gs pos="85714">
                  <a:srgbClr val="9C0000">
                    <a:alpha val="1902"/>
                  </a:srgbClr>
                </a:gs>
                <a:gs pos="100000">
                  <a:srgbClr val="9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6966764">
              <a:off x="966287" y="394342"/>
              <a:ext cx="354297" cy="63494"/>
            </a:xfrm>
            <a:prstGeom prst="ellipse">
              <a:avLst/>
            </a:prstGeom>
            <a:gradFill>
              <a:gsLst>
                <a:gs pos="0">
                  <a:srgbClr val="FFFFF3">
                    <a:alpha val="32968"/>
                  </a:srgbClr>
                </a:gs>
                <a:gs pos="14286">
                  <a:srgbClr val="FFFFF3">
                    <a:alpha val="30764"/>
                  </a:srgbClr>
                </a:gs>
                <a:gs pos="28571">
                  <a:srgbClr val="FFFFF3">
                    <a:alpha val="24833"/>
                  </a:srgbClr>
                </a:gs>
                <a:gs pos="42857">
                  <a:srgbClr val="FFFFF3">
                    <a:alpha val="17075"/>
                  </a:srgbClr>
                </a:gs>
                <a:gs pos="57143">
                  <a:srgbClr val="FFFFF3">
                    <a:alpha val="9855"/>
                  </a:srgbClr>
                </a:gs>
                <a:gs pos="71429">
                  <a:srgbClr val="FFFFF3">
                    <a:alpha val="4740"/>
                  </a:srgbClr>
                </a:gs>
                <a:gs pos="85714">
                  <a:srgbClr val="FFFFF3">
                    <a:alpha val="1902"/>
                  </a:srgbClr>
                </a:gs>
                <a:gs pos="100000">
                  <a:srgbClr val="FFFF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7367012">
              <a:off x="102421" y="529524"/>
              <a:ext cx="493994" cy="104780"/>
            </a:xfrm>
            <a:prstGeom prst="ellipse">
              <a:avLst/>
            </a:prstGeom>
            <a:gradFill>
              <a:gsLst>
                <a:gs pos="0">
                  <a:srgbClr val="F5903F">
                    <a:alpha val="17389"/>
                  </a:srgbClr>
                </a:gs>
                <a:gs pos="14286">
                  <a:srgbClr val="F5903F">
                    <a:alpha val="16103"/>
                  </a:srgbClr>
                </a:gs>
                <a:gs pos="28571">
                  <a:srgbClr val="F5903F">
                    <a:alpha val="12744"/>
                  </a:srgbClr>
                </a:gs>
                <a:gs pos="42857">
                  <a:srgbClr val="F5903F">
                    <a:alpha val="8554"/>
                  </a:srgbClr>
                </a:gs>
                <a:gs pos="57143">
                  <a:srgbClr val="F5903F">
                    <a:alpha val="4834"/>
                  </a:srgbClr>
                </a:gs>
                <a:gs pos="71429">
                  <a:srgbClr val="F5903F">
                    <a:alpha val="2293"/>
                  </a:srgbClr>
                </a:gs>
                <a:gs pos="85714">
                  <a:srgbClr val="F5903F">
                    <a:alpha val="913"/>
                  </a:srgbClr>
                </a:gs>
                <a:gs pos="100000">
                  <a:srgbClr val="F5903F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10561674">
              <a:off x="1587086" y="1104397"/>
              <a:ext cx="557705" cy="79088"/>
            </a:xfrm>
            <a:prstGeom prst="ellipse">
              <a:avLst/>
            </a:prstGeom>
            <a:gradFill>
              <a:gsLst>
                <a:gs pos="0">
                  <a:srgbClr val="FFA23A">
                    <a:alpha val="32968"/>
                  </a:srgbClr>
                </a:gs>
                <a:gs pos="14286">
                  <a:srgbClr val="FFA23A">
                    <a:alpha val="30764"/>
                  </a:srgbClr>
                </a:gs>
                <a:gs pos="28571">
                  <a:srgbClr val="FFA23A">
                    <a:alpha val="24833"/>
                  </a:srgbClr>
                </a:gs>
                <a:gs pos="42857">
                  <a:srgbClr val="FFA23A">
                    <a:alpha val="17075"/>
                  </a:srgbClr>
                </a:gs>
                <a:gs pos="57143">
                  <a:srgbClr val="FFA23A">
                    <a:alpha val="9855"/>
                  </a:srgbClr>
                </a:gs>
                <a:gs pos="71429">
                  <a:srgbClr val="FFA23A">
                    <a:alpha val="4740"/>
                  </a:srgbClr>
                </a:gs>
                <a:gs pos="85714">
                  <a:srgbClr val="FFA23A">
                    <a:alpha val="1902"/>
                  </a:srgbClr>
                </a:gs>
                <a:gs pos="100000">
                  <a:srgbClr val="FFA2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9792774">
              <a:off x="1261526" y="1762864"/>
              <a:ext cx="550054" cy="408967"/>
            </a:xfrm>
            <a:prstGeom prst="ellipse">
              <a:avLst/>
            </a:prstGeom>
            <a:gradFill>
              <a:gsLst>
                <a:gs pos="0">
                  <a:srgbClr val="53000D">
                    <a:alpha val="32968"/>
                  </a:srgbClr>
                </a:gs>
                <a:gs pos="14286">
                  <a:srgbClr val="53000D">
                    <a:alpha val="30764"/>
                  </a:srgbClr>
                </a:gs>
                <a:gs pos="28571">
                  <a:srgbClr val="53000D">
                    <a:alpha val="24833"/>
                  </a:srgbClr>
                </a:gs>
                <a:gs pos="42857">
                  <a:srgbClr val="53000D">
                    <a:alpha val="17075"/>
                  </a:srgbClr>
                </a:gs>
                <a:gs pos="57143">
                  <a:srgbClr val="53000D">
                    <a:alpha val="9855"/>
                  </a:srgbClr>
                </a:gs>
                <a:gs pos="71429">
                  <a:srgbClr val="53000D">
                    <a:alpha val="4740"/>
                  </a:srgbClr>
                </a:gs>
                <a:gs pos="85714">
                  <a:srgbClr val="53000D">
                    <a:alpha val="1902"/>
                  </a:srgbClr>
                </a:gs>
                <a:gs pos="100000">
                  <a:srgbClr val="530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5111414">
              <a:off x="209086" y="1307911"/>
              <a:ext cx="553159" cy="55245"/>
            </a:xfrm>
            <a:prstGeom prst="ellipse">
              <a:avLst/>
            </a:prstGeom>
            <a:gradFill>
              <a:gsLst>
                <a:gs pos="0">
                  <a:srgbClr val="940000">
                    <a:alpha val="32968"/>
                  </a:srgbClr>
                </a:gs>
                <a:gs pos="14286">
                  <a:srgbClr val="940000">
                    <a:alpha val="30764"/>
                  </a:srgbClr>
                </a:gs>
                <a:gs pos="28571">
                  <a:srgbClr val="940000">
                    <a:alpha val="24833"/>
                  </a:srgbClr>
                </a:gs>
                <a:gs pos="42857">
                  <a:srgbClr val="940000">
                    <a:alpha val="17075"/>
                  </a:srgbClr>
                </a:gs>
                <a:gs pos="57143">
                  <a:srgbClr val="940000">
                    <a:alpha val="9855"/>
                  </a:srgbClr>
                </a:gs>
                <a:gs pos="71429">
                  <a:srgbClr val="940000">
                    <a:alpha val="4740"/>
                  </a:srgbClr>
                </a:gs>
                <a:gs pos="85714">
                  <a:srgbClr val="940000">
                    <a:alpha val="1902"/>
                  </a:srgbClr>
                </a:gs>
                <a:gs pos="100000">
                  <a:srgbClr val="9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6489254">
              <a:off x="140304" y="1168708"/>
              <a:ext cx="410200" cy="252575"/>
            </a:xfrm>
            <a:prstGeom prst="ellipse">
              <a:avLst/>
            </a:prstGeom>
            <a:gradFill>
              <a:gsLst>
                <a:gs pos="0">
                  <a:srgbClr val="FFCE89">
                    <a:alpha val="21145"/>
                  </a:srgbClr>
                </a:gs>
                <a:gs pos="14286">
                  <a:srgbClr val="FFCE89">
                    <a:alpha val="19615"/>
                  </a:srgbClr>
                </a:gs>
                <a:gs pos="28571">
                  <a:srgbClr val="FFCE89">
                    <a:alpha val="15594"/>
                  </a:srgbClr>
                </a:gs>
                <a:gs pos="42857">
                  <a:srgbClr val="FFCE89">
                    <a:alpha val="10524"/>
                  </a:srgbClr>
                </a:gs>
                <a:gs pos="57143">
                  <a:srgbClr val="FFCE89">
                    <a:alpha val="5976"/>
                  </a:srgbClr>
                </a:gs>
                <a:gs pos="71429">
                  <a:srgbClr val="FFCE89">
                    <a:alpha val="2843"/>
                  </a:srgbClr>
                </a:gs>
                <a:gs pos="85714">
                  <a:srgbClr val="FFCE89">
                    <a:alpha val="1134"/>
                  </a:srgbClr>
                </a:gs>
                <a:gs pos="100000">
                  <a:srgbClr val="FFCE89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7941786">
              <a:off x="922862" y="333566"/>
              <a:ext cx="472734" cy="28604"/>
            </a:xfrm>
            <a:prstGeom prst="ellipse">
              <a:avLst/>
            </a:prstGeom>
            <a:gradFill>
              <a:gsLst>
                <a:gs pos="0">
                  <a:srgbClr val="A11B00">
                    <a:alpha val="32968"/>
                  </a:srgbClr>
                </a:gs>
                <a:gs pos="14286">
                  <a:srgbClr val="A11B00">
                    <a:alpha val="30764"/>
                  </a:srgbClr>
                </a:gs>
                <a:gs pos="28571">
                  <a:srgbClr val="A11B00">
                    <a:alpha val="24833"/>
                  </a:srgbClr>
                </a:gs>
                <a:gs pos="42857">
                  <a:srgbClr val="A11B00">
                    <a:alpha val="17075"/>
                  </a:srgbClr>
                </a:gs>
                <a:gs pos="57143">
                  <a:srgbClr val="A11B00">
                    <a:alpha val="9855"/>
                  </a:srgbClr>
                </a:gs>
                <a:gs pos="71429">
                  <a:srgbClr val="A11B00">
                    <a:alpha val="4740"/>
                  </a:srgbClr>
                </a:gs>
                <a:gs pos="85714">
                  <a:srgbClr val="A11B00">
                    <a:alpha val="1902"/>
                  </a:srgbClr>
                </a:gs>
                <a:gs pos="100000">
                  <a:srgbClr val="A1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4948068">
              <a:off x="1132451" y="1573436"/>
              <a:ext cx="626140" cy="64923"/>
            </a:xfrm>
            <a:prstGeom prst="ellipse">
              <a:avLst/>
            </a:prstGeom>
            <a:gradFill>
              <a:gsLst>
                <a:gs pos="0">
                  <a:srgbClr val="000000">
                    <a:alpha val="11848"/>
                  </a:srgbClr>
                </a:gs>
                <a:gs pos="14286">
                  <a:srgbClr val="000000">
                    <a:alpha val="10945"/>
                  </a:srgbClr>
                </a:gs>
                <a:gs pos="28571">
                  <a:srgbClr val="000000">
                    <a:alpha val="8607"/>
                  </a:srgbClr>
                </a:gs>
                <a:gs pos="42857">
                  <a:srgbClr val="000000">
                    <a:alpha val="5732"/>
                  </a:srgbClr>
                </a:gs>
                <a:gs pos="57143">
                  <a:srgbClr val="000000">
                    <a:alpha val="3218"/>
                  </a:srgbClr>
                </a:gs>
                <a:gs pos="71429">
                  <a:srgbClr val="000000">
                    <a:alpha val="1519"/>
                  </a:srgbClr>
                </a:gs>
                <a:gs pos="85714">
                  <a:srgbClr val="000000">
                    <a:alpha val="604"/>
                  </a:srgbClr>
                </a:gs>
                <a:gs pos="100000">
                  <a:srgbClr val="000000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8742336">
              <a:off x="-102544" y="452005"/>
              <a:ext cx="770940" cy="43227"/>
            </a:xfrm>
            <a:prstGeom prst="ellipse">
              <a:avLst/>
            </a:prstGeom>
            <a:gradFill>
              <a:gsLst>
                <a:gs pos="0">
                  <a:srgbClr val="FF5B18">
                    <a:alpha val="32968"/>
                  </a:srgbClr>
                </a:gs>
                <a:gs pos="14286">
                  <a:srgbClr val="FF5B18">
                    <a:alpha val="30764"/>
                  </a:srgbClr>
                </a:gs>
                <a:gs pos="28571">
                  <a:srgbClr val="FF5B18">
                    <a:alpha val="24833"/>
                  </a:srgbClr>
                </a:gs>
                <a:gs pos="42857">
                  <a:srgbClr val="FF5B18">
                    <a:alpha val="17075"/>
                  </a:srgbClr>
                </a:gs>
                <a:gs pos="57143">
                  <a:srgbClr val="FF5B18">
                    <a:alpha val="9855"/>
                  </a:srgbClr>
                </a:gs>
                <a:gs pos="71429">
                  <a:srgbClr val="FF5B18">
                    <a:alpha val="4740"/>
                  </a:srgbClr>
                </a:gs>
                <a:gs pos="85714">
                  <a:srgbClr val="FF5B18">
                    <a:alpha val="1902"/>
                  </a:srgbClr>
                </a:gs>
                <a:gs pos="100000">
                  <a:srgbClr val="FF5B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7091447">
              <a:off x="1103884" y="415989"/>
              <a:ext cx="330187" cy="107356"/>
            </a:xfrm>
            <a:prstGeom prst="ellipse">
              <a:avLst/>
            </a:prstGeom>
            <a:gradFill>
              <a:gsLst>
                <a:gs pos="0">
                  <a:srgbClr val="C59272">
                    <a:alpha val="32968"/>
                  </a:srgbClr>
                </a:gs>
                <a:gs pos="14286">
                  <a:srgbClr val="C59272">
                    <a:alpha val="30764"/>
                  </a:srgbClr>
                </a:gs>
                <a:gs pos="28571">
                  <a:srgbClr val="C59272">
                    <a:alpha val="24833"/>
                  </a:srgbClr>
                </a:gs>
                <a:gs pos="42857">
                  <a:srgbClr val="C59272">
                    <a:alpha val="17075"/>
                  </a:srgbClr>
                </a:gs>
                <a:gs pos="57143">
                  <a:srgbClr val="C59272">
                    <a:alpha val="9855"/>
                  </a:srgbClr>
                </a:gs>
                <a:gs pos="71429">
                  <a:srgbClr val="C59272">
                    <a:alpha val="4740"/>
                  </a:srgbClr>
                </a:gs>
                <a:gs pos="85714">
                  <a:srgbClr val="C59272">
                    <a:alpha val="1902"/>
                  </a:srgbClr>
                </a:gs>
                <a:gs pos="100000">
                  <a:srgbClr val="C592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-9873580">
              <a:off x="907658" y="2241171"/>
              <a:ext cx="688064" cy="1829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9021458">
              <a:off x="1220795" y="606577"/>
              <a:ext cx="581818" cy="199611"/>
            </a:xfrm>
            <a:prstGeom prst="ellipse">
              <a:avLst/>
            </a:prstGeom>
            <a:gradFill>
              <a:gsLst>
                <a:gs pos="0">
                  <a:srgbClr val="000015">
                    <a:alpha val="32968"/>
                  </a:srgbClr>
                </a:gs>
                <a:gs pos="14286">
                  <a:srgbClr val="000015">
                    <a:alpha val="30764"/>
                  </a:srgbClr>
                </a:gs>
                <a:gs pos="28571">
                  <a:srgbClr val="000015">
                    <a:alpha val="24833"/>
                  </a:srgbClr>
                </a:gs>
                <a:gs pos="42857">
                  <a:srgbClr val="000015">
                    <a:alpha val="17075"/>
                  </a:srgbClr>
                </a:gs>
                <a:gs pos="57143">
                  <a:srgbClr val="000015">
                    <a:alpha val="9855"/>
                  </a:srgbClr>
                </a:gs>
                <a:gs pos="71429">
                  <a:srgbClr val="000015">
                    <a:alpha val="4740"/>
                  </a:srgbClr>
                </a:gs>
                <a:gs pos="85714">
                  <a:srgbClr val="000015">
                    <a:alpha val="1902"/>
                  </a:srgbClr>
                </a:gs>
                <a:gs pos="100000">
                  <a:srgbClr val="0000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9734746">
              <a:off x="1211875" y="2008567"/>
              <a:ext cx="646398" cy="267834"/>
            </a:xfrm>
            <a:prstGeom prst="ellipse">
              <a:avLst/>
            </a:prstGeom>
            <a:gradFill>
              <a:gsLst>
                <a:gs pos="0">
                  <a:srgbClr val="4A0000">
                    <a:alpha val="32968"/>
                  </a:srgbClr>
                </a:gs>
                <a:gs pos="14286">
                  <a:srgbClr val="4A0000">
                    <a:alpha val="30764"/>
                  </a:srgbClr>
                </a:gs>
                <a:gs pos="28571">
                  <a:srgbClr val="4A0000">
                    <a:alpha val="24833"/>
                  </a:srgbClr>
                </a:gs>
                <a:gs pos="42857">
                  <a:srgbClr val="4A0000">
                    <a:alpha val="17075"/>
                  </a:srgbClr>
                </a:gs>
                <a:gs pos="57143">
                  <a:srgbClr val="4A0000">
                    <a:alpha val="9855"/>
                  </a:srgbClr>
                </a:gs>
                <a:gs pos="71429">
                  <a:srgbClr val="4A0000">
                    <a:alpha val="4740"/>
                  </a:srgbClr>
                </a:gs>
                <a:gs pos="85714">
                  <a:srgbClr val="4A0000">
                    <a:alpha val="1902"/>
                  </a:srgbClr>
                </a:gs>
                <a:gs pos="100000">
                  <a:srgbClr val="4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7999794">
              <a:off x="2071770" y="1912792"/>
              <a:ext cx="560292" cy="52201"/>
            </a:xfrm>
            <a:prstGeom prst="ellipse">
              <a:avLst/>
            </a:prstGeom>
            <a:gradFill>
              <a:gsLst>
                <a:gs pos="0">
                  <a:srgbClr val="00000E">
                    <a:alpha val="32968"/>
                  </a:srgbClr>
                </a:gs>
                <a:gs pos="14286">
                  <a:srgbClr val="00000E">
                    <a:alpha val="30764"/>
                  </a:srgbClr>
                </a:gs>
                <a:gs pos="28571">
                  <a:srgbClr val="00000E">
                    <a:alpha val="24833"/>
                  </a:srgbClr>
                </a:gs>
                <a:gs pos="42857">
                  <a:srgbClr val="00000E">
                    <a:alpha val="17075"/>
                  </a:srgbClr>
                </a:gs>
                <a:gs pos="57143">
                  <a:srgbClr val="00000E">
                    <a:alpha val="9855"/>
                  </a:srgbClr>
                </a:gs>
                <a:gs pos="71429">
                  <a:srgbClr val="00000E">
                    <a:alpha val="4740"/>
                  </a:srgbClr>
                </a:gs>
                <a:gs pos="85714">
                  <a:srgbClr val="00000E">
                    <a:alpha val="1902"/>
                  </a:srgbClr>
                </a:gs>
                <a:gs pos="100000">
                  <a:srgbClr val="0000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6665065">
              <a:off x="2762508" y="2250821"/>
              <a:ext cx="305348" cy="121083"/>
            </a:xfrm>
            <a:prstGeom prst="ellipse">
              <a:avLst/>
            </a:prstGeom>
            <a:gradFill>
              <a:gsLst>
                <a:gs pos="0">
                  <a:srgbClr val="FFC387">
                    <a:alpha val="12766"/>
                  </a:srgbClr>
                </a:gs>
                <a:gs pos="14286">
                  <a:srgbClr val="FFC387">
                    <a:alpha val="11797"/>
                  </a:srgbClr>
                </a:gs>
                <a:gs pos="28571">
                  <a:srgbClr val="FFC387">
                    <a:alpha val="9287"/>
                  </a:srgbClr>
                </a:gs>
                <a:gs pos="42857">
                  <a:srgbClr val="FFC387">
                    <a:alpha val="6193"/>
                  </a:srgbClr>
                </a:gs>
                <a:gs pos="57143">
                  <a:srgbClr val="FFC387">
                    <a:alpha val="3480"/>
                  </a:srgbClr>
                </a:gs>
                <a:gs pos="71429">
                  <a:srgbClr val="FFC387">
                    <a:alpha val="1645"/>
                  </a:srgbClr>
                </a:gs>
                <a:gs pos="85714">
                  <a:srgbClr val="FFC387">
                    <a:alpha val="654"/>
                  </a:srgbClr>
                </a:gs>
                <a:gs pos="100000">
                  <a:srgbClr val="FFC387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8336532">
              <a:off x="284386" y="549421"/>
              <a:ext cx="687971" cy="29102"/>
            </a:xfrm>
            <a:prstGeom prst="ellipse">
              <a:avLst/>
            </a:prstGeom>
            <a:gradFill>
              <a:gsLst>
                <a:gs pos="0">
                  <a:srgbClr val="680000">
                    <a:alpha val="32968"/>
                  </a:srgbClr>
                </a:gs>
                <a:gs pos="14286">
                  <a:srgbClr val="680000">
                    <a:alpha val="30764"/>
                  </a:srgbClr>
                </a:gs>
                <a:gs pos="28571">
                  <a:srgbClr val="680000">
                    <a:alpha val="24833"/>
                  </a:srgbClr>
                </a:gs>
                <a:gs pos="42857">
                  <a:srgbClr val="680000">
                    <a:alpha val="17075"/>
                  </a:srgbClr>
                </a:gs>
                <a:gs pos="57143">
                  <a:srgbClr val="680000">
                    <a:alpha val="9855"/>
                  </a:srgbClr>
                </a:gs>
                <a:gs pos="71429">
                  <a:srgbClr val="680000">
                    <a:alpha val="4740"/>
                  </a:srgbClr>
                </a:gs>
                <a:gs pos="85714">
                  <a:srgbClr val="680000">
                    <a:alpha val="1902"/>
                  </a:srgbClr>
                </a:gs>
                <a:gs pos="100000">
                  <a:srgbClr val="6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3206285">
              <a:off x="1039984" y="1282308"/>
              <a:ext cx="296724" cy="22447"/>
            </a:xfrm>
            <a:prstGeom prst="ellipse">
              <a:avLst/>
            </a:prstGeom>
            <a:gradFill>
              <a:gsLst>
                <a:gs pos="0">
                  <a:srgbClr val="FFFFA7">
                    <a:alpha val="32968"/>
                  </a:srgbClr>
                </a:gs>
                <a:gs pos="14286">
                  <a:srgbClr val="FFFFA7">
                    <a:alpha val="30764"/>
                  </a:srgbClr>
                </a:gs>
                <a:gs pos="28571">
                  <a:srgbClr val="FFFFA7">
                    <a:alpha val="24833"/>
                  </a:srgbClr>
                </a:gs>
                <a:gs pos="42857">
                  <a:srgbClr val="FFFFA7">
                    <a:alpha val="17075"/>
                  </a:srgbClr>
                </a:gs>
                <a:gs pos="57143">
                  <a:srgbClr val="FFFFA7">
                    <a:alpha val="9855"/>
                  </a:srgbClr>
                </a:gs>
                <a:gs pos="71429">
                  <a:srgbClr val="FFFFA7">
                    <a:alpha val="4740"/>
                  </a:srgbClr>
                </a:gs>
                <a:gs pos="85714">
                  <a:srgbClr val="FFFFA7">
                    <a:alpha val="1902"/>
                  </a:srgbClr>
                </a:gs>
                <a:gs pos="100000">
                  <a:srgbClr val="FFFF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8326902">
              <a:off x="2326498" y="2013350"/>
              <a:ext cx="504413" cy="62369"/>
            </a:xfrm>
            <a:prstGeom prst="ellipse">
              <a:avLst/>
            </a:prstGeom>
            <a:gradFill>
              <a:gsLst>
                <a:gs pos="0">
                  <a:srgbClr val="FF5622">
                    <a:alpha val="32968"/>
                  </a:srgbClr>
                </a:gs>
                <a:gs pos="14286">
                  <a:srgbClr val="FF5622">
                    <a:alpha val="30764"/>
                  </a:srgbClr>
                </a:gs>
                <a:gs pos="28571">
                  <a:srgbClr val="FF5622">
                    <a:alpha val="24833"/>
                  </a:srgbClr>
                </a:gs>
                <a:gs pos="42857">
                  <a:srgbClr val="FF5622">
                    <a:alpha val="17075"/>
                  </a:srgbClr>
                </a:gs>
                <a:gs pos="57143">
                  <a:srgbClr val="FF5622">
                    <a:alpha val="9855"/>
                  </a:srgbClr>
                </a:gs>
                <a:gs pos="71429">
                  <a:srgbClr val="FF5622">
                    <a:alpha val="4740"/>
                  </a:srgbClr>
                </a:gs>
                <a:gs pos="85714">
                  <a:srgbClr val="FF5622">
                    <a:alpha val="1902"/>
                  </a:srgbClr>
                </a:gs>
                <a:gs pos="100000">
                  <a:srgbClr val="FF56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8314211">
              <a:off x="68127" y="599564"/>
              <a:ext cx="424473" cy="35770"/>
            </a:xfrm>
            <a:prstGeom prst="ellipse">
              <a:avLst/>
            </a:prstGeom>
            <a:gradFill>
              <a:gsLst>
                <a:gs pos="0">
                  <a:srgbClr val="FF9B4B">
                    <a:alpha val="23100"/>
                  </a:srgbClr>
                </a:gs>
                <a:gs pos="14286">
                  <a:srgbClr val="FF9B4B">
                    <a:alpha val="21448"/>
                  </a:srgbClr>
                </a:gs>
                <a:gs pos="28571">
                  <a:srgbClr val="FF9B4B">
                    <a:alpha val="17093"/>
                  </a:srgbClr>
                </a:gs>
                <a:gs pos="42857">
                  <a:srgbClr val="FF9B4B">
                    <a:alpha val="11569"/>
                  </a:srgbClr>
                </a:gs>
                <a:gs pos="57143">
                  <a:srgbClr val="FF9B4B">
                    <a:alpha val="6586"/>
                  </a:srgbClr>
                </a:gs>
                <a:gs pos="71429">
                  <a:srgbClr val="FF9B4B">
                    <a:alpha val="3139"/>
                  </a:srgbClr>
                </a:gs>
                <a:gs pos="85714">
                  <a:srgbClr val="FF9B4B">
                    <a:alpha val="1253"/>
                  </a:srgbClr>
                </a:gs>
                <a:gs pos="100000">
                  <a:srgbClr val="FF9B4B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2797217">
              <a:off x="164481" y="2159565"/>
              <a:ext cx="223559" cy="126329"/>
            </a:xfrm>
            <a:prstGeom prst="ellipse">
              <a:avLst/>
            </a:prstGeom>
            <a:gradFill>
              <a:gsLst>
                <a:gs pos="0">
                  <a:srgbClr val="AE4E00">
                    <a:alpha val="32968"/>
                  </a:srgbClr>
                </a:gs>
                <a:gs pos="14286">
                  <a:srgbClr val="AE4E00">
                    <a:alpha val="30764"/>
                  </a:srgbClr>
                </a:gs>
                <a:gs pos="28571">
                  <a:srgbClr val="AE4E00">
                    <a:alpha val="24833"/>
                  </a:srgbClr>
                </a:gs>
                <a:gs pos="42857">
                  <a:srgbClr val="AE4E00">
                    <a:alpha val="17075"/>
                  </a:srgbClr>
                </a:gs>
                <a:gs pos="57143">
                  <a:srgbClr val="AE4E00">
                    <a:alpha val="9855"/>
                  </a:srgbClr>
                </a:gs>
                <a:gs pos="71429">
                  <a:srgbClr val="AE4E00">
                    <a:alpha val="4740"/>
                  </a:srgbClr>
                </a:gs>
                <a:gs pos="85714">
                  <a:srgbClr val="AE4E00">
                    <a:alpha val="1902"/>
                  </a:srgbClr>
                </a:gs>
                <a:gs pos="100000">
                  <a:srgbClr val="AE4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8668363">
              <a:off x="509758" y="440951"/>
              <a:ext cx="501302" cy="35726"/>
            </a:xfrm>
            <a:prstGeom prst="ellipse">
              <a:avLst/>
            </a:prstGeom>
            <a:gradFill>
              <a:gsLst>
                <a:gs pos="0">
                  <a:srgbClr val="610001">
                    <a:alpha val="32968"/>
                  </a:srgbClr>
                </a:gs>
                <a:gs pos="14286">
                  <a:srgbClr val="610001">
                    <a:alpha val="30764"/>
                  </a:srgbClr>
                </a:gs>
                <a:gs pos="28571">
                  <a:srgbClr val="610001">
                    <a:alpha val="24833"/>
                  </a:srgbClr>
                </a:gs>
                <a:gs pos="42857">
                  <a:srgbClr val="610001">
                    <a:alpha val="17075"/>
                  </a:srgbClr>
                </a:gs>
                <a:gs pos="57143">
                  <a:srgbClr val="610001">
                    <a:alpha val="9855"/>
                  </a:srgbClr>
                </a:gs>
                <a:gs pos="71429">
                  <a:srgbClr val="610001">
                    <a:alpha val="4740"/>
                  </a:srgbClr>
                </a:gs>
                <a:gs pos="85714">
                  <a:srgbClr val="610001">
                    <a:alpha val="1902"/>
                  </a:srgbClr>
                </a:gs>
                <a:gs pos="100000">
                  <a:srgbClr val="61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9350675">
              <a:off x="3392170" y="878522"/>
              <a:ext cx="335249" cy="89779"/>
            </a:xfrm>
            <a:prstGeom prst="ellipse">
              <a:avLst/>
            </a:prstGeom>
            <a:gradFill>
              <a:gsLst>
                <a:gs pos="0">
                  <a:srgbClr val="802505">
                    <a:alpha val="24490"/>
                  </a:srgbClr>
                </a:gs>
                <a:gs pos="14286">
                  <a:srgbClr val="802505">
                    <a:alpha val="22755"/>
                  </a:srgbClr>
                </a:gs>
                <a:gs pos="28571">
                  <a:srgbClr val="802505">
                    <a:alpha val="18165"/>
                  </a:srgbClr>
                </a:gs>
                <a:gs pos="42857">
                  <a:srgbClr val="802505">
                    <a:alpha val="12321"/>
                  </a:srgbClr>
                </a:gs>
                <a:gs pos="57143">
                  <a:srgbClr val="802505">
                    <a:alpha val="7027"/>
                  </a:srgbClr>
                </a:gs>
                <a:gs pos="71429">
                  <a:srgbClr val="802505">
                    <a:alpha val="3353"/>
                  </a:srgbClr>
                </a:gs>
                <a:gs pos="85714">
                  <a:srgbClr val="802505">
                    <a:alpha val="1340"/>
                  </a:srgbClr>
                </a:gs>
                <a:gs pos="100000">
                  <a:srgbClr val="802505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8337818">
              <a:off x="2068453" y="856522"/>
              <a:ext cx="392527" cy="134226"/>
            </a:xfrm>
            <a:prstGeom prst="ellipse">
              <a:avLst/>
            </a:prstGeom>
            <a:gradFill>
              <a:gsLst>
                <a:gs pos="0">
                  <a:srgbClr val="D4DA6E">
                    <a:alpha val="7617"/>
                  </a:srgbClr>
                </a:gs>
                <a:gs pos="14286">
                  <a:srgbClr val="D4DA6E">
                    <a:alpha val="7023"/>
                  </a:srgbClr>
                </a:gs>
                <a:gs pos="28571">
                  <a:srgbClr val="D4DA6E">
                    <a:alpha val="5497"/>
                  </a:srgbClr>
                </a:gs>
                <a:gs pos="42857">
                  <a:srgbClr val="D4DA6E">
                    <a:alpha val="3641"/>
                  </a:srgbClr>
                </a:gs>
                <a:gs pos="57143">
                  <a:srgbClr val="D4DA6E">
                    <a:alpha val="2034"/>
                  </a:srgbClr>
                </a:gs>
                <a:gs pos="71429">
                  <a:srgbClr val="D4DA6E">
                    <a:alpha val="957"/>
                  </a:srgbClr>
                </a:gs>
                <a:gs pos="85714">
                  <a:srgbClr val="D4DA6E">
                    <a:alpha val="380"/>
                  </a:srgbClr>
                </a:gs>
                <a:gs pos="100000">
                  <a:srgbClr val="D4DA6E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9949930">
              <a:off x="-85942" y="1489164"/>
              <a:ext cx="320305" cy="77328"/>
            </a:xfrm>
            <a:prstGeom prst="ellipse">
              <a:avLst/>
            </a:prstGeom>
            <a:gradFill>
              <a:gsLst>
                <a:gs pos="0">
                  <a:srgbClr val="DB985F">
                    <a:alpha val="32968"/>
                  </a:srgbClr>
                </a:gs>
                <a:gs pos="14286">
                  <a:srgbClr val="DB985F">
                    <a:alpha val="30764"/>
                  </a:srgbClr>
                </a:gs>
                <a:gs pos="28571">
                  <a:srgbClr val="DB985F">
                    <a:alpha val="24833"/>
                  </a:srgbClr>
                </a:gs>
                <a:gs pos="42857">
                  <a:srgbClr val="DB985F">
                    <a:alpha val="17075"/>
                  </a:srgbClr>
                </a:gs>
                <a:gs pos="57143">
                  <a:srgbClr val="DB985F">
                    <a:alpha val="9855"/>
                  </a:srgbClr>
                </a:gs>
                <a:gs pos="71429">
                  <a:srgbClr val="DB985F">
                    <a:alpha val="4740"/>
                  </a:srgbClr>
                </a:gs>
                <a:gs pos="85714">
                  <a:srgbClr val="DB985F">
                    <a:alpha val="1902"/>
                  </a:srgbClr>
                </a:gs>
                <a:gs pos="100000">
                  <a:srgbClr val="DB98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-10579267">
              <a:off x="1331053" y="2159245"/>
              <a:ext cx="733086" cy="128324"/>
            </a:xfrm>
            <a:prstGeom prst="ellipse">
              <a:avLst/>
            </a:prstGeom>
            <a:gradFill>
              <a:gsLst>
                <a:gs pos="0">
                  <a:srgbClr val="CE1800">
                    <a:alpha val="29066"/>
                  </a:srgbClr>
                </a:gs>
                <a:gs pos="14286">
                  <a:srgbClr val="CE1800">
                    <a:alpha val="27068"/>
                  </a:srgbClr>
                </a:gs>
                <a:gs pos="28571">
                  <a:srgbClr val="CE1800">
                    <a:alpha val="21736"/>
                  </a:srgbClr>
                </a:gs>
                <a:gs pos="42857">
                  <a:srgbClr val="CE1800">
                    <a:alpha val="14850"/>
                  </a:srgbClr>
                </a:gs>
                <a:gs pos="57143">
                  <a:srgbClr val="CE1800">
                    <a:alpha val="8522"/>
                  </a:srgbClr>
                </a:gs>
                <a:gs pos="71429">
                  <a:srgbClr val="CE1800">
                    <a:alpha val="4084"/>
                  </a:srgbClr>
                </a:gs>
                <a:gs pos="85714">
                  <a:srgbClr val="CE1800">
                    <a:alpha val="1635"/>
                  </a:srgbClr>
                </a:gs>
                <a:gs pos="100000">
                  <a:srgbClr val="CE1800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7146942">
              <a:off x="-127973" y="2405414"/>
              <a:ext cx="488086" cy="27286"/>
            </a:xfrm>
            <a:prstGeom prst="ellipse">
              <a:avLst/>
            </a:prstGeom>
            <a:gradFill>
              <a:gsLst>
                <a:gs pos="0">
                  <a:srgbClr val="FFD29E">
                    <a:alpha val="19980"/>
                  </a:srgbClr>
                </a:gs>
                <a:gs pos="14286">
                  <a:srgbClr val="FFD29E">
                    <a:alpha val="18524"/>
                  </a:srgbClr>
                </a:gs>
                <a:gs pos="28571">
                  <a:srgbClr val="FFD29E">
                    <a:alpha val="14706"/>
                  </a:srgbClr>
                </a:gs>
                <a:gs pos="42857">
                  <a:srgbClr val="FFD29E">
                    <a:alpha val="9907"/>
                  </a:srgbClr>
                </a:gs>
                <a:gs pos="57143">
                  <a:srgbClr val="FFD29E">
                    <a:alpha val="5617"/>
                  </a:srgbClr>
                </a:gs>
                <a:gs pos="71429">
                  <a:srgbClr val="FFD29E">
                    <a:alpha val="2670"/>
                  </a:srgbClr>
                </a:gs>
                <a:gs pos="85714">
                  <a:srgbClr val="FFD29E">
                    <a:alpha val="1064"/>
                  </a:srgbClr>
                </a:gs>
                <a:gs pos="100000">
                  <a:srgbClr val="FFD29E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4036130">
              <a:off x="188414" y="1605652"/>
              <a:ext cx="646337" cy="37779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9077670">
              <a:off x="-27126" y="2028870"/>
              <a:ext cx="378404" cy="61447"/>
            </a:xfrm>
            <a:prstGeom prst="ellipse">
              <a:avLst/>
            </a:prstGeom>
            <a:gradFill>
              <a:gsLst>
                <a:gs pos="0">
                  <a:srgbClr val="EDBF8F">
                    <a:alpha val="32968"/>
                  </a:srgbClr>
                </a:gs>
                <a:gs pos="14286">
                  <a:srgbClr val="EDBF8F">
                    <a:alpha val="30764"/>
                  </a:srgbClr>
                </a:gs>
                <a:gs pos="28571">
                  <a:srgbClr val="EDBF8F">
                    <a:alpha val="24833"/>
                  </a:srgbClr>
                </a:gs>
                <a:gs pos="42857">
                  <a:srgbClr val="EDBF8F">
                    <a:alpha val="17075"/>
                  </a:srgbClr>
                </a:gs>
                <a:gs pos="57143">
                  <a:srgbClr val="EDBF8F">
                    <a:alpha val="9855"/>
                  </a:srgbClr>
                </a:gs>
                <a:gs pos="71429">
                  <a:srgbClr val="EDBF8F">
                    <a:alpha val="4740"/>
                  </a:srgbClr>
                </a:gs>
                <a:gs pos="85714">
                  <a:srgbClr val="EDBF8F">
                    <a:alpha val="1902"/>
                  </a:srgbClr>
                </a:gs>
                <a:gs pos="100000">
                  <a:srgbClr val="EDBF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10471648">
              <a:off x="1575071" y="2205183"/>
              <a:ext cx="622258" cy="114500"/>
            </a:xfrm>
            <a:prstGeom prst="ellipse">
              <a:avLst/>
            </a:prstGeom>
            <a:gradFill>
              <a:gsLst>
                <a:gs pos="0">
                  <a:srgbClr val="9E0000">
                    <a:alpha val="32968"/>
                  </a:srgbClr>
                </a:gs>
                <a:gs pos="14286">
                  <a:srgbClr val="9E0000">
                    <a:alpha val="30764"/>
                  </a:srgbClr>
                </a:gs>
                <a:gs pos="28571">
                  <a:srgbClr val="9E0000">
                    <a:alpha val="24833"/>
                  </a:srgbClr>
                </a:gs>
                <a:gs pos="42857">
                  <a:srgbClr val="9E0000">
                    <a:alpha val="17075"/>
                  </a:srgbClr>
                </a:gs>
                <a:gs pos="57143">
                  <a:srgbClr val="9E0000">
                    <a:alpha val="9855"/>
                  </a:srgbClr>
                </a:gs>
                <a:gs pos="71429">
                  <a:srgbClr val="9E0000">
                    <a:alpha val="4740"/>
                  </a:srgbClr>
                </a:gs>
                <a:gs pos="85714">
                  <a:srgbClr val="9E0000">
                    <a:alpha val="1902"/>
                  </a:srgbClr>
                </a:gs>
                <a:gs pos="100000">
                  <a:srgbClr val="9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6268363">
              <a:off x="2401528" y="387765"/>
              <a:ext cx="100472" cy="66455"/>
            </a:xfrm>
            <a:prstGeom prst="ellipse">
              <a:avLst/>
            </a:prstGeom>
            <a:gradFill>
              <a:gsLst>
                <a:gs pos="0">
                  <a:srgbClr val="00463C">
                    <a:alpha val="21454"/>
                  </a:srgbClr>
                </a:gs>
                <a:gs pos="14286">
                  <a:srgbClr val="00463C">
                    <a:alpha val="19905"/>
                  </a:srgbClr>
                </a:gs>
                <a:gs pos="28571">
                  <a:srgbClr val="00463C">
                    <a:alpha val="15830"/>
                  </a:srgbClr>
                </a:gs>
                <a:gs pos="42857">
                  <a:srgbClr val="00463C">
                    <a:alpha val="10688"/>
                  </a:srgbClr>
                </a:gs>
                <a:gs pos="57143">
                  <a:srgbClr val="00463C">
                    <a:alpha val="6071"/>
                  </a:srgbClr>
                </a:gs>
                <a:gs pos="71429">
                  <a:srgbClr val="00463C">
                    <a:alpha val="2889"/>
                  </a:srgbClr>
                </a:gs>
                <a:gs pos="85714">
                  <a:srgbClr val="00463C">
                    <a:alpha val="1153"/>
                  </a:srgbClr>
                </a:gs>
                <a:gs pos="100000">
                  <a:srgbClr val="00463C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8054036">
              <a:off x="5027" y="456013"/>
              <a:ext cx="679952" cy="248998"/>
            </a:xfrm>
            <a:prstGeom prst="ellipse">
              <a:avLst/>
            </a:prstGeom>
            <a:gradFill>
              <a:gsLst>
                <a:gs pos="0">
                  <a:srgbClr val="F10000">
                    <a:alpha val="1302"/>
                  </a:srgbClr>
                </a:gs>
                <a:gs pos="14286">
                  <a:srgbClr val="F10000">
                    <a:alpha val="1197"/>
                  </a:srgbClr>
                </a:gs>
                <a:gs pos="28571">
                  <a:srgbClr val="F10000">
                    <a:alpha val="931"/>
                  </a:srgbClr>
                </a:gs>
                <a:gs pos="42857">
                  <a:srgbClr val="F10000">
                    <a:alpha val="612"/>
                  </a:srgbClr>
                </a:gs>
                <a:gs pos="57143">
                  <a:srgbClr val="F10000">
                    <a:alpha val="339"/>
                  </a:srgbClr>
                </a:gs>
                <a:gs pos="71429">
                  <a:srgbClr val="F10000">
                    <a:alpha val="159"/>
                  </a:srgbClr>
                </a:gs>
                <a:gs pos="85714">
                  <a:srgbClr val="F10000">
                    <a:alpha val="63"/>
                  </a:srgbClr>
                </a:gs>
                <a:gs pos="100000">
                  <a:srgbClr val="F100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-10263248">
              <a:off x="1409769" y="1020872"/>
              <a:ext cx="596504" cy="166502"/>
            </a:xfrm>
            <a:prstGeom prst="ellipse">
              <a:avLst/>
            </a:prstGeom>
            <a:gradFill>
              <a:gsLst>
                <a:gs pos="0">
                  <a:srgbClr val="FFA53E">
                    <a:alpha val="32968"/>
                  </a:srgbClr>
                </a:gs>
                <a:gs pos="14286">
                  <a:srgbClr val="FFA53E">
                    <a:alpha val="30764"/>
                  </a:srgbClr>
                </a:gs>
                <a:gs pos="28571">
                  <a:srgbClr val="FFA53E">
                    <a:alpha val="24833"/>
                  </a:srgbClr>
                </a:gs>
                <a:gs pos="42857">
                  <a:srgbClr val="FFA53E">
                    <a:alpha val="17075"/>
                  </a:srgbClr>
                </a:gs>
                <a:gs pos="57143">
                  <a:srgbClr val="FFA53E">
                    <a:alpha val="9855"/>
                  </a:srgbClr>
                </a:gs>
                <a:gs pos="71429">
                  <a:srgbClr val="FFA53E">
                    <a:alpha val="4740"/>
                  </a:srgbClr>
                </a:gs>
                <a:gs pos="85714">
                  <a:srgbClr val="FFA53E">
                    <a:alpha val="1902"/>
                  </a:srgbClr>
                </a:gs>
                <a:gs pos="100000">
                  <a:srgbClr val="FFA5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5930472">
              <a:off x="1032794" y="679203"/>
              <a:ext cx="391535" cy="150064"/>
            </a:xfrm>
            <a:prstGeom prst="ellipse">
              <a:avLst/>
            </a:prstGeom>
            <a:gradFill>
              <a:gsLst>
                <a:gs pos="0">
                  <a:srgbClr val="ECFFA7">
                    <a:alpha val="5485"/>
                  </a:srgbClr>
                </a:gs>
                <a:gs pos="14286">
                  <a:srgbClr val="ECFFA7">
                    <a:alpha val="5053"/>
                  </a:srgbClr>
                </a:gs>
                <a:gs pos="28571">
                  <a:srgbClr val="ECFFA7">
                    <a:alpha val="3946"/>
                  </a:srgbClr>
                </a:gs>
                <a:gs pos="42857">
                  <a:srgbClr val="ECFFA7">
                    <a:alpha val="2606"/>
                  </a:srgbClr>
                </a:gs>
                <a:gs pos="57143">
                  <a:srgbClr val="ECFFA7">
                    <a:alpha val="1453"/>
                  </a:srgbClr>
                </a:gs>
                <a:gs pos="71429">
                  <a:srgbClr val="ECFFA7">
                    <a:alpha val="683"/>
                  </a:srgbClr>
                </a:gs>
                <a:gs pos="85714">
                  <a:srgbClr val="ECFFA7">
                    <a:alpha val="270"/>
                  </a:srgbClr>
                </a:gs>
                <a:gs pos="100000">
                  <a:srgbClr val="ECFFA7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3235844">
              <a:off x="1823961" y="674688"/>
              <a:ext cx="670311" cy="102063"/>
            </a:xfrm>
            <a:prstGeom prst="ellipse">
              <a:avLst/>
            </a:prstGeom>
            <a:gradFill>
              <a:gsLst>
                <a:gs pos="0">
                  <a:srgbClr val="DEC680">
                    <a:alpha val="19179"/>
                  </a:srgbClr>
                </a:gs>
                <a:gs pos="14286">
                  <a:srgbClr val="DEC680">
                    <a:alpha val="17775"/>
                  </a:srgbClr>
                </a:gs>
                <a:gs pos="28571">
                  <a:srgbClr val="DEC680">
                    <a:alpha val="14098"/>
                  </a:srgbClr>
                </a:gs>
                <a:gs pos="42857">
                  <a:srgbClr val="DEC680">
                    <a:alpha val="9487"/>
                  </a:srgbClr>
                </a:gs>
                <a:gs pos="57143">
                  <a:srgbClr val="DEC680">
                    <a:alpha val="5373"/>
                  </a:srgbClr>
                </a:gs>
                <a:gs pos="71429">
                  <a:srgbClr val="DEC680">
                    <a:alpha val="2552"/>
                  </a:srgbClr>
                </a:gs>
                <a:gs pos="85714">
                  <a:srgbClr val="DEC680">
                    <a:alpha val="1017"/>
                  </a:srgbClr>
                </a:gs>
                <a:gs pos="100000">
                  <a:srgbClr val="DEC680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8923566">
              <a:off x="1029576" y="83523"/>
              <a:ext cx="554739" cy="134126"/>
            </a:xfrm>
            <a:prstGeom prst="ellipse">
              <a:avLst/>
            </a:prstGeom>
            <a:gradFill>
              <a:gsLst>
                <a:gs pos="0">
                  <a:srgbClr val="7D231B">
                    <a:alpha val="32968"/>
                  </a:srgbClr>
                </a:gs>
                <a:gs pos="14286">
                  <a:srgbClr val="7D231B">
                    <a:alpha val="30764"/>
                  </a:srgbClr>
                </a:gs>
                <a:gs pos="28571">
                  <a:srgbClr val="7D231B">
                    <a:alpha val="24833"/>
                  </a:srgbClr>
                </a:gs>
                <a:gs pos="42857">
                  <a:srgbClr val="7D231B">
                    <a:alpha val="17075"/>
                  </a:srgbClr>
                </a:gs>
                <a:gs pos="57143">
                  <a:srgbClr val="7D231B">
                    <a:alpha val="9855"/>
                  </a:srgbClr>
                </a:gs>
                <a:gs pos="71429">
                  <a:srgbClr val="7D231B">
                    <a:alpha val="4740"/>
                  </a:srgbClr>
                </a:gs>
                <a:gs pos="85714">
                  <a:srgbClr val="7D231B">
                    <a:alpha val="1902"/>
                  </a:srgbClr>
                </a:gs>
                <a:gs pos="100000">
                  <a:srgbClr val="7D23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8735181">
              <a:off x="2584860" y="2321152"/>
              <a:ext cx="349088" cy="112865"/>
            </a:xfrm>
            <a:prstGeom prst="ellipse">
              <a:avLst/>
            </a:prstGeom>
            <a:gradFill>
              <a:gsLst>
                <a:gs pos="0">
                  <a:srgbClr val="D67D43">
                    <a:alpha val="32968"/>
                  </a:srgbClr>
                </a:gs>
                <a:gs pos="14286">
                  <a:srgbClr val="D67D43">
                    <a:alpha val="30764"/>
                  </a:srgbClr>
                </a:gs>
                <a:gs pos="28571">
                  <a:srgbClr val="D67D43">
                    <a:alpha val="24833"/>
                  </a:srgbClr>
                </a:gs>
                <a:gs pos="42857">
                  <a:srgbClr val="D67D43">
                    <a:alpha val="17075"/>
                  </a:srgbClr>
                </a:gs>
                <a:gs pos="57143">
                  <a:srgbClr val="D67D43">
                    <a:alpha val="9855"/>
                  </a:srgbClr>
                </a:gs>
                <a:gs pos="71429">
                  <a:srgbClr val="D67D43">
                    <a:alpha val="4740"/>
                  </a:srgbClr>
                </a:gs>
                <a:gs pos="85714">
                  <a:srgbClr val="D67D43">
                    <a:alpha val="1902"/>
                  </a:srgbClr>
                </a:gs>
                <a:gs pos="100000">
                  <a:srgbClr val="D67D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5435603">
              <a:off x="169711" y="1431045"/>
              <a:ext cx="554280" cy="58295"/>
            </a:xfrm>
            <a:prstGeom prst="ellipse">
              <a:avLst/>
            </a:prstGeom>
            <a:gradFill>
              <a:gsLst>
                <a:gs pos="0">
                  <a:srgbClr val="F2B766">
                    <a:alpha val="7187"/>
                  </a:srgbClr>
                </a:gs>
                <a:gs pos="14286">
                  <a:srgbClr val="F2B766">
                    <a:alpha val="6625"/>
                  </a:srgbClr>
                </a:gs>
                <a:gs pos="28571">
                  <a:srgbClr val="F2B766">
                    <a:alpha val="5183"/>
                  </a:srgbClr>
                </a:gs>
                <a:gs pos="42857">
                  <a:srgbClr val="F2B766">
                    <a:alpha val="3431"/>
                  </a:srgbClr>
                </a:gs>
                <a:gs pos="57143">
                  <a:srgbClr val="F2B766">
                    <a:alpha val="1916"/>
                  </a:srgbClr>
                </a:gs>
                <a:gs pos="71429">
                  <a:srgbClr val="F2B766">
                    <a:alpha val="901"/>
                  </a:srgbClr>
                </a:gs>
                <a:gs pos="85714">
                  <a:srgbClr val="F2B766">
                    <a:alpha val="357"/>
                  </a:srgbClr>
                </a:gs>
                <a:gs pos="100000">
                  <a:srgbClr val="F2B766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8779848">
              <a:off x="-261463" y="221617"/>
              <a:ext cx="606879" cy="469467"/>
            </a:xfrm>
            <a:prstGeom prst="ellipse">
              <a:avLst/>
            </a:prstGeom>
            <a:gradFill>
              <a:gsLst>
                <a:gs pos="0">
                  <a:srgbClr val="00000B">
                    <a:alpha val="32968"/>
                  </a:srgbClr>
                </a:gs>
                <a:gs pos="14286">
                  <a:srgbClr val="00000B">
                    <a:alpha val="30764"/>
                  </a:srgbClr>
                </a:gs>
                <a:gs pos="28571">
                  <a:srgbClr val="00000B">
                    <a:alpha val="24833"/>
                  </a:srgbClr>
                </a:gs>
                <a:gs pos="42857">
                  <a:srgbClr val="00000B">
                    <a:alpha val="17075"/>
                  </a:srgbClr>
                </a:gs>
                <a:gs pos="57143">
                  <a:srgbClr val="00000B">
                    <a:alpha val="9855"/>
                  </a:srgbClr>
                </a:gs>
                <a:gs pos="71429">
                  <a:srgbClr val="00000B">
                    <a:alpha val="4740"/>
                  </a:srgbClr>
                </a:gs>
                <a:gs pos="85714">
                  <a:srgbClr val="00000B">
                    <a:alpha val="1902"/>
                  </a:srgbClr>
                </a:gs>
                <a:gs pos="100000">
                  <a:srgbClr val="00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-9061995">
              <a:off x="1801056" y="172832"/>
              <a:ext cx="635802" cy="24857"/>
            </a:xfrm>
            <a:prstGeom prst="ellipse">
              <a:avLst/>
            </a:prstGeom>
            <a:gradFill>
              <a:gsLst>
                <a:gs pos="0">
                  <a:srgbClr val="B33900">
                    <a:alpha val="32968"/>
                  </a:srgbClr>
                </a:gs>
                <a:gs pos="14286">
                  <a:srgbClr val="B33900">
                    <a:alpha val="30764"/>
                  </a:srgbClr>
                </a:gs>
                <a:gs pos="28571">
                  <a:srgbClr val="B33900">
                    <a:alpha val="24833"/>
                  </a:srgbClr>
                </a:gs>
                <a:gs pos="42857">
                  <a:srgbClr val="B33900">
                    <a:alpha val="17075"/>
                  </a:srgbClr>
                </a:gs>
                <a:gs pos="57143">
                  <a:srgbClr val="B33900">
                    <a:alpha val="9855"/>
                  </a:srgbClr>
                </a:gs>
                <a:gs pos="71429">
                  <a:srgbClr val="B33900">
                    <a:alpha val="4740"/>
                  </a:srgbClr>
                </a:gs>
                <a:gs pos="85714">
                  <a:srgbClr val="B33900">
                    <a:alpha val="1902"/>
                  </a:srgbClr>
                </a:gs>
                <a:gs pos="100000">
                  <a:srgbClr val="B33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2970049">
              <a:off x="527950" y="1880947"/>
              <a:ext cx="367233" cy="46581"/>
            </a:xfrm>
            <a:prstGeom prst="ellipse">
              <a:avLst/>
            </a:prstGeom>
            <a:gradFill>
              <a:gsLst>
                <a:gs pos="0">
                  <a:srgbClr val="DB3B18">
                    <a:alpha val="32968"/>
                  </a:srgbClr>
                </a:gs>
                <a:gs pos="14286">
                  <a:srgbClr val="DB3B18">
                    <a:alpha val="30764"/>
                  </a:srgbClr>
                </a:gs>
                <a:gs pos="28571">
                  <a:srgbClr val="DB3B18">
                    <a:alpha val="24833"/>
                  </a:srgbClr>
                </a:gs>
                <a:gs pos="42857">
                  <a:srgbClr val="DB3B18">
                    <a:alpha val="17075"/>
                  </a:srgbClr>
                </a:gs>
                <a:gs pos="57143">
                  <a:srgbClr val="DB3B18">
                    <a:alpha val="9855"/>
                  </a:srgbClr>
                </a:gs>
                <a:gs pos="71429">
                  <a:srgbClr val="DB3B18">
                    <a:alpha val="4740"/>
                  </a:srgbClr>
                </a:gs>
                <a:gs pos="85714">
                  <a:srgbClr val="DB3B18">
                    <a:alpha val="1902"/>
                  </a:srgbClr>
                </a:gs>
                <a:gs pos="100000">
                  <a:srgbClr val="DB3B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6820395">
              <a:off x="2587348" y="1635188"/>
              <a:ext cx="519074" cy="58225"/>
            </a:xfrm>
            <a:prstGeom prst="ellipse">
              <a:avLst/>
            </a:prstGeom>
            <a:gradFill>
              <a:gsLst>
                <a:gs pos="0">
                  <a:srgbClr val="E44C14">
                    <a:alpha val="32968"/>
                  </a:srgbClr>
                </a:gs>
                <a:gs pos="14286">
                  <a:srgbClr val="E44C14">
                    <a:alpha val="30764"/>
                  </a:srgbClr>
                </a:gs>
                <a:gs pos="28571">
                  <a:srgbClr val="E44C14">
                    <a:alpha val="24833"/>
                  </a:srgbClr>
                </a:gs>
                <a:gs pos="42857">
                  <a:srgbClr val="E44C14">
                    <a:alpha val="17075"/>
                  </a:srgbClr>
                </a:gs>
                <a:gs pos="57143">
                  <a:srgbClr val="E44C14">
                    <a:alpha val="9855"/>
                  </a:srgbClr>
                </a:gs>
                <a:gs pos="71429">
                  <a:srgbClr val="E44C14">
                    <a:alpha val="4740"/>
                  </a:srgbClr>
                </a:gs>
                <a:gs pos="85714">
                  <a:srgbClr val="E44C14">
                    <a:alpha val="1902"/>
                  </a:srgbClr>
                </a:gs>
                <a:gs pos="100000">
                  <a:srgbClr val="E44C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9140810">
              <a:off x="1130637" y="-31244"/>
              <a:ext cx="670797" cy="132284"/>
            </a:xfrm>
            <a:prstGeom prst="ellipse">
              <a:avLst/>
            </a:prstGeom>
            <a:gradFill>
              <a:gsLst>
                <a:gs pos="0">
                  <a:srgbClr val="670004">
                    <a:alpha val="32968"/>
                  </a:srgbClr>
                </a:gs>
                <a:gs pos="14286">
                  <a:srgbClr val="670004">
                    <a:alpha val="30764"/>
                  </a:srgbClr>
                </a:gs>
                <a:gs pos="28571">
                  <a:srgbClr val="670004">
                    <a:alpha val="24833"/>
                  </a:srgbClr>
                </a:gs>
                <a:gs pos="42857">
                  <a:srgbClr val="670004">
                    <a:alpha val="17075"/>
                  </a:srgbClr>
                </a:gs>
                <a:gs pos="57143">
                  <a:srgbClr val="670004">
                    <a:alpha val="9855"/>
                  </a:srgbClr>
                </a:gs>
                <a:gs pos="71429">
                  <a:srgbClr val="670004">
                    <a:alpha val="4740"/>
                  </a:srgbClr>
                </a:gs>
                <a:gs pos="85714">
                  <a:srgbClr val="670004">
                    <a:alpha val="1902"/>
                  </a:srgbClr>
                </a:gs>
                <a:gs pos="100000">
                  <a:srgbClr val="67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-10773722">
              <a:off x="1486080" y="884288"/>
              <a:ext cx="657285" cy="301487"/>
            </a:xfrm>
            <a:prstGeom prst="ellipse">
              <a:avLst/>
            </a:prstGeom>
            <a:gradFill>
              <a:gsLst>
                <a:gs pos="0">
                  <a:srgbClr val="FFA239">
                    <a:alpha val="32968"/>
                  </a:srgbClr>
                </a:gs>
                <a:gs pos="14286">
                  <a:srgbClr val="FFA239">
                    <a:alpha val="30764"/>
                  </a:srgbClr>
                </a:gs>
                <a:gs pos="28571">
                  <a:srgbClr val="FFA239">
                    <a:alpha val="24833"/>
                  </a:srgbClr>
                </a:gs>
                <a:gs pos="42857">
                  <a:srgbClr val="FFA239">
                    <a:alpha val="17075"/>
                  </a:srgbClr>
                </a:gs>
                <a:gs pos="57143">
                  <a:srgbClr val="FFA239">
                    <a:alpha val="9855"/>
                  </a:srgbClr>
                </a:gs>
                <a:gs pos="71429">
                  <a:srgbClr val="FFA239">
                    <a:alpha val="4740"/>
                  </a:srgbClr>
                </a:gs>
                <a:gs pos="85714">
                  <a:srgbClr val="FFA239">
                    <a:alpha val="1902"/>
                  </a:srgbClr>
                </a:gs>
                <a:gs pos="100000">
                  <a:srgbClr val="FFA2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-9236542">
              <a:off x="2815293" y="1704702"/>
              <a:ext cx="269687" cy="29231"/>
            </a:xfrm>
            <a:prstGeom prst="ellipse">
              <a:avLst/>
            </a:prstGeom>
            <a:gradFill>
              <a:gsLst>
                <a:gs pos="0">
                  <a:srgbClr val="660000">
                    <a:alpha val="31132"/>
                  </a:srgbClr>
                </a:gs>
                <a:gs pos="14286">
                  <a:srgbClr val="660000">
                    <a:alpha val="29023"/>
                  </a:srgbClr>
                </a:gs>
                <a:gs pos="28571">
                  <a:srgbClr val="660000">
                    <a:alpha val="23370"/>
                  </a:srgbClr>
                </a:gs>
                <a:gs pos="42857">
                  <a:srgbClr val="660000">
                    <a:alpha val="16020"/>
                  </a:srgbClr>
                </a:gs>
                <a:gs pos="57143">
                  <a:srgbClr val="660000">
                    <a:alpha val="9221"/>
                  </a:srgbClr>
                </a:gs>
                <a:gs pos="71429">
                  <a:srgbClr val="660000">
                    <a:alpha val="4427"/>
                  </a:srgbClr>
                </a:gs>
                <a:gs pos="85714">
                  <a:srgbClr val="660000">
                    <a:alpha val="1775"/>
                  </a:srgbClr>
                </a:gs>
                <a:gs pos="100000">
                  <a:srgbClr val="660000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-8525881">
              <a:off x="1881683" y="783108"/>
              <a:ext cx="218638" cy="33269"/>
            </a:xfrm>
            <a:prstGeom prst="ellipse">
              <a:avLst/>
            </a:prstGeom>
            <a:gradFill>
              <a:gsLst>
                <a:gs pos="0">
                  <a:srgbClr val="FFFBC4">
                    <a:alpha val="32968"/>
                  </a:srgbClr>
                </a:gs>
                <a:gs pos="14286">
                  <a:srgbClr val="FFFBC4">
                    <a:alpha val="30764"/>
                  </a:srgbClr>
                </a:gs>
                <a:gs pos="28571">
                  <a:srgbClr val="FFFBC4">
                    <a:alpha val="24833"/>
                  </a:srgbClr>
                </a:gs>
                <a:gs pos="42857">
                  <a:srgbClr val="FFFBC4">
                    <a:alpha val="17075"/>
                  </a:srgbClr>
                </a:gs>
                <a:gs pos="57143">
                  <a:srgbClr val="FFFBC4">
                    <a:alpha val="9855"/>
                  </a:srgbClr>
                </a:gs>
                <a:gs pos="71429">
                  <a:srgbClr val="FFFBC4">
                    <a:alpha val="4740"/>
                  </a:srgbClr>
                </a:gs>
                <a:gs pos="85714">
                  <a:srgbClr val="FFFBC4">
                    <a:alpha val="1902"/>
                  </a:srgbClr>
                </a:gs>
                <a:gs pos="100000">
                  <a:srgbClr val="FFFB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7863977">
              <a:off x="392603" y="655721"/>
              <a:ext cx="564564" cy="88714"/>
            </a:xfrm>
            <a:prstGeom prst="ellipse">
              <a:avLst/>
            </a:prstGeom>
            <a:gradFill>
              <a:gsLst>
                <a:gs pos="0">
                  <a:srgbClr val="F9FA89">
                    <a:alpha val="7602"/>
                  </a:srgbClr>
                </a:gs>
                <a:gs pos="14286">
                  <a:srgbClr val="F9FA89">
                    <a:alpha val="7010"/>
                  </a:srgbClr>
                </a:gs>
                <a:gs pos="28571">
                  <a:srgbClr val="F9FA89">
                    <a:alpha val="5487"/>
                  </a:srgbClr>
                </a:gs>
                <a:gs pos="42857">
                  <a:srgbClr val="F9FA89">
                    <a:alpha val="3634"/>
                  </a:srgbClr>
                </a:gs>
                <a:gs pos="57143">
                  <a:srgbClr val="F9FA89">
                    <a:alpha val="2030"/>
                  </a:srgbClr>
                </a:gs>
                <a:gs pos="71429">
                  <a:srgbClr val="F9FA89">
                    <a:alpha val="955"/>
                  </a:srgbClr>
                </a:gs>
                <a:gs pos="85714">
                  <a:srgbClr val="F9FA89">
                    <a:alpha val="379"/>
                  </a:srgbClr>
                </a:gs>
                <a:gs pos="100000">
                  <a:srgbClr val="F9FA89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6261503">
              <a:off x="1483098" y="1632880"/>
              <a:ext cx="505239" cy="461913"/>
            </a:xfrm>
            <a:prstGeom prst="ellipse">
              <a:avLst/>
            </a:prstGeom>
            <a:gradFill>
              <a:gsLst>
                <a:gs pos="0">
                  <a:srgbClr val="E30000">
                    <a:alpha val="32968"/>
                  </a:srgbClr>
                </a:gs>
                <a:gs pos="14286">
                  <a:srgbClr val="E30000">
                    <a:alpha val="30764"/>
                  </a:srgbClr>
                </a:gs>
                <a:gs pos="28571">
                  <a:srgbClr val="E30000">
                    <a:alpha val="24833"/>
                  </a:srgbClr>
                </a:gs>
                <a:gs pos="42857">
                  <a:srgbClr val="E30000">
                    <a:alpha val="17075"/>
                  </a:srgbClr>
                </a:gs>
                <a:gs pos="57143">
                  <a:srgbClr val="E30000">
                    <a:alpha val="9855"/>
                  </a:srgbClr>
                </a:gs>
                <a:gs pos="71429">
                  <a:srgbClr val="E30000">
                    <a:alpha val="4740"/>
                  </a:srgbClr>
                </a:gs>
                <a:gs pos="85714">
                  <a:srgbClr val="E30000">
                    <a:alpha val="1902"/>
                  </a:srgbClr>
                </a:gs>
                <a:gs pos="100000">
                  <a:srgbClr val="E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-10215967">
              <a:off x="1404891" y="1780347"/>
              <a:ext cx="601509" cy="5023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6334816">
              <a:off x="-302366" y="-76471"/>
              <a:ext cx="634080" cy="280485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8137794">
              <a:off x="-43815" y="2347210"/>
              <a:ext cx="392499" cy="19578"/>
            </a:xfrm>
            <a:prstGeom prst="ellipse">
              <a:avLst/>
            </a:prstGeom>
            <a:gradFill>
              <a:gsLst>
                <a:gs pos="0">
                  <a:srgbClr val="5F0024">
                    <a:alpha val="24048"/>
                  </a:srgbClr>
                </a:gs>
                <a:gs pos="14286">
                  <a:srgbClr val="5F0024">
                    <a:alpha val="22339"/>
                  </a:srgbClr>
                </a:gs>
                <a:gs pos="28571">
                  <a:srgbClr val="5F0024">
                    <a:alpha val="17824"/>
                  </a:srgbClr>
                </a:gs>
                <a:gs pos="42857">
                  <a:srgbClr val="5F0024">
                    <a:alpha val="12081"/>
                  </a:srgbClr>
                </a:gs>
                <a:gs pos="57143">
                  <a:srgbClr val="5F0024">
                    <a:alpha val="6886"/>
                  </a:srgbClr>
                </a:gs>
                <a:gs pos="71429">
                  <a:srgbClr val="5F0024">
                    <a:alpha val="3284"/>
                  </a:srgbClr>
                </a:gs>
                <a:gs pos="85714">
                  <a:srgbClr val="5F0024">
                    <a:alpha val="1312"/>
                  </a:srgbClr>
                </a:gs>
                <a:gs pos="100000">
                  <a:srgbClr val="5F0024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7953206">
              <a:off x="190331" y="763167"/>
              <a:ext cx="289966" cy="49359"/>
            </a:xfrm>
            <a:prstGeom prst="ellipse">
              <a:avLst/>
            </a:prstGeom>
            <a:gradFill>
              <a:gsLst>
                <a:gs pos="0">
                  <a:srgbClr val="6E0000">
                    <a:alpha val="32968"/>
                  </a:srgbClr>
                </a:gs>
                <a:gs pos="14286">
                  <a:srgbClr val="6E0000">
                    <a:alpha val="30764"/>
                  </a:srgbClr>
                </a:gs>
                <a:gs pos="28571">
                  <a:srgbClr val="6E0000">
                    <a:alpha val="24833"/>
                  </a:srgbClr>
                </a:gs>
                <a:gs pos="42857">
                  <a:srgbClr val="6E0000">
                    <a:alpha val="17075"/>
                  </a:srgbClr>
                </a:gs>
                <a:gs pos="57143">
                  <a:srgbClr val="6E0000">
                    <a:alpha val="9855"/>
                  </a:srgbClr>
                </a:gs>
                <a:gs pos="71429">
                  <a:srgbClr val="6E0000">
                    <a:alpha val="4740"/>
                  </a:srgbClr>
                </a:gs>
                <a:gs pos="85714">
                  <a:srgbClr val="6E0000">
                    <a:alpha val="1902"/>
                  </a:srgbClr>
                </a:gs>
                <a:gs pos="100000">
                  <a:srgbClr val="6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8046289">
              <a:off x="3128400" y="1989159"/>
              <a:ext cx="636532" cy="21418"/>
            </a:xfrm>
            <a:prstGeom prst="ellipse">
              <a:avLst/>
            </a:prstGeom>
            <a:gradFill>
              <a:gsLst>
                <a:gs pos="0">
                  <a:srgbClr val="003100">
                    <a:alpha val="32968"/>
                  </a:srgbClr>
                </a:gs>
                <a:gs pos="14286">
                  <a:srgbClr val="003100">
                    <a:alpha val="30764"/>
                  </a:srgbClr>
                </a:gs>
                <a:gs pos="28571">
                  <a:srgbClr val="003100">
                    <a:alpha val="24833"/>
                  </a:srgbClr>
                </a:gs>
                <a:gs pos="42857">
                  <a:srgbClr val="003100">
                    <a:alpha val="17075"/>
                  </a:srgbClr>
                </a:gs>
                <a:gs pos="57143">
                  <a:srgbClr val="003100">
                    <a:alpha val="9855"/>
                  </a:srgbClr>
                </a:gs>
                <a:gs pos="71429">
                  <a:srgbClr val="003100">
                    <a:alpha val="4740"/>
                  </a:srgbClr>
                </a:gs>
                <a:gs pos="85714">
                  <a:srgbClr val="003100">
                    <a:alpha val="1902"/>
                  </a:srgbClr>
                </a:gs>
                <a:gs pos="100000">
                  <a:srgbClr val="003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-8990188">
              <a:off x="1232748" y="857628"/>
              <a:ext cx="558941" cy="261812"/>
            </a:xfrm>
            <a:prstGeom prst="ellipse">
              <a:avLst/>
            </a:prstGeom>
            <a:gradFill>
              <a:gsLst>
                <a:gs pos="0">
                  <a:srgbClr val="FFA73D">
                    <a:alpha val="32968"/>
                  </a:srgbClr>
                </a:gs>
                <a:gs pos="14286">
                  <a:srgbClr val="FFA73D">
                    <a:alpha val="30764"/>
                  </a:srgbClr>
                </a:gs>
                <a:gs pos="28571">
                  <a:srgbClr val="FFA73D">
                    <a:alpha val="24833"/>
                  </a:srgbClr>
                </a:gs>
                <a:gs pos="42857">
                  <a:srgbClr val="FFA73D">
                    <a:alpha val="17075"/>
                  </a:srgbClr>
                </a:gs>
                <a:gs pos="57143">
                  <a:srgbClr val="FFA73D">
                    <a:alpha val="9855"/>
                  </a:srgbClr>
                </a:gs>
                <a:gs pos="71429">
                  <a:srgbClr val="FFA73D">
                    <a:alpha val="4740"/>
                  </a:srgbClr>
                </a:gs>
                <a:gs pos="85714">
                  <a:srgbClr val="FFA73D">
                    <a:alpha val="1902"/>
                  </a:srgbClr>
                </a:gs>
                <a:gs pos="100000">
                  <a:srgbClr val="FFA7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8651841">
              <a:off x="1206102" y="783475"/>
              <a:ext cx="438250" cy="105849"/>
            </a:xfrm>
            <a:prstGeom prst="ellipse">
              <a:avLst/>
            </a:prstGeom>
            <a:gradFill>
              <a:gsLst>
                <a:gs pos="0">
                  <a:srgbClr val="DF7E1C">
                    <a:alpha val="32968"/>
                  </a:srgbClr>
                </a:gs>
                <a:gs pos="14286">
                  <a:srgbClr val="DF7E1C">
                    <a:alpha val="30764"/>
                  </a:srgbClr>
                </a:gs>
                <a:gs pos="28571">
                  <a:srgbClr val="DF7E1C">
                    <a:alpha val="24833"/>
                  </a:srgbClr>
                </a:gs>
                <a:gs pos="42857">
                  <a:srgbClr val="DF7E1C">
                    <a:alpha val="17075"/>
                  </a:srgbClr>
                </a:gs>
                <a:gs pos="57143">
                  <a:srgbClr val="DF7E1C">
                    <a:alpha val="9855"/>
                  </a:srgbClr>
                </a:gs>
                <a:gs pos="71429">
                  <a:srgbClr val="DF7E1C">
                    <a:alpha val="4740"/>
                  </a:srgbClr>
                </a:gs>
                <a:gs pos="85714">
                  <a:srgbClr val="DF7E1C">
                    <a:alpha val="1902"/>
                  </a:srgbClr>
                </a:gs>
                <a:gs pos="100000">
                  <a:srgbClr val="DF7E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8685133">
              <a:off x="336165" y="379701"/>
              <a:ext cx="820659" cy="40117"/>
            </a:xfrm>
            <a:prstGeom prst="ellipse">
              <a:avLst/>
            </a:prstGeom>
            <a:gradFill>
              <a:gsLst>
                <a:gs pos="0">
                  <a:srgbClr val="FF9443">
                    <a:alpha val="22497"/>
                  </a:srgbClr>
                </a:gs>
                <a:gs pos="14286">
                  <a:srgbClr val="FF9443">
                    <a:alpha val="20883"/>
                  </a:srgbClr>
                </a:gs>
                <a:gs pos="28571">
                  <a:srgbClr val="FF9443">
                    <a:alpha val="16630"/>
                  </a:srgbClr>
                </a:gs>
                <a:gs pos="42857">
                  <a:srgbClr val="FF9443">
                    <a:alpha val="11246"/>
                  </a:srgbClr>
                </a:gs>
                <a:gs pos="57143">
                  <a:srgbClr val="FF9443">
                    <a:alpha val="6397"/>
                  </a:srgbClr>
                </a:gs>
                <a:gs pos="71429">
                  <a:srgbClr val="FF9443">
                    <a:alpha val="3047"/>
                  </a:srgbClr>
                </a:gs>
                <a:gs pos="85714">
                  <a:srgbClr val="FF9443">
                    <a:alpha val="1216"/>
                  </a:srgbClr>
                </a:gs>
                <a:gs pos="100000">
                  <a:srgbClr val="FF9443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3525546">
              <a:off x="2358341" y="773041"/>
              <a:ext cx="443336" cy="99171"/>
            </a:xfrm>
            <a:prstGeom prst="ellipse">
              <a:avLst/>
            </a:prstGeom>
            <a:gradFill>
              <a:gsLst>
                <a:gs pos="0">
                  <a:srgbClr val="050000">
                    <a:alpha val="7410"/>
                  </a:srgbClr>
                </a:gs>
                <a:gs pos="14286">
                  <a:srgbClr val="050000">
                    <a:alpha val="6832"/>
                  </a:srgbClr>
                </a:gs>
                <a:gs pos="28571">
                  <a:srgbClr val="050000">
                    <a:alpha val="5346"/>
                  </a:srgbClr>
                </a:gs>
                <a:gs pos="42857">
                  <a:srgbClr val="050000">
                    <a:alpha val="3540"/>
                  </a:srgbClr>
                </a:gs>
                <a:gs pos="57143">
                  <a:srgbClr val="050000">
                    <a:alpha val="1977"/>
                  </a:srgbClr>
                </a:gs>
                <a:gs pos="71429">
                  <a:srgbClr val="050000">
                    <a:alpha val="930"/>
                  </a:srgbClr>
                </a:gs>
                <a:gs pos="85714">
                  <a:srgbClr val="050000">
                    <a:alpha val="369"/>
                  </a:srgbClr>
                </a:gs>
                <a:gs pos="100000">
                  <a:srgbClr val="050000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10014937">
              <a:off x="82496" y="-202163"/>
              <a:ext cx="613190" cy="426563"/>
            </a:xfrm>
            <a:prstGeom prst="ellipse">
              <a:avLst/>
            </a:prstGeom>
            <a:gradFill>
              <a:gsLst>
                <a:gs pos="0">
                  <a:srgbClr val="002717">
                    <a:alpha val="32968"/>
                  </a:srgbClr>
                </a:gs>
                <a:gs pos="14286">
                  <a:srgbClr val="002717">
                    <a:alpha val="30764"/>
                  </a:srgbClr>
                </a:gs>
                <a:gs pos="28571">
                  <a:srgbClr val="002717">
                    <a:alpha val="24833"/>
                  </a:srgbClr>
                </a:gs>
                <a:gs pos="42857">
                  <a:srgbClr val="002717">
                    <a:alpha val="17075"/>
                  </a:srgbClr>
                </a:gs>
                <a:gs pos="57143">
                  <a:srgbClr val="002717">
                    <a:alpha val="9855"/>
                  </a:srgbClr>
                </a:gs>
                <a:gs pos="71429">
                  <a:srgbClr val="002717">
                    <a:alpha val="4740"/>
                  </a:srgbClr>
                </a:gs>
                <a:gs pos="85714">
                  <a:srgbClr val="002717">
                    <a:alpha val="1902"/>
                  </a:srgbClr>
                </a:gs>
                <a:gs pos="100000">
                  <a:srgbClr val="0027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-8843125">
              <a:off x="3168481" y="1023986"/>
              <a:ext cx="586265" cy="82568"/>
            </a:xfrm>
            <a:prstGeom prst="ellipse">
              <a:avLst/>
            </a:prstGeom>
            <a:gradFill>
              <a:gsLst>
                <a:gs pos="0">
                  <a:srgbClr val="FFC089">
                    <a:alpha val="32968"/>
                  </a:srgbClr>
                </a:gs>
                <a:gs pos="14286">
                  <a:srgbClr val="FFC089">
                    <a:alpha val="30764"/>
                  </a:srgbClr>
                </a:gs>
                <a:gs pos="28571">
                  <a:srgbClr val="FFC089">
                    <a:alpha val="24833"/>
                  </a:srgbClr>
                </a:gs>
                <a:gs pos="42857">
                  <a:srgbClr val="FFC089">
                    <a:alpha val="17075"/>
                  </a:srgbClr>
                </a:gs>
                <a:gs pos="57143">
                  <a:srgbClr val="FFC089">
                    <a:alpha val="9855"/>
                  </a:srgbClr>
                </a:gs>
                <a:gs pos="71429">
                  <a:srgbClr val="FFC089">
                    <a:alpha val="4740"/>
                  </a:srgbClr>
                </a:gs>
                <a:gs pos="85714">
                  <a:srgbClr val="FFC089">
                    <a:alpha val="1902"/>
                  </a:srgbClr>
                </a:gs>
                <a:gs pos="100000">
                  <a:srgbClr val="FFC0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10414625">
              <a:off x="-238780" y="-21869"/>
              <a:ext cx="612106" cy="496559"/>
            </a:xfrm>
            <a:prstGeom prst="ellipse">
              <a:avLst/>
            </a:prstGeom>
            <a:gradFill>
              <a:gsLst>
                <a:gs pos="0">
                  <a:srgbClr val="001816">
                    <a:alpha val="29079"/>
                  </a:srgbClr>
                </a:gs>
                <a:gs pos="14286">
                  <a:srgbClr val="001816">
                    <a:alpha val="27080"/>
                  </a:srgbClr>
                </a:gs>
                <a:gs pos="28571">
                  <a:srgbClr val="001816">
                    <a:alpha val="21746"/>
                  </a:srgbClr>
                </a:gs>
                <a:gs pos="42857">
                  <a:srgbClr val="001816">
                    <a:alpha val="14857"/>
                  </a:srgbClr>
                </a:gs>
                <a:gs pos="57143">
                  <a:srgbClr val="001816">
                    <a:alpha val="8527"/>
                  </a:srgbClr>
                </a:gs>
                <a:gs pos="71429">
                  <a:srgbClr val="001816">
                    <a:alpha val="4086"/>
                  </a:srgbClr>
                </a:gs>
                <a:gs pos="85714">
                  <a:srgbClr val="001816">
                    <a:alpha val="1636"/>
                  </a:srgbClr>
                </a:gs>
                <a:gs pos="100000">
                  <a:srgbClr val="001816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-10717571">
              <a:off x="161820" y="-11514"/>
              <a:ext cx="581926" cy="460101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5550036">
              <a:off x="5739" y="50623"/>
              <a:ext cx="553282" cy="460183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7471331">
              <a:off x="1039297" y="742710"/>
              <a:ext cx="481408" cy="39222"/>
            </a:xfrm>
            <a:prstGeom prst="ellipse">
              <a:avLst/>
            </a:prstGeom>
            <a:gradFill>
              <a:gsLst>
                <a:gs pos="0">
                  <a:srgbClr val="FCDF6A">
                    <a:alpha val="7474"/>
                  </a:srgbClr>
                </a:gs>
                <a:gs pos="14286">
                  <a:srgbClr val="FCDF6A">
                    <a:alpha val="6891"/>
                  </a:srgbClr>
                </a:gs>
                <a:gs pos="28571">
                  <a:srgbClr val="FCDF6A">
                    <a:alpha val="5393"/>
                  </a:srgbClr>
                </a:gs>
                <a:gs pos="42857">
                  <a:srgbClr val="FCDF6A">
                    <a:alpha val="3571"/>
                  </a:srgbClr>
                </a:gs>
                <a:gs pos="57143">
                  <a:srgbClr val="FCDF6A">
                    <a:alpha val="1995"/>
                  </a:srgbClr>
                </a:gs>
                <a:gs pos="71429">
                  <a:srgbClr val="FCDF6A">
                    <a:alpha val="939"/>
                  </a:srgbClr>
                </a:gs>
                <a:gs pos="85714">
                  <a:srgbClr val="FCDF6A">
                    <a:alpha val="372"/>
                  </a:srgbClr>
                </a:gs>
                <a:gs pos="100000">
                  <a:srgbClr val="FCDF6A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9015413">
              <a:off x="-257573" y="-196311"/>
              <a:ext cx="644930" cy="427696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7894649">
              <a:off x="2812327" y="1941592"/>
              <a:ext cx="237517" cy="63897"/>
            </a:xfrm>
            <a:prstGeom prst="ellipse">
              <a:avLst/>
            </a:prstGeom>
            <a:gradFill>
              <a:gsLst>
                <a:gs pos="0">
                  <a:srgbClr val="3D000B">
                    <a:alpha val="32968"/>
                  </a:srgbClr>
                </a:gs>
                <a:gs pos="14286">
                  <a:srgbClr val="3D000B">
                    <a:alpha val="30764"/>
                  </a:srgbClr>
                </a:gs>
                <a:gs pos="28571">
                  <a:srgbClr val="3D000B">
                    <a:alpha val="24833"/>
                  </a:srgbClr>
                </a:gs>
                <a:gs pos="42857">
                  <a:srgbClr val="3D000B">
                    <a:alpha val="17075"/>
                  </a:srgbClr>
                </a:gs>
                <a:gs pos="57143">
                  <a:srgbClr val="3D000B">
                    <a:alpha val="9855"/>
                  </a:srgbClr>
                </a:gs>
                <a:gs pos="71429">
                  <a:srgbClr val="3D000B">
                    <a:alpha val="4740"/>
                  </a:srgbClr>
                </a:gs>
                <a:gs pos="85714">
                  <a:srgbClr val="3D000B">
                    <a:alpha val="1902"/>
                  </a:srgbClr>
                </a:gs>
                <a:gs pos="100000">
                  <a:srgbClr val="3D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4315795">
              <a:off x="-23204" y="-217854"/>
              <a:ext cx="578405" cy="515475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-10442129">
              <a:off x="1290757" y="1230298"/>
              <a:ext cx="792619" cy="103171"/>
            </a:xfrm>
            <a:prstGeom prst="ellipse">
              <a:avLst/>
            </a:prstGeom>
            <a:gradFill>
              <a:gsLst>
                <a:gs pos="0">
                  <a:srgbClr val="400000">
                    <a:alpha val="32968"/>
                  </a:srgbClr>
                </a:gs>
                <a:gs pos="14286">
                  <a:srgbClr val="400000">
                    <a:alpha val="30764"/>
                  </a:srgbClr>
                </a:gs>
                <a:gs pos="28571">
                  <a:srgbClr val="400000">
                    <a:alpha val="24833"/>
                  </a:srgbClr>
                </a:gs>
                <a:gs pos="42857">
                  <a:srgbClr val="400000">
                    <a:alpha val="17075"/>
                  </a:srgbClr>
                </a:gs>
                <a:gs pos="57143">
                  <a:srgbClr val="400000">
                    <a:alpha val="9855"/>
                  </a:srgbClr>
                </a:gs>
                <a:gs pos="71429">
                  <a:srgbClr val="400000">
                    <a:alpha val="4740"/>
                  </a:srgbClr>
                </a:gs>
                <a:gs pos="85714">
                  <a:srgbClr val="400000">
                    <a:alpha val="1902"/>
                  </a:srgbClr>
                </a:gs>
                <a:gs pos="100000">
                  <a:srgbClr val="4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8545069">
              <a:off x="191870" y="1935508"/>
              <a:ext cx="373642" cy="18856"/>
            </a:xfrm>
            <a:prstGeom prst="ellipse">
              <a:avLst/>
            </a:prstGeom>
            <a:gradFill>
              <a:gsLst>
                <a:gs pos="0">
                  <a:srgbClr val="FFD8A8">
                    <a:alpha val="32968"/>
                  </a:srgbClr>
                </a:gs>
                <a:gs pos="14286">
                  <a:srgbClr val="FFD8A8">
                    <a:alpha val="30764"/>
                  </a:srgbClr>
                </a:gs>
                <a:gs pos="28571">
                  <a:srgbClr val="FFD8A8">
                    <a:alpha val="24833"/>
                  </a:srgbClr>
                </a:gs>
                <a:gs pos="42857">
                  <a:srgbClr val="FFD8A8">
                    <a:alpha val="17075"/>
                  </a:srgbClr>
                </a:gs>
                <a:gs pos="57143">
                  <a:srgbClr val="FFD8A8">
                    <a:alpha val="9855"/>
                  </a:srgbClr>
                </a:gs>
                <a:gs pos="71429">
                  <a:srgbClr val="FFD8A8">
                    <a:alpha val="4740"/>
                  </a:srgbClr>
                </a:gs>
                <a:gs pos="85714">
                  <a:srgbClr val="FFD8A8">
                    <a:alpha val="1902"/>
                  </a:srgbClr>
                </a:gs>
                <a:gs pos="100000">
                  <a:srgbClr val="FFD8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4865110">
              <a:off x="262403" y="1380068"/>
              <a:ext cx="669438" cy="57628"/>
            </a:xfrm>
            <a:prstGeom prst="ellipse">
              <a:avLst/>
            </a:prstGeom>
            <a:gradFill>
              <a:gsLst>
                <a:gs pos="0">
                  <a:srgbClr val="A3250A">
                    <a:alpha val="32968"/>
                  </a:srgbClr>
                </a:gs>
                <a:gs pos="14286">
                  <a:srgbClr val="A3250A">
                    <a:alpha val="30764"/>
                  </a:srgbClr>
                </a:gs>
                <a:gs pos="28571">
                  <a:srgbClr val="A3250A">
                    <a:alpha val="24833"/>
                  </a:srgbClr>
                </a:gs>
                <a:gs pos="42857">
                  <a:srgbClr val="A3250A">
                    <a:alpha val="17075"/>
                  </a:srgbClr>
                </a:gs>
                <a:gs pos="57143">
                  <a:srgbClr val="A3250A">
                    <a:alpha val="9855"/>
                  </a:srgbClr>
                </a:gs>
                <a:gs pos="71429">
                  <a:srgbClr val="A3250A">
                    <a:alpha val="4740"/>
                  </a:srgbClr>
                </a:gs>
                <a:gs pos="85714">
                  <a:srgbClr val="A3250A">
                    <a:alpha val="1902"/>
                  </a:srgbClr>
                </a:gs>
                <a:gs pos="100000">
                  <a:srgbClr val="A325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8511858">
              <a:off x="1092511" y="1569453"/>
              <a:ext cx="642911" cy="62313"/>
            </a:xfrm>
            <a:prstGeom prst="ellipse">
              <a:avLst/>
            </a:prstGeom>
            <a:gradFill>
              <a:gsLst>
                <a:gs pos="0">
                  <a:srgbClr val="C01000">
                    <a:alpha val="32968"/>
                  </a:srgbClr>
                </a:gs>
                <a:gs pos="14286">
                  <a:srgbClr val="C01000">
                    <a:alpha val="30764"/>
                  </a:srgbClr>
                </a:gs>
                <a:gs pos="28571">
                  <a:srgbClr val="C01000">
                    <a:alpha val="24833"/>
                  </a:srgbClr>
                </a:gs>
                <a:gs pos="42857">
                  <a:srgbClr val="C01000">
                    <a:alpha val="17075"/>
                  </a:srgbClr>
                </a:gs>
                <a:gs pos="57143">
                  <a:srgbClr val="C01000">
                    <a:alpha val="9855"/>
                  </a:srgbClr>
                </a:gs>
                <a:gs pos="71429">
                  <a:srgbClr val="C01000">
                    <a:alpha val="4740"/>
                  </a:srgbClr>
                </a:gs>
                <a:gs pos="85714">
                  <a:srgbClr val="C01000">
                    <a:alpha val="1902"/>
                  </a:srgbClr>
                </a:gs>
                <a:gs pos="100000">
                  <a:srgbClr val="C0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8146953">
              <a:off x="3169977" y="1881930"/>
              <a:ext cx="752632" cy="249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8772387">
              <a:off x="-224331" y="2280867"/>
              <a:ext cx="703302" cy="32139"/>
            </a:xfrm>
            <a:prstGeom prst="ellipse">
              <a:avLst/>
            </a:prstGeom>
            <a:gradFill>
              <a:gsLst>
                <a:gs pos="0">
                  <a:srgbClr val="D7A67E">
                    <a:alpha val="32968"/>
                  </a:srgbClr>
                </a:gs>
                <a:gs pos="14286">
                  <a:srgbClr val="D7A67E">
                    <a:alpha val="30764"/>
                  </a:srgbClr>
                </a:gs>
                <a:gs pos="28571">
                  <a:srgbClr val="D7A67E">
                    <a:alpha val="24833"/>
                  </a:srgbClr>
                </a:gs>
                <a:gs pos="42857">
                  <a:srgbClr val="D7A67E">
                    <a:alpha val="17075"/>
                  </a:srgbClr>
                </a:gs>
                <a:gs pos="57143">
                  <a:srgbClr val="D7A67E">
                    <a:alpha val="9855"/>
                  </a:srgbClr>
                </a:gs>
                <a:gs pos="71429">
                  <a:srgbClr val="D7A67E">
                    <a:alpha val="4740"/>
                  </a:srgbClr>
                </a:gs>
                <a:gs pos="85714">
                  <a:srgbClr val="D7A67E">
                    <a:alpha val="1902"/>
                  </a:srgbClr>
                </a:gs>
                <a:gs pos="100000">
                  <a:srgbClr val="D7A6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3820356">
              <a:off x="332074" y="1978376"/>
              <a:ext cx="405334" cy="67324"/>
            </a:xfrm>
            <a:prstGeom prst="ellipse">
              <a:avLst/>
            </a:prstGeom>
            <a:gradFill>
              <a:gsLst>
                <a:gs pos="0">
                  <a:srgbClr val="FFD18A">
                    <a:alpha val="20874"/>
                  </a:srgbClr>
                </a:gs>
                <a:gs pos="14286">
                  <a:srgbClr val="FFD18A">
                    <a:alpha val="19361"/>
                  </a:srgbClr>
                </a:gs>
                <a:gs pos="28571">
                  <a:srgbClr val="FFD18A">
                    <a:alpha val="15387"/>
                  </a:srgbClr>
                </a:gs>
                <a:gs pos="42857">
                  <a:srgbClr val="FFD18A">
                    <a:alpha val="10380"/>
                  </a:srgbClr>
                </a:gs>
                <a:gs pos="57143">
                  <a:srgbClr val="FFD18A">
                    <a:alpha val="5892"/>
                  </a:srgbClr>
                </a:gs>
                <a:gs pos="71429">
                  <a:srgbClr val="FFD18A">
                    <a:alpha val="2803"/>
                  </a:srgbClr>
                </a:gs>
                <a:gs pos="85714">
                  <a:srgbClr val="FFD18A">
                    <a:alpha val="1118"/>
                  </a:srgbClr>
                </a:gs>
                <a:gs pos="100000">
                  <a:srgbClr val="FFD18A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6366699">
              <a:off x="1074768" y="1619213"/>
              <a:ext cx="310427" cy="95492"/>
            </a:xfrm>
            <a:prstGeom prst="ellipse">
              <a:avLst/>
            </a:prstGeom>
            <a:gradFill>
              <a:gsLst>
                <a:gs pos="0">
                  <a:srgbClr val="FF3E20">
                    <a:alpha val="32968"/>
                  </a:srgbClr>
                </a:gs>
                <a:gs pos="14286">
                  <a:srgbClr val="FF3E20">
                    <a:alpha val="30764"/>
                  </a:srgbClr>
                </a:gs>
                <a:gs pos="28571">
                  <a:srgbClr val="FF3E20">
                    <a:alpha val="24833"/>
                  </a:srgbClr>
                </a:gs>
                <a:gs pos="42857">
                  <a:srgbClr val="FF3E20">
                    <a:alpha val="17075"/>
                  </a:srgbClr>
                </a:gs>
                <a:gs pos="57143">
                  <a:srgbClr val="FF3E20">
                    <a:alpha val="9855"/>
                  </a:srgbClr>
                </a:gs>
                <a:gs pos="71429">
                  <a:srgbClr val="FF3E20">
                    <a:alpha val="4740"/>
                  </a:srgbClr>
                </a:gs>
                <a:gs pos="85714">
                  <a:srgbClr val="FF3E20">
                    <a:alpha val="1902"/>
                  </a:srgbClr>
                </a:gs>
                <a:gs pos="100000">
                  <a:srgbClr val="FF3E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9622221">
              <a:off x="1725023" y="958448"/>
              <a:ext cx="581644" cy="207438"/>
            </a:xfrm>
            <a:prstGeom prst="ellipse">
              <a:avLst/>
            </a:prstGeom>
            <a:gradFill>
              <a:gsLst>
                <a:gs pos="0">
                  <a:srgbClr val="FFB652">
                    <a:alpha val="32968"/>
                  </a:srgbClr>
                </a:gs>
                <a:gs pos="14286">
                  <a:srgbClr val="FFB652">
                    <a:alpha val="30764"/>
                  </a:srgbClr>
                </a:gs>
                <a:gs pos="28571">
                  <a:srgbClr val="FFB652">
                    <a:alpha val="24833"/>
                  </a:srgbClr>
                </a:gs>
                <a:gs pos="42857">
                  <a:srgbClr val="FFB652">
                    <a:alpha val="17075"/>
                  </a:srgbClr>
                </a:gs>
                <a:gs pos="57143">
                  <a:srgbClr val="FFB652">
                    <a:alpha val="9855"/>
                  </a:srgbClr>
                </a:gs>
                <a:gs pos="71429">
                  <a:srgbClr val="FFB652">
                    <a:alpha val="4740"/>
                  </a:srgbClr>
                </a:gs>
                <a:gs pos="85714">
                  <a:srgbClr val="FFB652">
                    <a:alpha val="1902"/>
                  </a:srgbClr>
                </a:gs>
                <a:gs pos="100000">
                  <a:srgbClr val="FFB6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7613014">
              <a:off x="682728" y="1265142"/>
              <a:ext cx="299691" cy="87647"/>
            </a:xfrm>
            <a:prstGeom prst="ellipse">
              <a:avLst/>
            </a:prstGeom>
            <a:gradFill>
              <a:gsLst>
                <a:gs pos="0">
                  <a:srgbClr val="FFD376">
                    <a:alpha val="32968"/>
                  </a:srgbClr>
                </a:gs>
                <a:gs pos="14286">
                  <a:srgbClr val="FFD376">
                    <a:alpha val="30764"/>
                  </a:srgbClr>
                </a:gs>
                <a:gs pos="28571">
                  <a:srgbClr val="FFD376">
                    <a:alpha val="24833"/>
                  </a:srgbClr>
                </a:gs>
                <a:gs pos="42857">
                  <a:srgbClr val="FFD376">
                    <a:alpha val="17075"/>
                  </a:srgbClr>
                </a:gs>
                <a:gs pos="57143">
                  <a:srgbClr val="FFD376">
                    <a:alpha val="9855"/>
                  </a:srgbClr>
                </a:gs>
                <a:gs pos="71429">
                  <a:srgbClr val="FFD376">
                    <a:alpha val="4740"/>
                  </a:srgbClr>
                </a:gs>
                <a:gs pos="85714">
                  <a:srgbClr val="FFD376">
                    <a:alpha val="1902"/>
                  </a:srgbClr>
                </a:gs>
                <a:gs pos="100000">
                  <a:srgbClr val="FFD3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8757120">
              <a:off x="179488" y="653196"/>
              <a:ext cx="731536" cy="137617"/>
            </a:xfrm>
            <a:prstGeom prst="ellipse">
              <a:avLst/>
            </a:prstGeom>
            <a:gradFill>
              <a:gsLst>
                <a:gs pos="0">
                  <a:srgbClr val="6F1000">
                    <a:alpha val="28358"/>
                  </a:srgbClr>
                </a:gs>
                <a:gs pos="14286">
                  <a:srgbClr val="6F1000">
                    <a:alpha val="26399"/>
                  </a:srgbClr>
                </a:gs>
                <a:gs pos="28571">
                  <a:srgbClr val="6F1000">
                    <a:alpha val="21179"/>
                  </a:srgbClr>
                </a:gs>
                <a:gs pos="42857">
                  <a:srgbClr val="6F1000">
                    <a:alpha val="14453"/>
                  </a:srgbClr>
                </a:gs>
                <a:gs pos="57143">
                  <a:srgbClr val="6F1000">
                    <a:alpha val="8286"/>
                  </a:srgbClr>
                </a:gs>
                <a:gs pos="71429">
                  <a:srgbClr val="6F1000">
                    <a:alpha val="3968"/>
                  </a:srgbClr>
                </a:gs>
                <a:gs pos="85714">
                  <a:srgbClr val="6F1000">
                    <a:alpha val="1588"/>
                  </a:srgbClr>
                </a:gs>
                <a:gs pos="100000">
                  <a:srgbClr val="6F1000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9563268">
              <a:off x="-107240" y="2321750"/>
              <a:ext cx="312170" cy="177212"/>
            </a:xfrm>
            <a:prstGeom prst="ellipse">
              <a:avLst/>
            </a:prstGeom>
            <a:gradFill>
              <a:gsLst>
                <a:gs pos="0">
                  <a:srgbClr val="EFCB9A">
                    <a:alpha val="16084"/>
                  </a:srgbClr>
                </a:gs>
                <a:gs pos="14286">
                  <a:srgbClr val="EFCB9A">
                    <a:alpha val="14886"/>
                  </a:srgbClr>
                </a:gs>
                <a:gs pos="28571">
                  <a:srgbClr val="EFCB9A">
                    <a:alpha val="11763"/>
                  </a:srgbClr>
                </a:gs>
                <a:gs pos="42857">
                  <a:srgbClr val="EFCB9A">
                    <a:alpha val="7881"/>
                  </a:srgbClr>
                </a:gs>
                <a:gs pos="57143">
                  <a:srgbClr val="EFCB9A">
                    <a:alpha val="4446"/>
                  </a:srgbClr>
                </a:gs>
                <a:gs pos="71429">
                  <a:srgbClr val="EFCB9A">
                    <a:alpha val="2107"/>
                  </a:srgbClr>
                </a:gs>
                <a:gs pos="85714">
                  <a:srgbClr val="EFCB9A">
                    <a:alpha val="838"/>
                  </a:srgbClr>
                </a:gs>
                <a:gs pos="100000">
                  <a:srgbClr val="EFCB9A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7097376">
              <a:off x="1091092" y="351912"/>
              <a:ext cx="480092" cy="195640"/>
            </a:xfrm>
            <a:prstGeom prst="ellipse">
              <a:avLst/>
            </a:prstGeom>
            <a:gradFill>
              <a:gsLst>
                <a:gs pos="0">
                  <a:srgbClr val="AC5B42">
                    <a:alpha val="32968"/>
                  </a:srgbClr>
                </a:gs>
                <a:gs pos="14286">
                  <a:srgbClr val="AC5B42">
                    <a:alpha val="30764"/>
                  </a:srgbClr>
                </a:gs>
                <a:gs pos="28571">
                  <a:srgbClr val="AC5B42">
                    <a:alpha val="24833"/>
                  </a:srgbClr>
                </a:gs>
                <a:gs pos="42857">
                  <a:srgbClr val="AC5B42">
                    <a:alpha val="17075"/>
                  </a:srgbClr>
                </a:gs>
                <a:gs pos="57143">
                  <a:srgbClr val="AC5B42">
                    <a:alpha val="9855"/>
                  </a:srgbClr>
                </a:gs>
                <a:gs pos="71429">
                  <a:srgbClr val="AC5B42">
                    <a:alpha val="4740"/>
                  </a:srgbClr>
                </a:gs>
                <a:gs pos="85714">
                  <a:srgbClr val="AC5B42">
                    <a:alpha val="1902"/>
                  </a:srgbClr>
                </a:gs>
                <a:gs pos="100000">
                  <a:srgbClr val="AC5B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10482859">
              <a:off x="-113041" y="2161333"/>
              <a:ext cx="581463" cy="58318"/>
            </a:xfrm>
            <a:prstGeom prst="ellipse">
              <a:avLst/>
            </a:prstGeom>
            <a:gradFill>
              <a:gsLst>
                <a:gs pos="0">
                  <a:srgbClr val="DDA578">
                    <a:alpha val="32968"/>
                  </a:srgbClr>
                </a:gs>
                <a:gs pos="14286">
                  <a:srgbClr val="DDA578">
                    <a:alpha val="30764"/>
                  </a:srgbClr>
                </a:gs>
                <a:gs pos="28571">
                  <a:srgbClr val="DDA578">
                    <a:alpha val="24833"/>
                  </a:srgbClr>
                </a:gs>
                <a:gs pos="42857">
                  <a:srgbClr val="DDA578">
                    <a:alpha val="17075"/>
                  </a:srgbClr>
                </a:gs>
                <a:gs pos="57143">
                  <a:srgbClr val="DDA578">
                    <a:alpha val="9855"/>
                  </a:srgbClr>
                </a:gs>
                <a:gs pos="71429">
                  <a:srgbClr val="DDA578">
                    <a:alpha val="4740"/>
                  </a:srgbClr>
                </a:gs>
                <a:gs pos="85714">
                  <a:srgbClr val="DDA578">
                    <a:alpha val="1902"/>
                  </a:srgbClr>
                </a:gs>
                <a:gs pos="100000">
                  <a:srgbClr val="DDA5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-8630847">
              <a:off x="591339" y="2354598"/>
              <a:ext cx="460046" cy="64396"/>
            </a:xfrm>
            <a:prstGeom prst="ellipse">
              <a:avLst/>
            </a:prstGeom>
            <a:gradFill>
              <a:gsLst>
                <a:gs pos="0">
                  <a:srgbClr val="DF8257">
                    <a:alpha val="32968"/>
                  </a:srgbClr>
                </a:gs>
                <a:gs pos="14286">
                  <a:srgbClr val="DF8257">
                    <a:alpha val="30764"/>
                  </a:srgbClr>
                </a:gs>
                <a:gs pos="28571">
                  <a:srgbClr val="DF8257">
                    <a:alpha val="24833"/>
                  </a:srgbClr>
                </a:gs>
                <a:gs pos="42857">
                  <a:srgbClr val="DF8257">
                    <a:alpha val="17075"/>
                  </a:srgbClr>
                </a:gs>
                <a:gs pos="57143">
                  <a:srgbClr val="DF8257">
                    <a:alpha val="9855"/>
                  </a:srgbClr>
                </a:gs>
                <a:gs pos="71429">
                  <a:srgbClr val="DF8257">
                    <a:alpha val="4740"/>
                  </a:srgbClr>
                </a:gs>
                <a:gs pos="85714">
                  <a:srgbClr val="DF8257">
                    <a:alpha val="1902"/>
                  </a:srgbClr>
                </a:gs>
                <a:gs pos="100000">
                  <a:srgbClr val="DF82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8592651">
              <a:off x="737250" y="197711"/>
              <a:ext cx="714319" cy="32580"/>
            </a:xfrm>
            <a:prstGeom prst="ellipse">
              <a:avLst/>
            </a:prstGeom>
            <a:gradFill>
              <a:gsLst>
                <a:gs pos="0">
                  <a:srgbClr val="7B1C00">
                    <a:alpha val="32968"/>
                  </a:srgbClr>
                </a:gs>
                <a:gs pos="14286">
                  <a:srgbClr val="7B1C00">
                    <a:alpha val="30764"/>
                  </a:srgbClr>
                </a:gs>
                <a:gs pos="28571">
                  <a:srgbClr val="7B1C00">
                    <a:alpha val="24833"/>
                  </a:srgbClr>
                </a:gs>
                <a:gs pos="42857">
                  <a:srgbClr val="7B1C00">
                    <a:alpha val="17075"/>
                  </a:srgbClr>
                </a:gs>
                <a:gs pos="57143">
                  <a:srgbClr val="7B1C00">
                    <a:alpha val="9855"/>
                  </a:srgbClr>
                </a:gs>
                <a:gs pos="71429">
                  <a:srgbClr val="7B1C00">
                    <a:alpha val="4740"/>
                  </a:srgbClr>
                </a:gs>
                <a:gs pos="85714">
                  <a:srgbClr val="7B1C00">
                    <a:alpha val="1902"/>
                  </a:srgbClr>
                </a:gs>
                <a:gs pos="100000">
                  <a:srgbClr val="7B1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6416785">
              <a:off x="3055685" y="-110915"/>
              <a:ext cx="449914" cy="221830"/>
            </a:xfrm>
            <a:prstGeom prst="ellipse">
              <a:avLst/>
            </a:prstGeom>
            <a:gradFill>
              <a:gsLst>
                <a:gs pos="0">
                  <a:srgbClr val="FFCE98">
                    <a:alpha val="32968"/>
                  </a:srgbClr>
                </a:gs>
                <a:gs pos="14286">
                  <a:srgbClr val="FFCE98">
                    <a:alpha val="30764"/>
                  </a:srgbClr>
                </a:gs>
                <a:gs pos="28571">
                  <a:srgbClr val="FFCE98">
                    <a:alpha val="24833"/>
                  </a:srgbClr>
                </a:gs>
                <a:gs pos="42857">
                  <a:srgbClr val="FFCE98">
                    <a:alpha val="17075"/>
                  </a:srgbClr>
                </a:gs>
                <a:gs pos="57143">
                  <a:srgbClr val="FFCE98">
                    <a:alpha val="9855"/>
                  </a:srgbClr>
                </a:gs>
                <a:gs pos="71429">
                  <a:srgbClr val="FFCE98">
                    <a:alpha val="4740"/>
                  </a:srgbClr>
                </a:gs>
                <a:gs pos="85714">
                  <a:srgbClr val="FFCE98">
                    <a:alpha val="1902"/>
                  </a:srgbClr>
                </a:gs>
                <a:gs pos="100000">
                  <a:srgbClr val="FFCE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3756096">
              <a:off x="2495115" y="425346"/>
              <a:ext cx="178135" cy="38649"/>
            </a:xfrm>
            <a:prstGeom prst="ellipse">
              <a:avLst/>
            </a:prstGeom>
            <a:gradFill>
              <a:gsLst>
                <a:gs pos="0">
                  <a:srgbClr val="B21600">
                    <a:alpha val="32968"/>
                  </a:srgbClr>
                </a:gs>
                <a:gs pos="14286">
                  <a:srgbClr val="B21600">
                    <a:alpha val="30764"/>
                  </a:srgbClr>
                </a:gs>
                <a:gs pos="28571">
                  <a:srgbClr val="B21600">
                    <a:alpha val="24833"/>
                  </a:srgbClr>
                </a:gs>
                <a:gs pos="42857">
                  <a:srgbClr val="B21600">
                    <a:alpha val="17075"/>
                  </a:srgbClr>
                </a:gs>
                <a:gs pos="57143">
                  <a:srgbClr val="B21600">
                    <a:alpha val="9855"/>
                  </a:srgbClr>
                </a:gs>
                <a:gs pos="71429">
                  <a:srgbClr val="B21600">
                    <a:alpha val="4740"/>
                  </a:srgbClr>
                </a:gs>
                <a:gs pos="85714">
                  <a:srgbClr val="B21600">
                    <a:alpha val="1902"/>
                  </a:srgbClr>
                </a:gs>
                <a:gs pos="100000">
                  <a:srgbClr val="B2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9435066">
              <a:off x="3106438" y="1870618"/>
              <a:ext cx="390175" cy="301389"/>
            </a:xfrm>
            <a:prstGeom prst="ellipse">
              <a:avLst/>
            </a:prstGeom>
            <a:gradFill>
              <a:gsLst>
                <a:gs pos="0">
                  <a:srgbClr val="FB8C45">
                    <a:alpha val="32968"/>
                  </a:srgbClr>
                </a:gs>
                <a:gs pos="14286">
                  <a:srgbClr val="FB8C45">
                    <a:alpha val="30764"/>
                  </a:srgbClr>
                </a:gs>
                <a:gs pos="28571">
                  <a:srgbClr val="FB8C45">
                    <a:alpha val="24833"/>
                  </a:srgbClr>
                </a:gs>
                <a:gs pos="42857">
                  <a:srgbClr val="FB8C45">
                    <a:alpha val="17075"/>
                  </a:srgbClr>
                </a:gs>
                <a:gs pos="57143">
                  <a:srgbClr val="FB8C45">
                    <a:alpha val="9855"/>
                  </a:srgbClr>
                </a:gs>
                <a:gs pos="71429">
                  <a:srgbClr val="FB8C45">
                    <a:alpha val="4740"/>
                  </a:srgbClr>
                </a:gs>
                <a:gs pos="85714">
                  <a:srgbClr val="FB8C45">
                    <a:alpha val="1902"/>
                  </a:srgbClr>
                </a:gs>
                <a:gs pos="100000">
                  <a:srgbClr val="FB8C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7888951">
              <a:off x="3369979" y="1873388"/>
              <a:ext cx="388894" cy="98691"/>
            </a:xfrm>
            <a:prstGeom prst="ellipse">
              <a:avLst/>
            </a:prstGeom>
            <a:gradFill>
              <a:gsLst>
                <a:gs pos="0">
                  <a:srgbClr val="FF9A58">
                    <a:alpha val="32968"/>
                  </a:srgbClr>
                </a:gs>
                <a:gs pos="14286">
                  <a:srgbClr val="FF9A58">
                    <a:alpha val="30764"/>
                  </a:srgbClr>
                </a:gs>
                <a:gs pos="28571">
                  <a:srgbClr val="FF9A58">
                    <a:alpha val="24833"/>
                  </a:srgbClr>
                </a:gs>
                <a:gs pos="42857">
                  <a:srgbClr val="FF9A58">
                    <a:alpha val="17075"/>
                  </a:srgbClr>
                </a:gs>
                <a:gs pos="57143">
                  <a:srgbClr val="FF9A58">
                    <a:alpha val="9855"/>
                  </a:srgbClr>
                </a:gs>
                <a:gs pos="71429">
                  <a:srgbClr val="FF9A58">
                    <a:alpha val="4740"/>
                  </a:srgbClr>
                </a:gs>
                <a:gs pos="85714">
                  <a:srgbClr val="FF9A58">
                    <a:alpha val="1902"/>
                  </a:srgbClr>
                </a:gs>
                <a:gs pos="100000">
                  <a:srgbClr val="FF9A5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-8460504">
              <a:off x="546827" y="1913579"/>
              <a:ext cx="709125" cy="102202"/>
            </a:xfrm>
            <a:prstGeom prst="ellipse">
              <a:avLst/>
            </a:prstGeom>
            <a:gradFill>
              <a:gsLst>
                <a:gs pos="0">
                  <a:srgbClr val="AD0000">
                    <a:alpha val="32968"/>
                  </a:srgbClr>
                </a:gs>
                <a:gs pos="14286">
                  <a:srgbClr val="AD0000">
                    <a:alpha val="30764"/>
                  </a:srgbClr>
                </a:gs>
                <a:gs pos="28571">
                  <a:srgbClr val="AD0000">
                    <a:alpha val="24833"/>
                  </a:srgbClr>
                </a:gs>
                <a:gs pos="42857">
                  <a:srgbClr val="AD0000">
                    <a:alpha val="17075"/>
                  </a:srgbClr>
                </a:gs>
                <a:gs pos="57143">
                  <a:srgbClr val="AD0000">
                    <a:alpha val="9855"/>
                  </a:srgbClr>
                </a:gs>
                <a:gs pos="71429">
                  <a:srgbClr val="AD0000">
                    <a:alpha val="4740"/>
                  </a:srgbClr>
                </a:gs>
                <a:gs pos="85714">
                  <a:srgbClr val="AD0000">
                    <a:alpha val="1902"/>
                  </a:srgbClr>
                </a:gs>
                <a:gs pos="100000">
                  <a:srgbClr val="A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-9601582">
              <a:off x="2911218" y="921814"/>
              <a:ext cx="536392" cy="277724"/>
            </a:xfrm>
            <a:prstGeom prst="ellipse">
              <a:avLst/>
            </a:prstGeom>
            <a:gradFill>
              <a:gsLst>
                <a:gs pos="0">
                  <a:srgbClr val="D9C384">
                    <a:alpha val="21559"/>
                  </a:srgbClr>
                </a:gs>
                <a:gs pos="14286">
                  <a:srgbClr val="D9C384">
                    <a:alpha val="20003"/>
                  </a:srgbClr>
                </a:gs>
                <a:gs pos="28571">
                  <a:srgbClr val="D9C384">
                    <a:alpha val="15911"/>
                  </a:srgbClr>
                </a:gs>
                <a:gs pos="42857">
                  <a:srgbClr val="D9C384">
                    <a:alpha val="10744"/>
                  </a:srgbClr>
                </a:gs>
                <a:gs pos="57143">
                  <a:srgbClr val="D9C384">
                    <a:alpha val="6104"/>
                  </a:srgbClr>
                </a:gs>
                <a:gs pos="71429">
                  <a:srgbClr val="D9C384">
                    <a:alpha val="2905"/>
                  </a:srgbClr>
                </a:gs>
                <a:gs pos="85714">
                  <a:srgbClr val="D9C384">
                    <a:alpha val="1159"/>
                  </a:srgbClr>
                </a:gs>
                <a:gs pos="100000">
                  <a:srgbClr val="D9C384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9342110">
              <a:off x="1991340" y="2151872"/>
              <a:ext cx="639538" cy="101884"/>
            </a:xfrm>
            <a:prstGeom prst="ellipse">
              <a:avLst/>
            </a:prstGeom>
            <a:gradFill>
              <a:gsLst>
                <a:gs pos="0">
                  <a:srgbClr val="FF1113">
                    <a:alpha val="32968"/>
                  </a:srgbClr>
                </a:gs>
                <a:gs pos="14286">
                  <a:srgbClr val="FF1113">
                    <a:alpha val="30764"/>
                  </a:srgbClr>
                </a:gs>
                <a:gs pos="28571">
                  <a:srgbClr val="FF1113">
                    <a:alpha val="24833"/>
                  </a:srgbClr>
                </a:gs>
                <a:gs pos="42857">
                  <a:srgbClr val="FF1113">
                    <a:alpha val="17075"/>
                  </a:srgbClr>
                </a:gs>
                <a:gs pos="57143">
                  <a:srgbClr val="FF1113">
                    <a:alpha val="9855"/>
                  </a:srgbClr>
                </a:gs>
                <a:gs pos="71429">
                  <a:srgbClr val="FF1113">
                    <a:alpha val="4740"/>
                  </a:srgbClr>
                </a:gs>
                <a:gs pos="85714">
                  <a:srgbClr val="FF1113">
                    <a:alpha val="1902"/>
                  </a:srgbClr>
                </a:gs>
                <a:gs pos="100000">
                  <a:srgbClr val="FF11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-10265559">
              <a:off x="1409607" y="617341"/>
              <a:ext cx="720880" cy="93196"/>
            </a:xfrm>
            <a:prstGeom prst="ellipse">
              <a:avLst/>
            </a:prstGeom>
            <a:gradFill>
              <a:gsLst>
                <a:gs pos="0">
                  <a:srgbClr val="4A1006">
                    <a:alpha val="32968"/>
                  </a:srgbClr>
                </a:gs>
                <a:gs pos="14286">
                  <a:srgbClr val="4A1006">
                    <a:alpha val="30764"/>
                  </a:srgbClr>
                </a:gs>
                <a:gs pos="28571">
                  <a:srgbClr val="4A1006">
                    <a:alpha val="24833"/>
                  </a:srgbClr>
                </a:gs>
                <a:gs pos="42857">
                  <a:srgbClr val="4A1006">
                    <a:alpha val="17075"/>
                  </a:srgbClr>
                </a:gs>
                <a:gs pos="57143">
                  <a:srgbClr val="4A1006">
                    <a:alpha val="9855"/>
                  </a:srgbClr>
                </a:gs>
                <a:gs pos="71429">
                  <a:srgbClr val="4A1006">
                    <a:alpha val="4740"/>
                  </a:srgbClr>
                </a:gs>
                <a:gs pos="85714">
                  <a:srgbClr val="4A1006">
                    <a:alpha val="1902"/>
                  </a:srgbClr>
                </a:gs>
                <a:gs pos="100000">
                  <a:srgbClr val="4A1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8672808">
              <a:off x="764495" y="99452"/>
              <a:ext cx="759355" cy="40797"/>
            </a:xfrm>
            <a:prstGeom prst="ellipse">
              <a:avLst/>
            </a:prstGeom>
            <a:gradFill>
              <a:gsLst>
                <a:gs pos="0">
                  <a:srgbClr val="E08A4A">
                    <a:alpha val="32968"/>
                  </a:srgbClr>
                </a:gs>
                <a:gs pos="14286">
                  <a:srgbClr val="E08A4A">
                    <a:alpha val="30764"/>
                  </a:srgbClr>
                </a:gs>
                <a:gs pos="28571">
                  <a:srgbClr val="E08A4A">
                    <a:alpha val="24833"/>
                  </a:srgbClr>
                </a:gs>
                <a:gs pos="42857">
                  <a:srgbClr val="E08A4A">
                    <a:alpha val="17075"/>
                  </a:srgbClr>
                </a:gs>
                <a:gs pos="57143">
                  <a:srgbClr val="E08A4A">
                    <a:alpha val="9855"/>
                  </a:srgbClr>
                </a:gs>
                <a:gs pos="71429">
                  <a:srgbClr val="E08A4A">
                    <a:alpha val="4740"/>
                  </a:srgbClr>
                </a:gs>
                <a:gs pos="85714">
                  <a:srgbClr val="E08A4A">
                    <a:alpha val="1902"/>
                  </a:srgbClr>
                </a:gs>
                <a:gs pos="100000">
                  <a:srgbClr val="E08A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9521587">
              <a:off x="-125069" y="1487373"/>
              <a:ext cx="537053" cy="63280"/>
            </a:xfrm>
            <a:prstGeom prst="ellipse">
              <a:avLst/>
            </a:prstGeom>
            <a:gradFill>
              <a:gsLst>
                <a:gs pos="0">
                  <a:srgbClr val="AE5F32">
                    <a:alpha val="32968"/>
                  </a:srgbClr>
                </a:gs>
                <a:gs pos="14286">
                  <a:srgbClr val="AE5F32">
                    <a:alpha val="30764"/>
                  </a:srgbClr>
                </a:gs>
                <a:gs pos="28571">
                  <a:srgbClr val="AE5F32">
                    <a:alpha val="24833"/>
                  </a:srgbClr>
                </a:gs>
                <a:gs pos="42857">
                  <a:srgbClr val="AE5F32">
                    <a:alpha val="17075"/>
                  </a:srgbClr>
                </a:gs>
                <a:gs pos="57143">
                  <a:srgbClr val="AE5F32">
                    <a:alpha val="9855"/>
                  </a:srgbClr>
                </a:gs>
                <a:gs pos="71429">
                  <a:srgbClr val="AE5F32">
                    <a:alpha val="4740"/>
                  </a:srgbClr>
                </a:gs>
                <a:gs pos="85714">
                  <a:srgbClr val="AE5F32">
                    <a:alpha val="1902"/>
                  </a:srgbClr>
                </a:gs>
                <a:gs pos="100000">
                  <a:srgbClr val="AE5F3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9232033">
              <a:off x="2957619" y="1502679"/>
              <a:ext cx="302616" cy="151731"/>
            </a:xfrm>
            <a:prstGeom prst="ellipse">
              <a:avLst/>
            </a:prstGeom>
            <a:gradFill>
              <a:gsLst>
                <a:gs pos="0">
                  <a:srgbClr val="FF904C">
                    <a:alpha val="21197"/>
                  </a:srgbClr>
                </a:gs>
                <a:gs pos="14286">
                  <a:srgbClr val="FF904C">
                    <a:alpha val="19664"/>
                  </a:srgbClr>
                </a:gs>
                <a:gs pos="28571">
                  <a:srgbClr val="FF904C">
                    <a:alpha val="15634"/>
                  </a:srgbClr>
                </a:gs>
                <a:gs pos="42857">
                  <a:srgbClr val="FF904C">
                    <a:alpha val="10552"/>
                  </a:srgbClr>
                </a:gs>
                <a:gs pos="57143">
                  <a:srgbClr val="FF904C">
                    <a:alpha val="5992"/>
                  </a:srgbClr>
                </a:gs>
                <a:gs pos="71429">
                  <a:srgbClr val="FF904C">
                    <a:alpha val="2851"/>
                  </a:srgbClr>
                </a:gs>
                <a:gs pos="85714">
                  <a:srgbClr val="FF904C">
                    <a:alpha val="1137"/>
                  </a:srgbClr>
                </a:gs>
                <a:gs pos="100000">
                  <a:srgbClr val="FF904C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3812968">
              <a:off x="3181591" y="923290"/>
              <a:ext cx="373634" cy="52697"/>
            </a:xfrm>
            <a:prstGeom prst="ellipse">
              <a:avLst/>
            </a:prstGeom>
            <a:gradFill>
              <a:gsLst>
                <a:gs pos="0">
                  <a:srgbClr val="DBA97D">
                    <a:alpha val="32968"/>
                  </a:srgbClr>
                </a:gs>
                <a:gs pos="14286">
                  <a:srgbClr val="DBA97D">
                    <a:alpha val="30764"/>
                  </a:srgbClr>
                </a:gs>
                <a:gs pos="28571">
                  <a:srgbClr val="DBA97D">
                    <a:alpha val="24833"/>
                  </a:srgbClr>
                </a:gs>
                <a:gs pos="42857">
                  <a:srgbClr val="DBA97D">
                    <a:alpha val="17075"/>
                  </a:srgbClr>
                </a:gs>
                <a:gs pos="57143">
                  <a:srgbClr val="DBA97D">
                    <a:alpha val="9855"/>
                  </a:srgbClr>
                </a:gs>
                <a:gs pos="71429">
                  <a:srgbClr val="DBA97D">
                    <a:alpha val="4740"/>
                  </a:srgbClr>
                </a:gs>
                <a:gs pos="85714">
                  <a:srgbClr val="DBA97D">
                    <a:alpha val="1902"/>
                  </a:srgbClr>
                </a:gs>
                <a:gs pos="100000">
                  <a:srgbClr val="DBA9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-9563122">
              <a:off x="3365219" y="350641"/>
              <a:ext cx="477114" cy="122404"/>
            </a:xfrm>
            <a:prstGeom prst="ellipse">
              <a:avLst/>
            </a:prstGeom>
            <a:gradFill>
              <a:gsLst>
                <a:gs pos="0">
                  <a:srgbClr val="DFBB92">
                    <a:alpha val="32968"/>
                  </a:srgbClr>
                </a:gs>
                <a:gs pos="14286">
                  <a:srgbClr val="DFBB92">
                    <a:alpha val="30764"/>
                  </a:srgbClr>
                </a:gs>
                <a:gs pos="28571">
                  <a:srgbClr val="DFBB92">
                    <a:alpha val="24833"/>
                  </a:srgbClr>
                </a:gs>
                <a:gs pos="42857">
                  <a:srgbClr val="DFBB92">
                    <a:alpha val="17075"/>
                  </a:srgbClr>
                </a:gs>
                <a:gs pos="57143">
                  <a:srgbClr val="DFBB92">
                    <a:alpha val="9855"/>
                  </a:srgbClr>
                </a:gs>
                <a:gs pos="71429">
                  <a:srgbClr val="DFBB92">
                    <a:alpha val="4740"/>
                  </a:srgbClr>
                </a:gs>
                <a:gs pos="85714">
                  <a:srgbClr val="DFBB92">
                    <a:alpha val="1902"/>
                  </a:srgbClr>
                </a:gs>
                <a:gs pos="100000">
                  <a:srgbClr val="DFBB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9825336">
              <a:off x="-53484" y="1355634"/>
              <a:ext cx="362582" cy="71350"/>
            </a:xfrm>
            <a:prstGeom prst="ellipse">
              <a:avLst/>
            </a:prstGeom>
            <a:gradFill>
              <a:gsLst>
                <a:gs pos="0">
                  <a:srgbClr val="FFFFCE">
                    <a:alpha val="32968"/>
                  </a:srgbClr>
                </a:gs>
                <a:gs pos="14286">
                  <a:srgbClr val="FFFFCE">
                    <a:alpha val="30764"/>
                  </a:srgbClr>
                </a:gs>
                <a:gs pos="28571">
                  <a:srgbClr val="FFFFCE">
                    <a:alpha val="24833"/>
                  </a:srgbClr>
                </a:gs>
                <a:gs pos="42857">
                  <a:srgbClr val="FFFFCE">
                    <a:alpha val="17075"/>
                  </a:srgbClr>
                </a:gs>
                <a:gs pos="57143">
                  <a:srgbClr val="FFFFCE">
                    <a:alpha val="9855"/>
                  </a:srgbClr>
                </a:gs>
                <a:gs pos="71429">
                  <a:srgbClr val="FFFFCE">
                    <a:alpha val="4740"/>
                  </a:srgbClr>
                </a:gs>
                <a:gs pos="85714">
                  <a:srgbClr val="FFFFCE">
                    <a:alpha val="1902"/>
                  </a:srgbClr>
                </a:gs>
                <a:gs pos="100000">
                  <a:srgbClr val="FFF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9878089">
              <a:off x="1340316" y="49667"/>
              <a:ext cx="561282" cy="69182"/>
            </a:xfrm>
            <a:prstGeom prst="ellipse">
              <a:avLst/>
            </a:prstGeom>
            <a:gradFill>
              <a:gsLst>
                <a:gs pos="0">
                  <a:srgbClr val="A63F07">
                    <a:alpha val="32968"/>
                  </a:srgbClr>
                </a:gs>
                <a:gs pos="14286">
                  <a:srgbClr val="A63F07">
                    <a:alpha val="30764"/>
                  </a:srgbClr>
                </a:gs>
                <a:gs pos="28571">
                  <a:srgbClr val="A63F07">
                    <a:alpha val="24833"/>
                  </a:srgbClr>
                </a:gs>
                <a:gs pos="42857">
                  <a:srgbClr val="A63F07">
                    <a:alpha val="17075"/>
                  </a:srgbClr>
                </a:gs>
                <a:gs pos="57143">
                  <a:srgbClr val="A63F07">
                    <a:alpha val="9855"/>
                  </a:srgbClr>
                </a:gs>
                <a:gs pos="71429">
                  <a:srgbClr val="A63F07">
                    <a:alpha val="4740"/>
                  </a:srgbClr>
                </a:gs>
                <a:gs pos="85714">
                  <a:srgbClr val="A63F07">
                    <a:alpha val="1902"/>
                  </a:srgbClr>
                </a:gs>
                <a:gs pos="100000">
                  <a:srgbClr val="A63F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8269064">
              <a:off x="3122382" y="1921335"/>
              <a:ext cx="694052" cy="45540"/>
            </a:xfrm>
            <a:prstGeom prst="ellipse">
              <a:avLst/>
            </a:prstGeom>
            <a:gradFill>
              <a:gsLst>
                <a:gs pos="0">
                  <a:srgbClr val="6D0500">
                    <a:alpha val="30483"/>
                  </a:srgbClr>
                </a:gs>
                <a:gs pos="14286">
                  <a:srgbClr val="6D0500">
                    <a:alpha val="28408"/>
                  </a:srgbClr>
                </a:gs>
                <a:gs pos="28571">
                  <a:srgbClr val="6D0500">
                    <a:alpha val="22855"/>
                  </a:srgbClr>
                </a:gs>
                <a:gs pos="42857">
                  <a:srgbClr val="6D0500">
                    <a:alpha val="15650"/>
                  </a:srgbClr>
                </a:gs>
                <a:gs pos="57143">
                  <a:srgbClr val="6D0500">
                    <a:alpha val="9000"/>
                  </a:srgbClr>
                </a:gs>
                <a:gs pos="71429">
                  <a:srgbClr val="6D0500">
                    <a:alpha val="4318"/>
                  </a:srgbClr>
                </a:gs>
                <a:gs pos="85714">
                  <a:srgbClr val="6D0500">
                    <a:alpha val="1730"/>
                  </a:srgbClr>
                </a:gs>
                <a:gs pos="100000">
                  <a:srgbClr val="6D0500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8815353">
              <a:off x="3008384" y="1027859"/>
              <a:ext cx="485141" cy="291433"/>
            </a:xfrm>
            <a:prstGeom prst="ellipse">
              <a:avLst/>
            </a:prstGeom>
            <a:gradFill>
              <a:gsLst>
                <a:gs pos="0">
                  <a:srgbClr val="FFC480">
                    <a:alpha val="32968"/>
                  </a:srgbClr>
                </a:gs>
                <a:gs pos="14286">
                  <a:srgbClr val="FFC480">
                    <a:alpha val="30764"/>
                  </a:srgbClr>
                </a:gs>
                <a:gs pos="28571">
                  <a:srgbClr val="FFC480">
                    <a:alpha val="24833"/>
                  </a:srgbClr>
                </a:gs>
                <a:gs pos="42857">
                  <a:srgbClr val="FFC480">
                    <a:alpha val="17075"/>
                  </a:srgbClr>
                </a:gs>
                <a:gs pos="57143">
                  <a:srgbClr val="FFC480">
                    <a:alpha val="9855"/>
                  </a:srgbClr>
                </a:gs>
                <a:gs pos="71429">
                  <a:srgbClr val="FFC480">
                    <a:alpha val="4740"/>
                  </a:srgbClr>
                </a:gs>
                <a:gs pos="85714">
                  <a:srgbClr val="FFC480">
                    <a:alpha val="1902"/>
                  </a:srgbClr>
                </a:gs>
                <a:gs pos="100000">
                  <a:srgbClr val="FFC4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3963992">
              <a:off x="801215" y="1813479"/>
              <a:ext cx="646211" cy="258304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8240992">
              <a:off x="2848544" y="1576383"/>
              <a:ext cx="614618" cy="38798"/>
            </a:xfrm>
            <a:prstGeom prst="ellipse">
              <a:avLst/>
            </a:prstGeom>
            <a:gradFill>
              <a:gsLst>
                <a:gs pos="0">
                  <a:srgbClr val="000D10">
                    <a:alpha val="27670"/>
                  </a:srgbClr>
                </a:gs>
                <a:gs pos="14286">
                  <a:srgbClr val="000D10">
                    <a:alpha val="25750"/>
                  </a:srgbClr>
                </a:gs>
                <a:gs pos="28571">
                  <a:srgbClr val="000D10">
                    <a:alpha val="20640"/>
                  </a:srgbClr>
                </a:gs>
                <a:gs pos="42857">
                  <a:srgbClr val="000D10">
                    <a:alpha val="14069"/>
                  </a:srgbClr>
                </a:gs>
                <a:gs pos="57143">
                  <a:srgbClr val="000D10">
                    <a:alpha val="8059"/>
                  </a:srgbClr>
                </a:gs>
                <a:gs pos="71429">
                  <a:srgbClr val="000D10">
                    <a:alpha val="3857"/>
                  </a:srgbClr>
                </a:gs>
                <a:gs pos="85714">
                  <a:srgbClr val="000D10">
                    <a:alpha val="1543"/>
                  </a:srgbClr>
                </a:gs>
                <a:gs pos="100000">
                  <a:srgbClr val="000D10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8194677">
              <a:off x="2895673" y="818995"/>
              <a:ext cx="733656" cy="139961"/>
            </a:xfrm>
            <a:prstGeom prst="ellipse">
              <a:avLst/>
            </a:prstGeom>
            <a:gradFill>
              <a:gsLst>
                <a:gs pos="0">
                  <a:srgbClr val="E5AF78">
                    <a:alpha val="25250"/>
                  </a:srgbClr>
                </a:gs>
                <a:gs pos="14286">
                  <a:srgbClr val="E5AF78">
                    <a:alpha val="23469"/>
                  </a:srgbClr>
                </a:gs>
                <a:gs pos="28571">
                  <a:srgbClr val="E5AF78">
                    <a:alpha val="18753"/>
                  </a:srgbClr>
                </a:gs>
                <a:gs pos="42857">
                  <a:srgbClr val="E5AF78">
                    <a:alpha val="12735"/>
                  </a:srgbClr>
                </a:gs>
                <a:gs pos="57143">
                  <a:srgbClr val="E5AF78">
                    <a:alpha val="7270"/>
                  </a:srgbClr>
                </a:gs>
                <a:gs pos="71429">
                  <a:srgbClr val="E5AF78">
                    <a:alpha val="3472"/>
                  </a:srgbClr>
                </a:gs>
                <a:gs pos="85714">
                  <a:srgbClr val="E5AF78">
                    <a:alpha val="1387"/>
                  </a:srgbClr>
                </a:gs>
                <a:gs pos="100000">
                  <a:srgbClr val="E5AF78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6849775">
              <a:off x="205994" y="950364"/>
              <a:ext cx="661519" cy="76591"/>
            </a:xfrm>
            <a:prstGeom prst="ellipse">
              <a:avLst/>
            </a:prstGeom>
            <a:gradFill>
              <a:gsLst>
                <a:gs pos="0">
                  <a:srgbClr val="A10000">
                    <a:alpha val="32968"/>
                  </a:srgbClr>
                </a:gs>
                <a:gs pos="14286">
                  <a:srgbClr val="A10000">
                    <a:alpha val="30764"/>
                  </a:srgbClr>
                </a:gs>
                <a:gs pos="28571">
                  <a:srgbClr val="A10000">
                    <a:alpha val="24833"/>
                  </a:srgbClr>
                </a:gs>
                <a:gs pos="42857">
                  <a:srgbClr val="A10000">
                    <a:alpha val="17075"/>
                  </a:srgbClr>
                </a:gs>
                <a:gs pos="57143">
                  <a:srgbClr val="A10000">
                    <a:alpha val="9855"/>
                  </a:srgbClr>
                </a:gs>
                <a:gs pos="71429">
                  <a:srgbClr val="A10000">
                    <a:alpha val="4740"/>
                  </a:srgbClr>
                </a:gs>
                <a:gs pos="85714">
                  <a:srgbClr val="A10000">
                    <a:alpha val="1902"/>
                  </a:srgbClr>
                </a:gs>
                <a:gs pos="100000">
                  <a:srgbClr val="A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6383720">
              <a:off x="3374385" y="2266299"/>
              <a:ext cx="541765" cy="72840"/>
            </a:xfrm>
            <a:prstGeom prst="ellipse">
              <a:avLst/>
            </a:prstGeom>
            <a:gradFill>
              <a:gsLst>
                <a:gs pos="0">
                  <a:srgbClr val="6A2F13">
                    <a:alpha val="32968"/>
                  </a:srgbClr>
                </a:gs>
                <a:gs pos="14286">
                  <a:srgbClr val="6A2F13">
                    <a:alpha val="30764"/>
                  </a:srgbClr>
                </a:gs>
                <a:gs pos="28571">
                  <a:srgbClr val="6A2F13">
                    <a:alpha val="24833"/>
                  </a:srgbClr>
                </a:gs>
                <a:gs pos="42857">
                  <a:srgbClr val="6A2F13">
                    <a:alpha val="17075"/>
                  </a:srgbClr>
                </a:gs>
                <a:gs pos="57143">
                  <a:srgbClr val="6A2F13">
                    <a:alpha val="9855"/>
                  </a:srgbClr>
                </a:gs>
                <a:gs pos="71429">
                  <a:srgbClr val="6A2F13">
                    <a:alpha val="4740"/>
                  </a:srgbClr>
                </a:gs>
                <a:gs pos="85714">
                  <a:srgbClr val="6A2F13">
                    <a:alpha val="1902"/>
                  </a:srgbClr>
                </a:gs>
                <a:gs pos="100000">
                  <a:srgbClr val="6A2F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8796680">
              <a:off x="588312" y="514032"/>
              <a:ext cx="586333" cy="81383"/>
            </a:xfrm>
            <a:prstGeom prst="ellipse">
              <a:avLst/>
            </a:prstGeom>
            <a:gradFill>
              <a:gsLst>
                <a:gs pos="0">
                  <a:srgbClr val="D30400">
                    <a:alpha val="27954"/>
                  </a:srgbClr>
                </a:gs>
                <a:gs pos="14286">
                  <a:srgbClr val="D30400">
                    <a:alpha val="26018"/>
                  </a:srgbClr>
                </a:gs>
                <a:gs pos="28571">
                  <a:srgbClr val="D30400">
                    <a:alpha val="20863"/>
                  </a:srgbClr>
                </a:gs>
                <a:gs pos="42857">
                  <a:srgbClr val="D30400">
                    <a:alpha val="14228"/>
                  </a:srgbClr>
                </a:gs>
                <a:gs pos="57143">
                  <a:srgbClr val="D30400">
                    <a:alpha val="8153"/>
                  </a:srgbClr>
                </a:gs>
                <a:gs pos="71429">
                  <a:srgbClr val="D30400">
                    <a:alpha val="3903"/>
                  </a:srgbClr>
                </a:gs>
                <a:gs pos="85714">
                  <a:srgbClr val="D30400">
                    <a:alpha val="1562"/>
                  </a:srgbClr>
                </a:gs>
                <a:gs pos="100000">
                  <a:srgbClr val="D304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10085334">
              <a:off x="41948" y="1336048"/>
              <a:ext cx="290150" cy="83133"/>
            </a:xfrm>
            <a:prstGeom prst="ellipse">
              <a:avLst/>
            </a:prstGeom>
            <a:gradFill>
              <a:gsLst>
                <a:gs pos="0">
                  <a:srgbClr val="C65400">
                    <a:alpha val="32968"/>
                  </a:srgbClr>
                </a:gs>
                <a:gs pos="14286">
                  <a:srgbClr val="C65400">
                    <a:alpha val="30764"/>
                  </a:srgbClr>
                </a:gs>
                <a:gs pos="28571">
                  <a:srgbClr val="C65400">
                    <a:alpha val="24833"/>
                  </a:srgbClr>
                </a:gs>
                <a:gs pos="42857">
                  <a:srgbClr val="C65400">
                    <a:alpha val="17075"/>
                  </a:srgbClr>
                </a:gs>
                <a:gs pos="57143">
                  <a:srgbClr val="C65400">
                    <a:alpha val="9855"/>
                  </a:srgbClr>
                </a:gs>
                <a:gs pos="71429">
                  <a:srgbClr val="C65400">
                    <a:alpha val="4740"/>
                  </a:srgbClr>
                </a:gs>
                <a:gs pos="85714">
                  <a:srgbClr val="C65400">
                    <a:alpha val="1902"/>
                  </a:srgbClr>
                </a:gs>
                <a:gs pos="100000">
                  <a:srgbClr val="C6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9697003">
              <a:off x="1059180" y="71839"/>
              <a:ext cx="527192" cy="48486"/>
            </a:xfrm>
            <a:prstGeom prst="ellipse">
              <a:avLst/>
            </a:prstGeom>
            <a:gradFill>
              <a:gsLst>
                <a:gs pos="0">
                  <a:srgbClr val="DB8444">
                    <a:alpha val="12140"/>
                  </a:srgbClr>
                </a:gs>
                <a:gs pos="14286">
                  <a:srgbClr val="DB8444">
                    <a:alpha val="11215"/>
                  </a:srgbClr>
                </a:gs>
                <a:gs pos="28571">
                  <a:srgbClr val="DB8444">
                    <a:alpha val="8823"/>
                  </a:srgbClr>
                </a:gs>
                <a:gs pos="42857">
                  <a:srgbClr val="DB8444">
                    <a:alpha val="5878"/>
                  </a:srgbClr>
                </a:gs>
                <a:gs pos="57143">
                  <a:srgbClr val="DB8444">
                    <a:alpha val="3301"/>
                  </a:srgbClr>
                </a:gs>
                <a:gs pos="71429">
                  <a:srgbClr val="DB8444">
                    <a:alpha val="1559"/>
                  </a:srgbClr>
                </a:gs>
                <a:gs pos="85714">
                  <a:srgbClr val="DB8444">
                    <a:alpha val="619"/>
                  </a:srgbClr>
                </a:gs>
                <a:gs pos="100000">
                  <a:srgbClr val="DB8444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8194620">
              <a:off x="673232" y="1238939"/>
              <a:ext cx="473722" cy="162267"/>
            </a:xfrm>
            <a:prstGeom prst="ellipse">
              <a:avLst/>
            </a:prstGeom>
            <a:gradFill>
              <a:gsLst>
                <a:gs pos="0">
                  <a:srgbClr val="003625">
                    <a:alpha val="32968"/>
                  </a:srgbClr>
                </a:gs>
                <a:gs pos="14286">
                  <a:srgbClr val="003625">
                    <a:alpha val="30764"/>
                  </a:srgbClr>
                </a:gs>
                <a:gs pos="28571">
                  <a:srgbClr val="003625">
                    <a:alpha val="24833"/>
                  </a:srgbClr>
                </a:gs>
                <a:gs pos="42857">
                  <a:srgbClr val="003625">
                    <a:alpha val="17075"/>
                  </a:srgbClr>
                </a:gs>
                <a:gs pos="57143">
                  <a:srgbClr val="003625">
                    <a:alpha val="9855"/>
                  </a:srgbClr>
                </a:gs>
                <a:gs pos="71429">
                  <a:srgbClr val="003625">
                    <a:alpha val="4740"/>
                  </a:srgbClr>
                </a:gs>
                <a:gs pos="85714">
                  <a:srgbClr val="003625">
                    <a:alpha val="1902"/>
                  </a:srgbClr>
                </a:gs>
                <a:gs pos="100000">
                  <a:srgbClr val="0036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9076667">
              <a:off x="2951081" y="31962"/>
              <a:ext cx="587034" cy="86630"/>
            </a:xfrm>
            <a:prstGeom prst="ellipse">
              <a:avLst/>
            </a:prstGeom>
            <a:gradFill>
              <a:gsLst>
                <a:gs pos="0">
                  <a:srgbClr val="E7975F">
                    <a:alpha val="32968"/>
                  </a:srgbClr>
                </a:gs>
                <a:gs pos="14286">
                  <a:srgbClr val="E7975F">
                    <a:alpha val="30764"/>
                  </a:srgbClr>
                </a:gs>
                <a:gs pos="28571">
                  <a:srgbClr val="E7975F">
                    <a:alpha val="24833"/>
                  </a:srgbClr>
                </a:gs>
                <a:gs pos="42857">
                  <a:srgbClr val="E7975F">
                    <a:alpha val="17075"/>
                  </a:srgbClr>
                </a:gs>
                <a:gs pos="57143">
                  <a:srgbClr val="E7975F">
                    <a:alpha val="9855"/>
                  </a:srgbClr>
                </a:gs>
                <a:gs pos="71429">
                  <a:srgbClr val="E7975F">
                    <a:alpha val="4740"/>
                  </a:srgbClr>
                </a:gs>
                <a:gs pos="85714">
                  <a:srgbClr val="E7975F">
                    <a:alpha val="1902"/>
                  </a:srgbClr>
                </a:gs>
                <a:gs pos="100000">
                  <a:srgbClr val="E797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-8618597">
              <a:off x="529679" y="1834717"/>
              <a:ext cx="825333" cy="189950"/>
            </a:xfrm>
            <a:prstGeom prst="ellipse">
              <a:avLst/>
            </a:prstGeom>
            <a:gradFill>
              <a:gsLst>
                <a:gs pos="0">
                  <a:srgbClr val="7F0000">
                    <a:alpha val="32968"/>
                  </a:srgbClr>
                </a:gs>
                <a:gs pos="14286">
                  <a:srgbClr val="7F0000">
                    <a:alpha val="30764"/>
                  </a:srgbClr>
                </a:gs>
                <a:gs pos="28571">
                  <a:srgbClr val="7F0000">
                    <a:alpha val="24833"/>
                  </a:srgbClr>
                </a:gs>
                <a:gs pos="42857">
                  <a:srgbClr val="7F0000">
                    <a:alpha val="17075"/>
                  </a:srgbClr>
                </a:gs>
                <a:gs pos="57143">
                  <a:srgbClr val="7F0000">
                    <a:alpha val="9855"/>
                  </a:srgbClr>
                </a:gs>
                <a:gs pos="71429">
                  <a:srgbClr val="7F0000">
                    <a:alpha val="4740"/>
                  </a:srgbClr>
                </a:gs>
                <a:gs pos="85714">
                  <a:srgbClr val="7F0000">
                    <a:alpha val="1902"/>
                  </a:srgbClr>
                </a:gs>
                <a:gs pos="100000">
                  <a:srgbClr val="7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10417846">
              <a:off x="1255306" y="544444"/>
              <a:ext cx="645820" cy="67614"/>
            </a:xfrm>
            <a:prstGeom prst="ellipse">
              <a:avLst/>
            </a:prstGeom>
            <a:gradFill>
              <a:gsLst>
                <a:gs pos="0">
                  <a:srgbClr val="C1A64A">
                    <a:alpha val="32968"/>
                  </a:srgbClr>
                </a:gs>
                <a:gs pos="14286">
                  <a:srgbClr val="C1A64A">
                    <a:alpha val="30764"/>
                  </a:srgbClr>
                </a:gs>
                <a:gs pos="28571">
                  <a:srgbClr val="C1A64A">
                    <a:alpha val="24833"/>
                  </a:srgbClr>
                </a:gs>
                <a:gs pos="42857">
                  <a:srgbClr val="C1A64A">
                    <a:alpha val="17075"/>
                  </a:srgbClr>
                </a:gs>
                <a:gs pos="57143">
                  <a:srgbClr val="C1A64A">
                    <a:alpha val="9855"/>
                  </a:srgbClr>
                </a:gs>
                <a:gs pos="71429">
                  <a:srgbClr val="C1A64A">
                    <a:alpha val="4740"/>
                  </a:srgbClr>
                </a:gs>
                <a:gs pos="85714">
                  <a:srgbClr val="C1A64A">
                    <a:alpha val="1902"/>
                  </a:srgbClr>
                </a:gs>
                <a:gs pos="100000">
                  <a:srgbClr val="C1A6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-9786302">
              <a:off x="1561565" y="43780"/>
              <a:ext cx="543946" cy="60996"/>
            </a:xfrm>
            <a:prstGeom prst="ellipse">
              <a:avLst/>
            </a:prstGeom>
            <a:gradFill>
              <a:gsLst>
                <a:gs pos="0">
                  <a:srgbClr val="C05C24">
                    <a:alpha val="32968"/>
                  </a:srgbClr>
                </a:gs>
                <a:gs pos="14286">
                  <a:srgbClr val="C05C24">
                    <a:alpha val="30764"/>
                  </a:srgbClr>
                </a:gs>
                <a:gs pos="28571">
                  <a:srgbClr val="C05C24">
                    <a:alpha val="24833"/>
                  </a:srgbClr>
                </a:gs>
                <a:gs pos="42857">
                  <a:srgbClr val="C05C24">
                    <a:alpha val="17075"/>
                  </a:srgbClr>
                </a:gs>
                <a:gs pos="57143">
                  <a:srgbClr val="C05C24">
                    <a:alpha val="9855"/>
                  </a:srgbClr>
                </a:gs>
                <a:gs pos="71429">
                  <a:srgbClr val="C05C24">
                    <a:alpha val="4740"/>
                  </a:srgbClr>
                </a:gs>
                <a:gs pos="85714">
                  <a:srgbClr val="C05C24">
                    <a:alpha val="1902"/>
                  </a:srgbClr>
                </a:gs>
                <a:gs pos="100000">
                  <a:srgbClr val="C05C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8479998">
              <a:off x="2972794" y="1370741"/>
              <a:ext cx="325425" cy="73070"/>
            </a:xfrm>
            <a:prstGeom prst="ellipse">
              <a:avLst/>
            </a:prstGeom>
            <a:gradFill>
              <a:gsLst>
                <a:gs pos="0">
                  <a:srgbClr val="652524">
                    <a:alpha val="29669"/>
                  </a:srgbClr>
                </a:gs>
                <a:gs pos="14286">
                  <a:srgbClr val="652524">
                    <a:alpha val="27638"/>
                  </a:srgbClr>
                </a:gs>
                <a:gs pos="28571">
                  <a:srgbClr val="652524">
                    <a:alpha val="22211"/>
                  </a:srgbClr>
                </a:gs>
                <a:gs pos="42857">
                  <a:srgbClr val="652524">
                    <a:alpha val="15189"/>
                  </a:srgbClr>
                </a:gs>
                <a:gs pos="57143">
                  <a:srgbClr val="652524">
                    <a:alpha val="8724"/>
                  </a:srgbClr>
                </a:gs>
                <a:gs pos="71429">
                  <a:srgbClr val="652524">
                    <a:alpha val="4183"/>
                  </a:srgbClr>
                </a:gs>
                <a:gs pos="85714">
                  <a:srgbClr val="652524">
                    <a:alpha val="1676"/>
                  </a:srgbClr>
                </a:gs>
                <a:gs pos="100000">
                  <a:srgbClr val="652524">
                    <a:alpha val="5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10749713">
              <a:off x="3494904" y="1296895"/>
              <a:ext cx="117704" cy="67958"/>
            </a:xfrm>
            <a:prstGeom prst="ellipse">
              <a:avLst/>
            </a:prstGeom>
            <a:gradFill>
              <a:gsLst>
                <a:gs pos="0">
                  <a:srgbClr val="FF994E">
                    <a:alpha val="32968"/>
                  </a:srgbClr>
                </a:gs>
                <a:gs pos="14286">
                  <a:srgbClr val="FF994E">
                    <a:alpha val="30764"/>
                  </a:srgbClr>
                </a:gs>
                <a:gs pos="28571">
                  <a:srgbClr val="FF994E">
                    <a:alpha val="24833"/>
                  </a:srgbClr>
                </a:gs>
                <a:gs pos="42857">
                  <a:srgbClr val="FF994E">
                    <a:alpha val="17075"/>
                  </a:srgbClr>
                </a:gs>
                <a:gs pos="57143">
                  <a:srgbClr val="FF994E">
                    <a:alpha val="9855"/>
                  </a:srgbClr>
                </a:gs>
                <a:gs pos="71429">
                  <a:srgbClr val="FF994E">
                    <a:alpha val="4740"/>
                  </a:srgbClr>
                </a:gs>
                <a:gs pos="85714">
                  <a:srgbClr val="FF994E">
                    <a:alpha val="1902"/>
                  </a:srgbClr>
                </a:gs>
                <a:gs pos="100000">
                  <a:srgbClr val="FF994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3356348">
              <a:off x="3211606" y="672476"/>
              <a:ext cx="442402" cy="138098"/>
            </a:xfrm>
            <a:prstGeom prst="ellipse">
              <a:avLst/>
            </a:prstGeom>
            <a:gradFill>
              <a:gsLst>
                <a:gs pos="0">
                  <a:srgbClr val="F9FCDD">
                    <a:alpha val="5953"/>
                  </a:srgbClr>
                </a:gs>
                <a:gs pos="14286">
                  <a:srgbClr val="F9FCDD">
                    <a:alpha val="5485"/>
                  </a:srgbClr>
                </a:gs>
                <a:gs pos="28571">
                  <a:srgbClr val="F9FCDD">
                    <a:alpha val="4286"/>
                  </a:srgbClr>
                </a:gs>
                <a:gs pos="42857">
                  <a:srgbClr val="F9FCDD">
                    <a:alpha val="2832"/>
                  </a:srgbClr>
                </a:gs>
                <a:gs pos="57143">
                  <a:srgbClr val="F9FCDD">
                    <a:alpha val="1579"/>
                  </a:srgbClr>
                </a:gs>
                <a:gs pos="71429">
                  <a:srgbClr val="F9FCDD">
                    <a:alpha val="742"/>
                  </a:srgbClr>
                </a:gs>
                <a:gs pos="85714">
                  <a:srgbClr val="F9FCDD">
                    <a:alpha val="294"/>
                  </a:srgbClr>
                </a:gs>
                <a:gs pos="100000">
                  <a:srgbClr val="F9FCDD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7270367">
              <a:off x="408350" y="692866"/>
              <a:ext cx="537498" cy="174006"/>
            </a:xfrm>
            <a:prstGeom prst="ellipse">
              <a:avLst/>
            </a:prstGeom>
            <a:gradFill>
              <a:gsLst>
                <a:gs pos="0">
                  <a:srgbClr val="B10000">
                    <a:alpha val="32968"/>
                  </a:srgbClr>
                </a:gs>
                <a:gs pos="14286">
                  <a:srgbClr val="B10000">
                    <a:alpha val="30764"/>
                  </a:srgbClr>
                </a:gs>
                <a:gs pos="28571">
                  <a:srgbClr val="B10000">
                    <a:alpha val="24833"/>
                  </a:srgbClr>
                </a:gs>
                <a:gs pos="42857">
                  <a:srgbClr val="B10000">
                    <a:alpha val="17075"/>
                  </a:srgbClr>
                </a:gs>
                <a:gs pos="57143">
                  <a:srgbClr val="B10000">
                    <a:alpha val="9855"/>
                  </a:srgbClr>
                </a:gs>
                <a:gs pos="71429">
                  <a:srgbClr val="B10000">
                    <a:alpha val="4740"/>
                  </a:srgbClr>
                </a:gs>
                <a:gs pos="85714">
                  <a:srgbClr val="B10000">
                    <a:alpha val="1902"/>
                  </a:srgbClr>
                </a:gs>
                <a:gs pos="100000">
                  <a:srgbClr val="B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6228678">
              <a:off x="249513" y="1095563"/>
              <a:ext cx="445314" cy="25747"/>
            </a:xfrm>
            <a:prstGeom prst="ellipse">
              <a:avLst/>
            </a:prstGeom>
            <a:gradFill>
              <a:gsLst>
                <a:gs pos="0">
                  <a:srgbClr val="FDD679">
                    <a:alpha val="14166"/>
                  </a:srgbClr>
                </a:gs>
                <a:gs pos="14286">
                  <a:srgbClr val="FDD679">
                    <a:alpha val="13099"/>
                  </a:srgbClr>
                </a:gs>
                <a:gs pos="28571">
                  <a:srgbClr val="FDD679">
                    <a:alpha val="10328"/>
                  </a:srgbClr>
                </a:gs>
                <a:gs pos="42857">
                  <a:srgbClr val="FDD679">
                    <a:alpha val="6901"/>
                  </a:srgbClr>
                </a:gs>
                <a:gs pos="57143">
                  <a:srgbClr val="FDD679">
                    <a:alpha val="3885"/>
                  </a:srgbClr>
                </a:gs>
                <a:gs pos="71429">
                  <a:srgbClr val="FDD679">
                    <a:alpha val="1837"/>
                  </a:srgbClr>
                </a:gs>
                <a:gs pos="85714">
                  <a:srgbClr val="FDD679">
                    <a:alpha val="731"/>
                  </a:srgbClr>
                </a:gs>
                <a:gs pos="100000">
                  <a:srgbClr val="FDD679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10226120">
              <a:off x="801752" y="1311049"/>
              <a:ext cx="593091" cy="3760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8473246">
              <a:off x="2874936" y="-53979"/>
              <a:ext cx="464330" cy="313514"/>
            </a:xfrm>
            <a:prstGeom prst="ellipse">
              <a:avLst/>
            </a:prstGeom>
            <a:gradFill>
              <a:gsLst>
                <a:gs pos="0">
                  <a:srgbClr val="FFB97F">
                    <a:alpha val="32968"/>
                  </a:srgbClr>
                </a:gs>
                <a:gs pos="14286">
                  <a:srgbClr val="FFB97F">
                    <a:alpha val="30764"/>
                  </a:srgbClr>
                </a:gs>
                <a:gs pos="28571">
                  <a:srgbClr val="FFB97F">
                    <a:alpha val="24833"/>
                  </a:srgbClr>
                </a:gs>
                <a:gs pos="42857">
                  <a:srgbClr val="FFB97F">
                    <a:alpha val="17075"/>
                  </a:srgbClr>
                </a:gs>
                <a:gs pos="57143">
                  <a:srgbClr val="FFB97F">
                    <a:alpha val="9855"/>
                  </a:srgbClr>
                </a:gs>
                <a:gs pos="71429">
                  <a:srgbClr val="FFB97F">
                    <a:alpha val="4740"/>
                  </a:srgbClr>
                </a:gs>
                <a:gs pos="85714">
                  <a:srgbClr val="FFB97F">
                    <a:alpha val="1902"/>
                  </a:srgbClr>
                </a:gs>
                <a:gs pos="100000">
                  <a:srgbClr val="FFB9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3924340">
              <a:off x="391123" y="2023500"/>
              <a:ext cx="187695" cy="107612"/>
            </a:xfrm>
            <a:prstGeom prst="ellipse">
              <a:avLst/>
            </a:prstGeom>
            <a:gradFill>
              <a:gsLst>
                <a:gs pos="0">
                  <a:srgbClr val="B55400">
                    <a:alpha val="32968"/>
                  </a:srgbClr>
                </a:gs>
                <a:gs pos="14286">
                  <a:srgbClr val="B55400">
                    <a:alpha val="30764"/>
                  </a:srgbClr>
                </a:gs>
                <a:gs pos="28571">
                  <a:srgbClr val="B55400">
                    <a:alpha val="24833"/>
                  </a:srgbClr>
                </a:gs>
                <a:gs pos="42857">
                  <a:srgbClr val="B55400">
                    <a:alpha val="17075"/>
                  </a:srgbClr>
                </a:gs>
                <a:gs pos="57143">
                  <a:srgbClr val="B55400">
                    <a:alpha val="9855"/>
                  </a:srgbClr>
                </a:gs>
                <a:gs pos="71429">
                  <a:srgbClr val="B55400">
                    <a:alpha val="4740"/>
                  </a:srgbClr>
                </a:gs>
                <a:gs pos="85714">
                  <a:srgbClr val="B55400">
                    <a:alpha val="1902"/>
                  </a:srgbClr>
                </a:gs>
                <a:gs pos="100000">
                  <a:srgbClr val="B55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6810281">
              <a:off x="74455" y="1633155"/>
              <a:ext cx="551512" cy="137441"/>
            </a:xfrm>
            <a:prstGeom prst="ellipse">
              <a:avLst/>
            </a:prstGeom>
            <a:gradFill>
              <a:gsLst>
                <a:gs pos="0">
                  <a:srgbClr val="C58A67">
                    <a:alpha val="21593"/>
                  </a:srgbClr>
                </a:gs>
                <a:gs pos="14286">
                  <a:srgbClr val="C58A67">
                    <a:alpha val="20035"/>
                  </a:srgbClr>
                </a:gs>
                <a:gs pos="28571">
                  <a:srgbClr val="C58A67">
                    <a:alpha val="15936"/>
                  </a:srgbClr>
                </a:gs>
                <a:gs pos="42857">
                  <a:srgbClr val="C58A67">
                    <a:alpha val="10762"/>
                  </a:srgbClr>
                </a:gs>
                <a:gs pos="57143">
                  <a:srgbClr val="C58A67">
                    <a:alpha val="6114"/>
                  </a:srgbClr>
                </a:gs>
                <a:gs pos="71429">
                  <a:srgbClr val="C58A67">
                    <a:alpha val="2910"/>
                  </a:srgbClr>
                </a:gs>
                <a:gs pos="85714">
                  <a:srgbClr val="C58A67">
                    <a:alpha val="1161"/>
                  </a:srgbClr>
                </a:gs>
                <a:gs pos="100000">
                  <a:srgbClr val="C58A67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6991286">
              <a:off x="18445" y="1546745"/>
              <a:ext cx="536651" cy="173160"/>
            </a:xfrm>
            <a:prstGeom prst="ellipse">
              <a:avLst/>
            </a:prstGeom>
            <a:gradFill>
              <a:gsLst>
                <a:gs pos="0">
                  <a:srgbClr val="FFFFD9">
                    <a:alpha val="2645"/>
                  </a:srgbClr>
                </a:gs>
                <a:gs pos="14286">
                  <a:srgbClr val="FFFFD9">
                    <a:alpha val="2434"/>
                  </a:srgbClr>
                </a:gs>
                <a:gs pos="28571">
                  <a:srgbClr val="FFFFD9">
                    <a:alpha val="1895"/>
                  </a:srgbClr>
                </a:gs>
                <a:gs pos="42857">
                  <a:srgbClr val="FFFFD9">
                    <a:alpha val="1247"/>
                  </a:srgbClr>
                </a:gs>
                <a:gs pos="57143">
                  <a:srgbClr val="FFFFD9">
                    <a:alpha val="693"/>
                  </a:srgbClr>
                </a:gs>
                <a:gs pos="71429">
                  <a:srgbClr val="FFFFD9">
                    <a:alpha val="325"/>
                  </a:srgbClr>
                </a:gs>
                <a:gs pos="85714">
                  <a:srgbClr val="FFFFD9">
                    <a:alpha val="129"/>
                  </a:srgbClr>
                </a:gs>
                <a:gs pos="100000">
                  <a:srgbClr val="FFFFD9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8121362">
              <a:off x="3129617" y="2036745"/>
              <a:ext cx="611187" cy="152452"/>
            </a:xfrm>
            <a:prstGeom prst="ellipse">
              <a:avLst/>
            </a:prstGeom>
            <a:gradFill>
              <a:gsLst>
                <a:gs pos="0">
                  <a:srgbClr val="FA9544">
                    <a:alpha val="32301"/>
                  </a:srgbClr>
                </a:gs>
                <a:gs pos="14286">
                  <a:srgbClr val="FA9544">
                    <a:alpha val="30131"/>
                  </a:srgbClr>
                </a:gs>
                <a:gs pos="28571">
                  <a:srgbClr val="FA9544">
                    <a:alpha val="24300"/>
                  </a:srgbClr>
                </a:gs>
                <a:gs pos="42857">
                  <a:srgbClr val="FA9544">
                    <a:alpha val="16690"/>
                  </a:srgbClr>
                </a:gs>
                <a:gs pos="57143">
                  <a:srgbClr val="FA9544">
                    <a:alpha val="9623"/>
                  </a:srgbClr>
                </a:gs>
                <a:gs pos="71429">
                  <a:srgbClr val="FA9544">
                    <a:alpha val="4626"/>
                  </a:srgbClr>
                </a:gs>
                <a:gs pos="85714">
                  <a:srgbClr val="FA9544">
                    <a:alpha val="1855"/>
                  </a:srgbClr>
                </a:gs>
                <a:gs pos="100000">
                  <a:srgbClr val="FA9544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8450276">
              <a:off x="2988337" y="566270"/>
              <a:ext cx="411311" cy="96926"/>
            </a:xfrm>
            <a:prstGeom prst="ellipse">
              <a:avLst/>
            </a:prstGeom>
            <a:gradFill>
              <a:gsLst>
                <a:gs pos="0">
                  <a:srgbClr val="FFBE76">
                    <a:alpha val="32968"/>
                  </a:srgbClr>
                </a:gs>
                <a:gs pos="14286">
                  <a:srgbClr val="FFBE76">
                    <a:alpha val="30764"/>
                  </a:srgbClr>
                </a:gs>
                <a:gs pos="28571">
                  <a:srgbClr val="FFBE76">
                    <a:alpha val="24833"/>
                  </a:srgbClr>
                </a:gs>
                <a:gs pos="42857">
                  <a:srgbClr val="FFBE76">
                    <a:alpha val="17075"/>
                  </a:srgbClr>
                </a:gs>
                <a:gs pos="57143">
                  <a:srgbClr val="FFBE76">
                    <a:alpha val="9855"/>
                  </a:srgbClr>
                </a:gs>
                <a:gs pos="71429">
                  <a:srgbClr val="FFBE76">
                    <a:alpha val="4740"/>
                  </a:srgbClr>
                </a:gs>
                <a:gs pos="85714">
                  <a:srgbClr val="FFBE76">
                    <a:alpha val="1902"/>
                  </a:srgbClr>
                </a:gs>
                <a:gs pos="100000">
                  <a:srgbClr val="FFBE7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8324735">
              <a:off x="-59970" y="2095081"/>
              <a:ext cx="174031" cy="22949"/>
            </a:xfrm>
            <a:prstGeom prst="ellipse">
              <a:avLst/>
            </a:prstGeom>
            <a:gradFill>
              <a:gsLst>
                <a:gs pos="0">
                  <a:srgbClr val="FDC798">
                    <a:alpha val="32968"/>
                  </a:srgbClr>
                </a:gs>
                <a:gs pos="14286">
                  <a:srgbClr val="FDC798">
                    <a:alpha val="30764"/>
                  </a:srgbClr>
                </a:gs>
                <a:gs pos="28571">
                  <a:srgbClr val="FDC798">
                    <a:alpha val="24833"/>
                  </a:srgbClr>
                </a:gs>
                <a:gs pos="42857">
                  <a:srgbClr val="FDC798">
                    <a:alpha val="17075"/>
                  </a:srgbClr>
                </a:gs>
                <a:gs pos="57143">
                  <a:srgbClr val="FDC798">
                    <a:alpha val="9855"/>
                  </a:srgbClr>
                </a:gs>
                <a:gs pos="71429">
                  <a:srgbClr val="FDC798">
                    <a:alpha val="4740"/>
                  </a:srgbClr>
                </a:gs>
                <a:gs pos="85714">
                  <a:srgbClr val="FDC798">
                    <a:alpha val="1902"/>
                  </a:srgbClr>
                </a:gs>
                <a:gs pos="100000">
                  <a:srgbClr val="FDC7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8005587">
              <a:off x="3362857" y="1917223"/>
              <a:ext cx="562632" cy="17203"/>
            </a:xfrm>
            <a:prstGeom prst="ellipse">
              <a:avLst/>
            </a:prstGeom>
            <a:gradFill>
              <a:gsLst>
                <a:gs pos="0">
                  <a:srgbClr val="FFAD63">
                    <a:alpha val="32968"/>
                  </a:srgbClr>
                </a:gs>
                <a:gs pos="14286">
                  <a:srgbClr val="FFAD63">
                    <a:alpha val="30764"/>
                  </a:srgbClr>
                </a:gs>
                <a:gs pos="28571">
                  <a:srgbClr val="FFAD63">
                    <a:alpha val="24833"/>
                  </a:srgbClr>
                </a:gs>
                <a:gs pos="42857">
                  <a:srgbClr val="FFAD63">
                    <a:alpha val="17075"/>
                  </a:srgbClr>
                </a:gs>
                <a:gs pos="57143">
                  <a:srgbClr val="FFAD63">
                    <a:alpha val="9855"/>
                  </a:srgbClr>
                </a:gs>
                <a:gs pos="71429">
                  <a:srgbClr val="FFAD63">
                    <a:alpha val="4740"/>
                  </a:srgbClr>
                </a:gs>
                <a:gs pos="85714">
                  <a:srgbClr val="FFAD63">
                    <a:alpha val="1902"/>
                  </a:srgbClr>
                </a:gs>
                <a:gs pos="100000">
                  <a:srgbClr val="FFAD6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8334555">
              <a:off x="2845743" y="792648"/>
              <a:ext cx="827031" cy="78216"/>
            </a:xfrm>
            <a:prstGeom prst="ellipse">
              <a:avLst/>
            </a:prstGeom>
            <a:gradFill>
              <a:gsLst>
                <a:gs pos="0">
                  <a:srgbClr val="840C00">
                    <a:alpha val="32968"/>
                  </a:srgbClr>
                </a:gs>
                <a:gs pos="14286">
                  <a:srgbClr val="840C00">
                    <a:alpha val="30764"/>
                  </a:srgbClr>
                </a:gs>
                <a:gs pos="28571">
                  <a:srgbClr val="840C00">
                    <a:alpha val="24833"/>
                  </a:srgbClr>
                </a:gs>
                <a:gs pos="42857">
                  <a:srgbClr val="840C00">
                    <a:alpha val="17075"/>
                  </a:srgbClr>
                </a:gs>
                <a:gs pos="57143">
                  <a:srgbClr val="840C00">
                    <a:alpha val="9855"/>
                  </a:srgbClr>
                </a:gs>
                <a:gs pos="71429">
                  <a:srgbClr val="840C00">
                    <a:alpha val="4740"/>
                  </a:srgbClr>
                </a:gs>
                <a:gs pos="85714">
                  <a:srgbClr val="840C00">
                    <a:alpha val="1902"/>
                  </a:srgbClr>
                </a:gs>
                <a:gs pos="100000">
                  <a:srgbClr val="840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7161723">
              <a:off x="544540" y="1359029"/>
              <a:ext cx="501182" cy="197232"/>
            </a:xfrm>
            <a:prstGeom prst="ellipse">
              <a:avLst/>
            </a:prstGeom>
            <a:gradFill>
              <a:gsLst>
                <a:gs pos="0">
                  <a:srgbClr val="FF7034">
                    <a:alpha val="25544"/>
                  </a:srgbClr>
                </a:gs>
                <a:gs pos="14286">
                  <a:srgbClr val="FF7034">
                    <a:alpha val="23747"/>
                  </a:srgbClr>
                </a:gs>
                <a:gs pos="28571">
                  <a:srgbClr val="FF7034">
                    <a:alpha val="18982"/>
                  </a:srgbClr>
                </a:gs>
                <a:gs pos="42857">
                  <a:srgbClr val="FF7034">
                    <a:alpha val="12896"/>
                  </a:srgbClr>
                </a:gs>
                <a:gs pos="57143">
                  <a:srgbClr val="FF7034">
                    <a:alpha val="7365"/>
                  </a:srgbClr>
                </a:gs>
                <a:gs pos="71429">
                  <a:srgbClr val="FF7034">
                    <a:alpha val="3518"/>
                  </a:srgbClr>
                </a:gs>
                <a:gs pos="85714">
                  <a:srgbClr val="FF7034">
                    <a:alpha val="1406"/>
                  </a:srgbClr>
                </a:gs>
                <a:gs pos="100000">
                  <a:srgbClr val="FF7034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8500010">
              <a:off x="330012" y="193456"/>
              <a:ext cx="676942" cy="127648"/>
            </a:xfrm>
            <a:prstGeom prst="ellipse">
              <a:avLst/>
            </a:prstGeom>
            <a:gradFill>
              <a:gsLst>
                <a:gs pos="0">
                  <a:srgbClr val="FD5F0C">
                    <a:alpha val="28633"/>
                  </a:srgbClr>
                </a:gs>
                <a:gs pos="14286">
                  <a:srgbClr val="FD5F0C">
                    <a:alpha val="26659"/>
                  </a:srgbClr>
                </a:gs>
                <a:gs pos="28571">
                  <a:srgbClr val="FD5F0C">
                    <a:alpha val="21395"/>
                  </a:srgbClr>
                </a:gs>
                <a:gs pos="42857">
                  <a:srgbClr val="FD5F0C">
                    <a:alpha val="14607"/>
                  </a:srgbClr>
                </a:gs>
                <a:gs pos="57143">
                  <a:srgbClr val="FD5F0C">
                    <a:alpha val="8378"/>
                  </a:srgbClr>
                </a:gs>
                <a:gs pos="71429">
                  <a:srgbClr val="FD5F0C">
                    <a:alpha val="4013"/>
                  </a:srgbClr>
                </a:gs>
                <a:gs pos="85714">
                  <a:srgbClr val="FD5F0C">
                    <a:alpha val="1606"/>
                  </a:srgbClr>
                </a:gs>
                <a:gs pos="100000">
                  <a:srgbClr val="FD5F0C">
                    <a:alpha val="5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8355926">
              <a:off x="2765449" y="1733107"/>
              <a:ext cx="744901" cy="43872"/>
            </a:xfrm>
            <a:prstGeom prst="ellipse">
              <a:avLst/>
            </a:prstGeom>
            <a:gradFill>
              <a:gsLst>
                <a:gs pos="0">
                  <a:srgbClr val="DB7C35">
                    <a:alpha val="30759"/>
                  </a:srgbClr>
                </a:gs>
                <a:gs pos="14286">
                  <a:srgbClr val="DB7C35">
                    <a:alpha val="28670"/>
                  </a:srgbClr>
                </a:gs>
                <a:gs pos="28571">
                  <a:srgbClr val="DB7C35">
                    <a:alpha val="23074"/>
                  </a:srgbClr>
                </a:gs>
                <a:gs pos="42857">
                  <a:srgbClr val="DB7C35">
                    <a:alpha val="15807"/>
                  </a:srgbClr>
                </a:gs>
                <a:gs pos="57143">
                  <a:srgbClr val="DB7C35">
                    <a:alpha val="9094"/>
                  </a:srgbClr>
                </a:gs>
                <a:gs pos="71429">
                  <a:srgbClr val="DB7C35">
                    <a:alpha val="4365"/>
                  </a:srgbClr>
                </a:gs>
                <a:gs pos="85714">
                  <a:srgbClr val="DB7C35">
                    <a:alpha val="1749"/>
                  </a:srgbClr>
                </a:gs>
                <a:gs pos="100000">
                  <a:srgbClr val="DB7C35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8637298">
              <a:off x="225355" y="184309"/>
              <a:ext cx="875810" cy="49705"/>
            </a:xfrm>
            <a:prstGeom prst="ellipse">
              <a:avLst/>
            </a:prstGeom>
            <a:gradFill>
              <a:gsLst>
                <a:gs pos="0">
                  <a:srgbClr val="FF6321">
                    <a:alpha val="32968"/>
                  </a:srgbClr>
                </a:gs>
                <a:gs pos="14286">
                  <a:srgbClr val="FF6321">
                    <a:alpha val="30764"/>
                  </a:srgbClr>
                </a:gs>
                <a:gs pos="28571">
                  <a:srgbClr val="FF6321">
                    <a:alpha val="24833"/>
                  </a:srgbClr>
                </a:gs>
                <a:gs pos="42857">
                  <a:srgbClr val="FF6321">
                    <a:alpha val="17075"/>
                  </a:srgbClr>
                </a:gs>
                <a:gs pos="57143">
                  <a:srgbClr val="FF6321">
                    <a:alpha val="9855"/>
                  </a:srgbClr>
                </a:gs>
                <a:gs pos="71429">
                  <a:srgbClr val="FF6321">
                    <a:alpha val="4740"/>
                  </a:srgbClr>
                </a:gs>
                <a:gs pos="85714">
                  <a:srgbClr val="FF6321">
                    <a:alpha val="1902"/>
                  </a:srgbClr>
                </a:gs>
                <a:gs pos="100000">
                  <a:srgbClr val="FF63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8231426">
              <a:off x="2804100" y="1809189"/>
              <a:ext cx="638702" cy="114786"/>
            </a:xfrm>
            <a:prstGeom prst="ellipse">
              <a:avLst/>
            </a:prstGeom>
            <a:gradFill>
              <a:gsLst>
                <a:gs pos="0">
                  <a:srgbClr val="86381A">
                    <a:alpha val="32968"/>
                  </a:srgbClr>
                </a:gs>
                <a:gs pos="14286">
                  <a:srgbClr val="86381A">
                    <a:alpha val="30764"/>
                  </a:srgbClr>
                </a:gs>
                <a:gs pos="28571">
                  <a:srgbClr val="86381A">
                    <a:alpha val="24833"/>
                  </a:srgbClr>
                </a:gs>
                <a:gs pos="42857">
                  <a:srgbClr val="86381A">
                    <a:alpha val="17075"/>
                  </a:srgbClr>
                </a:gs>
                <a:gs pos="57143">
                  <a:srgbClr val="86381A">
                    <a:alpha val="9855"/>
                  </a:srgbClr>
                </a:gs>
                <a:gs pos="71429">
                  <a:srgbClr val="86381A">
                    <a:alpha val="4740"/>
                  </a:srgbClr>
                </a:gs>
                <a:gs pos="85714">
                  <a:srgbClr val="86381A">
                    <a:alpha val="1902"/>
                  </a:srgbClr>
                </a:gs>
                <a:gs pos="100000">
                  <a:srgbClr val="8638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8658065">
              <a:off x="2814172" y="530196"/>
              <a:ext cx="588248" cy="157001"/>
            </a:xfrm>
            <a:prstGeom prst="ellipse">
              <a:avLst/>
            </a:prstGeom>
            <a:gradFill>
              <a:gsLst>
                <a:gs pos="0">
                  <a:srgbClr val="FFAC60">
                    <a:alpha val="32968"/>
                  </a:srgbClr>
                </a:gs>
                <a:gs pos="14286">
                  <a:srgbClr val="FFAC60">
                    <a:alpha val="30764"/>
                  </a:srgbClr>
                </a:gs>
                <a:gs pos="28571">
                  <a:srgbClr val="FFAC60">
                    <a:alpha val="24833"/>
                  </a:srgbClr>
                </a:gs>
                <a:gs pos="42857">
                  <a:srgbClr val="FFAC60">
                    <a:alpha val="17075"/>
                  </a:srgbClr>
                </a:gs>
                <a:gs pos="57143">
                  <a:srgbClr val="FFAC60">
                    <a:alpha val="9855"/>
                  </a:srgbClr>
                </a:gs>
                <a:gs pos="71429">
                  <a:srgbClr val="FFAC60">
                    <a:alpha val="4740"/>
                  </a:srgbClr>
                </a:gs>
                <a:gs pos="85714">
                  <a:srgbClr val="FFAC60">
                    <a:alpha val="1902"/>
                  </a:srgbClr>
                </a:gs>
                <a:gs pos="100000">
                  <a:srgbClr val="FFAC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8887692">
              <a:off x="2859367" y="1159479"/>
              <a:ext cx="607314" cy="128485"/>
            </a:xfrm>
            <a:prstGeom prst="ellipse">
              <a:avLst/>
            </a:prstGeom>
            <a:gradFill>
              <a:gsLst>
                <a:gs pos="0">
                  <a:srgbClr val="903C13">
                    <a:alpha val="29900"/>
                  </a:srgbClr>
                </a:gs>
                <a:gs pos="14286">
                  <a:srgbClr val="903C13">
                    <a:alpha val="27856"/>
                  </a:srgbClr>
                </a:gs>
                <a:gs pos="28571">
                  <a:srgbClr val="903C13">
                    <a:alpha val="22393"/>
                  </a:srgbClr>
                </a:gs>
                <a:gs pos="42857">
                  <a:srgbClr val="903C13">
                    <a:alpha val="15320"/>
                  </a:srgbClr>
                </a:gs>
                <a:gs pos="57143">
                  <a:srgbClr val="903C13">
                    <a:alpha val="8802"/>
                  </a:srgbClr>
                </a:gs>
                <a:gs pos="71429">
                  <a:srgbClr val="903C13">
                    <a:alpha val="4221"/>
                  </a:srgbClr>
                </a:gs>
                <a:gs pos="85714">
                  <a:srgbClr val="903C13">
                    <a:alpha val="1691"/>
                  </a:srgbClr>
                </a:gs>
                <a:gs pos="100000">
                  <a:srgbClr val="903C13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-10542595">
              <a:off x="1810877" y="-4464"/>
              <a:ext cx="448147" cy="204883"/>
            </a:xfrm>
            <a:prstGeom prst="ellipse">
              <a:avLst/>
            </a:prstGeom>
            <a:gradFill>
              <a:gsLst>
                <a:gs pos="0">
                  <a:srgbClr val="FFEB60">
                    <a:alpha val="2286"/>
                  </a:srgbClr>
                </a:gs>
                <a:gs pos="14286">
                  <a:srgbClr val="FFEB60">
                    <a:alpha val="2103"/>
                  </a:srgbClr>
                </a:gs>
                <a:gs pos="28571">
                  <a:srgbClr val="FFEB60">
                    <a:alpha val="1637"/>
                  </a:srgbClr>
                </a:gs>
                <a:gs pos="42857">
                  <a:srgbClr val="FFEB60">
                    <a:alpha val="1077"/>
                  </a:srgbClr>
                </a:gs>
                <a:gs pos="57143">
                  <a:srgbClr val="FFEB60">
                    <a:alpha val="598"/>
                  </a:srgbClr>
                </a:gs>
                <a:gs pos="71429">
                  <a:srgbClr val="FFEB60">
                    <a:alpha val="280"/>
                  </a:srgbClr>
                </a:gs>
                <a:gs pos="85714">
                  <a:srgbClr val="FFEB60">
                    <a:alpha val="111"/>
                  </a:srgbClr>
                </a:gs>
                <a:gs pos="100000">
                  <a:srgbClr val="FFEB6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8339580">
              <a:off x="532184" y="1051685"/>
              <a:ext cx="637029" cy="238997"/>
            </a:xfrm>
            <a:prstGeom prst="ellipse">
              <a:avLst/>
            </a:prstGeom>
            <a:gradFill>
              <a:gsLst>
                <a:gs pos="0">
                  <a:srgbClr val="001300">
                    <a:alpha val="26355"/>
                  </a:srgbClr>
                </a:gs>
                <a:gs pos="14286">
                  <a:srgbClr val="001300">
                    <a:alpha val="24510"/>
                  </a:srgbClr>
                </a:gs>
                <a:gs pos="28571">
                  <a:srgbClr val="001300">
                    <a:alpha val="19613"/>
                  </a:srgbClr>
                </a:gs>
                <a:gs pos="42857">
                  <a:srgbClr val="001300">
                    <a:alpha val="13342"/>
                  </a:srgbClr>
                </a:gs>
                <a:gs pos="57143">
                  <a:srgbClr val="001300">
                    <a:alpha val="7628"/>
                  </a:srgbClr>
                </a:gs>
                <a:gs pos="71429">
                  <a:srgbClr val="001300">
                    <a:alpha val="3646"/>
                  </a:srgbClr>
                </a:gs>
                <a:gs pos="85714">
                  <a:srgbClr val="001300">
                    <a:alpha val="1458"/>
                  </a:srgbClr>
                </a:gs>
                <a:gs pos="100000">
                  <a:srgbClr val="001300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-8703091">
              <a:off x="3382304" y="934590"/>
              <a:ext cx="417808" cy="115926"/>
            </a:xfrm>
            <a:prstGeom prst="ellipse">
              <a:avLst/>
            </a:prstGeom>
            <a:gradFill>
              <a:gsLst>
                <a:gs pos="0">
                  <a:srgbClr val="812E0A">
                    <a:alpha val="32968"/>
                  </a:srgbClr>
                </a:gs>
                <a:gs pos="14286">
                  <a:srgbClr val="812E0A">
                    <a:alpha val="30764"/>
                  </a:srgbClr>
                </a:gs>
                <a:gs pos="28571">
                  <a:srgbClr val="812E0A">
                    <a:alpha val="24833"/>
                  </a:srgbClr>
                </a:gs>
                <a:gs pos="42857">
                  <a:srgbClr val="812E0A">
                    <a:alpha val="17075"/>
                  </a:srgbClr>
                </a:gs>
                <a:gs pos="57143">
                  <a:srgbClr val="812E0A">
                    <a:alpha val="9855"/>
                  </a:srgbClr>
                </a:gs>
                <a:gs pos="71429">
                  <a:srgbClr val="812E0A">
                    <a:alpha val="4740"/>
                  </a:srgbClr>
                </a:gs>
                <a:gs pos="85714">
                  <a:srgbClr val="812E0A">
                    <a:alpha val="1902"/>
                  </a:srgbClr>
                </a:gs>
                <a:gs pos="100000">
                  <a:srgbClr val="812E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8725640">
              <a:off x="-181570" y="1295397"/>
              <a:ext cx="766031" cy="22724"/>
            </a:xfrm>
            <a:prstGeom prst="ellipse">
              <a:avLst/>
            </a:prstGeom>
            <a:gradFill>
              <a:gsLst>
                <a:gs pos="0">
                  <a:srgbClr val="A44600">
                    <a:alpha val="32968"/>
                  </a:srgbClr>
                </a:gs>
                <a:gs pos="14286">
                  <a:srgbClr val="A44600">
                    <a:alpha val="30764"/>
                  </a:srgbClr>
                </a:gs>
                <a:gs pos="28571">
                  <a:srgbClr val="A44600">
                    <a:alpha val="24833"/>
                  </a:srgbClr>
                </a:gs>
                <a:gs pos="42857">
                  <a:srgbClr val="A44600">
                    <a:alpha val="17075"/>
                  </a:srgbClr>
                </a:gs>
                <a:gs pos="57143">
                  <a:srgbClr val="A44600">
                    <a:alpha val="9855"/>
                  </a:srgbClr>
                </a:gs>
                <a:gs pos="71429">
                  <a:srgbClr val="A44600">
                    <a:alpha val="4740"/>
                  </a:srgbClr>
                </a:gs>
                <a:gs pos="85714">
                  <a:srgbClr val="A44600">
                    <a:alpha val="1902"/>
                  </a:srgbClr>
                </a:gs>
                <a:gs pos="100000">
                  <a:srgbClr val="A44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8474068">
              <a:off x="2493090" y="225081"/>
              <a:ext cx="749132" cy="112810"/>
            </a:xfrm>
            <a:prstGeom prst="ellipse">
              <a:avLst/>
            </a:prstGeom>
            <a:gradFill>
              <a:gsLst>
                <a:gs pos="0">
                  <a:srgbClr val="FF8A40">
                    <a:alpha val="19440"/>
                  </a:srgbClr>
                </a:gs>
                <a:gs pos="14286">
                  <a:srgbClr val="FF8A40">
                    <a:alpha val="18019"/>
                  </a:srgbClr>
                </a:gs>
                <a:gs pos="28571">
                  <a:srgbClr val="FF8A40">
                    <a:alpha val="14296"/>
                  </a:srgbClr>
                </a:gs>
                <a:gs pos="42857">
                  <a:srgbClr val="FF8A40">
                    <a:alpha val="9624"/>
                  </a:srgbClr>
                </a:gs>
                <a:gs pos="57143">
                  <a:srgbClr val="FF8A40">
                    <a:alpha val="5453"/>
                  </a:srgbClr>
                </a:gs>
                <a:gs pos="71429">
                  <a:srgbClr val="FF8A40">
                    <a:alpha val="2590"/>
                  </a:srgbClr>
                </a:gs>
                <a:gs pos="85714">
                  <a:srgbClr val="FF8A40">
                    <a:alpha val="1032"/>
                  </a:srgbClr>
                </a:gs>
                <a:gs pos="100000">
                  <a:srgbClr val="FF8A4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8915708">
              <a:off x="3049737" y="1898369"/>
              <a:ext cx="621820" cy="70479"/>
            </a:xfrm>
            <a:prstGeom prst="ellipse">
              <a:avLst/>
            </a:prstGeom>
            <a:gradFill>
              <a:gsLst>
                <a:gs pos="0">
                  <a:srgbClr val="350010">
                    <a:alpha val="18991"/>
                  </a:srgbClr>
                </a:gs>
                <a:gs pos="14286">
                  <a:srgbClr val="350010">
                    <a:alpha val="17599"/>
                  </a:srgbClr>
                </a:gs>
                <a:gs pos="28571">
                  <a:srgbClr val="350010">
                    <a:alpha val="13955"/>
                  </a:srgbClr>
                </a:gs>
                <a:gs pos="42857">
                  <a:srgbClr val="350010">
                    <a:alpha val="9388"/>
                  </a:srgbClr>
                </a:gs>
                <a:gs pos="57143">
                  <a:srgbClr val="350010">
                    <a:alpha val="5316"/>
                  </a:srgbClr>
                </a:gs>
                <a:gs pos="71429">
                  <a:srgbClr val="350010">
                    <a:alpha val="2525"/>
                  </a:srgbClr>
                </a:gs>
                <a:gs pos="85714">
                  <a:srgbClr val="350010">
                    <a:alpha val="1006"/>
                  </a:srgbClr>
                </a:gs>
                <a:gs pos="100000">
                  <a:srgbClr val="350010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5303327">
              <a:off x="2728522" y="834727"/>
              <a:ext cx="216827" cy="136172"/>
            </a:xfrm>
            <a:prstGeom prst="ellipse">
              <a:avLst/>
            </a:prstGeom>
            <a:gradFill>
              <a:gsLst>
                <a:gs pos="0">
                  <a:srgbClr val="FFC275">
                    <a:alpha val="10481"/>
                  </a:srgbClr>
                </a:gs>
                <a:gs pos="14286">
                  <a:srgbClr val="FFC275">
                    <a:alpha val="9676"/>
                  </a:srgbClr>
                </a:gs>
                <a:gs pos="28571">
                  <a:srgbClr val="FFC275">
                    <a:alpha val="7597"/>
                  </a:srgbClr>
                </a:gs>
                <a:gs pos="42857">
                  <a:srgbClr val="FFC275">
                    <a:alpha val="5051"/>
                  </a:srgbClr>
                </a:gs>
                <a:gs pos="57143">
                  <a:srgbClr val="FFC275">
                    <a:alpha val="2831"/>
                  </a:srgbClr>
                </a:gs>
                <a:gs pos="71429">
                  <a:srgbClr val="FFC275">
                    <a:alpha val="1335"/>
                  </a:srgbClr>
                </a:gs>
                <a:gs pos="85714">
                  <a:srgbClr val="FFC275">
                    <a:alpha val="530"/>
                  </a:srgbClr>
                </a:gs>
                <a:gs pos="100000">
                  <a:srgbClr val="FFC275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8467272">
              <a:off x="-114739" y="1577215"/>
              <a:ext cx="514719" cy="162705"/>
            </a:xfrm>
            <a:prstGeom prst="ellipse">
              <a:avLst/>
            </a:prstGeom>
            <a:gradFill>
              <a:gsLst>
                <a:gs pos="0">
                  <a:srgbClr val="CB986B">
                    <a:alpha val="32968"/>
                  </a:srgbClr>
                </a:gs>
                <a:gs pos="14286">
                  <a:srgbClr val="CB986B">
                    <a:alpha val="30764"/>
                  </a:srgbClr>
                </a:gs>
                <a:gs pos="28571">
                  <a:srgbClr val="CB986B">
                    <a:alpha val="24833"/>
                  </a:srgbClr>
                </a:gs>
                <a:gs pos="42857">
                  <a:srgbClr val="CB986B">
                    <a:alpha val="17075"/>
                  </a:srgbClr>
                </a:gs>
                <a:gs pos="57143">
                  <a:srgbClr val="CB986B">
                    <a:alpha val="9855"/>
                  </a:srgbClr>
                </a:gs>
                <a:gs pos="71429">
                  <a:srgbClr val="CB986B">
                    <a:alpha val="4740"/>
                  </a:srgbClr>
                </a:gs>
                <a:gs pos="85714">
                  <a:srgbClr val="CB986B">
                    <a:alpha val="1902"/>
                  </a:srgbClr>
                </a:gs>
                <a:gs pos="100000">
                  <a:srgbClr val="CB98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6317727">
              <a:off x="351241" y="1032577"/>
              <a:ext cx="421499" cy="85567"/>
            </a:xfrm>
            <a:prstGeom prst="ellipse">
              <a:avLst/>
            </a:prstGeom>
            <a:gradFill>
              <a:gsLst>
                <a:gs pos="0">
                  <a:srgbClr val="FF8A41">
                    <a:alpha val="32968"/>
                  </a:srgbClr>
                </a:gs>
                <a:gs pos="14286">
                  <a:srgbClr val="FF8A41">
                    <a:alpha val="30764"/>
                  </a:srgbClr>
                </a:gs>
                <a:gs pos="28571">
                  <a:srgbClr val="FF8A41">
                    <a:alpha val="24833"/>
                  </a:srgbClr>
                </a:gs>
                <a:gs pos="42857">
                  <a:srgbClr val="FF8A41">
                    <a:alpha val="17075"/>
                  </a:srgbClr>
                </a:gs>
                <a:gs pos="57143">
                  <a:srgbClr val="FF8A41">
                    <a:alpha val="9855"/>
                  </a:srgbClr>
                </a:gs>
                <a:gs pos="71429">
                  <a:srgbClr val="FF8A41">
                    <a:alpha val="4740"/>
                  </a:srgbClr>
                </a:gs>
                <a:gs pos="85714">
                  <a:srgbClr val="FF8A41">
                    <a:alpha val="1902"/>
                  </a:srgbClr>
                </a:gs>
                <a:gs pos="100000">
                  <a:srgbClr val="FF8A4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10559744">
              <a:off x="2048586" y="-153710"/>
              <a:ext cx="606743" cy="347622"/>
            </a:xfrm>
            <a:prstGeom prst="ellipse">
              <a:avLst/>
            </a:prstGeom>
            <a:gradFill>
              <a:gsLst>
                <a:gs pos="0">
                  <a:srgbClr val="E18237">
                    <a:alpha val="32968"/>
                  </a:srgbClr>
                </a:gs>
                <a:gs pos="14286">
                  <a:srgbClr val="E18237">
                    <a:alpha val="30764"/>
                  </a:srgbClr>
                </a:gs>
                <a:gs pos="28571">
                  <a:srgbClr val="E18237">
                    <a:alpha val="24833"/>
                  </a:srgbClr>
                </a:gs>
                <a:gs pos="42857">
                  <a:srgbClr val="E18237">
                    <a:alpha val="17075"/>
                  </a:srgbClr>
                </a:gs>
                <a:gs pos="57143">
                  <a:srgbClr val="E18237">
                    <a:alpha val="9855"/>
                  </a:srgbClr>
                </a:gs>
                <a:gs pos="71429">
                  <a:srgbClr val="E18237">
                    <a:alpha val="4740"/>
                  </a:srgbClr>
                </a:gs>
                <a:gs pos="85714">
                  <a:srgbClr val="E18237">
                    <a:alpha val="1902"/>
                  </a:srgbClr>
                </a:gs>
                <a:gs pos="100000">
                  <a:srgbClr val="E182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8098798">
              <a:off x="484949" y="657660"/>
              <a:ext cx="581409" cy="87570"/>
            </a:xfrm>
            <a:prstGeom prst="ellipse">
              <a:avLst/>
            </a:prstGeom>
            <a:gradFill>
              <a:gsLst>
                <a:gs pos="0">
                  <a:srgbClr val="F37536">
                    <a:alpha val="32968"/>
                  </a:srgbClr>
                </a:gs>
                <a:gs pos="14286">
                  <a:srgbClr val="F37536">
                    <a:alpha val="30764"/>
                  </a:srgbClr>
                </a:gs>
                <a:gs pos="28571">
                  <a:srgbClr val="F37536">
                    <a:alpha val="24833"/>
                  </a:srgbClr>
                </a:gs>
                <a:gs pos="42857">
                  <a:srgbClr val="F37536">
                    <a:alpha val="17075"/>
                  </a:srgbClr>
                </a:gs>
                <a:gs pos="57143">
                  <a:srgbClr val="F37536">
                    <a:alpha val="9855"/>
                  </a:srgbClr>
                </a:gs>
                <a:gs pos="71429">
                  <a:srgbClr val="F37536">
                    <a:alpha val="4740"/>
                  </a:srgbClr>
                </a:gs>
                <a:gs pos="85714">
                  <a:srgbClr val="F37536">
                    <a:alpha val="1902"/>
                  </a:srgbClr>
                </a:gs>
                <a:gs pos="100000">
                  <a:srgbClr val="F375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4569583">
              <a:off x="3037536" y="2344337"/>
              <a:ext cx="324549" cy="126627"/>
            </a:xfrm>
            <a:prstGeom prst="ellipse">
              <a:avLst/>
            </a:prstGeom>
            <a:gradFill>
              <a:gsLst>
                <a:gs pos="0">
                  <a:srgbClr val="E19453">
                    <a:alpha val="32941"/>
                  </a:srgbClr>
                </a:gs>
                <a:gs pos="14286">
                  <a:srgbClr val="E19453">
                    <a:alpha val="30738"/>
                  </a:srgbClr>
                </a:gs>
                <a:gs pos="28571">
                  <a:srgbClr val="E19453">
                    <a:alpha val="24811"/>
                  </a:srgbClr>
                </a:gs>
                <a:gs pos="42857">
                  <a:srgbClr val="E19453">
                    <a:alpha val="17060"/>
                  </a:srgbClr>
                </a:gs>
                <a:gs pos="57143">
                  <a:srgbClr val="E19453">
                    <a:alpha val="9845"/>
                  </a:srgbClr>
                </a:gs>
                <a:gs pos="71429">
                  <a:srgbClr val="E19453">
                    <a:alpha val="4736"/>
                  </a:srgbClr>
                </a:gs>
                <a:gs pos="85714">
                  <a:srgbClr val="E19453">
                    <a:alpha val="1900"/>
                  </a:srgbClr>
                </a:gs>
                <a:gs pos="100000">
                  <a:srgbClr val="E194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5306848">
              <a:off x="670239" y="733126"/>
              <a:ext cx="483439" cy="179931"/>
            </a:xfrm>
            <a:prstGeom prst="ellipse">
              <a:avLst/>
            </a:prstGeom>
            <a:gradFill>
              <a:gsLst>
                <a:gs pos="0">
                  <a:srgbClr val="FF9543">
                    <a:alpha val="32968"/>
                  </a:srgbClr>
                </a:gs>
                <a:gs pos="14286">
                  <a:srgbClr val="FF9543">
                    <a:alpha val="30764"/>
                  </a:srgbClr>
                </a:gs>
                <a:gs pos="28571">
                  <a:srgbClr val="FF9543">
                    <a:alpha val="24833"/>
                  </a:srgbClr>
                </a:gs>
                <a:gs pos="42857">
                  <a:srgbClr val="FF9543">
                    <a:alpha val="17075"/>
                  </a:srgbClr>
                </a:gs>
                <a:gs pos="57143">
                  <a:srgbClr val="FF9543">
                    <a:alpha val="9855"/>
                  </a:srgbClr>
                </a:gs>
                <a:gs pos="71429">
                  <a:srgbClr val="FF9543">
                    <a:alpha val="4740"/>
                  </a:srgbClr>
                </a:gs>
                <a:gs pos="85714">
                  <a:srgbClr val="FF9543">
                    <a:alpha val="1902"/>
                  </a:srgbClr>
                </a:gs>
                <a:gs pos="100000">
                  <a:srgbClr val="FF954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-8954919">
              <a:off x="3105824" y="520520"/>
              <a:ext cx="522831" cy="105466"/>
            </a:xfrm>
            <a:prstGeom prst="ellipse">
              <a:avLst/>
            </a:prstGeom>
            <a:gradFill>
              <a:gsLst>
                <a:gs pos="0">
                  <a:srgbClr val="F9EDB7">
                    <a:alpha val="9629"/>
                  </a:srgbClr>
                </a:gs>
                <a:gs pos="14286">
                  <a:srgbClr val="F9EDB7">
                    <a:alpha val="8886"/>
                  </a:srgbClr>
                </a:gs>
                <a:gs pos="28571">
                  <a:srgbClr val="F9EDB7">
                    <a:alpha val="6971"/>
                  </a:srgbClr>
                </a:gs>
                <a:gs pos="42857">
                  <a:srgbClr val="F9EDB7">
                    <a:alpha val="4629"/>
                  </a:srgbClr>
                </a:gs>
                <a:gs pos="57143">
                  <a:srgbClr val="F9EDB7">
                    <a:alpha val="2592"/>
                  </a:srgbClr>
                </a:gs>
                <a:gs pos="71429">
                  <a:srgbClr val="F9EDB7">
                    <a:alpha val="1222"/>
                  </a:srgbClr>
                </a:gs>
                <a:gs pos="85714">
                  <a:srgbClr val="F9EDB7">
                    <a:alpha val="485"/>
                  </a:srgbClr>
                </a:gs>
                <a:gs pos="100000">
                  <a:srgbClr val="F9EDB7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8593573">
              <a:off x="-215088" y="1055399"/>
              <a:ext cx="643161" cy="132086"/>
            </a:xfrm>
            <a:prstGeom prst="ellipse">
              <a:avLst/>
            </a:prstGeom>
            <a:gradFill>
              <a:gsLst>
                <a:gs pos="0">
                  <a:srgbClr val="FFC886">
                    <a:alpha val="10959"/>
                  </a:srgbClr>
                </a:gs>
                <a:gs pos="14286">
                  <a:srgbClr val="FFC886">
                    <a:alpha val="10120"/>
                  </a:srgbClr>
                </a:gs>
                <a:gs pos="28571">
                  <a:srgbClr val="FFC886">
                    <a:alpha val="7950"/>
                  </a:srgbClr>
                </a:gs>
                <a:gs pos="42857">
                  <a:srgbClr val="FFC886">
                    <a:alpha val="5289"/>
                  </a:srgbClr>
                </a:gs>
                <a:gs pos="57143">
                  <a:srgbClr val="FFC886">
                    <a:alpha val="2966"/>
                  </a:srgbClr>
                </a:gs>
                <a:gs pos="71429">
                  <a:srgbClr val="FFC886">
                    <a:alpha val="1399"/>
                  </a:srgbClr>
                </a:gs>
                <a:gs pos="85714">
                  <a:srgbClr val="FFC886">
                    <a:alpha val="556"/>
                  </a:srgbClr>
                </a:gs>
                <a:gs pos="100000">
                  <a:srgbClr val="FFC886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4428765">
              <a:off x="3103461" y="2187542"/>
              <a:ext cx="392660" cy="241466"/>
            </a:xfrm>
            <a:prstGeom prst="ellipse">
              <a:avLst/>
            </a:prstGeom>
            <a:gradFill>
              <a:gsLst>
                <a:gs pos="0">
                  <a:srgbClr val="FFA458">
                    <a:alpha val="18542"/>
                  </a:srgbClr>
                </a:gs>
                <a:gs pos="14286">
                  <a:srgbClr val="FFA458">
                    <a:alpha val="17179"/>
                  </a:srgbClr>
                </a:gs>
                <a:gs pos="28571">
                  <a:srgbClr val="FFA458">
                    <a:alpha val="13615"/>
                  </a:srgbClr>
                </a:gs>
                <a:gs pos="42857">
                  <a:srgbClr val="FFA458">
                    <a:alpha val="9153"/>
                  </a:srgbClr>
                </a:gs>
                <a:gs pos="57143">
                  <a:srgbClr val="FFA458">
                    <a:alpha val="5180"/>
                  </a:srgbClr>
                </a:gs>
                <a:gs pos="71429">
                  <a:srgbClr val="FFA458">
                    <a:alpha val="2459"/>
                  </a:srgbClr>
                </a:gs>
                <a:gs pos="85714">
                  <a:srgbClr val="FFA458">
                    <a:alpha val="980"/>
                  </a:srgbClr>
                </a:gs>
                <a:gs pos="100000">
                  <a:srgbClr val="FFA458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9153219">
              <a:off x="3022970" y="1221310"/>
              <a:ext cx="637382" cy="236378"/>
            </a:xfrm>
            <a:prstGeom prst="ellipse">
              <a:avLst/>
            </a:prstGeom>
            <a:gradFill>
              <a:gsLst>
                <a:gs pos="0">
                  <a:srgbClr val="E48D4D">
                    <a:alpha val="32968"/>
                  </a:srgbClr>
                </a:gs>
                <a:gs pos="14286">
                  <a:srgbClr val="E48D4D">
                    <a:alpha val="30764"/>
                  </a:srgbClr>
                </a:gs>
                <a:gs pos="28571">
                  <a:srgbClr val="E48D4D">
                    <a:alpha val="24833"/>
                  </a:srgbClr>
                </a:gs>
                <a:gs pos="42857">
                  <a:srgbClr val="E48D4D">
                    <a:alpha val="17075"/>
                  </a:srgbClr>
                </a:gs>
                <a:gs pos="57143">
                  <a:srgbClr val="E48D4D">
                    <a:alpha val="9855"/>
                  </a:srgbClr>
                </a:gs>
                <a:gs pos="71429">
                  <a:srgbClr val="E48D4D">
                    <a:alpha val="4740"/>
                  </a:srgbClr>
                </a:gs>
                <a:gs pos="85714">
                  <a:srgbClr val="E48D4D">
                    <a:alpha val="1902"/>
                  </a:srgbClr>
                </a:gs>
                <a:gs pos="100000">
                  <a:srgbClr val="E48D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8619972">
              <a:off x="3521696" y="1631776"/>
              <a:ext cx="252509" cy="153040"/>
            </a:xfrm>
            <a:prstGeom prst="ellipse">
              <a:avLst/>
            </a:prstGeom>
            <a:gradFill>
              <a:gsLst>
                <a:gs pos="0">
                  <a:srgbClr val="7C2F10">
                    <a:alpha val="31599"/>
                  </a:srgbClr>
                </a:gs>
                <a:gs pos="14286">
                  <a:srgbClr val="7C2F10">
                    <a:alpha val="29465"/>
                  </a:srgbClr>
                </a:gs>
                <a:gs pos="28571">
                  <a:srgbClr val="7C2F10">
                    <a:alpha val="23740"/>
                  </a:srgbClr>
                </a:gs>
                <a:gs pos="42857">
                  <a:srgbClr val="7C2F10">
                    <a:alpha val="16287"/>
                  </a:srgbClr>
                </a:gs>
                <a:gs pos="57143">
                  <a:srgbClr val="7C2F10">
                    <a:alpha val="9381"/>
                  </a:srgbClr>
                </a:gs>
                <a:gs pos="71429">
                  <a:srgbClr val="7C2F10">
                    <a:alpha val="4506"/>
                  </a:srgbClr>
                </a:gs>
                <a:gs pos="85714">
                  <a:srgbClr val="7C2F10">
                    <a:alpha val="1807"/>
                  </a:srgbClr>
                </a:gs>
                <a:gs pos="100000">
                  <a:srgbClr val="7C2F10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9797649">
              <a:off x="-239700" y="1630530"/>
              <a:ext cx="492366" cy="115853"/>
            </a:xfrm>
            <a:prstGeom prst="ellipse">
              <a:avLst/>
            </a:prstGeom>
            <a:gradFill>
              <a:gsLst>
                <a:gs pos="0">
                  <a:srgbClr val="DAA46C">
                    <a:alpha val="26389"/>
                  </a:srgbClr>
                </a:gs>
                <a:gs pos="14286">
                  <a:srgbClr val="DAA46C">
                    <a:alpha val="24542"/>
                  </a:srgbClr>
                </a:gs>
                <a:gs pos="28571">
                  <a:srgbClr val="DAA46C">
                    <a:alpha val="19639"/>
                  </a:srgbClr>
                </a:gs>
                <a:gs pos="42857">
                  <a:srgbClr val="DAA46C">
                    <a:alpha val="13360"/>
                  </a:srgbClr>
                </a:gs>
                <a:gs pos="57143">
                  <a:srgbClr val="DAA46C">
                    <a:alpha val="7639"/>
                  </a:srgbClr>
                </a:gs>
                <a:gs pos="71429">
                  <a:srgbClr val="DAA46C">
                    <a:alpha val="3651"/>
                  </a:srgbClr>
                </a:gs>
                <a:gs pos="85714">
                  <a:srgbClr val="DAA46C">
                    <a:alpha val="1460"/>
                  </a:srgbClr>
                </a:gs>
                <a:gs pos="100000">
                  <a:srgbClr val="DAA46C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4940880">
              <a:off x="2421938" y="219574"/>
              <a:ext cx="469152" cy="94422"/>
            </a:xfrm>
            <a:prstGeom prst="ellipse">
              <a:avLst/>
            </a:prstGeom>
            <a:gradFill>
              <a:gsLst>
                <a:gs pos="0">
                  <a:srgbClr val="9C2C07">
                    <a:alpha val="32944"/>
                  </a:srgbClr>
                </a:gs>
                <a:gs pos="14286">
                  <a:srgbClr val="9C2C07">
                    <a:alpha val="30741"/>
                  </a:srgbClr>
                </a:gs>
                <a:gs pos="28571">
                  <a:srgbClr val="9C2C07">
                    <a:alpha val="24814"/>
                  </a:srgbClr>
                </a:gs>
                <a:gs pos="42857">
                  <a:srgbClr val="9C2C07">
                    <a:alpha val="17061"/>
                  </a:srgbClr>
                </a:gs>
                <a:gs pos="57143">
                  <a:srgbClr val="9C2C07">
                    <a:alpha val="9847"/>
                  </a:srgbClr>
                </a:gs>
                <a:gs pos="71429">
                  <a:srgbClr val="9C2C07">
                    <a:alpha val="4736"/>
                  </a:srgbClr>
                </a:gs>
                <a:gs pos="85714">
                  <a:srgbClr val="9C2C07">
                    <a:alpha val="1900"/>
                  </a:srgbClr>
                </a:gs>
                <a:gs pos="100000">
                  <a:srgbClr val="9C2C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4965764">
              <a:off x="2098394" y="1290107"/>
              <a:ext cx="779512" cy="191862"/>
            </a:xfrm>
            <a:prstGeom prst="ellipse">
              <a:avLst/>
            </a:prstGeom>
            <a:gradFill>
              <a:gsLst>
                <a:gs pos="0">
                  <a:srgbClr val="C20000">
                    <a:alpha val="32968"/>
                  </a:srgbClr>
                </a:gs>
                <a:gs pos="14286">
                  <a:srgbClr val="C20000">
                    <a:alpha val="30764"/>
                  </a:srgbClr>
                </a:gs>
                <a:gs pos="28571">
                  <a:srgbClr val="C20000">
                    <a:alpha val="24833"/>
                  </a:srgbClr>
                </a:gs>
                <a:gs pos="42857">
                  <a:srgbClr val="C20000">
                    <a:alpha val="17075"/>
                  </a:srgbClr>
                </a:gs>
                <a:gs pos="57143">
                  <a:srgbClr val="C20000">
                    <a:alpha val="9855"/>
                  </a:srgbClr>
                </a:gs>
                <a:gs pos="71429">
                  <a:srgbClr val="C20000">
                    <a:alpha val="4740"/>
                  </a:srgbClr>
                </a:gs>
                <a:gs pos="85714">
                  <a:srgbClr val="C20000">
                    <a:alpha val="1902"/>
                  </a:srgbClr>
                </a:gs>
                <a:gs pos="100000">
                  <a:srgbClr val="C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8841285">
              <a:off x="35677" y="1246553"/>
              <a:ext cx="555201" cy="96882"/>
            </a:xfrm>
            <a:prstGeom prst="ellipse">
              <a:avLst/>
            </a:prstGeom>
            <a:gradFill>
              <a:gsLst>
                <a:gs pos="0">
                  <a:srgbClr val="B15100">
                    <a:alpha val="26101"/>
                  </a:srgbClr>
                </a:gs>
                <a:gs pos="14286">
                  <a:srgbClr val="B15100">
                    <a:alpha val="24271"/>
                  </a:srgbClr>
                </a:gs>
                <a:gs pos="28571">
                  <a:srgbClr val="B15100">
                    <a:alpha val="19415"/>
                  </a:srgbClr>
                </a:gs>
                <a:gs pos="42857">
                  <a:srgbClr val="B15100">
                    <a:alpha val="13202"/>
                  </a:srgbClr>
                </a:gs>
                <a:gs pos="57143">
                  <a:srgbClr val="B15100">
                    <a:alpha val="7546"/>
                  </a:srgbClr>
                </a:gs>
                <a:gs pos="71429">
                  <a:srgbClr val="B15100">
                    <a:alpha val="3606"/>
                  </a:srgbClr>
                </a:gs>
                <a:gs pos="85714">
                  <a:srgbClr val="B15100">
                    <a:alpha val="1442"/>
                  </a:srgbClr>
                </a:gs>
                <a:gs pos="100000">
                  <a:srgbClr val="B15100">
                    <a:alpha val="4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4824950">
              <a:off x="2651550" y="271145"/>
              <a:ext cx="601482" cy="285210"/>
            </a:xfrm>
            <a:prstGeom prst="ellipse">
              <a:avLst/>
            </a:prstGeom>
            <a:gradFill>
              <a:gsLst>
                <a:gs pos="0">
                  <a:srgbClr val="720000">
                    <a:alpha val="32968"/>
                  </a:srgbClr>
                </a:gs>
                <a:gs pos="14286">
                  <a:srgbClr val="720000">
                    <a:alpha val="30764"/>
                  </a:srgbClr>
                </a:gs>
                <a:gs pos="28571">
                  <a:srgbClr val="720000">
                    <a:alpha val="24833"/>
                  </a:srgbClr>
                </a:gs>
                <a:gs pos="42857">
                  <a:srgbClr val="720000">
                    <a:alpha val="17075"/>
                  </a:srgbClr>
                </a:gs>
                <a:gs pos="57143">
                  <a:srgbClr val="720000">
                    <a:alpha val="9855"/>
                  </a:srgbClr>
                </a:gs>
                <a:gs pos="71429">
                  <a:srgbClr val="720000">
                    <a:alpha val="4740"/>
                  </a:srgbClr>
                </a:gs>
                <a:gs pos="85714">
                  <a:srgbClr val="720000">
                    <a:alpha val="1902"/>
                  </a:srgbClr>
                </a:gs>
                <a:gs pos="100000">
                  <a:srgbClr val="7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8523746">
              <a:off x="2756428" y="767813"/>
              <a:ext cx="543586" cy="92918"/>
            </a:xfrm>
            <a:prstGeom prst="ellipse">
              <a:avLst/>
            </a:prstGeom>
            <a:gradFill>
              <a:gsLst>
                <a:gs pos="0">
                  <a:srgbClr val="761A00">
                    <a:alpha val="32745"/>
                  </a:srgbClr>
                </a:gs>
                <a:gs pos="14286">
                  <a:srgbClr val="761A00">
                    <a:alpha val="30552"/>
                  </a:srgbClr>
                </a:gs>
                <a:gs pos="28571">
                  <a:srgbClr val="761A00">
                    <a:alpha val="24655"/>
                  </a:srgbClr>
                </a:gs>
                <a:gs pos="42857">
                  <a:srgbClr val="761A00">
                    <a:alpha val="16946"/>
                  </a:srgbClr>
                </a:gs>
                <a:gs pos="57143">
                  <a:srgbClr val="761A00">
                    <a:alpha val="9777"/>
                  </a:srgbClr>
                </a:gs>
                <a:gs pos="71429">
                  <a:srgbClr val="761A00">
                    <a:alpha val="4702"/>
                  </a:srgbClr>
                </a:gs>
                <a:gs pos="85714">
                  <a:srgbClr val="761A00">
                    <a:alpha val="1886"/>
                  </a:srgbClr>
                </a:gs>
                <a:gs pos="100000">
                  <a:srgbClr val="761A00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5887556">
              <a:off x="3478692" y="1617644"/>
              <a:ext cx="202787" cy="88620"/>
            </a:xfrm>
            <a:prstGeom prst="ellipse">
              <a:avLst/>
            </a:prstGeom>
            <a:gradFill>
              <a:gsLst>
                <a:gs pos="0">
                  <a:srgbClr val="FFC075">
                    <a:alpha val="13545"/>
                  </a:srgbClr>
                </a:gs>
                <a:gs pos="14286">
                  <a:srgbClr val="FFC075">
                    <a:alpha val="12521"/>
                  </a:srgbClr>
                </a:gs>
                <a:gs pos="28571">
                  <a:srgbClr val="FFC075">
                    <a:alpha val="9865"/>
                  </a:srgbClr>
                </a:gs>
                <a:gs pos="42857">
                  <a:srgbClr val="FFC075">
                    <a:alpha val="6586"/>
                  </a:srgbClr>
                </a:gs>
                <a:gs pos="57143">
                  <a:srgbClr val="FFC075">
                    <a:alpha val="3705"/>
                  </a:srgbClr>
                </a:gs>
                <a:gs pos="71429">
                  <a:srgbClr val="FFC075">
                    <a:alpha val="1752"/>
                  </a:srgbClr>
                </a:gs>
                <a:gs pos="85714">
                  <a:srgbClr val="FFC075">
                    <a:alpha val="696"/>
                  </a:srgbClr>
                </a:gs>
                <a:gs pos="100000">
                  <a:srgbClr val="FFC075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5116252">
              <a:off x="2254253" y="1140971"/>
              <a:ext cx="640657" cy="184122"/>
            </a:xfrm>
            <a:prstGeom prst="ellipse">
              <a:avLst/>
            </a:prstGeom>
            <a:gradFill>
              <a:gsLst>
                <a:gs pos="0">
                  <a:srgbClr val="AC8237">
                    <a:alpha val="32968"/>
                  </a:srgbClr>
                </a:gs>
                <a:gs pos="14286">
                  <a:srgbClr val="AC8237">
                    <a:alpha val="30764"/>
                  </a:srgbClr>
                </a:gs>
                <a:gs pos="28571">
                  <a:srgbClr val="AC8237">
                    <a:alpha val="24833"/>
                  </a:srgbClr>
                </a:gs>
                <a:gs pos="42857">
                  <a:srgbClr val="AC8237">
                    <a:alpha val="17075"/>
                  </a:srgbClr>
                </a:gs>
                <a:gs pos="57143">
                  <a:srgbClr val="AC8237">
                    <a:alpha val="9855"/>
                  </a:srgbClr>
                </a:gs>
                <a:gs pos="71429">
                  <a:srgbClr val="AC8237">
                    <a:alpha val="4740"/>
                  </a:srgbClr>
                </a:gs>
                <a:gs pos="85714">
                  <a:srgbClr val="AC8237">
                    <a:alpha val="1902"/>
                  </a:srgbClr>
                </a:gs>
                <a:gs pos="100000">
                  <a:srgbClr val="AC82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10258854">
              <a:off x="2451765" y="24648"/>
              <a:ext cx="692228" cy="174779"/>
            </a:xfrm>
            <a:prstGeom prst="ellipse">
              <a:avLst/>
            </a:prstGeom>
            <a:gradFill>
              <a:gsLst>
                <a:gs pos="0">
                  <a:srgbClr val="871000">
                    <a:alpha val="32968"/>
                  </a:srgbClr>
                </a:gs>
                <a:gs pos="14286">
                  <a:srgbClr val="871000">
                    <a:alpha val="30764"/>
                  </a:srgbClr>
                </a:gs>
                <a:gs pos="28571">
                  <a:srgbClr val="871000">
                    <a:alpha val="24833"/>
                  </a:srgbClr>
                </a:gs>
                <a:gs pos="42857">
                  <a:srgbClr val="871000">
                    <a:alpha val="17075"/>
                  </a:srgbClr>
                </a:gs>
                <a:gs pos="57143">
                  <a:srgbClr val="871000">
                    <a:alpha val="9855"/>
                  </a:srgbClr>
                </a:gs>
                <a:gs pos="71429">
                  <a:srgbClr val="871000">
                    <a:alpha val="4740"/>
                  </a:srgbClr>
                </a:gs>
                <a:gs pos="85714">
                  <a:srgbClr val="871000">
                    <a:alpha val="1902"/>
                  </a:srgbClr>
                </a:gs>
                <a:gs pos="100000">
                  <a:srgbClr val="87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7556534">
              <a:off x="3459941" y="1223741"/>
              <a:ext cx="350839" cy="265229"/>
            </a:xfrm>
            <a:prstGeom prst="ellipse">
              <a:avLst/>
            </a:prstGeom>
            <a:gradFill>
              <a:gsLst>
                <a:gs pos="0">
                  <a:srgbClr val="47001A">
                    <a:alpha val="32968"/>
                  </a:srgbClr>
                </a:gs>
                <a:gs pos="14286">
                  <a:srgbClr val="47001A">
                    <a:alpha val="30764"/>
                  </a:srgbClr>
                </a:gs>
                <a:gs pos="28571">
                  <a:srgbClr val="47001A">
                    <a:alpha val="24833"/>
                  </a:srgbClr>
                </a:gs>
                <a:gs pos="42857">
                  <a:srgbClr val="47001A">
                    <a:alpha val="17075"/>
                  </a:srgbClr>
                </a:gs>
                <a:gs pos="57143">
                  <a:srgbClr val="47001A">
                    <a:alpha val="9855"/>
                  </a:srgbClr>
                </a:gs>
                <a:gs pos="71429">
                  <a:srgbClr val="47001A">
                    <a:alpha val="4740"/>
                  </a:srgbClr>
                </a:gs>
                <a:gs pos="85714">
                  <a:srgbClr val="47001A">
                    <a:alpha val="1902"/>
                  </a:srgbClr>
                </a:gs>
                <a:gs pos="100000">
                  <a:srgbClr val="4700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8354022">
              <a:off x="840165" y="-42880"/>
              <a:ext cx="626643" cy="195841"/>
            </a:xfrm>
            <a:prstGeom prst="ellipse">
              <a:avLst/>
            </a:prstGeom>
            <a:gradFill>
              <a:gsLst>
                <a:gs pos="0">
                  <a:srgbClr val="A30600">
                    <a:alpha val="32968"/>
                  </a:srgbClr>
                </a:gs>
                <a:gs pos="14286">
                  <a:srgbClr val="A30600">
                    <a:alpha val="30764"/>
                  </a:srgbClr>
                </a:gs>
                <a:gs pos="28571">
                  <a:srgbClr val="A30600">
                    <a:alpha val="24833"/>
                  </a:srgbClr>
                </a:gs>
                <a:gs pos="42857">
                  <a:srgbClr val="A30600">
                    <a:alpha val="17075"/>
                  </a:srgbClr>
                </a:gs>
                <a:gs pos="57143">
                  <a:srgbClr val="A30600">
                    <a:alpha val="9855"/>
                  </a:srgbClr>
                </a:gs>
                <a:gs pos="71429">
                  <a:srgbClr val="A30600">
                    <a:alpha val="4740"/>
                  </a:srgbClr>
                </a:gs>
                <a:gs pos="85714">
                  <a:srgbClr val="A30600">
                    <a:alpha val="1902"/>
                  </a:srgbClr>
                </a:gs>
                <a:gs pos="100000">
                  <a:srgbClr val="A3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3429211">
              <a:off x="2240629" y="129981"/>
              <a:ext cx="618639" cy="182316"/>
            </a:xfrm>
            <a:prstGeom prst="ellipse">
              <a:avLst/>
            </a:prstGeom>
            <a:gradFill>
              <a:gsLst>
                <a:gs pos="0">
                  <a:srgbClr val="F7BD7C">
                    <a:alpha val="7163"/>
                  </a:srgbClr>
                </a:gs>
                <a:gs pos="14286">
                  <a:srgbClr val="F7BD7C">
                    <a:alpha val="6603"/>
                  </a:srgbClr>
                </a:gs>
                <a:gs pos="28571">
                  <a:srgbClr val="F7BD7C">
                    <a:alpha val="5166"/>
                  </a:srgbClr>
                </a:gs>
                <a:gs pos="42857">
                  <a:srgbClr val="F7BD7C">
                    <a:alpha val="3419"/>
                  </a:srgbClr>
                </a:gs>
                <a:gs pos="57143">
                  <a:srgbClr val="F7BD7C">
                    <a:alpha val="1909"/>
                  </a:srgbClr>
                </a:gs>
                <a:gs pos="71429">
                  <a:srgbClr val="F7BD7C">
                    <a:alpha val="898"/>
                  </a:srgbClr>
                </a:gs>
                <a:gs pos="85714">
                  <a:srgbClr val="F7BD7C">
                    <a:alpha val="356"/>
                  </a:srgbClr>
                </a:gs>
                <a:gs pos="100000">
                  <a:srgbClr val="F7BD7C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4411678">
              <a:off x="29232" y="1352197"/>
              <a:ext cx="559654" cy="258670"/>
            </a:xfrm>
            <a:prstGeom prst="ellipse">
              <a:avLst/>
            </a:prstGeom>
            <a:gradFill>
              <a:gsLst>
                <a:gs pos="0">
                  <a:srgbClr val="D1925B">
                    <a:alpha val="32968"/>
                  </a:srgbClr>
                </a:gs>
                <a:gs pos="14286">
                  <a:srgbClr val="D1925B">
                    <a:alpha val="30764"/>
                  </a:srgbClr>
                </a:gs>
                <a:gs pos="28571">
                  <a:srgbClr val="D1925B">
                    <a:alpha val="24833"/>
                  </a:srgbClr>
                </a:gs>
                <a:gs pos="42857">
                  <a:srgbClr val="D1925B">
                    <a:alpha val="17075"/>
                  </a:srgbClr>
                </a:gs>
                <a:gs pos="57143">
                  <a:srgbClr val="D1925B">
                    <a:alpha val="9855"/>
                  </a:srgbClr>
                </a:gs>
                <a:gs pos="71429">
                  <a:srgbClr val="D1925B">
                    <a:alpha val="4740"/>
                  </a:srgbClr>
                </a:gs>
                <a:gs pos="85714">
                  <a:srgbClr val="D1925B">
                    <a:alpha val="1902"/>
                  </a:srgbClr>
                </a:gs>
                <a:gs pos="100000">
                  <a:srgbClr val="D192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7188344">
              <a:off x="2189346" y="57530"/>
              <a:ext cx="401292" cy="83222"/>
            </a:xfrm>
            <a:prstGeom prst="ellipse">
              <a:avLst/>
            </a:prstGeom>
            <a:gradFill>
              <a:gsLst>
                <a:gs pos="0">
                  <a:srgbClr val="E89249">
                    <a:alpha val="22484"/>
                  </a:srgbClr>
                </a:gs>
                <a:gs pos="14286">
                  <a:srgbClr val="E89249">
                    <a:alpha val="20871"/>
                  </a:srgbClr>
                </a:gs>
                <a:gs pos="28571">
                  <a:srgbClr val="E89249">
                    <a:alpha val="16620"/>
                  </a:srgbClr>
                </a:gs>
                <a:gs pos="42857">
                  <a:srgbClr val="E89249">
                    <a:alpha val="11239"/>
                  </a:srgbClr>
                </a:gs>
                <a:gs pos="57143">
                  <a:srgbClr val="E89249">
                    <a:alpha val="6392"/>
                  </a:srgbClr>
                </a:gs>
                <a:gs pos="71429">
                  <a:srgbClr val="E89249">
                    <a:alpha val="3045"/>
                  </a:srgbClr>
                </a:gs>
                <a:gs pos="85714">
                  <a:srgbClr val="E89249">
                    <a:alpha val="1215"/>
                  </a:srgbClr>
                </a:gs>
                <a:gs pos="100000">
                  <a:srgbClr val="E89249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3129850">
              <a:off x="2590278" y="149197"/>
              <a:ext cx="237460" cy="97315"/>
            </a:xfrm>
            <a:prstGeom prst="ellipse">
              <a:avLst/>
            </a:prstGeom>
            <a:gradFill>
              <a:gsLst>
                <a:gs pos="0">
                  <a:srgbClr val="760400">
                    <a:alpha val="32968"/>
                  </a:srgbClr>
                </a:gs>
                <a:gs pos="14286">
                  <a:srgbClr val="760400">
                    <a:alpha val="30764"/>
                  </a:srgbClr>
                </a:gs>
                <a:gs pos="28571">
                  <a:srgbClr val="760400">
                    <a:alpha val="24833"/>
                  </a:srgbClr>
                </a:gs>
                <a:gs pos="42857">
                  <a:srgbClr val="760400">
                    <a:alpha val="17075"/>
                  </a:srgbClr>
                </a:gs>
                <a:gs pos="57143">
                  <a:srgbClr val="760400">
                    <a:alpha val="9855"/>
                  </a:srgbClr>
                </a:gs>
                <a:gs pos="71429">
                  <a:srgbClr val="760400">
                    <a:alpha val="4740"/>
                  </a:srgbClr>
                </a:gs>
                <a:gs pos="85714">
                  <a:srgbClr val="760400">
                    <a:alpha val="1902"/>
                  </a:srgbClr>
                </a:gs>
                <a:gs pos="100000">
                  <a:srgbClr val="76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6616844">
              <a:off x="3212969" y="1366844"/>
              <a:ext cx="382631" cy="180825"/>
            </a:xfrm>
            <a:prstGeom prst="ellipse">
              <a:avLst/>
            </a:prstGeom>
            <a:gradFill>
              <a:gsLst>
                <a:gs pos="0">
                  <a:srgbClr val="FF9142">
                    <a:alpha val="32968"/>
                  </a:srgbClr>
                </a:gs>
                <a:gs pos="14286">
                  <a:srgbClr val="FF9142">
                    <a:alpha val="30764"/>
                  </a:srgbClr>
                </a:gs>
                <a:gs pos="28571">
                  <a:srgbClr val="FF9142">
                    <a:alpha val="24833"/>
                  </a:srgbClr>
                </a:gs>
                <a:gs pos="42857">
                  <a:srgbClr val="FF9142">
                    <a:alpha val="17075"/>
                  </a:srgbClr>
                </a:gs>
                <a:gs pos="57143">
                  <a:srgbClr val="FF9142">
                    <a:alpha val="9855"/>
                  </a:srgbClr>
                </a:gs>
                <a:gs pos="71429">
                  <a:srgbClr val="FF9142">
                    <a:alpha val="4740"/>
                  </a:srgbClr>
                </a:gs>
                <a:gs pos="85714">
                  <a:srgbClr val="FF9142">
                    <a:alpha val="1902"/>
                  </a:srgbClr>
                </a:gs>
                <a:gs pos="100000">
                  <a:srgbClr val="FF91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7000021">
              <a:off x="3295224" y="1664666"/>
              <a:ext cx="571587" cy="104445"/>
            </a:xfrm>
            <a:prstGeom prst="ellipse">
              <a:avLst/>
            </a:prstGeom>
            <a:gradFill>
              <a:gsLst>
                <a:gs pos="0">
                  <a:srgbClr val="A74919">
                    <a:alpha val="32966"/>
                  </a:srgbClr>
                </a:gs>
                <a:gs pos="14286">
                  <a:srgbClr val="A74919">
                    <a:alpha val="30762"/>
                  </a:srgbClr>
                </a:gs>
                <a:gs pos="28571">
                  <a:srgbClr val="A74919">
                    <a:alpha val="24832"/>
                  </a:srgbClr>
                </a:gs>
                <a:gs pos="42857">
                  <a:srgbClr val="A74919">
                    <a:alpha val="17074"/>
                  </a:srgbClr>
                </a:gs>
                <a:gs pos="57143">
                  <a:srgbClr val="A74919">
                    <a:alpha val="9854"/>
                  </a:srgbClr>
                </a:gs>
                <a:gs pos="71429">
                  <a:srgbClr val="A74919">
                    <a:alpha val="4740"/>
                  </a:srgbClr>
                </a:gs>
                <a:gs pos="85714">
                  <a:srgbClr val="A74919">
                    <a:alpha val="1902"/>
                  </a:srgbClr>
                </a:gs>
                <a:gs pos="100000">
                  <a:srgbClr val="A749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3624809">
              <a:off x="2723182" y="2266553"/>
              <a:ext cx="823791" cy="68082"/>
            </a:xfrm>
            <a:prstGeom prst="ellipse">
              <a:avLst/>
            </a:prstGeom>
            <a:gradFill>
              <a:gsLst>
                <a:gs pos="0">
                  <a:srgbClr val="9B461C">
                    <a:alpha val="32968"/>
                  </a:srgbClr>
                </a:gs>
                <a:gs pos="14286">
                  <a:srgbClr val="9B461C">
                    <a:alpha val="30764"/>
                  </a:srgbClr>
                </a:gs>
                <a:gs pos="28571">
                  <a:srgbClr val="9B461C">
                    <a:alpha val="24833"/>
                  </a:srgbClr>
                </a:gs>
                <a:gs pos="42857">
                  <a:srgbClr val="9B461C">
                    <a:alpha val="17075"/>
                  </a:srgbClr>
                </a:gs>
                <a:gs pos="57143">
                  <a:srgbClr val="9B461C">
                    <a:alpha val="9855"/>
                  </a:srgbClr>
                </a:gs>
                <a:gs pos="71429">
                  <a:srgbClr val="9B461C">
                    <a:alpha val="4740"/>
                  </a:srgbClr>
                </a:gs>
                <a:gs pos="85714">
                  <a:srgbClr val="9B461C">
                    <a:alpha val="1902"/>
                  </a:srgbClr>
                </a:gs>
                <a:gs pos="100000">
                  <a:srgbClr val="9B46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10219066">
              <a:off x="1475076" y="2288169"/>
              <a:ext cx="994963" cy="2203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10792455">
              <a:off x="1316471" y="2305057"/>
              <a:ext cx="1082133" cy="2022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10765822">
              <a:off x="1071705" y="2306375"/>
              <a:ext cx="984986" cy="209341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-10185749">
              <a:off x="810855" y="2208452"/>
              <a:ext cx="914750" cy="415011"/>
            </a:xfrm>
            <a:prstGeom prst="ellipse">
              <a:avLst/>
            </a:prstGeom>
            <a:gradFill>
              <a:gsLst>
                <a:gs pos="0">
                  <a:srgbClr val="130000">
                    <a:alpha val="32968"/>
                  </a:srgbClr>
                </a:gs>
                <a:gs pos="14286">
                  <a:srgbClr val="130000">
                    <a:alpha val="30764"/>
                  </a:srgbClr>
                </a:gs>
                <a:gs pos="28571">
                  <a:srgbClr val="130000">
                    <a:alpha val="24833"/>
                  </a:srgbClr>
                </a:gs>
                <a:gs pos="42857">
                  <a:srgbClr val="130000">
                    <a:alpha val="17075"/>
                  </a:srgbClr>
                </a:gs>
                <a:gs pos="57143">
                  <a:srgbClr val="130000">
                    <a:alpha val="9855"/>
                  </a:srgbClr>
                </a:gs>
                <a:gs pos="71429">
                  <a:srgbClr val="130000">
                    <a:alpha val="4740"/>
                  </a:srgbClr>
                </a:gs>
                <a:gs pos="85714">
                  <a:srgbClr val="130000">
                    <a:alpha val="1902"/>
                  </a:srgbClr>
                </a:gs>
                <a:gs pos="100000">
                  <a:srgbClr val="1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-10074698">
              <a:off x="731836" y="2198648"/>
              <a:ext cx="930346" cy="4026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-9817733">
              <a:off x="681309" y="2180122"/>
              <a:ext cx="912932" cy="422827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8214881">
              <a:off x="517711" y="2124114"/>
              <a:ext cx="907497" cy="4066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-9257381">
              <a:off x="237864" y="2169208"/>
              <a:ext cx="601768" cy="418166"/>
            </a:xfrm>
            <a:prstGeom prst="ellipse">
              <a:avLst/>
            </a:prstGeom>
            <a:gradFill>
              <a:gsLst>
                <a:gs pos="0">
                  <a:srgbClr val="FF8800">
                    <a:alpha val="8207"/>
                  </a:srgbClr>
                </a:gs>
                <a:gs pos="14286">
                  <a:srgbClr val="FF8800">
                    <a:alpha val="7569"/>
                  </a:srgbClr>
                </a:gs>
                <a:gs pos="28571">
                  <a:srgbClr val="FF8800">
                    <a:alpha val="5928"/>
                  </a:srgbClr>
                </a:gs>
                <a:gs pos="42857">
                  <a:srgbClr val="FF8800">
                    <a:alpha val="3929"/>
                  </a:srgbClr>
                </a:gs>
                <a:gs pos="57143">
                  <a:srgbClr val="FF8800">
                    <a:alpha val="2197"/>
                  </a:srgbClr>
                </a:gs>
                <a:gs pos="71429">
                  <a:srgbClr val="FF8800">
                    <a:alpha val="1034"/>
                  </a:srgbClr>
                </a:gs>
                <a:gs pos="85714">
                  <a:srgbClr val="FF8800">
                    <a:alpha val="410"/>
                  </a:srgbClr>
                </a:gs>
                <a:gs pos="100000">
                  <a:srgbClr val="FF88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8686867">
              <a:off x="-64841" y="2152738"/>
              <a:ext cx="616651" cy="495839"/>
            </a:xfrm>
            <a:prstGeom prst="ellipse">
              <a:avLst/>
            </a:prstGeom>
            <a:gradFill>
              <a:gsLst>
                <a:gs pos="0">
                  <a:srgbClr val="FFA700">
                    <a:alpha val="3762"/>
                  </a:srgbClr>
                </a:gs>
                <a:gs pos="14286">
                  <a:srgbClr val="FFA700">
                    <a:alpha val="3463"/>
                  </a:srgbClr>
                </a:gs>
                <a:gs pos="28571">
                  <a:srgbClr val="FFA700">
                    <a:alpha val="2700"/>
                  </a:srgbClr>
                </a:gs>
                <a:gs pos="42857">
                  <a:srgbClr val="FFA700">
                    <a:alpha val="1779"/>
                  </a:srgbClr>
                </a:gs>
                <a:gs pos="57143">
                  <a:srgbClr val="FFA700">
                    <a:alpha val="990"/>
                  </a:srgbClr>
                </a:gs>
                <a:gs pos="71429">
                  <a:srgbClr val="FFA700">
                    <a:alpha val="465"/>
                  </a:srgbClr>
                </a:gs>
                <a:gs pos="85714">
                  <a:srgbClr val="FFA700">
                    <a:alpha val="184"/>
                  </a:srgbClr>
                </a:gs>
                <a:gs pos="100000">
                  <a:srgbClr val="FFA7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-8713741">
              <a:off x="3079269" y="1866688"/>
              <a:ext cx="934530" cy="789486"/>
            </a:xfrm>
            <a:prstGeom prst="ellipse">
              <a:avLst/>
            </a:prstGeom>
            <a:gradFill>
              <a:gsLst>
                <a:gs pos="0">
                  <a:srgbClr val="810006">
                    <a:alpha val="21326"/>
                  </a:srgbClr>
                </a:gs>
                <a:gs pos="14286">
                  <a:srgbClr val="810006">
                    <a:alpha val="19784"/>
                  </a:srgbClr>
                </a:gs>
                <a:gs pos="28571">
                  <a:srgbClr val="810006">
                    <a:alpha val="15732"/>
                  </a:srgbClr>
                </a:gs>
                <a:gs pos="42857">
                  <a:srgbClr val="810006">
                    <a:alpha val="10620"/>
                  </a:srgbClr>
                </a:gs>
                <a:gs pos="57143">
                  <a:srgbClr val="810006">
                    <a:alpha val="6032"/>
                  </a:srgbClr>
                </a:gs>
                <a:gs pos="71429">
                  <a:srgbClr val="810006">
                    <a:alpha val="2870"/>
                  </a:srgbClr>
                </a:gs>
                <a:gs pos="85714">
                  <a:srgbClr val="810006">
                    <a:alpha val="1145"/>
                  </a:srgbClr>
                </a:gs>
                <a:gs pos="100000">
                  <a:srgbClr val="810006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6619318">
              <a:off x="2874185" y="2001463"/>
              <a:ext cx="776189" cy="442548"/>
            </a:xfrm>
            <a:prstGeom prst="ellipse">
              <a:avLst/>
            </a:prstGeom>
            <a:gradFill>
              <a:gsLst>
                <a:gs pos="0">
                  <a:srgbClr val="36040D">
                    <a:alpha val="11820"/>
                  </a:srgbClr>
                </a:gs>
                <a:gs pos="14286">
                  <a:srgbClr val="36040D">
                    <a:alpha val="10919"/>
                  </a:srgbClr>
                </a:gs>
                <a:gs pos="28571">
                  <a:srgbClr val="36040D">
                    <a:alpha val="8586"/>
                  </a:srgbClr>
                </a:gs>
                <a:gs pos="42857">
                  <a:srgbClr val="36040D">
                    <a:alpha val="5718"/>
                  </a:srgbClr>
                </a:gs>
                <a:gs pos="57143">
                  <a:srgbClr val="36040D">
                    <a:alpha val="3210"/>
                  </a:srgbClr>
                </a:gs>
                <a:gs pos="71429">
                  <a:srgbClr val="36040D">
                    <a:alpha val="1516"/>
                  </a:srgbClr>
                </a:gs>
                <a:gs pos="85714">
                  <a:srgbClr val="36040D">
                    <a:alpha val="602"/>
                  </a:srgbClr>
                </a:gs>
                <a:gs pos="100000">
                  <a:srgbClr val="36040D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7826992">
              <a:off x="2380040" y="1906459"/>
              <a:ext cx="671928" cy="537394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9357671">
              <a:off x="2051059" y="2091816"/>
              <a:ext cx="941539" cy="2116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9119079">
              <a:off x="1939821" y="2102039"/>
              <a:ext cx="963925" cy="409507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10175497">
              <a:off x="1642516" y="2037240"/>
              <a:ext cx="790588" cy="262954"/>
            </a:xfrm>
            <a:prstGeom prst="ellipse">
              <a:avLst/>
            </a:prstGeom>
            <a:gradFill>
              <a:gsLst>
                <a:gs pos="0">
                  <a:srgbClr val="EC0000">
                    <a:alpha val="32968"/>
                  </a:srgbClr>
                </a:gs>
                <a:gs pos="14286">
                  <a:srgbClr val="EC0000">
                    <a:alpha val="30764"/>
                  </a:srgbClr>
                </a:gs>
                <a:gs pos="28571">
                  <a:srgbClr val="EC0000">
                    <a:alpha val="24833"/>
                  </a:srgbClr>
                </a:gs>
                <a:gs pos="42857">
                  <a:srgbClr val="EC0000">
                    <a:alpha val="17075"/>
                  </a:srgbClr>
                </a:gs>
                <a:gs pos="57143">
                  <a:srgbClr val="EC0000">
                    <a:alpha val="9855"/>
                  </a:srgbClr>
                </a:gs>
                <a:gs pos="71429">
                  <a:srgbClr val="EC0000">
                    <a:alpha val="4740"/>
                  </a:srgbClr>
                </a:gs>
                <a:gs pos="85714">
                  <a:srgbClr val="EC0000">
                    <a:alpha val="1902"/>
                  </a:srgbClr>
                </a:gs>
                <a:gs pos="100000">
                  <a:srgbClr val="E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10372473">
              <a:off x="1424588" y="1958158"/>
              <a:ext cx="865740" cy="3736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-10587595">
              <a:off x="1225049" y="1969965"/>
              <a:ext cx="851401" cy="339726"/>
            </a:xfrm>
            <a:prstGeom prst="ellipse">
              <a:avLst/>
            </a:prstGeom>
            <a:gradFill>
              <a:gsLst>
                <a:gs pos="0">
                  <a:srgbClr val="540006">
                    <a:alpha val="32968"/>
                  </a:srgbClr>
                </a:gs>
                <a:gs pos="14286">
                  <a:srgbClr val="540006">
                    <a:alpha val="30764"/>
                  </a:srgbClr>
                </a:gs>
                <a:gs pos="28571">
                  <a:srgbClr val="540006">
                    <a:alpha val="24833"/>
                  </a:srgbClr>
                </a:gs>
                <a:gs pos="42857">
                  <a:srgbClr val="540006">
                    <a:alpha val="17075"/>
                  </a:srgbClr>
                </a:gs>
                <a:gs pos="57143">
                  <a:srgbClr val="540006">
                    <a:alpha val="9855"/>
                  </a:srgbClr>
                </a:gs>
                <a:gs pos="71429">
                  <a:srgbClr val="540006">
                    <a:alpha val="4740"/>
                  </a:srgbClr>
                </a:gs>
                <a:gs pos="85714">
                  <a:srgbClr val="540006">
                    <a:alpha val="1902"/>
                  </a:srgbClr>
                </a:gs>
                <a:gs pos="100000">
                  <a:srgbClr val="54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8129397">
              <a:off x="983620" y="1971578"/>
              <a:ext cx="801179" cy="3656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-9085913">
              <a:off x="553520" y="2125362"/>
              <a:ext cx="946113" cy="3815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-8372746">
              <a:off x="459111" y="2083054"/>
              <a:ext cx="925204" cy="370780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-8616112">
              <a:off x="387414" y="2028308"/>
              <a:ext cx="906180" cy="3335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7115174">
              <a:off x="3178697" y="1938359"/>
              <a:ext cx="782971" cy="367931"/>
            </a:xfrm>
            <a:prstGeom prst="ellipse">
              <a:avLst/>
            </a:prstGeom>
            <a:gradFill>
              <a:gsLst>
                <a:gs pos="0">
                  <a:srgbClr val="FFA953">
                    <a:alpha val="7652"/>
                  </a:srgbClr>
                </a:gs>
                <a:gs pos="14286">
                  <a:srgbClr val="FFA953">
                    <a:alpha val="7055"/>
                  </a:srgbClr>
                </a:gs>
                <a:gs pos="28571">
                  <a:srgbClr val="FFA953">
                    <a:alpha val="5522"/>
                  </a:srgbClr>
                </a:gs>
                <a:gs pos="42857">
                  <a:srgbClr val="FFA953">
                    <a:alpha val="3657"/>
                  </a:srgbClr>
                </a:gs>
                <a:gs pos="57143">
                  <a:srgbClr val="FFA953">
                    <a:alpha val="2043"/>
                  </a:srgbClr>
                </a:gs>
                <a:gs pos="71429">
                  <a:srgbClr val="FFA953">
                    <a:alpha val="962"/>
                  </a:srgbClr>
                </a:gs>
                <a:gs pos="85714">
                  <a:srgbClr val="FFA953">
                    <a:alpha val="381"/>
                  </a:srgbClr>
                </a:gs>
                <a:gs pos="100000">
                  <a:srgbClr val="FFA953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-10711115">
              <a:off x="3077495" y="1782005"/>
              <a:ext cx="852945" cy="515789"/>
            </a:xfrm>
            <a:prstGeom prst="ellipse">
              <a:avLst/>
            </a:prstGeom>
            <a:gradFill>
              <a:gsLst>
                <a:gs pos="0">
                  <a:srgbClr val="7F0900">
                    <a:alpha val="24879"/>
                  </a:srgbClr>
                </a:gs>
                <a:gs pos="14286">
                  <a:srgbClr val="7F0900">
                    <a:alpha val="23120"/>
                  </a:srgbClr>
                </a:gs>
                <a:gs pos="28571">
                  <a:srgbClr val="7F0900">
                    <a:alpha val="18466"/>
                  </a:srgbClr>
                </a:gs>
                <a:gs pos="42857">
                  <a:srgbClr val="7F0900">
                    <a:alpha val="12533"/>
                  </a:srgbClr>
                </a:gs>
                <a:gs pos="57143">
                  <a:srgbClr val="7F0900">
                    <a:alpha val="7151"/>
                  </a:srgbClr>
                </a:gs>
                <a:gs pos="71429">
                  <a:srgbClr val="7F0900">
                    <a:alpha val="3414"/>
                  </a:srgbClr>
                </a:gs>
                <a:gs pos="85714">
                  <a:srgbClr val="7F0900">
                    <a:alpha val="1364"/>
                  </a:srgbClr>
                </a:gs>
                <a:gs pos="100000">
                  <a:srgbClr val="7F0900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8444762">
              <a:off x="2916011" y="1705868"/>
              <a:ext cx="656977" cy="493010"/>
            </a:xfrm>
            <a:prstGeom prst="ellipse">
              <a:avLst/>
            </a:prstGeom>
            <a:gradFill>
              <a:gsLst>
                <a:gs pos="0">
                  <a:srgbClr val="3B0003">
                    <a:alpha val="16540"/>
                  </a:srgbClr>
                </a:gs>
                <a:gs pos="14286">
                  <a:srgbClr val="3B0003">
                    <a:alpha val="15311"/>
                  </a:srgbClr>
                </a:gs>
                <a:gs pos="28571">
                  <a:srgbClr val="3B0003">
                    <a:alpha val="12105"/>
                  </a:srgbClr>
                </a:gs>
                <a:gs pos="42857">
                  <a:srgbClr val="3B0003">
                    <a:alpha val="8115"/>
                  </a:srgbClr>
                </a:gs>
                <a:gs pos="57143">
                  <a:srgbClr val="3B0003">
                    <a:alpha val="4581"/>
                  </a:srgbClr>
                </a:gs>
                <a:gs pos="71429">
                  <a:srgbClr val="3B0003">
                    <a:alpha val="2171"/>
                  </a:srgbClr>
                </a:gs>
                <a:gs pos="85714">
                  <a:srgbClr val="3B0003">
                    <a:alpha val="864"/>
                  </a:srgbClr>
                </a:gs>
                <a:gs pos="100000">
                  <a:srgbClr val="3B0003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8352513">
              <a:off x="2457923" y="1829588"/>
              <a:ext cx="727993" cy="306435"/>
            </a:xfrm>
            <a:prstGeom prst="ellipse">
              <a:avLst/>
            </a:prstGeom>
            <a:gradFill>
              <a:gsLst>
                <a:gs pos="0">
                  <a:srgbClr val="000006">
                    <a:alpha val="18597"/>
                  </a:srgbClr>
                </a:gs>
                <a:gs pos="14286">
                  <a:srgbClr val="000006">
                    <a:alpha val="17231"/>
                  </a:srgbClr>
                </a:gs>
                <a:gs pos="28571">
                  <a:srgbClr val="000006">
                    <a:alpha val="13657"/>
                  </a:srgbClr>
                </a:gs>
                <a:gs pos="42857">
                  <a:srgbClr val="000006">
                    <a:alpha val="9182"/>
                  </a:srgbClr>
                </a:gs>
                <a:gs pos="57143">
                  <a:srgbClr val="000006">
                    <a:alpha val="5197"/>
                  </a:srgbClr>
                </a:gs>
                <a:gs pos="71429">
                  <a:srgbClr val="000006">
                    <a:alpha val="2467"/>
                  </a:srgbClr>
                </a:gs>
                <a:gs pos="85714">
                  <a:srgbClr val="000006">
                    <a:alpha val="983"/>
                  </a:srgbClr>
                </a:gs>
                <a:gs pos="100000">
                  <a:srgbClr val="000006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7699945">
              <a:off x="2219861" y="1957046"/>
              <a:ext cx="925885" cy="160604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8434940">
              <a:off x="2143279" y="2023747"/>
              <a:ext cx="930805" cy="1314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-9923847">
              <a:off x="1670194" y="1891147"/>
              <a:ext cx="804877" cy="237528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-9897665">
              <a:off x="1498477" y="1803587"/>
              <a:ext cx="885326" cy="4450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-10275728">
              <a:off x="1396986" y="1780467"/>
              <a:ext cx="839498" cy="553747"/>
            </a:xfrm>
            <a:prstGeom prst="ellipse">
              <a:avLst/>
            </a:prstGeom>
            <a:gradFill>
              <a:gsLst>
                <a:gs pos="0">
                  <a:srgbClr val="2B0000">
                    <a:alpha val="32968"/>
                  </a:srgbClr>
                </a:gs>
                <a:gs pos="14286">
                  <a:srgbClr val="2B0000">
                    <a:alpha val="30764"/>
                  </a:srgbClr>
                </a:gs>
                <a:gs pos="28571">
                  <a:srgbClr val="2B0000">
                    <a:alpha val="24833"/>
                  </a:srgbClr>
                </a:gs>
                <a:gs pos="42857">
                  <a:srgbClr val="2B0000">
                    <a:alpha val="17075"/>
                  </a:srgbClr>
                </a:gs>
                <a:gs pos="57143">
                  <a:srgbClr val="2B0000">
                    <a:alpha val="9855"/>
                  </a:srgbClr>
                </a:gs>
                <a:gs pos="71429">
                  <a:srgbClr val="2B0000">
                    <a:alpha val="4740"/>
                  </a:srgbClr>
                </a:gs>
                <a:gs pos="85714">
                  <a:srgbClr val="2B0000">
                    <a:alpha val="1902"/>
                  </a:srgbClr>
                </a:gs>
                <a:gs pos="100000">
                  <a:srgbClr val="2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10715997">
              <a:off x="1112923" y="1802119"/>
              <a:ext cx="824697" cy="507800"/>
            </a:xfrm>
            <a:prstGeom prst="ellipse">
              <a:avLst/>
            </a:prstGeom>
            <a:gradFill>
              <a:gsLst>
                <a:gs pos="0">
                  <a:srgbClr val="230000">
                    <a:alpha val="32968"/>
                  </a:srgbClr>
                </a:gs>
                <a:gs pos="14286">
                  <a:srgbClr val="230000">
                    <a:alpha val="30764"/>
                  </a:srgbClr>
                </a:gs>
                <a:gs pos="28571">
                  <a:srgbClr val="230000">
                    <a:alpha val="24833"/>
                  </a:srgbClr>
                </a:gs>
                <a:gs pos="42857">
                  <a:srgbClr val="230000">
                    <a:alpha val="17075"/>
                  </a:srgbClr>
                </a:gs>
                <a:gs pos="57143">
                  <a:srgbClr val="230000">
                    <a:alpha val="9855"/>
                  </a:srgbClr>
                </a:gs>
                <a:gs pos="71429">
                  <a:srgbClr val="230000">
                    <a:alpha val="4740"/>
                  </a:srgbClr>
                </a:gs>
                <a:gs pos="85714">
                  <a:srgbClr val="230000">
                    <a:alpha val="1902"/>
                  </a:srgbClr>
                </a:gs>
                <a:gs pos="100000">
                  <a:srgbClr val="2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10270516">
              <a:off x="1090844" y="1726429"/>
              <a:ext cx="739578" cy="594704"/>
            </a:xfrm>
            <a:prstGeom prst="ellipse">
              <a:avLst/>
            </a:prstGeom>
            <a:gradFill>
              <a:gsLst>
                <a:gs pos="0">
                  <a:srgbClr val="1D0002">
                    <a:alpha val="32968"/>
                  </a:srgbClr>
                </a:gs>
                <a:gs pos="14286">
                  <a:srgbClr val="1D0002">
                    <a:alpha val="30764"/>
                  </a:srgbClr>
                </a:gs>
                <a:gs pos="28571">
                  <a:srgbClr val="1D0002">
                    <a:alpha val="24833"/>
                  </a:srgbClr>
                </a:gs>
                <a:gs pos="42857">
                  <a:srgbClr val="1D0002">
                    <a:alpha val="17075"/>
                  </a:srgbClr>
                </a:gs>
                <a:gs pos="57143">
                  <a:srgbClr val="1D0002">
                    <a:alpha val="9855"/>
                  </a:srgbClr>
                </a:gs>
                <a:gs pos="71429">
                  <a:srgbClr val="1D0002">
                    <a:alpha val="4740"/>
                  </a:srgbClr>
                </a:gs>
                <a:gs pos="85714">
                  <a:srgbClr val="1D0002">
                    <a:alpha val="1902"/>
                  </a:srgbClr>
                </a:gs>
                <a:gs pos="100000">
                  <a:srgbClr val="1D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-9069187">
              <a:off x="876444" y="1802688"/>
              <a:ext cx="839474" cy="428217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-10044293">
              <a:off x="865999" y="1808116"/>
              <a:ext cx="569510" cy="346137"/>
            </a:xfrm>
            <a:prstGeom prst="ellipse">
              <a:avLst/>
            </a:prstGeom>
            <a:gradFill>
              <a:gsLst>
                <a:gs pos="0">
                  <a:srgbClr val="AA0000">
                    <a:alpha val="32968"/>
                  </a:srgbClr>
                </a:gs>
                <a:gs pos="14286">
                  <a:srgbClr val="AA0000">
                    <a:alpha val="30764"/>
                  </a:srgbClr>
                </a:gs>
                <a:gs pos="28571">
                  <a:srgbClr val="AA0000">
                    <a:alpha val="24833"/>
                  </a:srgbClr>
                </a:gs>
                <a:gs pos="42857">
                  <a:srgbClr val="AA0000">
                    <a:alpha val="17075"/>
                  </a:srgbClr>
                </a:gs>
                <a:gs pos="57143">
                  <a:srgbClr val="AA0000">
                    <a:alpha val="9855"/>
                  </a:srgbClr>
                </a:gs>
                <a:gs pos="71429">
                  <a:srgbClr val="AA0000">
                    <a:alpha val="4740"/>
                  </a:srgbClr>
                </a:gs>
                <a:gs pos="85714">
                  <a:srgbClr val="AA0000">
                    <a:alpha val="1902"/>
                  </a:srgbClr>
                </a:gs>
                <a:gs pos="100000">
                  <a:srgbClr val="A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3203843">
              <a:off x="290622" y="1944476"/>
              <a:ext cx="879820" cy="264347"/>
            </a:xfrm>
            <a:prstGeom prst="ellipse">
              <a:avLst/>
            </a:prstGeom>
            <a:gradFill>
              <a:gsLst>
                <a:gs pos="0">
                  <a:srgbClr val="070001">
                    <a:alpha val="32968"/>
                  </a:srgbClr>
                </a:gs>
                <a:gs pos="14286">
                  <a:srgbClr val="070001">
                    <a:alpha val="30764"/>
                  </a:srgbClr>
                </a:gs>
                <a:gs pos="28571">
                  <a:srgbClr val="070001">
                    <a:alpha val="24833"/>
                  </a:srgbClr>
                </a:gs>
                <a:gs pos="42857">
                  <a:srgbClr val="070001">
                    <a:alpha val="17075"/>
                  </a:srgbClr>
                </a:gs>
                <a:gs pos="57143">
                  <a:srgbClr val="070001">
                    <a:alpha val="9855"/>
                  </a:srgbClr>
                </a:gs>
                <a:gs pos="71429">
                  <a:srgbClr val="070001">
                    <a:alpha val="4740"/>
                  </a:srgbClr>
                </a:gs>
                <a:gs pos="85714">
                  <a:srgbClr val="070001">
                    <a:alpha val="1902"/>
                  </a:srgbClr>
                </a:gs>
                <a:gs pos="100000">
                  <a:srgbClr val="07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7153987">
              <a:off x="151353" y="1974503"/>
              <a:ext cx="414372" cy="279367"/>
            </a:xfrm>
            <a:prstGeom prst="ellipse">
              <a:avLst/>
            </a:prstGeom>
            <a:gradFill>
              <a:gsLst>
                <a:gs pos="0">
                  <a:srgbClr val="FFEFBC">
                    <a:alpha val="10290"/>
                  </a:srgbClr>
                </a:gs>
                <a:gs pos="14286">
                  <a:srgbClr val="FFEFBC">
                    <a:alpha val="9499"/>
                  </a:srgbClr>
                </a:gs>
                <a:gs pos="28571">
                  <a:srgbClr val="FFEFBC">
                    <a:alpha val="7457"/>
                  </a:srgbClr>
                </a:gs>
                <a:gs pos="42857">
                  <a:srgbClr val="FFEFBC">
                    <a:alpha val="4956"/>
                  </a:srgbClr>
                </a:gs>
                <a:gs pos="57143">
                  <a:srgbClr val="FFEFBC">
                    <a:alpha val="2777"/>
                  </a:srgbClr>
                </a:gs>
                <a:gs pos="71429">
                  <a:srgbClr val="FFEFBC">
                    <a:alpha val="1310"/>
                  </a:srgbClr>
                </a:gs>
                <a:gs pos="85714">
                  <a:srgbClr val="FFEFBC">
                    <a:alpha val="520"/>
                  </a:srgbClr>
                </a:gs>
                <a:gs pos="100000">
                  <a:srgbClr val="FFEFBC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8512194">
              <a:off x="3338025" y="1772873"/>
              <a:ext cx="523191" cy="270573"/>
            </a:xfrm>
            <a:prstGeom prst="ellipse">
              <a:avLst/>
            </a:prstGeom>
            <a:gradFill>
              <a:gsLst>
                <a:gs pos="0">
                  <a:srgbClr val="001C00">
                    <a:alpha val="14192"/>
                  </a:srgbClr>
                </a:gs>
                <a:gs pos="14286">
                  <a:srgbClr val="001C00">
                    <a:alpha val="13123"/>
                  </a:srgbClr>
                </a:gs>
                <a:gs pos="28571">
                  <a:srgbClr val="001C00">
                    <a:alpha val="10347"/>
                  </a:srgbClr>
                </a:gs>
                <a:gs pos="42857">
                  <a:srgbClr val="001C00">
                    <a:alpha val="6914"/>
                  </a:srgbClr>
                </a:gs>
                <a:gs pos="57143">
                  <a:srgbClr val="001C00">
                    <a:alpha val="3892"/>
                  </a:srgbClr>
                </a:gs>
                <a:gs pos="71429">
                  <a:srgbClr val="001C00">
                    <a:alpha val="1841"/>
                  </a:srgbClr>
                </a:gs>
                <a:gs pos="85714">
                  <a:srgbClr val="001C00">
                    <a:alpha val="732"/>
                  </a:srgbClr>
                </a:gs>
                <a:gs pos="100000">
                  <a:srgbClr val="001C0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2848087">
              <a:off x="2866482" y="1610864"/>
              <a:ext cx="653691" cy="442565"/>
            </a:xfrm>
            <a:prstGeom prst="ellipse">
              <a:avLst/>
            </a:prstGeom>
            <a:gradFill>
              <a:gsLst>
                <a:gs pos="0">
                  <a:srgbClr val="DF0000">
                    <a:alpha val="2524"/>
                  </a:srgbClr>
                </a:gs>
                <a:gs pos="14286">
                  <a:srgbClr val="DF0000">
                    <a:alpha val="2322"/>
                  </a:srgbClr>
                </a:gs>
                <a:gs pos="28571">
                  <a:srgbClr val="DF0000">
                    <a:alpha val="1808"/>
                  </a:srgbClr>
                </a:gs>
                <a:gs pos="42857">
                  <a:srgbClr val="DF0000">
                    <a:alpha val="1190"/>
                  </a:srgbClr>
                </a:gs>
                <a:gs pos="57143">
                  <a:srgbClr val="DF0000">
                    <a:alpha val="661"/>
                  </a:srgbClr>
                </a:gs>
                <a:gs pos="71429">
                  <a:srgbClr val="DF0000">
                    <a:alpha val="310"/>
                  </a:srgbClr>
                </a:gs>
                <a:gs pos="85714">
                  <a:srgbClr val="DF0000">
                    <a:alpha val="123"/>
                  </a:srgbClr>
                </a:gs>
                <a:gs pos="100000">
                  <a:srgbClr val="DF0000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8346258">
              <a:off x="2043541" y="1819252"/>
              <a:ext cx="962090" cy="211908"/>
            </a:xfrm>
            <a:prstGeom prst="ellipse">
              <a:avLst/>
            </a:prstGeom>
            <a:gradFill>
              <a:gsLst>
                <a:gs pos="0">
                  <a:srgbClr val="A00200">
                    <a:alpha val="32956"/>
                  </a:srgbClr>
                </a:gs>
                <a:gs pos="14286">
                  <a:srgbClr val="A00200">
                    <a:alpha val="30752"/>
                  </a:srgbClr>
                </a:gs>
                <a:gs pos="28571">
                  <a:srgbClr val="A00200">
                    <a:alpha val="24823"/>
                  </a:srgbClr>
                </a:gs>
                <a:gs pos="42857">
                  <a:srgbClr val="A00200">
                    <a:alpha val="17068"/>
                  </a:srgbClr>
                </a:gs>
                <a:gs pos="57143">
                  <a:srgbClr val="A00200">
                    <a:alpha val="9851"/>
                  </a:srgbClr>
                </a:gs>
                <a:gs pos="71429">
                  <a:srgbClr val="A00200">
                    <a:alpha val="4738"/>
                  </a:srgbClr>
                </a:gs>
                <a:gs pos="85714">
                  <a:srgbClr val="A00200">
                    <a:alpha val="1901"/>
                  </a:srgbClr>
                </a:gs>
                <a:gs pos="100000">
                  <a:srgbClr val="A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7780189">
              <a:off x="1765453" y="1816873"/>
              <a:ext cx="967786" cy="259597"/>
            </a:xfrm>
            <a:prstGeom prst="ellipse">
              <a:avLst/>
            </a:prstGeom>
            <a:gradFill>
              <a:gsLst>
                <a:gs pos="0">
                  <a:srgbClr val="000000">
                    <a:alpha val="32064"/>
                  </a:srgbClr>
                </a:gs>
                <a:gs pos="14286">
                  <a:srgbClr val="000000">
                    <a:alpha val="29906"/>
                  </a:srgbClr>
                </a:gs>
                <a:gs pos="28571">
                  <a:srgbClr val="000000">
                    <a:alpha val="24111"/>
                  </a:srgbClr>
                </a:gs>
                <a:gs pos="42857">
                  <a:srgbClr val="000000">
                    <a:alpha val="16554"/>
                  </a:srgbClr>
                </a:gs>
                <a:gs pos="57143">
                  <a:srgbClr val="000000">
                    <a:alpha val="9541"/>
                  </a:srgbClr>
                </a:gs>
                <a:gs pos="71429">
                  <a:srgbClr val="000000">
                    <a:alpha val="4585"/>
                  </a:srgbClr>
                </a:gs>
                <a:gs pos="85714">
                  <a:srgbClr val="000000">
                    <a:alpha val="1839"/>
                  </a:srgbClr>
                </a:gs>
                <a:gs pos="100000">
                  <a:srgbClr val="00000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2826464">
              <a:off x="1487914" y="1735757"/>
              <a:ext cx="866932" cy="386078"/>
            </a:xfrm>
            <a:prstGeom prst="ellipse">
              <a:avLst/>
            </a:prstGeom>
            <a:gradFill>
              <a:gsLst>
                <a:gs pos="0">
                  <a:srgbClr val="0F0003">
                    <a:alpha val="32968"/>
                  </a:srgbClr>
                </a:gs>
                <a:gs pos="14286">
                  <a:srgbClr val="0F0003">
                    <a:alpha val="30764"/>
                  </a:srgbClr>
                </a:gs>
                <a:gs pos="28571">
                  <a:srgbClr val="0F0003">
                    <a:alpha val="24833"/>
                  </a:srgbClr>
                </a:gs>
                <a:gs pos="42857">
                  <a:srgbClr val="0F0003">
                    <a:alpha val="17075"/>
                  </a:srgbClr>
                </a:gs>
                <a:gs pos="57143">
                  <a:srgbClr val="0F0003">
                    <a:alpha val="9855"/>
                  </a:srgbClr>
                </a:gs>
                <a:gs pos="71429">
                  <a:srgbClr val="0F0003">
                    <a:alpha val="4740"/>
                  </a:srgbClr>
                </a:gs>
                <a:gs pos="85714">
                  <a:srgbClr val="0F0003">
                    <a:alpha val="1902"/>
                  </a:srgbClr>
                </a:gs>
                <a:gs pos="100000">
                  <a:srgbClr val="0F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4656766">
              <a:off x="1311945" y="1553285"/>
              <a:ext cx="863643" cy="7160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6145116">
              <a:off x="1255629" y="1458482"/>
              <a:ext cx="879377" cy="7381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-9283217">
              <a:off x="1022106" y="1647684"/>
              <a:ext cx="780194" cy="625005"/>
            </a:xfrm>
            <a:prstGeom prst="ellipse">
              <a:avLst/>
            </a:prstGeom>
            <a:gradFill>
              <a:gsLst>
                <a:gs pos="0">
                  <a:srgbClr val="270003">
                    <a:alpha val="32968"/>
                  </a:srgbClr>
                </a:gs>
                <a:gs pos="14286">
                  <a:srgbClr val="270003">
                    <a:alpha val="30764"/>
                  </a:srgbClr>
                </a:gs>
                <a:gs pos="28571">
                  <a:srgbClr val="270003">
                    <a:alpha val="24833"/>
                  </a:srgbClr>
                </a:gs>
                <a:gs pos="42857">
                  <a:srgbClr val="270003">
                    <a:alpha val="17075"/>
                  </a:srgbClr>
                </a:gs>
                <a:gs pos="57143">
                  <a:srgbClr val="270003">
                    <a:alpha val="9855"/>
                  </a:srgbClr>
                </a:gs>
                <a:gs pos="71429">
                  <a:srgbClr val="270003">
                    <a:alpha val="4740"/>
                  </a:srgbClr>
                </a:gs>
                <a:gs pos="85714">
                  <a:srgbClr val="270003">
                    <a:alpha val="1902"/>
                  </a:srgbClr>
                </a:gs>
                <a:gs pos="100000">
                  <a:srgbClr val="27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2812724">
              <a:off x="746131" y="1655371"/>
              <a:ext cx="894044" cy="470546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2861926">
              <a:off x="728355" y="1608407"/>
              <a:ext cx="777794" cy="492168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-8460155">
              <a:off x="562364" y="1689568"/>
              <a:ext cx="722161" cy="313510"/>
            </a:xfrm>
            <a:prstGeom prst="ellipse">
              <a:avLst/>
            </a:prstGeom>
            <a:gradFill>
              <a:gsLst>
                <a:gs pos="0">
                  <a:srgbClr val="A40000">
                    <a:alpha val="32968"/>
                  </a:srgbClr>
                </a:gs>
                <a:gs pos="14286">
                  <a:srgbClr val="A40000">
                    <a:alpha val="30764"/>
                  </a:srgbClr>
                </a:gs>
                <a:gs pos="28571">
                  <a:srgbClr val="A40000">
                    <a:alpha val="24833"/>
                  </a:srgbClr>
                </a:gs>
                <a:gs pos="42857">
                  <a:srgbClr val="A40000">
                    <a:alpha val="17075"/>
                  </a:srgbClr>
                </a:gs>
                <a:gs pos="57143">
                  <a:srgbClr val="A40000">
                    <a:alpha val="9855"/>
                  </a:srgbClr>
                </a:gs>
                <a:gs pos="71429">
                  <a:srgbClr val="A40000">
                    <a:alpha val="4740"/>
                  </a:srgbClr>
                </a:gs>
                <a:gs pos="85714">
                  <a:srgbClr val="A40000">
                    <a:alpha val="1902"/>
                  </a:srgbClr>
                </a:gs>
                <a:gs pos="100000">
                  <a:srgbClr val="A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3740935">
              <a:off x="292618" y="1756981"/>
              <a:ext cx="617694" cy="2448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6913179">
              <a:off x="-204363" y="1681690"/>
              <a:ext cx="700309" cy="350777"/>
            </a:xfrm>
            <a:prstGeom prst="ellipse">
              <a:avLst/>
            </a:prstGeom>
            <a:gradFill>
              <a:gsLst>
                <a:gs pos="0">
                  <a:srgbClr val="FEAE88">
                    <a:alpha val="7749"/>
                  </a:srgbClr>
                </a:gs>
                <a:gs pos="14286">
                  <a:srgbClr val="FEAE88">
                    <a:alpha val="7145"/>
                  </a:srgbClr>
                </a:gs>
                <a:gs pos="28571">
                  <a:srgbClr val="FEAE88">
                    <a:alpha val="5594"/>
                  </a:srgbClr>
                </a:gs>
                <a:gs pos="42857">
                  <a:srgbClr val="FEAE88">
                    <a:alpha val="3705"/>
                  </a:srgbClr>
                </a:gs>
                <a:gs pos="57143">
                  <a:srgbClr val="FEAE88">
                    <a:alpha val="2070"/>
                  </a:srgbClr>
                </a:gs>
                <a:gs pos="71429">
                  <a:srgbClr val="FEAE88">
                    <a:alpha val="975"/>
                  </a:srgbClr>
                </a:gs>
                <a:gs pos="85714">
                  <a:srgbClr val="FEAE88">
                    <a:alpha val="386"/>
                  </a:srgbClr>
                </a:gs>
                <a:gs pos="100000">
                  <a:srgbClr val="FEAE88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10140332">
              <a:off x="3296611" y="1507873"/>
              <a:ext cx="484955" cy="348159"/>
            </a:xfrm>
            <a:prstGeom prst="ellipse">
              <a:avLst/>
            </a:prstGeom>
            <a:gradFill>
              <a:gsLst>
                <a:gs pos="0">
                  <a:srgbClr val="FF8F60">
                    <a:alpha val="1603"/>
                  </a:srgbClr>
                </a:gs>
                <a:gs pos="14286">
                  <a:srgbClr val="FF8F60">
                    <a:alpha val="1475"/>
                  </a:srgbClr>
                </a:gs>
                <a:gs pos="28571">
                  <a:srgbClr val="FF8F60">
                    <a:alpha val="1147"/>
                  </a:srgbClr>
                </a:gs>
                <a:gs pos="42857">
                  <a:srgbClr val="FF8F60">
                    <a:alpha val="754"/>
                  </a:srgbClr>
                </a:gs>
                <a:gs pos="57143">
                  <a:srgbClr val="FF8F60">
                    <a:alpha val="418"/>
                  </a:srgbClr>
                </a:gs>
                <a:gs pos="71429">
                  <a:srgbClr val="FF8F60">
                    <a:alpha val="196"/>
                  </a:srgbClr>
                </a:gs>
                <a:gs pos="85714">
                  <a:srgbClr val="FF8F60">
                    <a:alpha val="78"/>
                  </a:srgbClr>
                </a:gs>
                <a:gs pos="100000">
                  <a:srgbClr val="FF8F6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4363357">
              <a:off x="3086216" y="1497770"/>
              <a:ext cx="626881" cy="406780"/>
            </a:xfrm>
            <a:prstGeom prst="ellipse">
              <a:avLst/>
            </a:prstGeom>
            <a:gradFill>
              <a:gsLst>
                <a:gs pos="0">
                  <a:srgbClr val="923C10">
                    <a:alpha val="22803"/>
                  </a:srgbClr>
                </a:gs>
                <a:gs pos="14286">
                  <a:srgbClr val="923C10">
                    <a:alpha val="21170"/>
                  </a:srgbClr>
                </a:gs>
                <a:gs pos="28571">
                  <a:srgbClr val="923C10">
                    <a:alpha val="16865"/>
                  </a:srgbClr>
                </a:gs>
                <a:gs pos="42857">
                  <a:srgbClr val="923C10">
                    <a:alpha val="11410"/>
                  </a:srgbClr>
                </a:gs>
                <a:gs pos="57143">
                  <a:srgbClr val="923C10">
                    <a:alpha val="6493"/>
                  </a:srgbClr>
                </a:gs>
                <a:gs pos="71429">
                  <a:srgbClr val="923C10">
                    <a:alpha val="3093"/>
                  </a:srgbClr>
                </a:gs>
                <a:gs pos="85714">
                  <a:srgbClr val="923C10">
                    <a:alpha val="1235"/>
                  </a:srgbClr>
                </a:gs>
                <a:gs pos="100000">
                  <a:srgbClr val="923C10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8356535">
              <a:off x="2752655" y="1528355"/>
              <a:ext cx="760887" cy="335089"/>
            </a:xfrm>
            <a:prstGeom prst="ellipse">
              <a:avLst/>
            </a:prstGeom>
            <a:gradFill>
              <a:gsLst>
                <a:gs pos="0">
                  <a:srgbClr val="640001">
                    <a:alpha val="20874"/>
                  </a:srgbClr>
                </a:gs>
                <a:gs pos="14286">
                  <a:srgbClr val="640001">
                    <a:alpha val="19361"/>
                  </a:srgbClr>
                </a:gs>
                <a:gs pos="28571">
                  <a:srgbClr val="640001">
                    <a:alpha val="15387"/>
                  </a:srgbClr>
                </a:gs>
                <a:gs pos="42857">
                  <a:srgbClr val="640001">
                    <a:alpha val="10380"/>
                  </a:srgbClr>
                </a:gs>
                <a:gs pos="57143">
                  <a:srgbClr val="640001">
                    <a:alpha val="5892"/>
                  </a:srgbClr>
                </a:gs>
                <a:gs pos="71429">
                  <a:srgbClr val="640001">
                    <a:alpha val="2803"/>
                  </a:srgbClr>
                </a:gs>
                <a:gs pos="85714">
                  <a:srgbClr val="640001">
                    <a:alpha val="1118"/>
                  </a:srgbClr>
                </a:gs>
                <a:gs pos="100000">
                  <a:srgbClr val="640001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6096476">
              <a:off x="1977779" y="1652792"/>
              <a:ext cx="810099" cy="235708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4996720">
              <a:off x="1452528" y="1587884"/>
              <a:ext cx="915711" cy="2922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5439883">
              <a:off x="1398771" y="1414375"/>
              <a:ext cx="850552" cy="5174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7511952">
              <a:off x="1193468" y="1473461"/>
              <a:ext cx="846867" cy="5086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9503064">
              <a:off x="1069761" y="1546402"/>
              <a:ext cx="830083" cy="3610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5575397">
              <a:off x="677369" y="1476174"/>
              <a:ext cx="895291" cy="322680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3721807">
              <a:off x="574475" y="1354744"/>
              <a:ext cx="855297" cy="643487"/>
            </a:xfrm>
            <a:prstGeom prst="ellipse">
              <a:avLst/>
            </a:prstGeom>
            <a:gradFill>
              <a:gsLst>
                <a:gs pos="0">
                  <a:srgbClr val="290003">
                    <a:alpha val="32968"/>
                  </a:srgbClr>
                </a:gs>
                <a:gs pos="14286">
                  <a:srgbClr val="290003">
                    <a:alpha val="30764"/>
                  </a:srgbClr>
                </a:gs>
                <a:gs pos="28571">
                  <a:srgbClr val="290003">
                    <a:alpha val="24833"/>
                  </a:srgbClr>
                </a:gs>
                <a:gs pos="42857">
                  <a:srgbClr val="290003">
                    <a:alpha val="17075"/>
                  </a:srgbClr>
                </a:gs>
                <a:gs pos="57143">
                  <a:srgbClr val="290003">
                    <a:alpha val="9855"/>
                  </a:srgbClr>
                </a:gs>
                <a:gs pos="71429">
                  <a:srgbClr val="290003">
                    <a:alpha val="4740"/>
                  </a:srgbClr>
                </a:gs>
                <a:gs pos="85714">
                  <a:srgbClr val="290003">
                    <a:alpha val="1902"/>
                  </a:srgbClr>
                </a:gs>
                <a:gs pos="100000">
                  <a:srgbClr val="29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5577714">
              <a:off x="512805" y="1493177"/>
              <a:ext cx="519950" cy="403517"/>
            </a:xfrm>
            <a:prstGeom prst="ellipse">
              <a:avLst/>
            </a:prstGeom>
            <a:gradFill>
              <a:gsLst>
                <a:gs pos="0">
                  <a:srgbClr val="000000">
                    <a:alpha val="25146"/>
                  </a:srgbClr>
                </a:gs>
                <a:gs pos="14286">
                  <a:srgbClr val="000000">
                    <a:alpha val="23372"/>
                  </a:srgbClr>
                </a:gs>
                <a:gs pos="28571">
                  <a:srgbClr val="000000">
                    <a:alpha val="18673"/>
                  </a:srgbClr>
                </a:gs>
                <a:gs pos="42857">
                  <a:srgbClr val="000000">
                    <a:alpha val="12678"/>
                  </a:srgbClr>
                </a:gs>
                <a:gs pos="57143">
                  <a:srgbClr val="000000">
                    <a:alpha val="7237"/>
                  </a:srgbClr>
                </a:gs>
                <a:gs pos="71429">
                  <a:srgbClr val="000000">
                    <a:alpha val="3455"/>
                  </a:srgbClr>
                </a:gs>
                <a:gs pos="85714">
                  <a:srgbClr val="000000">
                    <a:alpha val="1381"/>
                  </a:srgbClr>
                </a:gs>
                <a:gs pos="100000">
                  <a:srgbClr val="000000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4289335">
              <a:off x="114620" y="1656049"/>
              <a:ext cx="837908" cy="188880"/>
            </a:xfrm>
            <a:prstGeom prst="ellipse">
              <a:avLst/>
            </a:prstGeom>
            <a:gradFill>
              <a:gsLst>
                <a:gs pos="0">
                  <a:srgbClr val="000202">
                    <a:alpha val="32968"/>
                  </a:srgbClr>
                </a:gs>
                <a:gs pos="14286">
                  <a:srgbClr val="000202">
                    <a:alpha val="30764"/>
                  </a:srgbClr>
                </a:gs>
                <a:gs pos="28571">
                  <a:srgbClr val="000202">
                    <a:alpha val="24833"/>
                  </a:srgbClr>
                </a:gs>
                <a:gs pos="42857">
                  <a:srgbClr val="000202">
                    <a:alpha val="17075"/>
                  </a:srgbClr>
                </a:gs>
                <a:gs pos="57143">
                  <a:srgbClr val="000202">
                    <a:alpha val="9855"/>
                  </a:srgbClr>
                </a:gs>
                <a:gs pos="71429">
                  <a:srgbClr val="000202">
                    <a:alpha val="4740"/>
                  </a:srgbClr>
                </a:gs>
                <a:gs pos="85714">
                  <a:srgbClr val="000202">
                    <a:alpha val="1902"/>
                  </a:srgbClr>
                </a:gs>
                <a:gs pos="100000">
                  <a:srgbClr val="0002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7458319">
              <a:off x="3259359" y="1338473"/>
              <a:ext cx="647116" cy="370782"/>
            </a:xfrm>
            <a:prstGeom prst="ellipse">
              <a:avLst/>
            </a:prstGeom>
            <a:gradFill>
              <a:gsLst>
                <a:gs pos="0">
                  <a:srgbClr val="9C613A">
                    <a:alpha val="13563"/>
                  </a:srgbClr>
                </a:gs>
                <a:gs pos="14286">
                  <a:srgbClr val="9C613A">
                    <a:alpha val="12538"/>
                  </a:srgbClr>
                </a:gs>
                <a:gs pos="28571">
                  <a:srgbClr val="9C613A">
                    <a:alpha val="9879"/>
                  </a:srgbClr>
                </a:gs>
                <a:gs pos="42857">
                  <a:srgbClr val="9C613A">
                    <a:alpha val="6595"/>
                  </a:srgbClr>
                </a:gs>
                <a:gs pos="57143">
                  <a:srgbClr val="9C613A">
                    <a:alpha val="3710"/>
                  </a:srgbClr>
                </a:gs>
                <a:gs pos="71429">
                  <a:srgbClr val="9C613A">
                    <a:alpha val="1754"/>
                  </a:srgbClr>
                </a:gs>
                <a:gs pos="85714">
                  <a:srgbClr val="9C613A">
                    <a:alpha val="697"/>
                  </a:srgbClr>
                </a:gs>
                <a:gs pos="100000">
                  <a:srgbClr val="9C613A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-10157922">
              <a:off x="3002285" y="1353816"/>
              <a:ext cx="775371" cy="370137"/>
            </a:xfrm>
            <a:prstGeom prst="ellipse">
              <a:avLst/>
            </a:prstGeom>
            <a:gradFill>
              <a:gsLst>
                <a:gs pos="0">
                  <a:srgbClr val="EA7A30">
                    <a:alpha val="8099"/>
                  </a:srgbClr>
                </a:gs>
                <a:gs pos="14286">
                  <a:srgbClr val="EA7A30">
                    <a:alpha val="7469"/>
                  </a:srgbClr>
                </a:gs>
                <a:gs pos="28571">
                  <a:srgbClr val="EA7A30">
                    <a:alpha val="5849"/>
                  </a:srgbClr>
                </a:gs>
                <a:gs pos="42857">
                  <a:srgbClr val="EA7A30">
                    <a:alpha val="3876"/>
                  </a:srgbClr>
                </a:gs>
                <a:gs pos="57143">
                  <a:srgbClr val="EA7A30">
                    <a:alpha val="2167"/>
                  </a:srgbClr>
                </a:gs>
                <a:gs pos="71429">
                  <a:srgbClr val="EA7A30">
                    <a:alpha val="1020"/>
                  </a:srgbClr>
                </a:gs>
                <a:gs pos="85714">
                  <a:srgbClr val="EA7A30">
                    <a:alpha val="405"/>
                  </a:srgbClr>
                </a:gs>
                <a:gs pos="100000">
                  <a:srgbClr val="EA7A3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-10689064">
              <a:off x="2910545" y="1302696"/>
              <a:ext cx="668844" cy="537784"/>
            </a:xfrm>
            <a:prstGeom prst="ellipse">
              <a:avLst/>
            </a:prstGeom>
            <a:gradFill>
              <a:gsLst>
                <a:gs pos="0">
                  <a:srgbClr val="6D0017">
                    <a:alpha val="9546"/>
                  </a:srgbClr>
                </a:gs>
                <a:gs pos="14286">
                  <a:srgbClr val="6D0017">
                    <a:alpha val="8809"/>
                  </a:srgbClr>
                </a:gs>
                <a:gs pos="28571">
                  <a:srgbClr val="6D0017">
                    <a:alpha val="6910"/>
                  </a:srgbClr>
                </a:gs>
                <a:gs pos="42857">
                  <a:srgbClr val="6D0017">
                    <a:alpha val="4588"/>
                  </a:srgbClr>
                </a:gs>
                <a:gs pos="57143">
                  <a:srgbClr val="6D0017">
                    <a:alpha val="2569"/>
                  </a:srgbClr>
                </a:gs>
                <a:gs pos="71429">
                  <a:srgbClr val="6D0017">
                    <a:alpha val="1211"/>
                  </a:srgbClr>
                </a:gs>
                <a:gs pos="85714">
                  <a:srgbClr val="6D0017">
                    <a:alpha val="481"/>
                  </a:srgbClr>
                </a:gs>
                <a:gs pos="100000">
                  <a:srgbClr val="6D0017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-8527128">
              <a:off x="2875016" y="1361100"/>
              <a:ext cx="477149" cy="419308"/>
            </a:xfrm>
            <a:prstGeom prst="ellipse">
              <a:avLst/>
            </a:prstGeom>
            <a:gradFill>
              <a:gsLst>
                <a:gs pos="0">
                  <a:srgbClr val="000019">
                    <a:alpha val="22809"/>
                  </a:srgbClr>
                </a:gs>
                <a:gs pos="14286">
                  <a:srgbClr val="000019">
                    <a:alpha val="21175"/>
                  </a:srgbClr>
                </a:gs>
                <a:gs pos="28571">
                  <a:srgbClr val="000019">
                    <a:alpha val="16869"/>
                  </a:srgbClr>
                </a:gs>
                <a:gs pos="42857">
                  <a:srgbClr val="000019">
                    <a:alpha val="11413"/>
                  </a:srgbClr>
                </a:gs>
                <a:gs pos="57143">
                  <a:srgbClr val="000019">
                    <a:alpha val="6494"/>
                  </a:srgbClr>
                </a:gs>
                <a:gs pos="71429">
                  <a:srgbClr val="000019">
                    <a:alpha val="3094"/>
                  </a:srgbClr>
                </a:gs>
                <a:gs pos="85714">
                  <a:srgbClr val="000019">
                    <a:alpha val="1235"/>
                  </a:srgbClr>
                </a:gs>
                <a:gs pos="100000">
                  <a:srgbClr val="000019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5719868">
              <a:off x="2756936" y="1473552"/>
              <a:ext cx="348598" cy="146342"/>
            </a:xfrm>
            <a:prstGeom prst="ellipse">
              <a:avLst/>
            </a:prstGeom>
            <a:gradFill>
              <a:gsLst>
                <a:gs pos="0">
                  <a:srgbClr val="003823">
                    <a:alpha val="26321"/>
                  </a:srgbClr>
                </a:gs>
                <a:gs pos="14286">
                  <a:srgbClr val="003823">
                    <a:alpha val="24478"/>
                  </a:srgbClr>
                </a:gs>
                <a:gs pos="28571">
                  <a:srgbClr val="003823">
                    <a:alpha val="19586"/>
                  </a:srgbClr>
                </a:gs>
                <a:gs pos="42857">
                  <a:srgbClr val="003823">
                    <a:alpha val="13323"/>
                  </a:srgbClr>
                </a:gs>
                <a:gs pos="57143">
                  <a:srgbClr val="003823">
                    <a:alpha val="7617"/>
                  </a:srgbClr>
                </a:gs>
                <a:gs pos="71429">
                  <a:srgbClr val="003823">
                    <a:alpha val="3641"/>
                  </a:srgbClr>
                </a:gs>
                <a:gs pos="85714">
                  <a:srgbClr val="003823">
                    <a:alpha val="1456"/>
                  </a:srgbClr>
                </a:gs>
                <a:gs pos="100000">
                  <a:srgbClr val="003823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6282807">
              <a:off x="2249925" y="1444589"/>
              <a:ext cx="794260" cy="294105"/>
            </a:xfrm>
            <a:prstGeom prst="ellipse">
              <a:avLst/>
            </a:prstGeom>
            <a:gradFill>
              <a:gsLst>
                <a:gs pos="0">
                  <a:srgbClr val="C71800">
                    <a:alpha val="32968"/>
                  </a:srgbClr>
                </a:gs>
                <a:gs pos="14286">
                  <a:srgbClr val="C71800">
                    <a:alpha val="30764"/>
                  </a:srgbClr>
                </a:gs>
                <a:gs pos="28571">
                  <a:srgbClr val="C71800">
                    <a:alpha val="24833"/>
                  </a:srgbClr>
                </a:gs>
                <a:gs pos="42857">
                  <a:srgbClr val="C71800">
                    <a:alpha val="17075"/>
                  </a:srgbClr>
                </a:gs>
                <a:gs pos="57143">
                  <a:srgbClr val="C71800">
                    <a:alpha val="9855"/>
                  </a:srgbClr>
                </a:gs>
                <a:gs pos="71429">
                  <a:srgbClr val="C71800">
                    <a:alpha val="4740"/>
                  </a:srgbClr>
                </a:gs>
                <a:gs pos="85714">
                  <a:srgbClr val="C71800">
                    <a:alpha val="1902"/>
                  </a:srgbClr>
                </a:gs>
                <a:gs pos="100000">
                  <a:srgbClr val="C7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-9703175">
              <a:off x="2073359" y="1420983"/>
              <a:ext cx="593119" cy="3144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3029471">
              <a:off x="1948412" y="1421236"/>
              <a:ext cx="690597" cy="236511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5052217">
              <a:off x="1513512" y="1469417"/>
              <a:ext cx="778330" cy="2844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6201625">
              <a:off x="1408257" y="1318289"/>
              <a:ext cx="754168" cy="6191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4374272">
              <a:off x="1340855" y="1322949"/>
              <a:ext cx="749117" cy="575192"/>
            </a:xfrm>
            <a:prstGeom prst="ellipse">
              <a:avLst/>
            </a:prstGeom>
            <a:gradFill>
              <a:gsLst>
                <a:gs pos="0">
                  <a:srgbClr val="250003">
                    <a:alpha val="32968"/>
                  </a:srgbClr>
                </a:gs>
                <a:gs pos="14286">
                  <a:srgbClr val="250003">
                    <a:alpha val="30764"/>
                  </a:srgbClr>
                </a:gs>
                <a:gs pos="28571">
                  <a:srgbClr val="250003">
                    <a:alpha val="24833"/>
                  </a:srgbClr>
                </a:gs>
                <a:gs pos="42857">
                  <a:srgbClr val="250003">
                    <a:alpha val="17075"/>
                  </a:srgbClr>
                </a:gs>
                <a:gs pos="57143">
                  <a:srgbClr val="250003">
                    <a:alpha val="9855"/>
                  </a:srgbClr>
                </a:gs>
                <a:gs pos="71429">
                  <a:srgbClr val="250003">
                    <a:alpha val="4740"/>
                  </a:srgbClr>
                </a:gs>
                <a:gs pos="85714">
                  <a:srgbClr val="250003">
                    <a:alpha val="1902"/>
                  </a:srgbClr>
                </a:gs>
                <a:gs pos="100000">
                  <a:srgbClr val="25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5938727">
              <a:off x="663044" y="1305852"/>
              <a:ext cx="817104" cy="529762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4001891">
              <a:off x="468587" y="1425372"/>
              <a:ext cx="866810" cy="474769"/>
            </a:xfrm>
            <a:prstGeom prst="ellipse">
              <a:avLst/>
            </a:prstGeom>
            <a:gradFill>
              <a:gsLst>
                <a:gs pos="0">
                  <a:srgbClr val="910000">
                    <a:alpha val="32968"/>
                  </a:srgbClr>
                </a:gs>
                <a:gs pos="14286">
                  <a:srgbClr val="910000">
                    <a:alpha val="30764"/>
                  </a:srgbClr>
                </a:gs>
                <a:gs pos="28571">
                  <a:srgbClr val="910000">
                    <a:alpha val="24833"/>
                  </a:srgbClr>
                </a:gs>
                <a:gs pos="42857">
                  <a:srgbClr val="910000">
                    <a:alpha val="17075"/>
                  </a:srgbClr>
                </a:gs>
                <a:gs pos="57143">
                  <a:srgbClr val="910000">
                    <a:alpha val="9855"/>
                  </a:srgbClr>
                </a:gs>
                <a:gs pos="71429">
                  <a:srgbClr val="910000">
                    <a:alpha val="4740"/>
                  </a:srgbClr>
                </a:gs>
                <a:gs pos="85714">
                  <a:srgbClr val="910000">
                    <a:alpha val="1902"/>
                  </a:srgbClr>
                </a:gs>
                <a:gs pos="100000">
                  <a:srgbClr val="9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3985825">
              <a:off x="328939" y="1509436"/>
              <a:ext cx="834458" cy="227077"/>
            </a:xfrm>
            <a:prstGeom prst="ellipse">
              <a:avLst/>
            </a:prstGeom>
            <a:gradFill>
              <a:gsLst>
                <a:gs pos="0">
                  <a:srgbClr val="A30000">
                    <a:alpha val="32968"/>
                  </a:srgbClr>
                </a:gs>
                <a:gs pos="14286">
                  <a:srgbClr val="A30000">
                    <a:alpha val="30764"/>
                  </a:srgbClr>
                </a:gs>
                <a:gs pos="28571">
                  <a:srgbClr val="A30000">
                    <a:alpha val="24833"/>
                  </a:srgbClr>
                </a:gs>
                <a:gs pos="42857">
                  <a:srgbClr val="A30000">
                    <a:alpha val="17075"/>
                  </a:srgbClr>
                </a:gs>
                <a:gs pos="57143">
                  <a:srgbClr val="A30000">
                    <a:alpha val="9855"/>
                  </a:srgbClr>
                </a:gs>
                <a:gs pos="71429">
                  <a:srgbClr val="A30000">
                    <a:alpha val="4740"/>
                  </a:srgbClr>
                </a:gs>
                <a:gs pos="85714">
                  <a:srgbClr val="A30000">
                    <a:alpha val="1902"/>
                  </a:srgbClr>
                </a:gs>
                <a:gs pos="100000">
                  <a:srgbClr val="A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5038124">
              <a:off x="3390795" y="1146639"/>
              <a:ext cx="503989" cy="255360"/>
            </a:xfrm>
            <a:prstGeom prst="ellipse">
              <a:avLst/>
            </a:prstGeom>
            <a:gradFill>
              <a:gsLst>
                <a:gs pos="0">
                  <a:srgbClr val="FF8000">
                    <a:alpha val="13662"/>
                  </a:srgbClr>
                </a:gs>
                <a:gs pos="14286">
                  <a:srgbClr val="FF8000">
                    <a:alpha val="12630"/>
                  </a:srgbClr>
                </a:gs>
                <a:gs pos="28571">
                  <a:srgbClr val="FF8000">
                    <a:alpha val="9953"/>
                  </a:srgbClr>
                </a:gs>
                <a:gs pos="42857">
                  <a:srgbClr val="FF8000">
                    <a:alpha val="6645"/>
                  </a:srgbClr>
                </a:gs>
                <a:gs pos="57143">
                  <a:srgbClr val="FF8000">
                    <a:alpha val="3739"/>
                  </a:srgbClr>
                </a:gs>
                <a:gs pos="71429">
                  <a:srgbClr val="FF8000">
                    <a:alpha val="1768"/>
                  </a:srgbClr>
                </a:gs>
                <a:gs pos="85714">
                  <a:srgbClr val="FF8000">
                    <a:alpha val="703"/>
                  </a:srgbClr>
                </a:gs>
                <a:gs pos="100000">
                  <a:srgbClr val="FF8000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7118937">
              <a:off x="3061842" y="1239058"/>
              <a:ext cx="703370" cy="420348"/>
            </a:xfrm>
            <a:prstGeom prst="ellipse">
              <a:avLst/>
            </a:prstGeom>
            <a:gradFill>
              <a:gsLst>
                <a:gs pos="0">
                  <a:srgbClr val="00132F">
                    <a:alpha val="13324"/>
                  </a:srgbClr>
                </a:gs>
                <a:gs pos="14286">
                  <a:srgbClr val="00132F">
                    <a:alpha val="12316"/>
                  </a:srgbClr>
                </a:gs>
                <a:gs pos="28571">
                  <a:srgbClr val="00132F">
                    <a:alpha val="9701"/>
                  </a:srgbClr>
                </a:gs>
                <a:gs pos="42857">
                  <a:srgbClr val="00132F">
                    <a:alpha val="6474"/>
                  </a:srgbClr>
                </a:gs>
                <a:gs pos="57143">
                  <a:srgbClr val="00132F">
                    <a:alpha val="3641"/>
                  </a:srgbClr>
                </a:gs>
                <a:gs pos="71429">
                  <a:srgbClr val="00132F">
                    <a:alpha val="1721"/>
                  </a:srgbClr>
                </a:gs>
                <a:gs pos="85714">
                  <a:srgbClr val="00132F">
                    <a:alpha val="684"/>
                  </a:srgbClr>
                </a:gs>
                <a:gs pos="100000">
                  <a:srgbClr val="00132F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-8485042">
              <a:off x="2937411" y="1263512"/>
              <a:ext cx="696810" cy="265451"/>
            </a:xfrm>
            <a:prstGeom prst="ellipse">
              <a:avLst/>
            </a:prstGeom>
            <a:gradFill>
              <a:gsLst>
                <a:gs pos="0">
                  <a:srgbClr val="6E1709">
                    <a:alpha val="26830"/>
                  </a:srgbClr>
                </a:gs>
                <a:gs pos="14286">
                  <a:srgbClr val="6E1709">
                    <a:alpha val="24958"/>
                  </a:srgbClr>
                </a:gs>
                <a:gs pos="28571">
                  <a:srgbClr val="6E1709">
                    <a:alpha val="19983"/>
                  </a:srgbClr>
                </a:gs>
                <a:gs pos="42857">
                  <a:srgbClr val="6E1709">
                    <a:alpha val="13604"/>
                  </a:srgbClr>
                </a:gs>
                <a:gs pos="57143">
                  <a:srgbClr val="6E1709">
                    <a:alpha val="7783"/>
                  </a:srgbClr>
                </a:gs>
                <a:gs pos="71429">
                  <a:srgbClr val="6E1709">
                    <a:alpha val="3722"/>
                  </a:srgbClr>
                </a:gs>
                <a:gs pos="85714">
                  <a:srgbClr val="6E1709">
                    <a:alpha val="1489"/>
                  </a:srgbClr>
                </a:gs>
                <a:gs pos="100000">
                  <a:srgbClr val="6E1709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4417600">
              <a:off x="2674414" y="1157376"/>
              <a:ext cx="567328" cy="407949"/>
            </a:xfrm>
            <a:prstGeom prst="ellipse">
              <a:avLst/>
            </a:prstGeom>
            <a:gradFill>
              <a:gsLst>
                <a:gs pos="0">
                  <a:srgbClr val="C8FD00">
                    <a:alpha val="2430"/>
                  </a:srgbClr>
                </a:gs>
                <a:gs pos="14286">
                  <a:srgbClr val="C8FD00">
                    <a:alpha val="2236"/>
                  </a:srgbClr>
                </a:gs>
                <a:gs pos="28571">
                  <a:srgbClr val="C8FD00">
                    <a:alpha val="1741"/>
                  </a:srgbClr>
                </a:gs>
                <a:gs pos="42857">
                  <a:srgbClr val="C8FD00">
                    <a:alpha val="1145"/>
                  </a:srgbClr>
                </a:gs>
                <a:gs pos="57143">
                  <a:srgbClr val="C8FD00">
                    <a:alpha val="636"/>
                  </a:srgbClr>
                </a:gs>
                <a:gs pos="71429">
                  <a:srgbClr val="C8FD00">
                    <a:alpha val="298"/>
                  </a:srgbClr>
                </a:gs>
                <a:gs pos="85714">
                  <a:srgbClr val="C8FD00">
                    <a:alpha val="118"/>
                  </a:srgbClr>
                </a:gs>
                <a:gs pos="100000">
                  <a:srgbClr val="C8FD0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6890866">
              <a:off x="2316441" y="1334723"/>
              <a:ext cx="955169" cy="297300"/>
            </a:xfrm>
            <a:prstGeom prst="ellipse">
              <a:avLst/>
            </a:prstGeom>
            <a:gradFill>
              <a:gsLst>
                <a:gs pos="0">
                  <a:srgbClr val="BC1500">
                    <a:alpha val="32968"/>
                  </a:srgbClr>
                </a:gs>
                <a:gs pos="14286">
                  <a:srgbClr val="BC1500">
                    <a:alpha val="30764"/>
                  </a:srgbClr>
                </a:gs>
                <a:gs pos="28571">
                  <a:srgbClr val="BC1500">
                    <a:alpha val="24833"/>
                  </a:srgbClr>
                </a:gs>
                <a:gs pos="42857">
                  <a:srgbClr val="BC1500">
                    <a:alpha val="17075"/>
                  </a:srgbClr>
                </a:gs>
                <a:gs pos="57143">
                  <a:srgbClr val="BC1500">
                    <a:alpha val="9855"/>
                  </a:srgbClr>
                </a:gs>
                <a:gs pos="71429">
                  <a:srgbClr val="BC1500">
                    <a:alpha val="4740"/>
                  </a:srgbClr>
                </a:gs>
                <a:gs pos="85714">
                  <a:srgbClr val="BC1500">
                    <a:alpha val="1902"/>
                  </a:srgbClr>
                </a:gs>
                <a:gs pos="100000">
                  <a:srgbClr val="BC1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4957919">
              <a:off x="2114633" y="1279716"/>
              <a:ext cx="912393" cy="291275"/>
            </a:xfrm>
            <a:prstGeom prst="ellipse">
              <a:avLst/>
            </a:prstGeom>
            <a:gradFill>
              <a:gsLst>
                <a:gs pos="0">
                  <a:srgbClr val="AF0000">
                    <a:alpha val="32968"/>
                  </a:srgbClr>
                </a:gs>
                <a:gs pos="14286">
                  <a:srgbClr val="AF0000">
                    <a:alpha val="30764"/>
                  </a:srgbClr>
                </a:gs>
                <a:gs pos="28571">
                  <a:srgbClr val="AF0000">
                    <a:alpha val="24833"/>
                  </a:srgbClr>
                </a:gs>
                <a:gs pos="42857">
                  <a:srgbClr val="AF0000">
                    <a:alpha val="17075"/>
                  </a:srgbClr>
                </a:gs>
                <a:gs pos="57143">
                  <a:srgbClr val="AF0000">
                    <a:alpha val="9855"/>
                  </a:srgbClr>
                </a:gs>
                <a:gs pos="71429">
                  <a:srgbClr val="AF0000">
                    <a:alpha val="4740"/>
                  </a:srgbClr>
                </a:gs>
                <a:gs pos="85714">
                  <a:srgbClr val="AF0000">
                    <a:alpha val="1902"/>
                  </a:srgbClr>
                </a:gs>
                <a:gs pos="100000">
                  <a:srgbClr val="A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9558165">
              <a:off x="1579882" y="1243973"/>
              <a:ext cx="597626" cy="264238"/>
            </a:xfrm>
            <a:prstGeom prst="ellipse">
              <a:avLst/>
            </a:prstGeom>
            <a:gradFill>
              <a:gsLst>
                <a:gs pos="0">
                  <a:srgbClr val="0F0000">
                    <a:alpha val="25104"/>
                  </a:srgbClr>
                </a:gs>
                <a:gs pos="14286">
                  <a:srgbClr val="0F0000">
                    <a:alpha val="23332"/>
                  </a:srgbClr>
                </a:gs>
                <a:gs pos="28571">
                  <a:srgbClr val="0F0000">
                    <a:alpha val="18641"/>
                  </a:srgbClr>
                </a:gs>
                <a:gs pos="42857">
                  <a:srgbClr val="0F0000">
                    <a:alpha val="12656"/>
                  </a:srgbClr>
                </a:gs>
                <a:gs pos="57143">
                  <a:srgbClr val="0F0000">
                    <a:alpha val="7223"/>
                  </a:srgbClr>
                </a:gs>
                <a:gs pos="71429">
                  <a:srgbClr val="0F0000">
                    <a:alpha val="3449"/>
                  </a:srgbClr>
                </a:gs>
                <a:gs pos="85714">
                  <a:srgbClr val="0F0000">
                    <a:alpha val="1378"/>
                  </a:srgbClr>
                </a:gs>
                <a:gs pos="100000">
                  <a:srgbClr val="0F0000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-9172036">
              <a:off x="1340164" y="1266686"/>
              <a:ext cx="775940" cy="417335"/>
            </a:xfrm>
            <a:prstGeom prst="ellipse">
              <a:avLst/>
            </a:prstGeom>
            <a:gradFill>
              <a:gsLst>
                <a:gs pos="0">
                  <a:srgbClr val="250002">
                    <a:alpha val="32968"/>
                  </a:srgbClr>
                </a:gs>
                <a:gs pos="14286">
                  <a:srgbClr val="250002">
                    <a:alpha val="30764"/>
                  </a:srgbClr>
                </a:gs>
                <a:gs pos="28571">
                  <a:srgbClr val="250002">
                    <a:alpha val="24833"/>
                  </a:srgbClr>
                </a:gs>
                <a:gs pos="42857">
                  <a:srgbClr val="250002">
                    <a:alpha val="17075"/>
                  </a:srgbClr>
                </a:gs>
                <a:gs pos="57143">
                  <a:srgbClr val="250002">
                    <a:alpha val="9855"/>
                  </a:srgbClr>
                </a:gs>
                <a:gs pos="71429">
                  <a:srgbClr val="250002">
                    <a:alpha val="4740"/>
                  </a:srgbClr>
                </a:gs>
                <a:gs pos="85714">
                  <a:srgbClr val="250002">
                    <a:alpha val="1902"/>
                  </a:srgbClr>
                </a:gs>
                <a:gs pos="100000">
                  <a:srgbClr val="25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-8676810">
              <a:off x="1207209" y="1231835"/>
              <a:ext cx="686693" cy="381974"/>
            </a:xfrm>
            <a:prstGeom prst="ellipse">
              <a:avLst/>
            </a:prstGeom>
            <a:gradFill>
              <a:gsLst>
                <a:gs pos="0">
                  <a:srgbClr val="000000">
                    <a:alpha val="32941"/>
                  </a:srgbClr>
                </a:gs>
                <a:gs pos="14286">
                  <a:srgbClr val="000000">
                    <a:alpha val="30738"/>
                  </a:srgbClr>
                </a:gs>
                <a:gs pos="28571">
                  <a:srgbClr val="000000">
                    <a:alpha val="24811"/>
                  </a:srgbClr>
                </a:gs>
                <a:gs pos="42857">
                  <a:srgbClr val="000000">
                    <a:alpha val="17060"/>
                  </a:srgbClr>
                </a:gs>
                <a:gs pos="57143">
                  <a:srgbClr val="000000">
                    <a:alpha val="9845"/>
                  </a:srgbClr>
                </a:gs>
                <a:gs pos="71429">
                  <a:srgbClr val="000000">
                    <a:alpha val="4736"/>
                  </a:srgbClr>
                </a:gs>
                <a:gs pos="85714">
                  <a:srgbClr val="000000">
                    <a:alpha val="1900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-8632126">
              <a:off x="1189380" y="1196998"/>
              <a:ext cx="591903" cy="336208"/>
            </a:xfrm>
            <a:prstGeom prst="ellipse">
              <a:avLst/>
            </a:prstGeom>
            <a:gradFill>
              <a:gsLst>
                <a:gs pos="0">
                  <a:srgbClr val="000003">
                    <a:alpha val="26419"/>
                  </a:srgbClr>
                </a:gs>
                <a:gs pos="14286">
                  <a:srgbClr val="000003">
                    <a:alpha val="24570"/>
                  </a:srgbClr>
                </a:gs>
                <a:gs pos="28571">
                  <a:srgbClr val="000003">
                    <a:alpha val="19663"/>
                  </a:srgbClr>
                </a:gs>
                <a:gs pos="42857">
                  <a:srgbClr val="000003">
                    <a:alpha val="13377"/>
                  </a:srgbClr>
                </a:gs>
                <a:gs pos="57143">
                  <a:srgbClr val="000003">
                    <a:alpha val="7649"/>
                  </a:srgbClr>
                </a:gs>
                <a:gs pos="71429">
                  <a:srgbClr val="000003">
                    <a:alpha val="3656"/>
                  </a:srgbClr>
                </a:gs>
                <a:gs pos="85714">
                  <a:srgbClr val="000003">
                    <a:alpha val="1462"/>
                  </a:srgbClr>
                </a:gs>
                <a:gs pos="100000">
                  <a:srgbClr val="000003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-10737712">
              <a:off x="905575" y="1315157"/>
              <a:ext cx="572956" cy="2608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4786274">
              <a:off x="654142" y="1175203"/>
              <a:ext cx="831024" cy="482564"/>
            </a:xfrm>
            <a:prstGeom prst="ellipse">
              <a:avLst/>
            </a:prstGeom>
            <a:gradFill>
              <a:gsLst>
                <a:gs pos="0">
                  <a:srgbClr val="2D0000">
                    <a:alpha val="32968"/>
                  </a:srgbClr>
                </a:gs>
                <a:gs pos="14286">
                  <a:srgbClr val="2D0000">
                    <a:alpha val="30764"/>
                  </a:srgbClr>
                </a:gs>
                <a:gs pos="28571">
                  <a:srgbClr val="2D0000">
                    <a:alpha val="24833"/>
                  </a:srgbClr>
                </a:gs>
                <a:gs pos="42857">
                  <a:srgbClr val="2D0000">
                    <a:alpha val="17075"/>
                  </a:srgbClr>
                </a:gs>
                <a:gs pos="57143">
                  <a:srgbClr val="2D0000">
                    <a:alpha val="9855"/>
                  </a:srgbClr>
                </a:gs>
                <a:gs pos="71429">
                  <a:srgbClr val="2D0000">
                    <a:alpha val="4740"/>
                  </a:srgbClr>
                </a:gs>
                <a:gs pos="85714">
                  <a:srgbClr val="2D0000">
                    <a:alpha val="1902"/>
                  </a:srgbClr>
                </a:gs>
                <a:gs pos="100000">
                  <a:srgbClr val="2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4684103">
              <a:off x="629569" y="1146702"/>
              <a:ext cx="635250" cy="547480"/>
            </a:xfrm>
            <a:prstGeom prst="ellipse">
              <a:avLst/>
            </a:prstGeom>
            <a:gradFill>
              <a:gsLst>
                <a:gs pos="0">
                  <a:srgbClr val="8B0002">
                    <a:alpha val="32968"/>
                  </a:srgbClr>
                </a:gs>
                <a:gs pos="14286">
                  <a:srgbClr val="8B0002">
                    <a:alpha val="30764"/>
                  </a:srgbClr>
                </a:gs>
                <a:gs pos="28571">
                  <a:srgbClr val="8B0002">
                    <a:alpha val="24833"/>
                  </a:srgbClr>
                </a:gs>
                <a:gs pos="42857">
                  <a:srgbClr val="8B0002">
                    <a:alpha val="17075"/>
                  </a:srgbClr>
                </a:gs>
                <a:gs pos="57143">
                  <a:srgbClr val="8B0002">
                    <a:alpha val="9855"/>
                  </a:srgbClr>
                </a:gs>
                <a:gs pos="71429">
                  <a:srgbClr val="8B0002">
                    <a:alpha val="4740"/>
                  </a:srgbClr>
                </a:gs>
                <a:gs pos="85714">
                  <a:srgbClr val="8B0002">
                    <a:alpha val="1902"/>
                  </a:srgbClr>
                </a:gs>
                <a:gs pos="100000">
                  <a:srgbClr val="8B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3661723">
              <a:off x="312556" y="1302316"/>
              <a:ext cx="908245" cy="309381"/>
            </a:xfrm>
            <a:prstGeom prst="ellipse">
              <a:avLst/>
            </a:prstGeom>
            <a:gradFill>
              <a:gsLst>
                <a:gs pos="0">
                  <a:srgbClr val="8C0000">
                    <a:alpha val="32704"/>
                  </a:srgbClr>
                </a:gs>
                <a:gs pos="14286">
                  <a:srgbClr val="8C0000">
                    <a:alpha val="30513"/>
                  </a:srgbClr>
                </a:gs>
                <a:gs pos="28571">
                  <a:srgbClr val="8C0000">
                    <a:alpha val="24622"/>
                  </a:srgbClr>
                </a:gs>
                <a:gs pos="42857">
                  <a:srgbClr val="8C0000">
                    <a:alpha val="16923"/>
                  </a:srgbClr>
                </a:gs>
                <a:gs pos="57143">
                  <a:srgbClr val="8C0000">
                    <a:alpha val="9763"/>
                  </a:srgbClr>
                </a:gs>
                <a:gs pos="71429">
                  <a:srgbClr val="8C0000">
                    <a:alpha val="4695"/>
                  </a:srgbClr>
                </a:gs>
                <a:gs pos="85714">
                  <a:srgbClr val="8C0000">
                    <a:alpha val="1884"/>
                  </a:srgbClr>
                </a:gs>
                <a:gs pos="100000">
                  <a:srgbClr val="8C0000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5095907">
              <a:off x="3297437" y="935795"/>
              <a:ext cx="701277" cy="415516"/>
            </a:xfrm>
            <a:prstGeom prst="ellipse">
              <a:avLst/>
            </a:prstGeom>
            <a:gradFill>
              <a:gsLst>
                <a:gs pos="0">
                  <a:srgbClr val="FFF8CD">
                    <a:alpha val="4026"/>
                  </a:srgbClr>
                </a:gs>
                <a:gs pos="14286">
                  <a:srgbClr val="FFF8CD">
                    <a:alpha val="3707"/>
                  </a:srgbClr>
                </a:gs>
                <a:gs pos="28571">
                  <a:srgbClr val="FFF8CD">
                    <a:alpha val="2890"/>
                  </a:srgbClr>
                </a:gs>
                <a:gs pos="42857">
                  <a:srgbClr val="FFF8CD">
                    <a:alpha val="1905"/>
                  </a:srgbClr>
                </a:gs>
                <a:gs pos="57143">
                  <a:srgbClr val="FFF8CD">
                    <a:alpha val="1060"/>
                  </a:srgbClr>
                </a:gs>
                <a:gs pos="71429">
                  <a:srgbClr val="FFF8CD">
                    <a:alpha val="498"/>
                  </a:srgbClr>
                </a:gs>
                <a:gs pos="85714">
                  <a:srgbClr val="FFF8CD">
                    <a:alpha val="197"/>
                  </a:srgbClr>
                </a:gs>
                <a:gs pos="100000">
                  <a:srgbClr val="FFF8CD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-8237482">
              <a:off x="3045650" y="1027737"/>
              <a:ext cx="653249" cy="478937"/>
            </a:xfrm>
            <a:prstGeom prst="ellipse">
              <a:avLst/>
            </a:prstGeom>
            <a:gradFill>
              <a:gsLst>
                <a:gs pos="0">
                  <a:srgbClr val="720005">
                    <a:alpha val="30118"/>
                  </a:srgbClr>
                </a:gs>
                <a:gs pos="14286">
                  <a:srgbClr val="720005">
                    <a:alpha val="28063"/>
                  </a:srgbClr>
                </a:gs>
                <a:gs pos="28571">
                  <a:srgbClr val="720005">
                    <a:alpha val="22566"/>
                  </a:srgbClr>
                </a:gs>
                <a:gs pos="42857">
                  <a:srgbClr val="720005">
                    <a:alpha val="15443"/>
                  </a:srgbClr>
                </a:gs>
                <a:gs pos="57143">
                  <a:srgbClr val="720005">
                    <a:alpha val="8876"/>
                  </a:srgbClr>
                </a:gs>
                <a:gs pos="71429">
                  <a:srgbClr val="720005">
                    <a:alpha val="4258"/>
                  </a:srgbClr>
                </a:gs>
                <a:gs pos="85714">
                  <a:srgbClr val="720005">
                    <a:alpha val="1706"/>
                  </a:srgbClr>
                </a:gs>
                <a:gs pos="100000">
                  <a:srgbClr val="720005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9302576">
              <a:off x="2670685" y="992564"/>
              <a:ext cx="723469" cy="321589"/>
            </a:xfrm>
            <a:prstGeom prst="ellipse">
              <a:avLst/>
            </a:prstGeom>
            <a:gradFill>
              <a:gsLst>
                <a:gs pos="0">
                  <a:srgbClr val="6E4A00">
                    <a:alpha val="27685"/>
                  </a:srgbClr>
                </a:gs>
                <a:gs pos="14286">
                  <a:srgbClr val="6E4A00">
                    <a:alpha val="25764"/>
                  </a:srgbClr>
                </a:gs>
                <a:gs pos="28571">
                  <a:srgbClr val="6E4A00">
                    <a:alpha val="20651"/>
                  </a:srgbClr>
                </a:gs>
                <a:gs pos="42857">
                  <a:srgbClr val="6E4A00">
                    <a:alpha val="14078"/>
                  </a:srgbClr>
                </a:gs>
                <a:gs pos="57143">
                  <a:srgbClr val="6E4A00">
                    <a:alpha val="8063"/>
                  </a:srgbClr>
                </a:gs>
                <a:gs pos="71429">
                  <a:srgbClr val="6E4A00">
                    <a:alpha val="3859"/>
                  </a:srgbClr>
                </a:gs>
                <a:gs pos="85714">
                  <a:srgbClr val="6E4A00">
                    <a:alpha val="1544"/>
                  </a:srgbClr>
                </a:gs>
                <a:gs pos="100000">
                  <a:srgbClr val="6E4A00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8202700">
              <a:off x="2516070" y="1043628"/>
              <a:ext cx="665192" cy="392109"/>
            </a:xfrm>
            <a:prstGeom prst="ellipse">
              <a:avLst/>
            </a:prstGeom>
            <a:gradFill>
              <a:gsLst>
                <a:gs pos="0">
                  <a:srgbClr val="E60000">
                    <a:alpha val="20098"/>
                  </a:srgbClr>
                </a:gs>
                <a:gs pos="14286">
                  <a:srgbClr val="E60000">
                    <a:alpha val="18634"/>
                  </a:srgbClr>
                </a:gs>
                <a:gs pos="28571">
                  <a:srgbClr val="E60000">
                    <a:alpha val="14796"/>
                  </a:srgbClr>
                </a:gs>
                <a:gs pos="42857">
                  <a:srgbClr val="E60000">
                    <a:alpha val="9970"/>
                  </a:srgbClr>
                </a:gs>
                <a:gs pos="57143">
                  <a:srgbClr val="E60000">
                    <a:alpha val="5653"/>
                  </a:srgbClr>
                </a:gs>
                <a:gs pos="71429">
                  <a:srgbClr val="E60000">
                    <a:alpha val="2687"/>
                  </a:srgbClr>
                </a:gs>
                <a:gs pos="85714">
                  <a:srgbClr val="E60000">
                    <a:alpha val="1071"/>
                  </a:srgbClr>
                </a:gs>
                <a:gs pos="100000">
                  <a:srgbClr val="E60000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4478813">
              <a:off x="2316889" y="1084061"/>
              <a:ext cx="771674" cy="436546"/>
            </a:xfrm>
            <a:prstGeom prst="ellipse">
              <a:avLst/>
            </a:prstGeom>
            <a:gradFill>
              <a:gsLst>
                <a:gs pos="0">
                  <a:srgbClr val="B10000">
                    <a:alpha val="32968"/>
                  </a:srgbClr>
                </a:gs>
                <a:gs pos="14286">
                  <a:srgbClr val="B10000">
                    <a:alpha val="30764"/>
                  </a:srgbClr>
                </a:gs>
                <a:gs pos="28571">
                  <a:srgbClr val="B10000">
                    <a:alpha val="24833"/>
                  </a:srgbClr>
                </a:gs>
                <a:gs pos="42857">
                  <a:srgbClr val="B10000">
                    <a:alpha val="17075"/>
                  </a:srgbClr>
                </a:gs>
                <a:gs pos="57143">
                  <a:srgbClr val="B10000">
                    <a:alpha val="9855"/>
                  </a:srgbClr>
                </a:gs>
                <a:gs pos="71429">
                  <a:srgbClr val="B10000">
                    <a:alpha val="4740"/>
                  </a:srgbClr>
                </a:gs>
                <a:gs pos="85714">
                  <a:srgbClr val="B10000">
                    <a:alpha val="1902"/>
                  </a:srgbClr>
                </a:gs>
                <a:gs pos="100000">
                  <a:srgbClr val="B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5219311">
              <a:off x="2169346" y="1060933"/>
              <a:ext cx="824273" cy="351359"/>
            </a:xfrm>
            <a:prstGeom prst="ellipse">
              <a:avLst/>
            </a:prstGeom>
            <a:gradFill>
              <a:gsLst>
                <a:gs pos="0">
                  <a:srgbClr val="BC0000">
                    <a:alpha val="32968"/>
                  </a:srgbClr>
                </a:gs>
                <a:gs pos="14286">
                  <a:srgbClr val="BC0000">
                    <a:alpha val="30764"/>
                  </a:srgbClr>
                </a:gs>
                <a:gs pos="28571">
                  <a:srgbClr val="BC0000">
                    <a:alpha val="24833"/>
                  </a:srgbClr>
                </a:gs>
                <a:gs pos="42857">
                  <a:srgbClr val="BC0000">
                    <a:alpha val="17075"/>
                  </a:srgbClr>
                </a:gs>
                <a:gs pos="57143">
                  <a:srgbClr val="BC0000">
                    <a:alpha val="9855"/>
                  </a:srgbClr>
                </a:gs>
                <a:gs pos="71429">
                  <a:srgbClr val="BC0000">
                    <a:alpha val="4740"/>
                  </a:srgbClr>
                </a:gs>
                <a:gs pos="85714">
                  <a:srgbClr val="BC0000">
                    <a:alpha val="1902"/>
                  </a:srgbClr>
                </a:gs>
                <a:gs pos="100000">
                  <a:srgbClr val="B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6043822">
              <a:off x="2084652" y="1076508"/>
              <a:ext cx="776466" cy="235711"/>
            </a:xfrm>
            <a:prstGeom prst="ellipse">
              <a:avLst/>
            </a:prstGeom>
            <a:gradFill>
              <a:gsLst>
                <a:gs pos="0">
                  <a:srgbClr val="710000">
                    <a:alpha val="9996"/>
                  </a:srgbClr>
                </a:gs>
                <a:gs pos="14286">
                  <a:srgbClr val="710000">
                    <a:alpha val="9226"/>
                  </a:srgbClr>
                </a:gs>
                <a:gs pos="28571">
                  <a:srgbClr val="710000">
                    <a:alpha val="7241"/>
                  </a:srgbClr>
                </a:gs>
                <a:gs pos="42857">
                  <a:srgbClr val="710000">
                    <a:alpha val="4810"/>
                  </a:srgbClr>
                </a:gs>
                <a:gs pos="57143">
                  <a:srgbClr val="710000">
                    <a:alpha val="2695"/>
                  </a:srgbClr>
                </a:gs>
                <a:gs pos="71429">
                  <a:srgbClr val="710000">
                    <a:alpha val="1271"/>
                  </a:srgbClr>
                </a:gs>
                <a:gs pos="85714">
                  <a:srgbClr val="710000">
                    <a:alpha val="504"/>
                  </a:srgbClr>
                </a:gs>
                <a:gs pos="100000">
                  <a:srgbClr val="7100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6516889">
              <a:off x="908989" y="1066477"/>
              <a:ext cx="376870" cy="332056"/>
            </a:xfrm>
            <a:prstGeom prst="ellipse">
              <a:avLst/>
            </a:prstGeom>
            <a:gradFill>
              <a:gsLst>
                <a:gs pos="0">
                  <a:srgbClr val="FF0000">
                    <a:alpha val="8581"/>
                  </a:srgbClr>
                </a:gs>
                <a:gs pos="14286">
                  <a:srgbClr val="FF0000">
                    <a:alpha val="7915"/>
                  </a:srgbClr>
                </a:gs>
                <a:gs pos="28571">
                  <a:srgbClr val="FF0000">
                    <a:alpha val="6202"/>
                  </a:srgbClr>
                </a:gs>
                <a:gs pos="42857">
                  <a:srgbClr val="FF0000">
                    <a:alpha val="4113"/>
                  </a:srgbClr>
                </a:gs>
                <a:gs pos="57143">
                  <a:srgbClr val="FF0000">
                    <a:alpha val="2300"/>
                  </a:srgbClr>
                </a:gs>
                <a:gs pos="71429">
                  <a:srgbClr val="FF0000">
                    <a:alpha val="1083"/>
                  </a:srgbClr>
                </a:gs>
                <a:gs pos="85714">
                  <a:srgbClr val="FF0000">
                    <a:alpha val="430"/>
                  </a:srgbClr>
                </a:gs>
                <a:gs pos="100000">
                  <a:srgbClr val="FF0000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3967432">
              <a:off x="597497" y="1051908"/>
              <a:ext cx="682239" cy="371563"/>
            </a:xfrm>
            <a:prstGeom prst="ellipse">
              <a:avLst/>
            </a:prstGeom>
            <a:gradFill>
              <a:gsLst>
                <a:gs pos="0">
                  <a:srgbClr val="FF370D">
                    <a:alpha val="9733"/>
                  </a:srgbClr>
                </a:gs>
                <a:gs pos="14286">
                  <a:srgbClr val="FF370D">
                    <a:alpha val="8982"/>
                  </a:srgbClr>
                </a:gs>
                <a:gs pos="28571">
                  <a:srgbClr val="FF370D">
                    <a:alpha val="7047"/>
                  </a:srgbClr>
                </a:gs>
                <a:gs pos="42857">
                  <a:srgbClr val="FF370D">
                    <a:alpha val="4680"/>
                  </a:srgbClr>
                </a:gs>
                <a:gs pos="57143">
                  <a:srgbClr val="FF370D">
                    <a:alpha val="2621"/>
                  </a:srgbClr>
                </a:gs>
                <a:gs pos="71429">
                  <a:srgbClr val="FF370D">
                    <a:alpha val="1236"/>
                  </a:srgbClr>
                </a:gs>
                <a:gs pos="85714">
                  <a:srgbClr val="FF370D">
                    <a:alpha val="490"/>
                  </a:srgbClr>
                </a:gs>
                <a:gs pos="100000">
                  <a:srgbClr val="FF370D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4380495">
              <a:off x="329185" y="940687"/>
              <a:ext cx="898360" cy="533991"/>
            </a:xfrm>
            <a:prstGeom prst="ellipse">
              <a:avLst/>
            </a:prstGeom>
            <a:gradFill>
              <a:gsLst>
                <a:gs pos="0">
                  <a:srgbClr val="D00000">
                    <a:alpha val="19410"/>
                  </a:srgbClr>
                </a:gs>
                <a:gs pos="14286">
                  <a:srgbClr val="D00000">
                    <a:alpha val="17991"/>
                  </a:srgbClr>
                </a:gs>
                <a:gs pos="28571">
                  <a:srgbClr val="D00000">
                    <a:alpha val="14273"/>
                  </a:srgbClr>
                </a:gs>
                <a:gs pos="42857">
                  <a:srgbClr val="D00000">
                    <a:alpha val="9608"/>
                  </a:srgbClr>
                </a:gs>
                <a:gs pos="57143">
                  <a:srgbClr val="D00000">
                    <a:alpha val="5443"/>
                  </a:srgbClr>
                </a:gs>
                <a:gs pos="71429">
                  <a:srgbClr val="D00000">
                    <a:alpha val="2586"/>
                  </a:srgbClr>
                </a:gs>
                <a:gs pos="85714">
                  <a:srgbClr val="D00000">
                    <a:alpha val="1031"/>
                  </a:srgbClr>
                </a:gs>
                <a:gs pos="100000">
                  <a:srgbClr val="D00000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3437093">
              <a:off x="326478" y="1015846"/>
              <a:ext cx="626127" cy="343482"/>
            </a:xfrm>
            <a:prstGeom prst="ellipse">
              <a:avLst/>
            </a:prstGeom>
            <a:gradFill>
              <a:gsLst>
                <a:gs pos="0">
                  <a:srgbClr val="A30D00">
                    <a:alpha val="32968"/>
                  </a:srgbClr>
                </a:gs>
                <a:gs pos="14286">
                  <a:srgbClr val="A30D00">
                    <a:alpha val="30764"/>
                  </a:srgbClr>
                </a:gs>
                <a:gs pos="28571">
                  <a:srgbClr val="A30D00">
                    <a:alpha val="24833"/>
                  </a:srgbClr>
                </a:gs>
                <a:gs pos="42857">
                  <a:srgbClr val="A30D00">
                    <a:alpha val="17075"/>
                  </a:srgbClr>
                </a:gs>
                <a:gs pos="57143">
                  <a:srgbClr val="A30D00">
                    <a:alpha val="9855"/>
                  </a:srgbClr>
                </a:gs>
                <a:gs pos="71429">
                  <a:srgbClr val="A30D00">
                    <a:alpha val="4740"/>
                  </a:srgbClr>
                </a:gs>
                <a:gs pos="85714">
                  <a:srgbClr val="A30D00">
                    <a:alpha val="1902"/>
                  </a:srgbClr>
                </a:gs>
                <a:gs pos="100000">
                  <a:srgbClr val="A30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9853230">
              <a:off x="108468" y="1032988"/>
              <a:ext cx="679828" cy="418645"/>
            </a:xfrm>
            <a:prstGeom prst="ellipse">
              <a:avLst/>
            </a:prstGeom>
            <a:gradFill>
              <a:gsLst>
                <a:gs pos="0">
                  <a:srgbClr val="FF0000">
                    <a:alpha val="1293"/>
                  </a:srgbClr>
                </a:gs>
                <a:gs pos="14286">
                  <a:srgbClr val="FF0000">
                    <a:alpha val="1189"/>
                  </a:srgbClr>
                </a:gs>
                <a:gs pos="28571">
                  <a:srgbClr val="FF0000">
                    <a:alpha val="924"/>
                  </a:srgbClr>
                </a:gs>
                <a:gs pos="42857">
                  <a:srgbClr val="FF0000">
                    <a:alpha val="607"/>
                  </a:srgbClr>
                </a:gs>
                <a:gs pos="57143">
                  <a:srgbClr val="FF0000">
                    <a:alpha val="337"/>
                  </a:srgbClr>
                </a:gs>
                <a:gs pos="71429">
                  <a:srgbClr val="FF0000">
                    <a:alpha val="158"/>
                  </a:srgbClr>
                </a:gs>
                <a:gs pos="85714">
                  <a:srgbClr val="FF0000">
                    <a:alpha val="62"/>
                  </a:srgbClr>
                </a:gs>
                <a:gs pos="100000">
                  <a:srgbClr val="FF000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-10339803">
              <a:off x="-129111" y="1104641"/>
              <a:ext cx="685471" cy="209514"/>
            </a:xfrm>
            <a:prstGeom prst="ellipse">
              <a:avLst/>
            </a:prstGeom>
            <a:gradFill>
              <a:gsLst>
                <a:gs pos="0">
                  <a:srgbClr val="850000">
                    <a:alpha val="9504"/>
                  </a:srgbClr>
                </a:gs>
                <a:gs pos="14286">
                  <a:srgbClr val="850000">
                    <a:alpha val="8770"/>
                  </a:srgbClr>
                </a:gs>
                <a:gs pos="28571">
                  <a:srgbClr val="850000">
                    <a:alpha val="6879"/>
                  </a:srgbClr>
                </a:gs>
                <a:gs pos="42857">
                  <a:srgbClr val="850000">
                    <a:alpha val="4567"/>
                  </a:srgbClr>
                </a:gs>
                <a:gs pos="57143">
                  <a:srgbClr val="850000">
                    <a:alpha val="2557"/>
                  </a:srgbClr>
                </a:gs>
                <a:gs pos="71429">
                  <a:srgbClr val="850000">
                    <a:alpha val="1205"/>
                  </a:srgbClr>
                </a:gs>
                <a:gs pos="85714">
                  <a:srgbClr val="850000">
                    <a:alpha val="478"/>
                  </a:srgbClr>
                </a:gs>
                <a:gs pos="100000">
                  <a:srgbClr val="85000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9591829">
              <a:off x="-299351" y="1054561"/>
              <a:ext cx="757675" cy="326970"/>
            </a:xfrm>
            <a:prstGeom prst="ellipse">
              <a:avLst/>
            </a:prstGeom>
            <a:gradFill>
              <a:gsLst>
                <a:gs pos="0">
                  <a:srgbClr val="F6C98D">
                    <a:alpha val="10313"/>
                  </a:srgbClr>
                </a:gs>
                <a:gs pos="14286">
                  <a:srgbClr val="F6C98D">
                    <a:alpha val="9520"/>
                  </a:srgbClr>
                </a:gs>
                <a:gs pos="28571">
                  <a:srgbClr val="F6C98D">
                    <a:alpha val="7473"/>
                  </a:srgbClr>
                </a:gs>
                <a:gs pos="42857">
                  <a:srgbClr val="F6C98D">
                    <a:alpha val="4967"/>
                  </a:srgbClr>
                </a:gs>
                <a:gs pos="57143">
                  <a:srgbClr val="F6C98D">
                    <a:alpha val="2784"/>
                  </a:srgbClr>
                </a:gs>
                <a:gs pos="71429">
                  <a:srgbClr val="F6C98D">
                    <a:alpha val="1313"/>
                  </a:srgbClr>
                </a:gs>
                <a:gs pos="85714">
                  <a:srgbClr val="F6C98D">
                    <a:alpha val="521"/>
                  </a:srgbClr>
                </a:gs>
                <a:gs pos="100000">
                  <a:srgbClr val="F6C98D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-9051975">
              <a:off x="3196389" y="946863"/>
              <a:ext cx="628153" cy="260484"/>
            </a:xfrm>
            <a:prstGeom prst="ellipse">
              <a:avLst/>
            </a:prstGeom>
            <a:gradFill>
              <a:gsLst>
                <a:gs pos="0">
                  <a:srgbClr val="461500">
                    <a:alpha val="12883"/>
                  </a:srgbClr>
                </a:gs>
                <a:gs pos="14286">
                  <a:srgbClr val="461500">
                    <a:alpha val="11906"/>
                  </a:srgbClr>
                </a:gs>
                <a:gs pos="28571">
                  <a:srgbClr val="461500">
                    <a:alpha val="9373"/>
                  </a:srgbClr>
                </a:gs>
                <a:gs pos="42857">
                  <a:srgbClr val="461500">
                    <a:alpha val="6252"/>
                  </a:srgbClr>
                </a:gs>
                <a:gs pos="57143">
                  <a:srgbClr val="461500">
                    <a:alpha val="3514"/>
                  </a:srgbClr>
                </a:gs>
                <a:gs pos="71429">
                  <a:srgbClr val="461500">
                    <a:alpha val="1661"/>
                  </a:srgbClr>
                </a:gs>
                <a:gs pos="85714">
                  <a:srgbClr val="461500">
                    <a:alpha val="660"/>
                  </a:srgbClr>
                </a:gs>
                <a:gs pos="100000">
                  <a:srgbClr val="46150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6399175">
              <a:off x="3143617" y="1000483"/>
              <a:ext cx="608393" cy="233854"/>
            </a:xfrm>
            <a:prstGeom prst="ellipse">
              <a:avLst/>
            </a:prstGeom>
            <a:gradFill>
              <a:gsLst>
                <a:gs pos="0">
                  <a:srgbClr val="BF8254">
                    <a:alpha val="32968"/>
                  </a:srgbClr>
                </a:gs>
                <a:gs pos="14286">
                  <a:srgbClr val="BF8254">
                    <a:alpha val="30764"/>
                  </a:srgbClr>
                </a:gs>
                <a:gs pos="28571">
                  <a:srgbClr val="BF8254">
                    <a:alpha val="24833"/>
                  </a:srgbClr>
                </a:gs>
                <a:gs pos="42857">
                  <a:srgbClr val="BF8254">
                    <a:alpha val="17075"/>
                  </a:srgbClr>
                </a:gs>
                <a:gs pos="57143">
                  <a:srgbClr val="BF8254">
                    <a:alpha val="9855"/>
                  </a:srgbClr>
                </a:gs>
                <a:gs pos="71429">
                  <a:srgbClr val="BF8254">
                    <a:alpha val="4740"/>
                  </a:srgbClr>
                </a:gs>
                <a:gs pos="85714">
                  <a:srgbClr val="BF8254">
                    <a:alpha val="1902"/>
                  </a:srgbClr>
                </a:gs>
                <a:gs pos="100000">
                  <a:srgbClr val="BF82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7634017">
              <a:off x="2893462" y="895264"/>
              <a:ext cx="621676" cy="395144"/>
            </a:xfrm>
            <a:prstGeom prst="ellipse">
              <a:avLst/>
            </a:prstGeom>
            <a:gradFill>
              <a:gsLst>
                <a:gs pos="0">
                  <a:srgbClr val="AD4D20">
                    <a:alpha val="32968"/>
                  </a:srgbClr>
                </a:gs>
                <a:gs pos="14286">
                  <a:srgbClr val="AD4D20">
                    <a:alpha val="30764"/>
                  </a:srgbClr>
                </a:gs>
                <a:gs pos="28571">
                  <a:srgbClr val="AD4D20">
                    <a:alpha val="24833"/>
                  </a:srgbClr>
                </a:gs>
                <a:gs pos="42857">
                  <a:srgbClr val="AD4D20">
                    <a:alpha val="17075"/>
                  </a:srgbClr>
                </a:gs>
                <a:gs pos="57143">
                  <a:srgbClr val="AD4D20">
                    <a:alpha val="9855"/>
                  </a:srgbClr>
                </a:gs>
                <a:gs pos="71429">
                  <a:srgbClr val="AD4D20">
                    <a:alpha val="4740"/>
                  </a:srgbClr>
                </a:gs>
                <a:gs pos="85714">
                  <a:srgbClr val="AD4D20">
                    <a:alpha val="1902"/>
                  </a:srgbClr>
                </a:gs>
                <a:gs pos="100000">
                  <a:srgbClr val="AD4D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5702677">
              <a:off x="2718584" y="900404"/>
              <a:ext cx="680245" cy="357585"/>
            </a:xfrm>
            <a:prstGeom prst="ellipse">
              <a:avLst/>
            </a:prstGeom>
            <a:gradFill>
              <a:gsLst>
                <a:gs pos="0">
                  <a:srgbClr val="FF7056">
                    <a:alpha val="5251"/>
                  </a:srgbClr>
                </a:gs>
                <a:gs pos="14286">
                  <a:srgbClr val="FF7056">
                    <a:alpha val="4837"/>
                  </a:srgbClr>
                </a:gs>
                <a:gs pos="28571">
                  <a:srgbClr val="FF7056">
                    <a:alpha val="3776"/>
                  </a:srgbClr>
                </a:gs>
                <a:gs pos="42857">
                  <a:srgbClr val="FF7056">
                    <a:alpha val="2493"/>
                  </a:srgbClr>
                </a:gs>
                <a:gs pos="57143">
                  <a:srgbClr val="FF7056">
                    <a:alpha val="1389"/>
                  </a:srgbClr>
                </a:gs>
                <a:gs pos="71429">
                  <a:srgbClr val="FF7056">
                    <a:alpha val="653"/>
                  </a:srgbClr>
                </a:gs>
                <a:gs pos="85714">
                  <a:srgbClr val="FF7056">
                    <a:alpha val="259"/>
                  </a:srgbClr>
                </a:gs>
                <a:gs pos="100000">
                  <a:srgbClr val="FF7056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6436362">
              <a:off x="2679828" y="932259"/>
              <a:ext cx="602376" cy="285957"/>
            </a:xfrm>
            <a:prstGeom prst="ellipse">
              <a:avLst/>
            </a:prstGeom>
            <a:gradFill>
              <a:gsLst>
                <a:gs pos="0">
                  <a:srgbClr val="B6E68C">
                    <a:alpha val="3423"/>
                  </a:srgbClr>
                </a:gs>
                <a:gs pos="14286">
                  <a:srgbClr val="B6E68C">
                    <a:alpha val="3151"/>
                  </a:srgbClr>
                </a:gs>
                <a:gs pos="28571">
                  <a:srgbClr val="B6E68C">
                    <a:alpha val="2455"/>
                  </a:srgbClr>
                </a:gs>
                <a:gs pos="42857">
                  <a:srgbClr val="B6E68C">
                    <a:alpha val="1617"/>
                  </a:srgbClr>
                </a:gs>
                <a:gs pos="57143">
                  <a:srgbClr val="B6E68C">
                    <a:alpha val="899"/>
                  </a:srgbClr>
                </a:gs>
                <a:gs pos="71429">
                  <a:srgbClr val="B6E68C">
                    <a:alpha val="422"/>
                  </a:srgbClr>
                </a:gs>
                <a:gs pos="85714">
                  <a:srgbClr val="B6E68C">
                    <a:alpha val="167"/>
                  </a:srgbClr>
                </a:gs>
                <a:gs pos="100000">
                  <a:srgbClr val="B6E68C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3676013">
              <a:off x="2311228" y="975897"/>
              <a:ext cx="757357" cy="248181"/>
            </a:xfrm>
            <a:prstGeom prst="ellipse">
              <a:avLst/>
            </a:prstGeom>
            <a:gradFill>
              <a:gsLst>
                <a:gs pos="0">
                  <a:srgbClr val="B71100">
                    <a:alpha val="32968"/>
                  </a:srgbClr>
                </a:gs>
                <a:gs pos="14286">
                  <a:srgbClr val="B71100">
                    <a:alpha val="30764"/>
                  </a:srgbClr>
                </a:gs>
                <a:gs pos="28571">
                  <a:srgbClr val="B71100">
                    <a:alpha val="24833"/>
                  </a:srgbClr>
                </a:gs>
                <a:gs pos="42857">
                  <a:srgbClr val="B71100">
                    <a:alpha val="17075"/>
                  </a:srgbClr>
                </a:gs>
                <a:gs pos="57143">
                  <a:srgbClr val="B71100">
                    <a:alpha val="9855"/>
                  </a:srgbClr>
                </a:gs>
                <a:gs pos="71429">
                  <a:srgbClr val="B71100">
                    <a:alpha val="4740"/>
                  </a:srgbClr>
                </a:gs>
                <a:gs pos="85714">
                  <a:srgbClr val="B71100">
                    <a:alpha val="1902"/>
                  </a:srgbClr>
                </a:gs>
                <a:gs pos="100000">
                  <a:srgbClr val="B7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5570507">
              <a:off x="2263535" y="921823"/>
              <a:ext cx="601013" cy="291611"/>
            </a:xfrm>
            <a:prstGeom prst="ellipse">
              <a:avLst/>
            </a:prstGeom>
            <a:gradFill>
              <a:gsLst>
                <a:gs pos="0">
                  <a:srgbClr val="AD0000">
                    <a:alpha val="30701"/>
                  </a:srgbClr>
                </a:gs>
                <a:gs pos="14286">
                  <a:srgbClr val="AD0000">
                    <a:alpha val="28615"/>
                  </a:srgbClr>
                </a:gs>
                <a:gs pos="28571">
                  <a:srgbClr val="AD0000">
                    <a:alpha val="23028"/>
                  </a:srgbClr>
                </a:gs>
                <a:gs pos="42857">
                  <a:srgbClr val="AD0000">
                    <a:alpha val="15774"/>
                  </a:srgbClr>
                </a:gs>
                <a:gs pos="57143">
                  <a:srgbClr val="AD0000">
                    <a:alpha val="9074"/>
                  </a:srgbClr>
                </a:gs>
                <a:gs pos="71429">
                  <a:srgbClr val="AD0000">
                    <a:alpha val="4355"/>
                  </a:srgbClr>
                </a:gs>
                <a:gs pos="85714">
                  <a:srgbClr val="AD0000">
                    <a:alpha val="1745"/>
                  </a:srgbClr>
                </a:gs>
                <a:gs pos="100000">
                  <a:srgbClr val="AD0000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3823663">
              <a:off x="534668" y="904124"/>
              <a:ext cx="850393" cy="366515"/>
            </a:xfrm>
            <a:prstGeom prst="ellipse">
              <a:avLst/>
            </a:prstGeom>
            <a:gradFill>
              <a:gsLst>
                <a:gs pos="0">
                  <a:srgbClr val="D20000">
                    <a:alpha val="10929"/>
                  </a:srgbClr>
                </a:gs>
                <a:gs pos="14286">
                  <a:srgbClr val="D20000">
                    <a:alpha val="10092"/>
                  </a:srgbClr>
                </a:gs>
                <a:gs pos="28571">
                  <a:srgbClr val="D20000">
                    <a:alpha val="7928"/>
                  </a:srgbClr>
                </a:gs>
                <a:gs pos="42857">
                  <a:srgbClr val="D20000">
                    <a:alpha val="5274"/>
                  </a:srgbClr>
                </a:gs>
                <a:gs pos="57143">
                  <a:srgbClr val="D20000">
                    <a:alpha val="2957"/>
                  </a:srgbClr>
                </a:gs>
                <a:gs pos="71429">
                  <a:srgbClr val="D20000">
                    <a:alpha val="1395"/>
                  </a:srgbClr>
                </a:gs>
                <a:gs pos="85714">
                  <a:srgbClr val="D20000">
                    <a:alpha val="554"/>
                  </a:srgbClr>
                </a:gs>
                <a:gs pos="100000">
                  <a:srgbClr val="D200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-8966142">
              <a:off x="371297" y="751299"/>
              <a:ext cx="694472" cy="611262"/>
            </a:xfrm>
            <a:prstGeom prst="ellipse">
              <a:avLst/>
            </a:prstGeom>
            <a:gradFill>
              <a:gsLst>
                <a:gs pos="0">
                  <a:srgbClr val="9A0000">
                    <a:alpha val="32968"/>
                  </a:srgbClr>
                </a:gs>
                <a:gs pos="14286">
                  <a:srgbClr val="9A0000">
                    <a:alpha val="30764"/>
                  </a:srgbClr>
                </a:gs>
                <a:gs pos="28571">
                  <a:srgbClr val="9A0000">
                    <a:alpha val="24833"/>
                  </a:srgbClr>
                </a:gs>
                <a:gs pos="42857">
                  <a:srgbClr val="9A0000">
                    <a:alpha val="17075"/>
                  </a:srgbClr>
                </a:gs>
                <a:gs pos="57143">
                  <a:srgbClr val="9A0000">
                    <a:alpha val="9855"/>
                  </a:srgbClr>
                </a:gs>
                <a:gs pos="71429">
                  <a:srgbClr val="9A0000">
                    <a:alpha val="4740"/>
                  </a:srgbClr>
                </a:gs>
                <a:gs pos="85714">
                  <a:srgbClr val="9A0000">
                    <a:alpha val="1902"/>
                  </a:srgbClr>
                </a:gs>
                <a:gs pos="100000">
                  <a:srgbClr val="9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6799463">
              <a:off x="196982" y="945514"/>
              <a:ext cx="724497" cy="240433"/>
            </a:xfrm>
            <a:prstGeom prst="ellipse">
              <a:avLst/>
            </a:prstGeom>
            <a:gradFill>
              <a:gsLst>
                <a:gs pos="0">
                  <a:srgbClr val="B20000">
                    <a:alpha val="32968"/>
                  </a:srgbClr>
                </a:gs>
                <a:gs pos="14286">
                  <a:srgbClr val="B20000">
                    <a:alpha val="30764"/>
                  </a:srgbClr>
                </a:gs>
                <a:gs pos="28571">
                  <a:srgbClr val="B20000">
                    <a:alpha val="24833"/>
                  </a:srgbClr>
                </a:gs>
                <a:gs pos="42857">
                  <a:srgbClr val="B20000">
                    <a:alpha val="17075"/>
                  </a:srgbClr>
                </a:gs>
                <a:gs pos="57143">
                  <a:srgbClr val="B20000">
                    <a:alpha val="9855"/>
                  </a:srgbClr>
                </a:gs>
                <a:gs pos="71429">
                  <a:srgbClr val="B20000">
                    <a:alpha val="4740"/>
                  </a:srgbClr>
                </a:gs>
                <a:gs pos="85714">
                  <a:srgbClr val="B20000">
                    <a:alpha val="1902"/>
                  </a:srgbClr>
                </a:gs>
                <a:gs pos="100000">
                  <a:srgbClr val="B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4332861">
              <a:off x="-361076" y="829470"/>
              <a:ext cx="808910" cy="405748"/>
            </a:xfrm>
            <a:prstGeom prst="ellipse">
              <a:avLst/>
            </a:prstGeom>
            <a:gradFill>
              <a:gsLst>
                <a:gs pos="0">
                  <a:srgbClr val="E00000">
                    <a:alpha val="1471"/>
                  </a:srgbClr>
                </a:gs>
                <a:gs pos="14286">
                  <a:srgbClr val="E00000">
                    <a:alpha val="1353"/>
                  </a:srgbClr>
                </a:gs>
                <a:gs pos="28571">
                  <a:srgbClr val="E00000">
                    <a:alpha val="1052"/>
                  </a:srgbClr>
                </a:gs>
                <a:gs pos="42857">
                  <a:srgbClr val="E00000">
                    <a:alpha val="691"/>
                  </a:srgbClr>
                </a:gs>
                <a:gs pos="57143">
                  <a:srgbClr val="E00000">
                    <a:alpha val="384"/>
                  </a:srgbClr>
                </a:gs>
                <a:gs pos="71429">
                  <a:srgbClr val="E00000">
                    <a:alpha val="180"/>
                  </a:srgbClr>
                </a:gs>
                <a:gs pos="85714">
                  <a:srgbClr val="E00000">
                    <a:alpha val="71"/>
                  </a:srgbClr>
                </a:gs>
                <a:gs pos="100000">
                  <a:srgbClr val="E000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-9602723">
              <a:off x="3282737" y="602037"/>
              <a:ext cx="658173" cy="545778"/>
            </a:xfrm>
            <a:prstGeom prst="ellipse">
              <a:avLst/>
            </a:prstGeom>
            <a:gradFill>
              <a:gsLst>
                <a:gs pos="0">
                  <a:srgbClr val="FFFF00">
                    <a:alpha val="1751"/>
                  </a:srgbClr>
                </a:gs>
                <a:gs pos="14286">
                  <a:srgbClr val="FFFF00">
                    <a:alpha val="1611"/>
                  </a:srgbClr>
                </a:gs>
                <a:gs pos="28571">
                  <a:srgbClr val="FFFF00">
                    <a:alpha val="1253"/>
                  </a:srgbClr>
                </a:gs>
                <a:gs pos="42857">
                  <a:srgbClr val="FFFF00">
                    <a:alpha val="824"/>
                  </a:srgbClr>
                </a:gs>
                <a:gs pos="57143">
                  <a:srgbClr val="FFFF00">
                    <a:alpha val="457"/>
                  </a:srgbClr>
                </a:gs>
                <a:gs pos="71429">
                  <a:srgbClr val="FFFF00">
                    <a:alpha val="214"/>
                  </a:srgbClr>
                </a:gs>
                <a:gs pos="85714">
                  <a:srgbClr val="FFFF00">
                    <a:alpha val="85"/>
                  </a:srgbClr>
                </a:gs>
                <a:gs pos="100000">
                  <a:srgbClr val="FFFF00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-8892888">
              <a:off x="2918442" y="739261"/>
              <a:ext cx="622592" cy="356766"/>
            </a:xfrm>
            <a:prstGeom prst="ellipse">
              <a:avLst/>
            </a:prstGeom>
            <a:gradFill>
              <a:gsLst>
                <a:gs pos="0">
                  <a:srgbClr val="CC8D5F">
                    <a:alpha val="32968"/>
                  </a:srgbClr>
                </a:gs>
                <a:gs pos="14286">
                  <a:srgbClr val="CC8D5F">
                    <a:alpha val="30764"/>
                  </a:srgbClr>
                </a:gs>
                <a:gs pos="28571">
                  <a:srgbClr val="CC8D5F">
                    <a:alpha val="24833"/>
                  </a:srgbClr>
                </a:gs>
                <a:gs pos="42857">
                  <a:srgbClr val="CC8D5F">
                    <a:alpha val="17075"/>
                  </a:srgbClr>
                </a:gs>
                <a:gs pos="57143">
                  <a:srgbClr val="CC8D5F">
                    <a:alpha val="9855"/>
                  </a:srgbClr>
                </a:gs>
                <a:gs pos="71429">
                  <a:srgbClr val="CC8D5F">
                    <a:alpha val="4740"/>
                  </a:srgbClr>
                </a:gs>
                <a:gs pos="85714">
                  <a:srgbClr val="CC8D5F">
                    <a:alpha val="1902"/>
                  </a:srgbClr>
                </a:gs>
                <a:gs pos="100000">
                  <a:srgbClr val="CC8D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-9229424">
              <a:off x="2819763" y="629547"/>
              <a:ext cx="598881" cy="460266"/>
            </a:xfrm>
            <a:prstGeom prst="ellipse">
              <a:avLst/>
            </a:prstGeom>
            <a:gradFill>
              <a:gsLst>
                <a:gs pos="0">
                  <a:srgbClr val="FDAF61">
                    <a:alpha val="4684"/>
                  </a:srgbClr>
                </a:gs>
                <a:gs pos="14286">
                  <a:srgbClr val="FDAF61">
                    <a:alpha val="4314"/>
                  </a:srgbClr>
                </a:gs>
                <a:gs pos="28571">
                  <a:srgbClr val="FDAF61">
                    <a:alpha val="3366"/>
                  </a:srgbClr>
                </a:gs>
                <a:gs pos="42857">
                  <a:srgbClr val="FDAF61">
                    <a:alpha val="2221"/>
                  </a:srgbClr>
                </a:gs>
                <a:gs pos="57143">
                  <a:srgbClr val="FDAF61">
                    <a:alpha val="1237"/>
                  </a:srgbClr>
                </a:gs>
                <a:gs pos="71429">
                  <a:srgbClr val="FDAF61">
                    <a:alpha val="581"/>
                  </a:srgbClr>
                </a:gs>
                <a:gs pos="85714">
                  <a:srgbClr val="FDAF61">
                    <a:alpha val="230"/>
                  </a:srgbClr>
                </a:gs>
                <a:gs pos="100000">
                  <a:srgbClr val="FDAF61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3961746">
              <a:off x="2537791" y="779102"/>
              <a:ext cx="786567" cy="270913"/>
            </a:xfrm>
            <a:prstGeom prst="ellipse">
              <a:avLst/>
            </a:prstGeom>
            <a:gradFill>
              <a:gsLst>
                <a:gs pos="0">
                  <a:srgbClr val="FF844A">
                    <a:alpha val="6435"/>
                  </a:srgbClr>
                </a:gs>
                <a:gs pos="14286">
                  <a:srgbClr val="FF844A">
                    <a:alpha val="5930"/>
                  </a:srgbClr>
                </a:gs>
                <a:gs pos="28571">
                  <a:srgbClr val="FF844A">
                    <a:alpha val="4636"/>
                  </a:srgbClr>
                </a:gs>
                <a:gs pos="42857">
                  <a:srgbClr val="FF844A">
                    <a:alpha val="3065"/>
                  </a:srgbClr>
                </a:gs>
                <a:gs pos="57143">
                  <a:srgbClr val="FF844A">
                    <a:alpha val="1710"/>
                  </a:srgbClr>
                </a:gs>
                <a:gs pos="71429">
                  <a:srgbClr val="FF844A">
                    <a:alpha val="804"/>
                  </a:srgbClr>
                </a:gs>
                <a:gs pos="85714">
                  <a:srgbClr val="FF844A">
                    <a:alpha val="319"/>
                  </a:srgbClr>
                </a:gs>
                <a:gs pos="100000">
                  <a:srgbClr val="FF844A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9332858">
              <a:off x="1848609" y="770623"/>
              <a:ext cx="477294" cy="352047"/>
            </a:xfrm>
            <a:prstGeom prst="ellipse">
              <a:avLst/>
            </a:prstGeom>
            <a:gradFill>
              <a:gsLst>
                <a:gs pos="0">
                  <a:srgbClr val="FFAB20">
                    <a:alpha val="14532"/>
                  </a:srgbClr>
                </a:gs>
                <a:gs pos="14286">
                  <a:srgbClr val="FFAB20">
                    <a:alpha val="13440"/>
                  </a:srgbClr>
                </a:gs>
                <a:gs pos="28571">
                  <a:srgbClr val="FFAB20">
                    <a:alpha val="10601"/>
                  </a:srgbClr>
                </a:gs>
                <a:gs pos="42857">
                  <a:srgbClr val="FFAB20">
                    <a:alpha val="7087"/>
                  </a:srgbClr>
                </a:gs>
                <a:gs pos="57143">
                  <a:srgbClr val="FFAB20">
                    <a:alpha val="3991"/>
                  </a:srgbClr>
                </a:gs>
                <a:gs pos="71429">
                  <a:srgbClr val="FFAB20">
                    <a:alpha val="1888"/>
                  </a:srgbClr>
                </a:gs>
                <a:gs pos="85714">
                  <a:srgbClr val="FFAB20">
                    <a:alpha val="751"/>
                  </a:srgbClr>
                </a:gs>
                <a:gs pos="100000">
                  <a:srgbClr val="FFAB20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-9332447">
              <a:off x="1570246" y="752202"/>
              <a:ext cx="687621" cy="320041"/>
            </a:xfrm>
            <a:prstGeom prst="ellipse">
              <a:avLst/>
            </a:prstGeom>
            <a:gradFill>
              <a:gsLst>
                <a:gs pos="0">
                  <a:srgbClr val="FFAB41">
                    <a:alpha val="28366"/>
                  </a:srgbClr>
                </a:gs>
                <a:gs pos="14286">
                  <a:srgbClr val="FFAB41">
                    <a:alpha val="26407"/>
                  </a:srgbClr>
                </a:gs>
                <a:gs pos="28571">
                  <a:srgbClr val="FFAB41">
                    <a:alpha val="21186"/>
                  </a:srgbClr>
                </a:gs>
                <a:gs pos="42857">
                  <a:srgbClr val="FFAB41">
                    <a:alpha val="14458"/>
                  </a:srgbClr>
                </a:gs>
                <a:gs pos="57143">
                  <a:srgbClr val="FFAB41">
                    <a:alpha val="8289"/>
                  </a:srgbClr>
                </a:gs>
                <a:gs pos="71429">
                  <a:srgbClr val="FFAB41">
                    <a:alpha val="3969"/>
                  </a:srgbClr>
                </a:gs>
                <a:gs pos="85714">
                  <a:srgbClr val="FFAB41">
                    <a:alpha val="1589"/>
                  </a:srgbClr>
                </a:gs>
                <a:gs pos="100000">
                  <a:srgbClr val="FFAB41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-9443738">
              <a:off x="1388396" y="678773"/>
              <a:ext cx="663806" cy="449981"/>
            </a:xfrm>
            <a:prstGeom prst="ellipse">
              <a:avLst/>
            </a:prstGeom>
            <a:gradFill>
              <a:gsLst>
                <a:gs pos="0">
                  <a:srgbClr val="F7A136">
                    <a:alpha val="32968"/>
                  </a:srgbClr>
                </a:gs>
                <a:gs pos="14286">
                  <a:srgbClr val="F7A136">
                    <a:alpha val="30764"/>
                  </a:srgbClr>
                </a:gs>
                <a:gs pos="28571">
                  <a:srgbClr val="F7A136">
                    <a:alpha val="24833"/>
                  </a:srgbClr>
                </a:gs>
                <a:gs pos="42857">
                  <a:srgbClr val="F7A136">
                    <a:alpha val="17075"/>
                  </a:srgbClr>
                </a:gs>
                <a:gs pos="57143">
                  <a:srgbClr val="F7A136">
                    <a:alpha val="9855"/>
                  </a:srgbClr>
                </a:gs>
                <a:gs pos="71429">
                  <a:srgbClr val="F7A136">
                    <a:alpha val="4740"/>
                  </a:srgbClr>
                </a:gs>
                <a:gs pos="85714">
                  <a:srgbClr val="F7A136">
                    <a:alpha val="1902"/>
                  </a:srgbClr>
                </a:gs>
                <a:gs pos="100000">
                  <a:srgbClr val="F7A1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-9342292">
              <a:off x="1287160" y="731026"/>
              <a:ext cx="580162" cy="390113"/>
            </a:xfrm>
            <a:prstGeom prst="ellipse">
              <a:avLst/>
            </a:prstGeom>
            <a:gradFill>
              <a:gsLst>
                <a:gs pos="0">
                  <a:srgbClr val="F69E3A">
                    <a:alpha val="32968"/>
                  </a:srgbClr>
                </a:gs>
                <a:gs pos="14286">
                  <a:srgbClr val="F69E3A">
                    <a:alpha val="30764"/>
                  </a:srgbClr>
                </a:gs>
                <a:gs pos="28571">
                  <a:srgbClr val="F69E3A">
                    <a:alpha val="24833"/>
                  </a:srgbClr>
                </a:gs>
                <a:gs pos="42857">
                  <a:srgbClr val="F69E3A">
                    <a:alpha val="17075"/>
                  </a:srgbClr>
                </a:gs>
                <a:gs pos="57143">
                  <a:srgbClr val="F69E3A">
                    <a:alpha val="9855"/>
                  </a:srgbClr>
                </a:gs>
                <a:gs pos="71429">
                  <a:srgbClr val="F69E3A">
                    <a:alpha val="4740"/>
                  </a:srgbClr>
                </a:gs>
                <a:gs pos="85714">
                  <a:srgbClr val="F69E3A">
                    <a:alpha val="1902"/>
                  </a:srgbClr>
                </a:gs>
                <a:gs pos="100000">
                  <a:srgbClr val="F69E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4825186">
              <a:off x="544750" y="731647"/>
              <a:ext cx="793734" cy="339604"/>
            </a:xfrm>
            <a:prstGeom prst="ellipse">
              <a:avLst/>
            </a:prstGeom>
            <a:gradFill>
              <a:gsLst>
                <a:gs pos="0">
                  <a:srgbClr val="9F0000">
                    <a:alpha val="32968"/>
                  </a:srgbClr>
                </a:gs>
                <a:gs pos="14286">
                  <a:srgbClr val="9F0000">
                    <a:alpha val="30764"/>
                  </a:srgbClr>
                </a:gs>
                <a:gs pos="28571">
                  <a:srgbClr val="9F0000">
                    <a:alpha val="24833"/>
                  </a:srgbClr>
                </a:gs>
                <a:gs pos="42857">
                  <a:srgbClr val="9F0000">
                    <a:alpha val="17075"/>
                  </a:srgbClr>
                </a:gs>
                <a:gs pos="57143">
                  <a:srgbClr val="9F0000">
                    <a:alpha val="9855"/>
                  </a:srgbClr>
                </a:gs>
                <a:gs pos="71429">
                  <a:srgbClr val="9F0000">
                    <a:alpha val="4740"/>
                  </a:srgbClr>
                </a:gs>
                <a:gs pos="85714">
                  <a:srgbClr val="9F0000">
                    <a:alpha val="1902"/>
                  </a:srgbClr>
                </a:gs>
                <a:gs pos="100000">
                  <a:srgbClr val="9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5805258">
              <a:off x="417058" y="624232"/>
              <a:ext cx="735216" cy="527288"/>
            </a:xfrm>
            <a:prstGeom prst="ellipse">
              <a:avLst/>
            </a:prstGeom>
            <a:gradFill>
              <a:gsLst>
                <a:gs pos="0">
                  <a:srgbClr val="9F0000">
                    <a:alpha val="32968"/>
                  </a:srgbClr>
                </a:gs>
                <a:gs pos="14286">
                  <a:srgbClr val="9F0000">
                    <a:alpha val="30764"/>
                  </a:srgbClr>
                </a:gs>
                <a:gs pos="28571">
                  <a:srgbClr val="9F0000">
                    <a:alpha val="24833"/>
                  </a:srgbClr>
                </a:gs>
                <a:gs pos="42857">
                  <a:srgbClr val="9F0000">
                    <a:alpha val="17075"/>
                  </a:srgbClr>
                </a:gs>
                <a:gs pos="57143">
                  <a:srgbClr val="9F0000">
                    <a:alpha val="9855"/>
                  </a:srgbClr>
                </a:gs>
                <a:gs pos="71429">
                  <a:srgbClr val="9F0000">
                    <a:alpha val="4740"/>
                  </a:srgbClr>
                </a:gs>
                <a:gs pos="85714">
                  <a:srgbClr val="9F0000">
                    <a:alpha val="1902"/>
                  </a:srgbClr>
                </a:gs>
                <a:gs pos="100000">
                  <a:srgbClr val="9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-8530441">
              <a:off x="272174" y="664976"/>
              <a:ext cx="694025" cy="391205"/>
            </a:xfrm>
            <a:prstGeom prst="ellipse">
              <a:avLst/>
            </a:prstGeom>
            <a:gradFill>
              <a:gsLst>
                <a:gs pos="0">
                  <a:srgbClr val="FE0000">
                    <a:alpha val="3461"/>
                  </a:srgbClr>
                </a:gs>
                <a:gs pos="14286">
                  <a:srgbClr val="FE0000">
                    <a:alpha val="3186"/>
                  </a:srgbClr>
                </a:gs>
                <a:gs pos="28571">
                  <a:srgbClr val="FE0000">
                    <a:alpha val="2482"/>
                  </a:srgbClr>
                </a:gs>
                <a:gs pos="42857">
                  <a:srgbClr val="FE0000">
                    <a:alpha val="1635"/>
                  </a:srgbClr>
                </a:gs>
                <a:gs pos="57143">
                  <a:srgbClr val="FE0000">
                    <a:alpha val="909"/>
                  </a:srgbClr>
                </a:gs>
                <a:gs pos="71429">
                  <a:srgbClr val="FE0000">
                    <a:alpha val="427"/>
                  </a:srgbClr>
                </a:gs>
                <a:gs pos="85714">
                  <a:srgbClr val="FE0000">
                    <a:alpha val="169"/>
                  </a:srgbClr>
                </a:gs>
                <a:gs pos="100000">
                  <a:srgbClr val="FE00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6888060">
              <a:off x="155503" y="840780"/>
              <a:ext cx="577399" cy="162366"/>
            </a:xfrm>
            <a:prstGeom prst="ellipse">
              <a:avLst/>
            </a:prstGeom>
            <a:gradFill>
              <a:gsLst>
                <a:gs pos="0">
                  <a:srgbClr val="FF9741">
                    <a:alpha val="1428"/>
                  </a:srgbClr>
                </a:gs>
                <a:gs pos="14286">
                  <a:srgbClr val="FF9741">
                    <a:alpha val="1313"/>
                  </a:srgbClr>
                </a:gs>
                <a:gs pos="28571">
                  <a:srgbClr val="FF9741">
                    <a:alpha val="1021"/>
                  </a:srgbClr>
                </a:gs>
                <a:gs pos="42857">
                  <a:srgbClr val="FF9741">
                    <a:alpha val="671"/>
                  </a:srgbClr>
                </a:gs>
                <a:gs pos="57143">
                  <a:srgbClr val="FF9741">
                    <a:alpha val="372"/>
                  </a:srgbClr>
                </a:gs>
                <a:gs pos="71429">
                  <a:srgbClr val="FF9741">
                    <a:alpha val="174"/>
                  </a:srgbClr>
                </a:gs>
                <a:gs pos="85714">
                  <a:srgbClr val="FF9741">
                    <a:alpha val="69"/>
                  </a:srgbClr>
                </a:gs>
                <a:gs pos="100000">
                  <a:srgbClr val="FF9741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10428739">
              <a:off x="3105035" y="458684"/>
              <a:ext cx="659480" cy="519155"/>
            </a:xfrm>
            <a:prstGeom prst="ellipse">
              <a:avLst/>
            </a:prstGeom>
            <a:gradFill>
              <a:gsLst>
                <a:gs pos="0">
                  <a:srgbClr val="FFA032">
                    <a:alpha val="13570"/>
                  </a:srgbClr>
                </a:gs>
                <a:gs pos="14286">
                  <a:srgbClr val="FFA032">
                    <a:alpha val="12545"/>
                  </a:srgbClr>
                </a:gs>
                <a:gs pos="28571">
                  <a:srgbClr val="FFA032">
                    <a:alpha val="9884"/>
                  </a:srgbClr>
                </a:gs>
                <a:gs pos="42857">
                  <a:srgbClr val="FFA032">
                    <a:alpha val="6599"/>
                  </a:srgbClr>
                </a:gs>
                <a:gs pos="57143">
                  <a:srgbClr val="FFA032">
                    <a:alpha val="3712"/>
                  </a:srgbClr>
                </a:gs>
                <a:gs pos="71429">
                  <a:srgbClr val="FFA032">
                    <a:alpha val="1755"/>
                  </a:srgbClr>
                </a:gs>
                <a:gs pos="85714">
                  <a:srgbClr val="FFA032">
                    <a:alpha val="698"/>
                  </a:srgbClr>
                </a:gs>
                <a:gs pos="100000">
                  <a:srgbClr val="FFA032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7503687">
              <a:off x="2920006" y="496887"/>
              <a:ext cx="651578" cy="493807"/>
            </a:xfrm>
            <a:prstGeom prst="ellipse">
              <a:avLst/>
            </a:prstGeom>
            <a:gradFill>
              <a:gsLst>
                <a:gs pos="0">
                  <a:srgbClr val="FF9D5A">
                    <a:alpha val="8148"/>
                  </a:srgbClr>
                </a:gs>
                <a:gs pos="14286">
                  <a:srgbClr val="FF9D5A">
                    <a:alpha val="7514"/>
                  </a:srgbClr>
                </a:gs>
                <a:gs pos="28571">
                  <a:srgbClr val="FF9D5A">
                    <a:alpha val="5885"/>
                  </a:srgbClr>
                </a:gs>
                <a:gs pos="42857">
                  <a:srgbClr val="FF9D5A">
                    <a:alpha val="3900"/>
                  </a:srgbClr>
                </a:gs>
                <a:gs pos="57143">
                  <a:srgbClr val="FF9D5A">
                    <a:alpha val="2180"/>
                  </a:srgbClr>
                </a:gs>
                <a:gs pos="71429">
                  <a:srgbClr val="FF9D5A">
                    <a:alpha val="1027"/>
                  </a:srgbClr>
                </a:gs>
                <a:gs pos="85714">
                  <a:srgbClr val="FF9D5A">
                    <a:alpha val="407"/>
                  </a:srgbClr>
                </a:gs>
                <a:gs pos="100000">
                  <a:srgbClr val="FF9D5A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-10333047">
              <a:off x="2743271" y="581030"/>
              <a:ext cx="481460" cy="426815"/>
            </a:xfrm>
            <a:prstGeom prst="ellipse">
              <a:avLst/>
            </a:prstGeom>
            <a:gradFill>
              <a:gsLst>
                <a:gs pos="0">
                  <a:srgbClr val="FFA96B">
                    <a:alpha val="9716"/>
                  </a:srgbClr>
                </a:gs>
                <a:gs pos="14286">
                  <a:srgbClr val="FFA96B">
                    <a:alpha val="8967"/>
                  </a:srgbClr>
                </a:gs>
                <a:gs pos="28571">
                  <a:srgbClr val="FFA96B">
                    <a:alpha val="7035"/>
                  </a:srgbClr>
                </a:gs>
                <a:gs pos="42857">
                  <a:srgbClr val="FFA96B">
                    <a:alpha val="4672"/>
                  </a:srgbClr>
                </a:gs>
                <a:gs pos="57143">
                  <a:srgbClr val="FFA96B">
                    <a:alpha val="2616"/>
                  </a:srgbClr>
                </a:gs>
                <a:gs pos="71429">
                  <a:srgbClr val="FFA96B">
                    <a:alpha val="1233"/>
                  </a:srgbClr>
                </a:gs>
                <a:gs pos="85714">
                  <a:srgbClr val="FFA96B">
                    <a:alpha val="490"/>
                  </a:srgbClr>
                </a:gs>
                <a:gs pos="100000">
                  <a:srgbClr val="FFA96B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5993193">
              <a:off x="2042978" y="590439"/>
              <a:ext cx="558247" cy="262073"/>
            </a:xfrm>
            <a:prstGeom prst="ellipse">
              <a:avLst/>
            </a:prstGeom>
            <a:gradFill>
              <a:gsLst>
                <a:gs pos="0">
                  <a:srgbClr val="FAD5FF">
                    <a:alpha val="6396"/>
                  </a:srgbClr>
                </a:gs>
                <a:gs pos="14286">
                  <a:srgbClr val="FAD5FF">
                    <a:alpha val="5895"/>
                  </a:srgbClr>
                </a:gs>
                <a:gs pos="28571">
                  <a:srgbClr val="FAD5FF">
                    <a:alpha val="4608"/>
                  </a:srgbClr>
                </a:gs>
                <a:gs pos="42857">
                  <a:srgbClr val="FAD5FF">
                    <a:alpha val="3047"/>
                  </a:srgbClr>
                </a:gs>
                <a:gs pos="57143">
                  <a:srgbClr val="FAD5FF">
                    <a:alpha val="1700"/>
                  </a:srgbClr>
                </a:gs>
                <a:gs pos="71429">
                  <a:srgbClr val="FAD5FF">
                    <a:alpha val="799"/>
                  </a:srgbClr>
                </a:gs>
                <a:gs pos="85714">
                  <a:srgbClr val="FAD5FF">
                    <a:alpha val="317"/>
                  </a:srgbClr>
                </a:gs>
                <a:gs pos="100000">
                  <a:srgbClr val="FAD5FF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3045575">
              <a:off x="1785314" y="561954"/>
              <a:ext cx="593099" cy="300641"/>
            </a:xfrm>
            <a:prstGeom prst="ellipse">
              <a:avLst/>
            </a:prstGeom>
            <a:gradFill>
              <a:gsLst>
                <a:gs pos="0">
                  <a:srgbClr val="CA5300">
                    <a:alpha val="29711"/>
                  </a:srgbClr>
                </a:gs>
                <a:gs pos="14286">
                  <a:srgbClr val="CA5300">
                    <a:alpha val="27678"/>
                  </a:srgbClr>
                </a:gs>
                <a:gs pos="28571">
                  <a:srgbClr val="CA5300">
                    <a:alpha val="22244"/>
                  </a:srgbClr>
                </a:gs>
                <a:gs pos="42857">
                  <a:srgbClr val="CA5300">
                    <a:alpha val="15213"/>
                  </a:srgbClr>
                </a:gs>
                <a:gs pos="57143">
                  <a:srgbClr val="CA5300">
                    <a:alpha val="8739"/>
                  </a:srgbClr>
                </a:gs>
                <a:gs pos="71429">
                  <a:srgbClr val="CA5300">
                    <a:alpha val="4190"/>
                  </a:srgbClr>
                </a:gs>
                <a:gs pos="85714">
                  <a:srgbClr val="CA5300">
                    <a:alpha val="1678"/>
                  </a:srgbClr>
                </a:gs>
                <a:gs pos="100000">
                  <a:srgbClr val="CA5300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8736318">
              <a:off x="1177856" y="565267"/>
              <a:ext cx="530533" cy="314439"/>
            </a:xfrm>
            <a:prstGeom prst="ellipse">
              <a:avLst/>
            </a:prstGeom>
            <a:gradFill>
              <a:gsLst>
                <a:gs pos="0">
                  <a:srgbClr val="951D00">
                    <a:alpha val="32968"/>
                  </a:srgbClr>
                </a:gs>
                <a:gs pos="14286">
                  <a:srgbClr val="951D00">
                    <a:alpha val="30764"/>
                  </a:srgbClr>
                </a:gs>
                <a:gs pos="28571">
                  <a:srgbClr val="951D00">
                    <a:alpha val="24833"/>
                  </a:srgbClr>
                </a:gs>
                <a:gs pos="42857">
                  <a:srgbClr val="951D00">
                    <a:alpha val="17075"/>
                  </a:srgbClr>
                </a:gs>
                <a:gs pos="57143">
                  <a:srgbClr val="951D00">
                    <a:alpha val="9855"/>
                  </a:srgbClr>
                </a:gs>
                <a:gs pos="71429">
                  <a:srgbClr val="951D00">
                    <a:alpha val="4740"/>
                  </a:srgbClr>
                </a:gs>
                <a:gs pos="85714">
                  <a:srgbClr val="951D00">
                    <a:alpha val="1902"/>
                  </a:srgbClr>
                </a:gs>
                <a:gs pos="100000">
                  <a:srgbClr val="951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5667897">
              <a:off x="499947" y="624305"/>
              <a:ext cx="844359" cy="308337"/>
            </a:xfrm>
            <a:prstGeom prst="ellipse">
              <a:avLst/>
            </a:prstGeom>
            <a:gradFill>
              <a:gsLst>
                <a:gs pos="0">
                  <a:srgbClr val="A10000">
                    <a:alpha val="32968"/>
                  </a:srgbClr>
                </a:gs>
                <a:gs pos="14286">
                  <a:srgbClr val="A10000">
                    <a:alpha val="30764"/>
                  </a:srgbClr>
                </a:gs>
                <a:gs pos="28571">
                  <a:srgbClr val="A10000">
                    <a:alpha val="24833"/>
                  </a:srgbClr>
                </a:gs>
                <a:gs pos="42857">
                  <a:srgbClr val="A10000">
                    <a:alpha val="17075"/>
                  </a:srgbClr>
                </a:gs>
                <a:gs pos="57143">
                  <a:srgbClr val="A10000">
                    <a:alpha val="9855"/>
                  </a:srgbClr>
                </a:gs>
                <a:gs pos="71429">
                  <a:srgbClr val="A10000">
                    <a:alpha val="4740"/>
                  </a:srgbClr>
                </a:gs>
                <a:gs pos="85714">
                  <a:srgbClr val="A10000">
                    <a:alpha val="1902"/>
                  </a:srgbClr>
                </a:gs>
                <a:gs pos="100000">
                  <a:srgbClr val="A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7579601">
              <a:off x="498443" y="538442"/>
              <a:ext cx="590898" cy="364212"/>
            </a:xfrm>
            <a:prstGeom prst="ellipse">
              <a:avLst/>
            </a:prstGeom>
            <a:gradFill>
              <a:gsLst>
                <a:gs pos="0">
                  <a:srgbClr val="AF0000">
                    <a:alpha val="32946"/>
                  </a:srgbClr>
                </a:gs>
                <a:gs pos="14286">
                  <a:srgbClr val="AF0000">
                    <a:alpha val="30743"/>
                  </a:srgbClr>
                </a:gs>
                <a:gs pos="28571">
                  <a:srgbClr val="AF0000">
                    <a:alpha val="24815"/>
                  </a:srgbClr>
                </a:gs>
                <a:gs pos="42857">
                  <a:srgbClr val="AF0000">
                    <a:alpha val="17063"/>
                  </a:srgbClr>
                </a:gs>
                <a:gs pos="57143">
                  <a:srgbClr val="AF0000">
                    <a:alpha val="9847"/>
                  </a:srgbClr>
                </a:gs>
                <a:gs pos="71429">
                  <a:srgbClr val="AF0000">
                    <a:alpha val="4737"/>
                  </a:srgbClr>
                </a:gs>
                <a:gs pos="85714">
                  <a:srgbClr val="AF0000">
                    <a:alpha val="1901"/>
                  </a:srgbClr>
                </a:gs>
                <a:gs pos="100000">
                  <a:srgbClr val="A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6964092">
              <a:off x="-143545" y="626607"/>
              <a:ext cx="533422" cy="326006"/>
            </a:xfrm>
            <a:prstGeom prst="ellipse">
              <a:avLst/>
            </a:prstGeom>
            <a:gradFill>
              <a:gsLst>
                <a:gs pos="0">
                  <a:srgbClr val="BACE61">
                    <a:alpha val="2157"/>
                  </a:srgbClr>
                </a:gs>
                <a:gs pos="14286">
                  <a:srgbClr val="BACE61">
                    <a:alpha val="1985"/>
                  </a:srgbClr>
                </a:gs>
                <a:gs pos="28571">
                  <a:srgbClr val="BACE61">
                    <a:alpha val="1544"/>
                  </a:srgbClr>
                </a:gs>
                <a:gs pos="42857">
                  <a:srgbClr val="BACE61">
                    <a:alpha val="1016"/>
                  </a:srgbClr>
                </a:gs>
                <a:gs pos="57143">
                  <a:srgbClr val="BACE61">
                    <a:alpha val="564"/>
                  </a:srgbClr>
                </a:gs>
                <a:gs pos="71429">
                  <a:srgbClr val="BACE61">
                    <a:alpha val="264"/>
                  </a:srgbClr>
                </a:gs>
                <a:gs pos="85714">
                  <a:srgbClr val="BACE61">
                    <a:alpha val="105"/>
                  </a:srgbClr>
                </a:gs>
                <a:gs pos="100000">
                  <a:srgbClr val="BACE61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9067120">
              <a:off x="3267867" y="346615"/>
              <a:ext cx="696148" cy="404481"/>
            </a:xfrm>
            <a:prstGeom prst="ellipse">
              <a:avLst/>
            </a:prstGeom>
            <a:gradFill>
              <a:gsLst>
                <a:gs pos="0">
                  <a:srgbClr val="F6CB97">
                    <a:alpha val="31079"/>
                  </a:srgbClr>
                </a:gs>
                <a:gs pos="14286">
                  <a:srgbClr val="F6CB97">
                    <a:alpha val="28972"/>
                  </a:srgbClr>
                </a:gs>
                <a:gs pos="28571">
                  <a:srgbClr val="F6CB97">
                    <a:alpha val="23327"/>
                  </a:srgbClr>
                </a:gs>
                <a:gs pos="42857">
                  <a:srgbClr val="F6CB97">
                    <a:alpha val="15989"/>
                  </a:srgbClr>
                </a:gs>
                <a:gs pos="57143">
                  <a:srgbClr val="F6CB97">
                    <a:alpha val="9203"/>
                  </a:srgbClr>
                </a:gs>
                <a:gs pos="71429">
                  <a:srgbClr val="F6CB97">
                    <a:alpha val="4418"/>
                  </a:srgbClr>
                </a:gs>
                <a:gs pos="85714">
                  <a:srgbClr val="F6CB97">
                    <a:alpha val="1771"/>
                  </a:srgbClr>
                </a:gs>
                <a:gs pos="100000">
                  <a:srgbClr val="F6CB97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6159444">
              <a:off x="3053581" y="241269"/>
              <a:ext cx="656685" cy="607379"/>
            </a:xfrm>
            <a:prstGeom prst="ellipse">
              <a:avLst/>
            </a:prstGeom>
            <a:gradFill>
              <a:gsLst>
                <a:gs pos="0">
                  <a:srgbClr val="FC8D58">
                    <a:alpha val="7478"/>
                  </a:srgbClr>
                </a:gs>
                <a:gs pos="14286">
                  <a:srgbClr val="FC8D58">
                    <a:alpha val="6894"/>
                  </a:srgbClr>
                </a:gs>
                <a:gs pos="28571">
                  <a:srgbClr val="FC8D58">
                    <a:alpha val="5395"/>
                  </a:srgbClr>
                </a:gs>
                <a:gs pos="42857">
                  <a:srgbClr val="FC8D58">
                    <a:alpha val="3573"/>
                  </a:srgbClr>
                </a:gs>
                <a:gs pos="57143">
                  <a:srgbClr val="FC8D58">
                    <a:alpha val="1996"/>
                  </a:srgbClr>
                </a:gs>
                <a:gs pos="71429">
                  <a:srgbClr val="FC8D58">
                    <a:alpha val="939"/>
                  </a:srgbClr>
                </a:gs>
                <a:gs pos="85714">
                  <a:srgbClr val="FC8D58">
                    <a:alpha val="372"/>
                  </a:srgbClr>
                </a:gs>
                <a:gs pos="100000">
                  <a:srgbClr val="FC8D58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-9190693">
              <a:off x="2874781" y="305515"/>
              <a:ext cx="711448" cy="506440"/>
            </a:xfrm>
            <a:prstGeom prst="ellipse">
              <a:avLst/>
            </a:prstGeom>
            <a:gradFill>
              <a:gsLst>
                <a:gs pos="0">
                  <a:srgbClr val="B18A68">
                    <a:alpha val="26177"/>
                  </a:srgbClr>
                </a:gs>
                <a:gs pos="14286">
                  <a:srgbClr val="B18A68">
                    <a:alpha val="24342"/>
                  </a:srgbClr>
                </a:gs>
                <a:gs pos="28571">
                  <a:srgbClr val="B18A68">
                    <a:alpha val="19474"/>
                  </a:srgbClr>
                </a:gs>
                <a:gs pos="42857">
                  <a:srgbClr val="B18A68">
                    <a:alpha val="13243"/>
                  </a:srgbClr>
                </a:gs>
                <a:gs pos="57143">
                  <a:srgbClr val="B18A68">
                    <a:alpha val="7570"/>
                  </a:srgbClr>
                </a:gs>
                <a:gs pos="71429">
                  <a:srgbClr val="B18A68">
                    <a:alpha val="3618"/>
                  </a:srgbClr>
                </a:gs>
                <a:gs pos="85714">
                  <a:srgbClr val="B18A68">
                    <a:alpha val="1447"/>
                  </a:srgbClr>
                </a:gs>
                <a:gs pos="100000">
                  <a:srgbClr val="B18A68">
                    <a:alpha val="4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-8978877">
              <a:off x="2920075" y="418871"/>
              <a:ext cx="409068" cy="375115"/>
            </a:xfrm>
            <a:prstGeom prst="ellipse">
              <a:avLst/>
            </a:prstGeom>
            <a:gradFill>
              <a:gsLst>
                <a:gs pos="0">
                  <a:srgbClr val="AF4100">
                    <a:alpha val="26760"/>
                  </a:srgbClr>
                </a:gs>
                <a:gs pos="14286">
                  <a:srgbClr val="AF4100">
                    <a:alpha val="24892"/>
                  </a:srgbClr>
                </a:gs>
                <a:gs pos="28571">
                  <a:srgbClr val="AF4100">
                    <a:alpha val="19928"/>
                  </a:srgbClr>
                </a:gs>
                <a:gs pos="42857">
                  <a:srgbClr val="AF4100">
                    <a:alpha val="13565"/>
                  </a:srgbClr>
                </a:gs>
                <a:gs pos="57143">
                  <a:srgbClr val="AF4100">
                    <a:alpha val="7760"/>
                  </a:srgbClr>
                </a:gs>
                <a:gs pos="71429">
                  <a:srgbClr val="AF4100">
                    <a:alpha val="3710"/>
                  </a:srgbClr>
                </a:gs>
                <a:gs pos="85714">
                  <a:srgbClr val="AF4100">
                    <a:alpha val="1484"/>
                  </a:srgbClr>
                </a:gs>
                <a:gs pos="100000">
                  <a:srgbClr val="AF4100">
                    <a:alpha val="4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-9307289">
              <a:off x="2557833" y="443193"/>
              <a:ext cx="612009" cy="338949"/>
            </a:xfrm>
            <a:prstGeom prst="ellipse">
              <a:avLst/>
            </a:prstGeom>
            <a:gradFill>
              <a:gsLst>
                <a:gs pos="0">
                  <a:srgbClr val="A74823">
                    <a:alpha val="30314"/>
                  </a:srgbClr>
                </a:gs>
                <a:gs pos="14286">
                  <a:srgbClr val="A74823">
                    <a:alpha val="28248"/>
                  </a:srgbClr>
                </a:gs>
                <a:gs pos="28571">
                  <a:srgbClr val="A74823">
                    <a:alpha val="22721"/>
                  </a:srgbClr>
                </a:gs>
                <a:gs pos="42857">
                  <a:srgbClr val="A74823">
                    <a:alpha val="15554"/>
                  </a:srgbClr>
                </a:gs>
                <a:gs pos="57143">
                  <a:srgbClr val="A74823">
                    <a:alpha val="8942"/>
                  </a:srgbClr>
                </a:gs>
                <a:gs pos="71429">
                  <a:srgbClr val="A74823">
                    <a:alpha val="4290"/>
                  </a:srgbClr>
                </a:gs>
                <a:gs pos="85714">
                  <a:srgbClr val="A74823">
                    <a:alpha val="1719"/>
                  </a:srgbClr>
                </a:gs>
                <a:gs pos="100000">
                  <a:srgbClr val="A74823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3825469">
              <a:off x="2408214" y="412913"/>
              <a:ext cx="683276" cy="405841"/>
            </a:xfrm>
            <a:prstGeom prst="ellipse">
              <a:avLst/>
            </a:prstGeom>
            <a:gradFill>
              <a:gsLst>
                <a:gs pos="0">
                  <a:srgbClr val="FFA062">
                    <a:alpha val="13577"/>
                  </a:srgbClr>
                </a:gs>
                <a:gs pos="14286">
                  <a:srgbClr val="FFA062">
                    <a:alpha val="12551"/>
                  </a:srgbClr>
                </a:gs>
                <a:gs pos="28571">
                  <a:srgbClr val="FFA062">
                    <a:alpha val="9890"/>
                  </a:srgbClr>
                </a:gs>
                <a:gs pos="42857">
                  <a:srgbClr val="FFA062">
                    <a:alpha val="6602"/>
                  </a:srgbClr>
                </a:gs>
                <a:gs pos="57143">
                  <a:srgbClr val="FFA062">
                    <a:alpha val="3714"/>
                  </a:srgbClr>
                </a:gs>
                <a:gs pos="71429">
                  <a:srgbClr val="FFA062">
                    <a:alpha val="1756"/>
                  </a:srgbClr>
                </a:gs>
                <a:gs pos="85714">
                  <a:srgbClr val="FFA062">
                    <a:alpha val="698"/>
                  </a:srgbClr>
                </a:gs>
                <a:gs pos="100000">
                  <a:srgbClr val="FFA062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-9580565">
              <a:off x="1778465" y="283042"/>
              <a:ext cx="693310" cy="463007"/>
            </a:xfrm>
            <a:prstGeom prst="ellipse">
              <a:avLst/>
            </a:prstGeom>
            <a:gradFill>
              <a:gsLst>
                <a:gs pos="0">
                  <a:srgbClr val="FFB400">
                    <a:alpha val="9102"/>
                  </a:srgbClr>
                </a:gs>
                <a:gs pos="14286">
                  <a:srgbClr val="FFB400">
                    <a:alpha val="8398"/>
                  </a:srgbClr>
                </a:gs>
                <a:gs pos="28571">
                  <a:srgbClr val="FFB400">
                    <a:alpha val="6584"/>
                  </a:srgbClr>
                </a:gs>
                <a:gs pos="42857">
                  <a:srgbClr val="FFB400">
                    <a:alpha val="4369"/>
                  </a:srgbClr>
                </a:gs>
                <a:gs pos="57143">
                  <a:srgbClr val="FFB400">
                    <a:alpha val="2445"/>
                  </a:srgbClr>
                </a:gs>
                <a:gs pos="71429">
                  <a:srgbClr val="FFB400">
                    <a:alpha val="1152"/>
                  </a:srgbClr>
                </a:gs>
                <a:gs pos="85714">
                  <a:srgbClr val="FFB400">
                    <a:alpha val="457"/>
                  </a:srgbClr>
                </a:gs>
                <a:gs pos="100000">
                  <a:srgbClr val="FFB400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-10182876">
              <a:off x="1483138" y="544293"/>
              <a:ext cx="744437" cy="187205"/>
            </a:xfrm>
            <a:prstGeom prst="ellipse">
              <a:avLst/>
            </a:prstGeom>
            <a:gradFill>
              <a:gsLst>
                <a:gs pos="0">
                  <a:srgbClr val="880000">
                    <a:alpha val="32968"/>
                  </a:srgbClr>
                </a:gs>
                <a:gs pos="14286">
                  <a:srgbClr val="880000">
                    <a:alpha val="30764"/>
                  </a:srgbClr>
                </a:gs>
                <a:gs pos="28571">
                  <a:srgbClr val="880000">
                    <a:alpha val="24833"/>
                  </a:srgbClr>
                </a:gs>
                <a:gs pos="42857">
                  <a:srgbClr val="880000">
                    <a:alpha val="17075"/>
                  </a:srgbClr>
                </a:gs>
                <a:gs pos="57143">
                  <a:srgbClr val="880000">
                    <a:alpha val="9855"/>
                  </a:srgbClr>
                </a:gs>
                <a:gs pos="71429">
                  <a:srgbClr val="880000">
                    <a:alpha val="4740"/>
                  </a:srgbClr>
                </a:gs>
                <a:gs pos="85714">
                  <a:srgbClr val="880000">
                    <a:alpha val="1902"/>
                  </a:srgbClr>
                </a:gs>
                <a:gs pos="100000">
                  <a:srgbClr val="8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-10499148">
              <a:off x="1337415" y="510183"/>
              <a:ext cx="679025" cy="219565"/>
            </a:xfrm>
            <a:prstGeom prst="ellipse">
              <a:avLst/>
            </a:prstGeom>
            <a:gradFill>
              <a:gsLst>
                <a:gs pos="0">
                  <a:srgbClr val="821A00">
                    <a:alpha val="22641"/>
                  </a:srgbClr>
                </a:gs>
                <a:gs pos="14286">
                  <a:srgbClr val="821A00">
                    <a:alpha val="21018"/>
                  </a:srgbClr>
                </a:gs>
                <a:gs pos="28571">
                  <a:srgbClr val="821A00">
                    <a:alpha val="16740"/>
                  </a:srgbClr>
                </a:gs>
                <a:gs pos="42857">
                  <a:srgbClr val="821A00">
                    <a:alpha val="11323"/>
                  </a:srgbClr>
                </a:gs>
                <a:gs pos="57143">
                  <a:srgbClr val="821A00">
                    <a:alpha val="6442"/>
                  </a:srgbClr>
                </a:gs>
                <a:gs pos="71429">
                  <a:srgbClr val="821A00">
                    <a:alpha val="3069"/>
                  </a:srgbClr>
                </a:gs>
                <a:gs pos="85714">
                  <a:srgbClr val="821A00">
                    <a:alpha val="1225"/>
                  </a:srgbClr>
                </a:gs>
                <a:gs pos="100000">
                  <a:srgbClr val="821A00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-10729957">
              <a:off x="1246253" y="374454"/>
              <a:ext cx="616801" cy="354517"/>
            </a:xfrm>
            <a:prstGeom prst="ellipse">
              <a:avLst/>
            </a:prstGeom>
            <a:gradFill>
              <a:gsLst>
                <a:gs pos="0">
                  <a:srgbClr val="F16500">
                    <a:alpha val="12783"/>
                  </a:srgbClr>
                </a:gs>
                <a:gs pos="14286">
                  <a:srgbClr val="F16500">
                    <a:alpha val="11813"/>
                  </a:srgbClr>
                </a:gs>
                <a:gs pos="28571">
                  <a:srgbClr val="F16500">
                    <a:alpha val="9300"/>
                  </a:srgbClr>
                </a:gs>
                <a:gs pos="42857">
                  <a:srgbClr val="F16500">
                    <a:alpha val="6202"/>
                  </a:srgbClr>
                </a:gs>
                <a:gs pos="57143">
                  <a:srgbClr val="F16500">
                    <a:alpha val="3485"/>
                  </a:srgbClr>
                </a:gs>
                <a:gs pos="71429">
                  <a:srgbClr val="F16500">
                    <a:alpha val="1647"/>
                  </a:srgbClr>
                </a:gs>
                <a:gs pos="85714">
                  <a:srgbClr val="F16500">
                    <a:alpha val="655"/>
                  </a:srgbClr>
                </a:gs>
                <a:gs pos="100000">
                  <a:srgbClr val="F16500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7702369">
              <a:off x="1062621" y="349382"/>
              <a:ext cx="616209" cy="434791"/>
            </a:xfrm>
            <a:prstGeom prst="ellipse">
              <a:avLst/>
            </a:prstGeom>
            <a:gradFill>
              <a:gsLst>
                <a:gs pos="0">
                  <a:srgbClr val="FFD100">
                    <a:alpha val="2965"/>
                  </a:srgbClr>
                </a:gs>
                <a:gs pos="14286">
                  <a:srgbClr val="FFD100">
                    <a:alpha val="2728"/>
                  </a:srgbClr>
                </a:gs>
                <a:gs pos="28571">
                  <a:srgbClr val="FFD100">
                    <a:alpha val="2125"/>
                  </a:srgbClr>
                </a:gs>
                <a:gs pos="42857">
                  <a:srgbClr val="FFD100">
                    <a:alpha val="1399"/>
                  </a:srgbClr>
                </a:gs>
                <a:gs pos="57143">
                  <a:srgbClr val="FFD100">
                    <a:alpha val="778"/>
                  </a:srgbClr>
                </a:gs>
                <a:gs pos="71429">
                  <a:srgbClr val="FFD100">
                    <a:alpha val="365"/>
                  </a:srgbClr>
                </a:gs>
                <a:gs pos="85714">
                  <a:srgbClr val="FFD100">
                    <a:alpha val="144"/>
                  </a:srgbClr>
                </a:gs>
                <a:gs pos="100000">
                  <a:srgbClr val="FFD1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7956648">
              <a:off x="1026861" y="463627"/>
              <a:ext cx="479413" cy="294237"/>
            </a:xfrm>
            <a:prstGeom prst="ellipse">
              <a:avLst/>
            </a:prstGeom>
            <a:gradFill>
              <a:gsLst>
                <a:gs pos="0">
                  <a:srgbClr val="FFFFFA">
                    <a:alpha val="2965"/>
                  </a:srgbClr>
                </a:gs>
                <a:gs pos="14286">
                  <a:srgbClr val="FFFFFA">
                    <a:alpha val="2728"/>
                  </a:srgbClr>
                </a:gs>
                <a:gs pos="28571">
                  <a:srgbClr val="FFFFFA">
                    <a:alpha val="2125"/>
                  </a:srgbClr>
                </a:gs>
                <a:gs pos="42857">
                  <a:srgbClr val="FFFFFA">
                    <a:alpha val="1399"/>
                  </a:srgbClr>
                </a:gs>
                <a:gs pos="57143">
                  <a:srgbClr val="FFFFFA">
                    <a:alpha val="778"/>
                  </a:srgbClr>
                </a:gs>
                <a:gs pos="71429">
                  <a:srgbClr val="FFFFFA">
                    <a:alpha val="365"/>
                  </a:srgbClr>
                </a:gs>
                <a:gs pos="85714">
                  <a:srgbClr val="FFFFFA">
                    <a:alpha val="144"/>
                  </a:srgbClr>
                </a:gs>
                <a:gs pos="100000">
                  <a:srgbClr val="FFFFFA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5600954">
              <a:off x="604113" y="308529"/>
              <a:ext cx="587039" cy="346972"/>
            </a:xfrm>
            <a:prstGeom prst="ellipse">
              <a:avLst/>
            </a:prstGeom>
            <a:gradFill>
              <a:gsLst>
                <a:gs pos="0">
                  <a:srgbClr val="BE0000">
                    <a:alpha val="6409"/>
                  </a:srgbClr>
                </a:gs>
                <a:gs pos="14286">
                  <a:srgbClr val="BE0000">
                    <a:alpha val="5906"/>
                  </a:srgbClr>
                </a:gs>
                <a:gs pos="28571">
                  <a:srgbClr val="BE0000">
                    <a:alpha val="4617"/>
                  </a:srgbClr>
                </a:gs>
                <a:gs pos="42857">
                  <a:srgbClr val="BE0000">
                    <a:alpha val="3053"/>
                  </a:srgbClr>
                </a:gs>
                <a:gs pos="57143">
                  <a:srgbClr val="BE0000">
                    <a:alpha val="1703"/>
                  </a:srgbClr>
                </a:gs>
                <a:gs pos="71429">
                  <a:srgbClr val="BE0000">
                    <a:alpha val="801"/>
                  </a:srgbClr>
                </a:gs>
                <a:gs pos="85714">
                  <a:srgbClr val="BE0000">
                    <a:alpha val="317"/>
                  </a:srgbClr>
                </a:gs>
                <a:gs pos="100000">
                  <a:srgbClr val="BE00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10190527">
              <a:off x="455916" y="497669"/>
              <a:ext cx="430165" cy="225080"/>
            </a:xfrm>
            <a:prstGeom prst="ellipse">
              <a:avLst/>
            </a:prstGeom>
            <a:gradFill>
              <a:gsLst>
                <a:gs pos="0">
                  <a:srgbClr val="764E19">
                    <a:alpha val="12376"/>
                  </a:srgbClr>
                </a:gs>
                <a:gs pos="14286">
                  <a:srgbClr val="764E19">
                    <a:alpha val="11434"/>
                  </a:srgbClr>
                </a:gs>
                <a:gs pos="28571">
                  <a:srgbClr val="764E19">
                    <a:alpha val="8997"/>
                  </a:srgbClr>
                </a:gs>
                <a:gs pos="42857">
                  <a:srgbClr val="764E19">
                    <a:alpha val="5997"/>
                  </a:srgbClr>
                </a:gs>
                <a:gs pos="57143">
                  <a:srgbClr val="764E19">
                    <a:alpha val="3369"/>
                  </a:srgbClr>
                </a:gs>
                <a:gs pos="71429">
                  <a:srgbClr val="764E19">
                    <a:alpha val="1591"/>
                  </a:srgbClr>
                </a:gs>
                <a:gs pos="85714">
                  <a:srgbClr val="764E19">
                    <a:alpha val="632"/>
                  </a:srgbClr>
                </a:gs>
                <a:gs pos="100000">
                  <a:srgbClr val="764E19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9445397">
              <a:off x="147265" y="409502"/>
              <a:ext cx="602585" cy="318860"/>
            </a:xfrm>
            <a:prstGeom prst="ellipse">
              <a:avLst/>
            </a:prstGeom>
            <a:gradFill>
              <a:gsLst>
                <a:gs pos="0">
                  <a:srgbClr val="FF5500">
                    <a:alpha val="2472"/>
                  </a:srgbClr>
                </a:gs>
                <a:gs pos="14286">
                  <a:srgbClr val="FF5500">
                    <a:alpha val="2274"/>
                  </a:srgbClr>
                </a:gs>
                <a:gs pos="28571">
                  <a:srgbClr val="FF5500">
                    <a:alpha val="1770"/>
                  </a:srgbClr>
                </a:gs>
                <a:gs pos="42857">
                  <a:srgbClr val="FF5500">
                    <a:alpha val="1165"/>
                  </a:srgbClr>
                </a:gs>
                <a:gs pos="57143">
                  <a:srgbClr val="FF5500">
                    <a:alpha val="647"/>
                  </a:srgbClr>
                </a:gs>
                <a:gs pos="71429">
                  <a:srgbClr val="FF5500">
                    <a:alpha val="303"/>
                  </a:srgbClr>
                </a:gs>
                <a:gs pos="85714">
                  <a:srgbClr val="FF5500">
                    <a:alpha val="120"/>
                  </a:srgbClr>
                </a:gs>
                <a:gs pos="100000">
                  <a:srgbClr val="FF5500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8687655">
              <a:off x="-416493" y="428157"/>
              <a:ext cx="979446" cy="223020"/>
            </a:xfrm>
            <a:prstGeom prst="ellipse">
              <a:avLst/>
            </a:prstGeom>
            <a:gradFill>
              <a:gsLst>
                <a:gs pos="0">
                  <a:srgbClr val="001912">
                    <a:alpha val="32968"/>
                  </a:srgbClr>
                </a:gs>
                <a:gs pos="14286">
                  <a:srgbClr val="001912">
                    <a:alpha val="30764"/>
                  </a:srgbClr>
                </a:gs>
                <a:gs pos="28571">
                  <a:srgbClr val="001912">
                    <a:alpha val="24833"/>
                  </a:srgbClr>
                </a:gs>
                <a:gs pos="42857">
                  <a:srgbClr val="001912">
                    <a:alpha val="17075"/>
                  </a:srgbClr>
                </a:gs>
                <a:gs pos="57143">
                  <a:srgbClr val="001912">
                    <a:alpha val="9855"/>
                  </a:srgbClr>
                </a:gs>
                <a:gs pos="71429">
                  <a:srgbClr val="001912">
                    <a:alpha val="4740"/>
                  </a:srgbClr>
                </a:gs>
                <a:gs pos="85714">
                  <a:srgbClr val="001912">
                    <a:alpha val="1902"/>
                  </a:srgbClr>
                </a:gs>
                <a:gs pos="100000">
                  <a:srgbClr val="0019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-9627928">
              <a:off x="3345046" y="195933"/>
              <a:ext cx="564052" cy="485960"/>
            </a:xfrm>
            <a:prstGeom prst="ellipse">
              <a:avLst/>
            </a:prstGeom>
            <a:gradFill>
              <a:gsLst>
                <a:gs pos="0">
                  <a:srgbClr val="FDCD9E">
                    <a:alpha val="12028"/>
                  </a:srgbClr>
                </a:gs>
                <a:gs pos="14286">
                  <a:srgbClr val="FDCD9E">
                    <a:alpha val="11112"/>
                  </a:srgbClr>
                </a:gs>
                <a:gs pos="28571">
                  <a:srgbClr val="FDCD9E">
                    <a:alpha val="8740"/>
                  </a:srgbClr>
                </a:gs>
                <a:gs pos="42857">
                  <a:srgbClr val="FDCD9E">
                    <a:alpha val="5823"/>
                  </a:srgbClr>
                </a:gs>
                <a:gs pos="57143">
                  <a:srgbClr val="FDCD9E">
                    <a:alpha val="3269"/>
                  </a:srgbClr>
                </a:gs>
                <a:gs pos="71429">
                  <a:srgbClr val="FDCD9E">
                    <a:alpha val="1544"/>
                  </a:srgbClr>
                </a:gs>
                <a:gs pos="85714">
                  <a:srgbClr val="FDCD9E">
                    <a:alpha val="613"/>
                  </a:srgbClr>
                </a:gs>
                <a:gs pos="100000">
                  <a:srgbClr val="FDCD9E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10160985">
              <a:off x="3009130" y="290316"/>
              <a:ext cx="756865" cy="315092"/>
            </a:xfrm>
            <a:prstGeom prst="ellipse">
              <a:avLst/>
            </a:prstGeom>
            <a:gradFill>
              <a:gsLst>
                <a:gs pos="0">
                  <a:srgbClr val="B88A65">
                    <a:alpha val="32968"/>
                  </a:srgbClr>
                </a:gs>
                <a:gs pos="14286">
                  <a:srgbClr val="B88A65">
                    <a:alpha val="30764"/>
                  </a:srgbClr>
                </a:gs>
                <a:gs pos="28571">
                  <a:srgbClr val="B88A65">
                    <a:alpha val="24833"/>
                  </a:srgbClr>
                </a:gs>
                <a:gs pos="42857">
                  <a:srgbClr val="B88A65">
                    <a:alpha val="17075"/>
                  </a:srgbClr>
                </a:gs>
                <a:gs pos="57143">
                  <a:srgbClr val="B88A65">
                    <a:alpha val="9855"/>
                  </a:srgbClr>
                </a:gs>
                <a:gs pos="71429">
                  <a:srgbClr val="B88A65">
                    <a:alpha val="4740"/>
                  </a:srgbClr>
                </a:gs>
                <a:gs pos="85714">
                  <a:srgbClr val="B88A65">
                    <a:alpha val="1902"/>
                  </a:srgbClr>
                </a:gs>
                <a:gs pos="100000">
                  <a:srgbClr val="B88A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6868344">
              <a:off x="2931903" y="161767"/>
              <a:ext cx="677622" cy="463471"/>
            </a:xfrm>
            <a:prstGeom prst="ellipse">
              <a:avLst/>
            </a:prstGeom>
            <a:gradFill>
              <a:gsLst>
                <a:gs pos="0">
                  <a:srgbClr val="DC6F17">
                    <a:alpha val="32968"/>
                  </a:srgbClr>
                </a:gs>
                <a:gs pos="14286">
                  <a:srgbClr val="DC6F17">
                    <a:alpha val="30764"/>
                  </a:srgbClr>
                </a:gs>
                <a:gs pos="28571">
                  <a:srgbClr val="DC6F17">
                    <a:alpha val="24833"/>
                  </a:srgbClr>
                </a:gs>
                <a:gs pos="42857">
                  <a:srgbClr val="DC6F17">
                    <a:alpha val="17075"/>
                  </a:srgbClr>
                </a:gs>
                <a:gs pos="57143">
                  <a:srgbClr val="DC6F17">
                    <a:alpha val="9855"/>
                  </a:srgbClr>
                </a:gs>
                <a:gs pos="71429">
                  <a:srgbClr val="DC6F17">
                    <a:alpha val="4740"/>
                  </a:srgbClr>
                </a:gs>
                <a:gs pos="85714">
                  <a:srgbClr val="DC6F17">
                    <a:alpha val="1902"/>
                  </a:srgbClr>
                </a:gs>
                <a:gs pos="100000">
                  <a:srgbClr val="DC6F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-10003939">
              <a:off x="2724135" y="222349"/>
              <a:ext cx="731797" cy="332839"/>
            </a:xfrm>
            <a:prstGeom prst="ellipse">
              <a:avLst/>
            </a:prstGeom>
            <a:gradFill>
              <a:gsLst>
                <a:gs pos="0">
                  <a:srgbClr val="781E00">
                    <a:alpha val="19742"/>
                  </a:srgbClr>
                </a:gs>
                <a:gs pos="14286">
                  <a:srgbClr val="781E00">
                    <a:alpha val="18301"/>
                  </a:srgbClr>
                </a:gs>
                <a:gs pos="28571">
                  <a:srgbClr val="781E00">
                    <a:alpha val="14525"/>
                  </a:srgbClr>
                </a:gs>
                <a:gs pos="42857">
                  <a:srgbClr val="781E00">
                    <a:alpha val="9782"/>
                  </a:srgbClr>
                </a:gs>
                <a:gs pos="57143">
                  <a:srgbClr val="781E00">
                    <a:alpha val="5544"/>
                  </a:srgbClr>
                </a:gs>
                <a:gs pos="71429">
                  <a:srgbClr val="781E00">
                    <a:alpha val="2635"/>
                  </a:srgbClr>
                </a:gs>
                <a:gs pos="85714">
                  <a:srgbClr val="781E00">
                    <a:alpha val="1050"/>
                  </a:srgbClr>
                </a:gs>
                <a:gs pos="100000">
                  <a:srgbClr val="781E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-9690180">
              <a:off x="2545270" y="234860"/>
              <a:ext cx="684091" cy="450381"/>
            </a:xfrm>
            <a:prstGeom prst="ellipse">
              <a:avLst/>
            </a:prstGeom>
            <a:gradFill>
              <a:gsLst>
                <a:gs pos="0">
                  <a:srgbClr val="FFA867">
                    <a:alpha val="10866"/>
                  </a:srgbClr>
                </a:gs>
                <a:gs pos="14286">
                  <a:srgbClr val="FFA867">
                    <a:alpha val="10033"/>
                  </a:srgbClr>
                </a:gs>
                <a:gs pos="28571">
                  <a:srgbClr val="FFA867">
                    <a:alpha val="7881"/>
                  </a:srgbClr>
                </a:gs>
                <a:gs pos="42857">
                  <a:srgbClr val="FFA867">
                    <a:alpha val="5242"/>
                  </a:srgbClr>
                </a:gs>
                <a:gs pos="57143">
                  <a:srgbClr val="FFA867">
                    <a:alpha val="2939"/>
                  </a:srgbClr>
                </a:gs>
                <a:gs pos="71429">
                  <a:srgbClr val="FFA867">
                    <a:alpha val="1387"/>
                  </a:srgbClr>
                </a:gs>
                <a:gs pos="85714">
                  <a:srgbClr val="FFA867">
                    <a:alpha val="551"/>
                  </a:srgbClr>
                </a:gs>
                <a:gs pos="100000">
                  <a:srgbClr val="FFA867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7426306">
              <a:off x="2400838" y="225263"/>
              <a:ext cx="624956" cy="386785"/>
            </a:xfrm>
            <a:prstGeom prst="ellipse">
              <a:avLst/>
            </a:prstGeom>
            <a:gradFill>
              <a:gsLst>
                <a:gs pos="0">
                  <a:srgbClr val="FF8B21">
                    <a:alpha val="8267"/>
                  </a:srgbClr>
                </a:gs>
                <a:gs pos="14286">
                  <a:srgbClr val="FF8B21">
                    <a:alpha val="7625"/>
                  </a:srgbClr>
                </a:gs>
                <a:gs pos="28571">
                  <a:srgbClr val="FF8B21">
                    <a:alpha val="5972"/>
                  </a:srgbClr>
                </a:gs>
                <a:gs pos="42857">
                  <a:srgbClr val="FF8B21">
                    <a:alpha val="3959"/>
                  </a:srgbClr>
                </a:gs>
                <a:gs pos="57143">
                  <a:srgbClr val="FF8B21">
                    <a:alpha val="2213"/>
                  </a:srgbClr>
                </a:gs>
                <a:gs pos="71429">
                  <a:srgbClr val="FF8B21">
                    <a:alpha val="1042"/>
                  </a:srgbClr>
                </a:gs>
                <a:gs pos="85714">
                  <a:srgbClr val="FF8B21">
                    <a:alpha val="413"/>
                  </a:srgbClr>
                </a:gs>
                <a:gs pos="100000">
                  <a:srgbClr val="FF8B21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-9030729">
              <a:off x="1789885" y="215332"/>
              <a:ext cx="557402" cy="356501"/>
            </a:xfrm>
            <a:prstGeom prst="ellipse">
              <a:avLst/>
            </a:prstGeom>
            <a:gradFill>
              <a:gsLst>
                <a:gs pos="0">
                  <a:srgbClr val="FFFAEE">
                    <a:alpha val="12886"/>
                  </a:srgbClr>
                </a:gs>
                <a:gs pos="14286">
                  <a:srgbClr val="FFFAEE">
                    <a:alpha val="11908"/>
                  </a:srgbClr>
                </a:gs>
                <a:gs pos="28571">
                  <a:srgbClr val="FFFAEE">
                    <a:alpha val="9376"/>
                  </a:srgbClr>
                </a:gs>
                <a:gs pos="42857">
                  <a:srgbClr val="FFFAEE">
                    <a:alpha val="6253"/>
                  </a:srgbClr>
                </a:gs>
                <a:gs pos="57143">
                  <a:srgbClr val="FFFAEE">
                    <a:alpha val="3515"/>
                  </a:srgbClr>
                </a:gs>
                <a:gs pos="71429">
                  <a:srgbClr val="FFFAEE">
                    <a:alpha val="1661"/>
                  </a:srgbClr>
                </a:gs>
                <a:gs pos="85714">
                  <a:srgbClr val="FFFAEE">
                    <a:alpha val="660"/>
                  </a:srgbClr>
                </a:gs>
                <a:gs pos="100000">
                  <a:srgbClr val="FFFAEE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-9508386">
              <a:off x="1594075" y="195190"/>
              <a:ext cx="632964" cy="378286"/>
            </a:xfrm>
            <a:prstGeom prst="ellipse">
              <a:avLst/>
            </a:prstGeom>
            <a:gradFill>
              <a:gsLst>
                <a:gs pos="0">
                  <a:srgbClr val="FEE4BB">
                    <a:alpha val="23196"/>
                  </a:srgbClr>
                </a:gs>
                <a:gs pos="14286">
                  <a:srgbClr val="FEE4BB">
                    <a:alpha val="21539"/>
                  </a:srgbClr>
                </a:gs>
                <a:gs pos="28571">
                  <a:srgbClr val="FEE4BB">
                    <a:alpha val="17166"/>
                  </a:srgbClr>
                </a:gs>
                <a:gs pos="42857">
                  <a:srgbClr val="FEE4BB">
                    <a:alpha val="11621"/>
                  </a:srgbClr>
                </a:gs>
                <a:gs pos="57143">
                  <a:srgbClr val="FEE4BB">
                    <a:alpha val="6616"/>
                  </a:srgbClr>
                </a:gs>
                <a:gs pos="71429">
                  <a:srgbClr val="FEE4BB">
                    <a:alpha val="3153"/>
                  </a:srgbClr>
                </a:gs>
                <a:gs pos="85714">
                  <a:srgbClr val="FEE4BB">
                    <a:alpha val="1259"/>
                  </a:srgbClr>
                </a:gs>
                <a:gs pos="100000">
                  <a:srgbClr val="FEE4BB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10521179">
              <a:off x="1343590" y="354259"/>
              <a:ext cx="723732" cy="259333"/>
            </a:xfrm>
            <a:prstGeom prst="ellipse">
              <a:avLst/>
            </a:prstGeom>
            <a:gradFill>
              <a:gsLst>
                <a:gs pos="0">
                  <a:srgbClr val="C99154">
                    <a:alpha val="32968"/>
                  </a:srgbClr>
                </a:gs>
                <a:gs pos="14286">
                  <a:srgbClr val="C99154">
                    <a:alpha val="30764"/>
                  </a:srgbClr>
                </a:gs>
                <a:gs pos="28571">
                  <a:srgbClr val="C99154">
                    <a:alpha val="24833"/>
                  </a:srgbClr>
                </a:gs>
                <a:gs pos="42857">
                  <a:srgbClr val="C99154">
                    <a:alpha val="17075"/>
                  </a:srgbClr>
                </a:gs>
                <a:gs pos="57143">
                  <a:srgbClr val="C99154">
                    <a:alpha val="9855"/>
                  </a:srgbClr>
                </a:gs>
                <a:gs pos="71429">
                  <a:srgbClr val="C99154">
                    <a:alpha val="4740"/>
                  </a:srgbClr>
                </a:gs>
                <a:gs pos="85714">
                  <a:srgbClr val="C99154">
                    <a:alpha val="1902"/>
                  </a:srgbClr>
                </a:gs>
                <a:gs pos="100000">
                  <a:srgbClr val="C991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8986729">
              <a:off x="1164995" y="313141"/>
              <a:ext cx="800728" cy="287240"/>
            </a:xfrm>
            <a:prstGeom prst="ellipse">
              <a:avLst/>
            </a:prstGeom>
            <a:gradFill>
              <a:gsLst>
                <a:gs pos="0">
                  <a:srgbClr val="CB945B">
                    <a:alpha val="32968"/>
                  </a:srgbClr>
                </a:gs>
                <a:gs pos="14286">
                  <a:srgbClr val="CB945B">
                    <a:alpha val="30764"/>
                  </a:srgbClr>
                </a:gs>
                <a:gs pos="28571">
                  <a:srgbClr val="CB945B">
                    <a:alpha val="24833"/>
                  </a:srgbClr>
                </a:gs>
                <a:gs pos="42857">
                  <a:srgbClr val="CB945B">
                    <a:alpha val="17075"/>
                  </a:srgbClr>
                </a:gs>
                <a:gs pos="57143">
                  <a:srgbClr val="CB945B">
                    <a:alpha val="9855"/>
                  </a:srgbClr>
                </a:gs>
                <a:gs pos="71429">
                  <a:srgbClr val="CB945B">
                    <a:alpha val="4740"/>
                  </a:srgbClr>
                </a:gs>
                <a:gs pos="85714">
                  <a:srgbClr val="CB945B">
                    <a:alpha val="1902"/>
                  </a:srgbClr>
                </a:gs>
                <a:gs pos="100000">
                  <a:srgbClr val="CB94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7514819">
              <a:off x="1081823" y="233383"/>
              <a:ext cx="630337" cy="395846"/>
            </a:xfrm>
            <a:prstGeom prst="ellipse">
              <a:avLst/>
            </a:prstGeom>
            <a:gradFill>
              <a:gsLst>
                <a:gs pos="0">
                  <a:srgbClr val="FFE6AB">
                    <a:alpha val="6078"/>
                  </a:srgbClr>
                </a:gs>
                <a:gs pos="14286">
                  <a:srgbClr val="FFE6AB">
                    <a:alpha val="5601"/>
                  </a:srgbClr>
                </a:gs>
                <a:gs pos="28571">
                  <a:srgbClr val="FFE6AB">
                    <a:alpha val="4377"/>
                  </a:srgbClr>
                </a:gs>
                <a:gs pos="42857">
                  <a:srgbClr val="FFE6AB">
                    <a:alpha val="2893"/>
                  </a:srgbClr>
                </a:gs>
                <a:gs pos="57143">
                  <a:srgbClr val="FFE6AB">
                    <a:alpha val="1613"/>
                  </a:srgbClr>
                </a:gs>
                <a:gs pos="71429">
                  <a:srgbClr val="FFE6AB">
                    <a:alpha val="758"/>
                  </a:srgbClr>
                </a:gs>
                <a:gs pos="85714">
                  <a:srgbClr val="FFE6AB">
                    <a:alpha val="301"/>
                  </a:srgbClr>
                </a:gs>
                <a:gs pos="100000">
                  <a:srgbClr val="FFE6AB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8799373">
              <a:off x="247595" y="275867"/>
              <a:ext cx="741387" cy="325959"/>
            </a:xfrm>
            <a:prstGeom prst="ellipse">
              <a:avLst/>
            </a:prstGeom>
            <a:gradFill>
              <a:gsLst>
                <a:gs pos="0">
                  <a:srgbClr val="FF0000">
                    <a:alpha val="1819"/>
                  </a:srgbClr>
                </a:gs>
                <a:gs pos="14286">
                  <a:srgbClr val="FF0000">
                    <a:alpha val="1673"/>
                  </a:srgbClr>
                </a:gs>
                <a:gs pos="28571">
                  <a:srgbClr val="FF0000">
                    <a:alpha val="1301"/>
                  </a:srgbClr>
                </a:gs>
                <a:gs pos="42857">
                  <a:srgbClr val="FF0000">
                    <a:alpha val="856"/>
                  </a:srgbClr>
                </a:gs>
                <a:gs pos="57143">
                  <a:srgbClr val="FF0000">
                    <a:alpha val="475"/>
                  </a:srgbClr>
                </a:gs>
                <a:gs pos="71429">
                  <a:srgbClr val="FF0000">
                    <a:alpha val="223"/>
                  </a:srgbClr>
                </a:gs>
                <a:gs pos="85714">
                  <a:srgbClr val="FF0000">
                    <a:alpha val="88"/>
                  </a:srgbClr>
                </a:gs>
                <a:gs pos="100000">
                  <a:srgbClr val="FF0000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9067175">
              <a:off x="-124841" y="218265"/>
              <a:ext cx="700901" cy="353237"/>
            </a:xfrm>
            <a:prstGeom prst="ellipse">
              <a:avLst/>
            </a:prstGeom>
            <a:gradFill>
              <a:gsLst>
                <a:gs pos="0">
                  <a:srgbClr val="000202">
                    <a:alpha val="32968"/>
                  </a:srgbClr>
                </a:gs>
                <a:gs pos="14286">
                  <a:srgbClr val="000202">
                    <a:alpha val="30764"/>
                  </a:srgbClr>
                </a:gs>
                <a:gs pos="28571">
                  <a:srgbClr val="000202">
                    <a:alpha val="24833"/>
                  </a:srgbClr>
                </a:gs>
                <a:gs pos="42857">
                  <a:srgbClr val="000202">
                    <a:alpha val="17075"/>
                  </a:srgbClr>
                </a:gs>
                <a:gs pos="57143">
                  <a:srgbClr val="000202">
                    <a:alpha val="9855"/>
                  </a:srgbClr>
                </a:gs>
                <a:gs pos="71429">
                  <a:srgbClr val="000202">
                    <a:alpha val="4740"/>
                  </a:srgbClr>
                </a:gs>
                <a:gs pos="85714">
                  <a:srgbClr val="000202">
                    <a:alpha val="1902"/>
                  </a:srgbClr>
                </a:gs>
                <a:gs pos="100000">
                  <a:srgbClr val="0002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7118328">
              <a:off x="-412303" y="104634"/>
              <a:ext cx="851433" cy="648093"/>
            </a:xfrm>
            <a:prstGeom prst="ellipse">
              <a:avLst/>
            </a:prstGeom>
            <a:gradFill>
              <a:gsLst>
                <a:gs pos="0">
                  <a:srgbClr val="00070A">
                    <a:alpha val="32968"/>
                  </a:srgbClr>
                </a:gs>
                <a:gs pos="14286">
                  <a:srgbClr val="00070A">
                    <a:alpha val="30764"/>
                  </a:srgbClr>
                </a:gs>
                <a:gs pos="28571">
                  <a:srgbClr val="00070A">
                    <a:alpha val="24833"/>
                  </a:srgbClr>
                </a:gs>
                <a:gs pos="42857">
                  <a:srgbClr val="00070A">
                    <a:alpha val="17075"/>
                  </a:srgbClr>
                </a:gs>
                <a:gs pos="57143">
                  <a:srgbClr val="00070A">
                    <a:alpha val="9855"/>
                  </a:srgbClr>
                </a:gs>
                <a:gs pos="71429">
                  <a:srgbClr val="00070A">
                    <a:alpha val="4740"/>
                  </a:srgbClr>
                </a:gs>
                <a:gs pos="85714">
                  <a:srgbClr val="00070A">
                    <a:alpha val="1902"/>
                  </a:srgbClr>
                </a:gs>
                <a:gs pos="100000">
                  <a:srgbClr val="0007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6939328">
              <a:off x="3265403" y="15688"/>
              <a:ext cx="665364" cy="577067"/>
            </a:xfrm>
            <a:prstGeom prst="ellipse">
              <a:avLst/>
            </a:prstGeom>
            <a:gradFill>
              <a:gsLst>
                <a:gs pos="0">
                  <a:srgbClr val="F98E00">
                    <a:alpha val="8442"/>
                  </a:srgbClr>
                </a:gs>
                <a:gs pos="14286">
                  <a:srgbClr val="F98E00">
                    <a:alpha val="7786"/>
                  </a:srgbClr>
                </a:gs>
                <a:gs pos="28571">
                  <a:srgbClr val="F98E00">
                    <a:alpha val="6100"/>
                  </a:srgbClr>
                </a:gs>
                <a:gs pos="42857">
                  <a:srgbClr val="F98E00">
                    <a:alpha val="4044"/>
                  </a:srgbClr>
                </a:gs>
                <a:gs pos="57143">
                  <a:srgbClr val="F98E00">
                    <a:alpha val="2262"/>
                  </a:srgbClr>
                </a:gs>
                <a:gs pos="71429">
                  <a:srgbClr val="F98E00">
                    <a:alpha val="1065"/>
                  </a:srgbClr>
                </a:gs>
                <a:gs pos="85714">
                  <a:srgbClr val="F98E00">
                    <a:alpha val="423"/>
                  </a:srgbClr>
                </a:gs>
                <a:gs pos="100000">
                  <a:srgbClr val="F98E00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4335009">
              <a:off x="3038290" y="95376"/>
              <a:ext cx="656244" cy="364094"/>
            </a:xfrm>
            <a:prstGeom prst="ellipse">
              <a:avLst/>
            </a:prstGeom>
            <a:gradFill>
              <a:gsLst>
                <a:gs pos="0">
                  <a:srgbClr val="FFD3A2">
                    <a:alpha val="8400"/>
                  </a:srgbClr>
                </a:gs>
                <a:gs pos="14286">
                  <a:srgbClr val="FFD3A2">
                    <a:alpha val="7748"/>
                  </a:srgbClr>
                </a:gs>
                <a:gs pos="28571">
                  <a:srgbClr val="FFD3A2">
                    <a:alpha val="6070"/>
                  </a:srgbClr>
                </a:gs>
                <a:gs pos="42857">
                  <a:srgbClr val="FFD3A2">
                    <a:alpha val="4024"/>
                  </a:srgbClr>
                </a:gs>
                <a:gs pos="57143">
                  <a:srgbClr val="FFD3A2">
                    <a:alpha val="2250"/>
                  </a:srgbClr>
                </a:gs>
                <a:gs pos="71429">
                  <a:srgbClr val="FFD3A2">
                    <a:alpha val="1060"/>
                  </a:srgbClr>
                </a:gs>
                <a:gs pos="85714">
                  <a:srgbClr val="FFD3A2">
                    <a:alpha val="420"/>
                  </a:srgbClr>
                </a:gs>
                <a:gs pos="100000">
                  <a:srgbClr val="FFD3A2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6078807">
              <a:off x="2928419" y="-2474"/>
              <a:ext cx="649976" cy="528629"/>
            </a:xfrm>
            <a:prstGeom prst="ellipse">
              <a:avLst/>
            </a:prstGeom>
            <a:gradFill>
              <a:gsLst>
                <a:gs pos="0">
                  <a:srgbClr val="999E83">
                    <a:alpha val="17160"/>
                  </a:srgbClr>
                </a:gs>
                <a:gs pos="14286">
                  <a:srgbClr val="999E83">
                    <a:alpha val="15889"/>
                  </a:srgbClr>
                </a:gs>
                <a:gs pos="28571">
                  <a:srgbClr val="999E83">
                    <a:alpha val="12572"/>
                  </a:srgbClr>
                </a:gs>
                <a:gs pos="42857">
                  <a:srgbClr val="999E83">
                    <a:alpha val="8435"/>
                  </a:srgbClr>
                </a:gs>
                <a:gs pos="57143">
                  <a:srgbClr val="999E83">
                    <a:alpha val="4766"/>
                  </a:srgbClr>
                </a:gs>
                <a:gs pos="71429">
                  <a:srgbClr val="999E83">
                    <a:alpha val="2260"/>
                  </a:srgbClr>
                </a:gs>
                <a:gs pos="85714">
                  <a:srgbClr val="999E83">
                    <a:alpha val="900"/>
                  </a:srgbClr>
                </a:gs>
                <a:gs pos="100000">
                  <a:srgbClr val="999E83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9141013">
              <a:off x="2806037" y="120695"/>
              <a:ext cx="691063" cy="325937"/>
            </a:xfrm>
            <a:prstGeom prst="ellipse">
              <a:avLst/>
            </a:prstGeom>
            <a:gradFill>
              <a:gsLst>
                <a:gs pos="0">
                  <a:srgbClr val="DB905D">
                    <a:alpha val="13555"/>
                  </a:srgbClr>
                </a:gs>
                <a:gs pos="14286">
                  <a:srgbClr val="DB905D">
                    <a:alpha val="12530"/>
                  </a:srgbClr>
                </a:gs>
                <a:gs pos="28571">
                  <a:srgbClr val="DB905D">
                    <a:alpha val="9873"/>
                  </a:srgbClr>
                </a:gs>
                <a:gs pos="42857">
                  <a:srgbClr val="DB905D">
                    <a:alpha val="6591"/>
                  </a:srgbClr>
                </a:gs>
                <a:gs pos="57143">
                  <a:srgbClr val="DB905D">
                    <a:alpha val="3707"/>
                  </a:srgbClr>
                </a:gs>
                <a:gs pos="71429">
                  <a:srgbClr val="DB905D">
                    <a:alpha val="1753"/>
                  </a:srgbClr>
                </a:gs>
                <a:gs pos="85714">
                  <a:srgbClr val="DB905D">
                    <a:alpha val="697"/>
                  </a:srgbClr>
                </a:gs>
                <a:gs pos="100000">
                  <a:srgbClr val="DB905D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-8523981">
              <a:off x="2582589" y="35084"/>
              <a:ext cx="701791" cy="400791"/>
            </a:xfrm>
            <a:prstGeom prst="ellipse">
              <a:avLst/>
            </a:prstGeom>
            <a:gradFill>
              <a:gsLst>
                <a:gs pos="0">
                  <a:srgbClr val="FFB274">
                    <a:alpha val="10746"/>
                  </a:srgbClr>
                </a:gs>
                <a:gs pos="14286">
                  <a:srgbClr val="FFB274">
                    <a:alpha val="9921"/>
                  </a:srgbClr>
                </a:gs>
                <a:gs pos="28571">
                  <a:srgbClr val="FFB274">
                    <a:alpha val="7793"/>
                  </a:srgbClr>
                </a:gs>
                <a:gs pos="42857">
                  <a:srgbClr val="FFB274">
                    <a:alpha val="5182"/>
                  </a:srgbClr>
                </a:gs>
                <a:gs pos="57143">
                  <a:srgbClr val="FFB274">
                    <a:alpha val="2906"/>
                  </a:srgbClr>
                </a:gs>
                <a:gs pos="71429">
                  <a:srgbClr val="FFB274">
                    <a:alpha val="1371"/>
                  </a:srgbClr>
                </a:gs>
                <a:gs pos="85714">
                  <a:srgbClr val="FFB274">
                    <a:alpha val="544"/>
                  </a:srgbClr>
                </a:gs>
                <a:gs pos="100000">
                  <a:srgbClr val="FFB274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-9513940">
              <a:off x="2470100" y="90713"/>
              <a:ext cx="655202" cy="459925"/>
            </a:xfrm>
            <a:prstGeom prst="ellipse">
              <a:avLst/>
            </a:prstGeom>
            <a:gradFill>
              <a:gsLst>
                <a:gs pos="0">
                  <a:srgbClr val="CA703C">
                    <a:alpha val="32968"/>
                  </a:srgbClr>
                </a:gs>
                <a:gs pos="14286">
                  <a:srgbClr val="CA703C">
                    <a:alpha val="30764"/>
                  </a:srgbClr>
                </a:gs>
                <a:gs pos="28571">
                  <a:srgbClr val="CA703C">
                    <a:alpha val="24833"/>
                  </a:srgbClr>
                </a:gs>
                <a:gs pos="42857">
                  <a:srgbClr val="CA703C">
                    <a:alpha val="17075"/>
                  </a:srgbClr>
                </a:gs>
                <a:gs pos="57143">
                  <a:srgbClr val="CA703C">
                    <a:alpha val="9855"/>
                  </a:srgbClr>
                </a:gs>
                <a:gs pos="71429">
                  <a:srgbClr val="CA703C">
                    <a:alpha val="4740"/>
                  </a:srgbClr>
                </a:gs>
                <a:gs pos="85714">
                  <a:srgbClr val="CA703C">
                    <a:alpha val="1902"/>
                  </a:srgbClr>
                </a:gs>
                <a:gs pos="100000">
                  <a:srgbClr val="CA70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7978688">
              <a:off x="2161522" y="57303"/>
              <a:ext cx="669706" cy="276539"/>
            </a:xfrm>
            <a:prstGeom prst="ellipse">
              <a:avLst/>
            </a:prstGeom>
            <a:gradFill>
              <a:gsLst>
                <a:gs pos="0">
                  <a:srgbClr val="FFA157">
                    <a:alpha val="9668"/>
                  </a:srgbClr>
                </a:gs>
                <a:gs pos="14286">
                  <a:srgbClr val="FFA157">
                    <a:alpha val="8922"/>
                  </a:srgbClr>
                </a:gs>
                <a:gs pos="28571">
                  <a:srgbClr val="FFA157">
                    <a:alpha val="6999"/>
                  </a:srgbClr>
                </a:gs>
                <a:gs pos="42857">
                  <a:srgbClr val="FFA157">
                    <a:alpha val="4648"/>
                  </a:srgbClr>
                </a:gs>
                <a:gs pos="57143">
                  <a:srgbClr val="FFA157">
                    <a:alpha val="2603"/>
                  </a:srgbClr>
                </a:gs>
                <a:gs pos="71429">
                  <a:srgbClr val="FFA157">
                    <a:alpha val="1227"/>
                  </a:srgbClr>
                </a:gs>
                <a:gs pos="85714">
                  <a:srgbClr val="FFA157">
                    <a:alpha val="487"/>
                  </a:srgbClr>
                </a:gs>
                <a:gs pos="100000">
                  <a:srgbClr val="FFA157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-10351004">
              <a:off x="1574550" y="126060"/>
              <a:ext cx="575598" cy="394982"/>
            </a:xfrm>
            <a:prstGeom prst="ellipse">
              <a:avLst/>
            </a:prstGeom>
            <a:gradFill>
              <a:gsLst>
                <a:gs pos="0">
                  <a:srgbClr val="F1E5FF">
                    <a:alpha val="2082"/>
                  </a:srgbClr>
                </a:gs>
                <a:gs pos="14286">
                  <a:srgbClr val="F1E5FF">
                    <a:alpha val="1915"/>
                  </a:srgbClr>
                </a:gs>
                <a:gs pos="28571">
                  <a:srgbClr val="F1E5FF">
                    <a:alpha val="1490"/>
                  </a:srgbClr>
                </a:gs>
                <a:gs pos="42857">
                  <a:srgbClr val="F1E5FF">
                    <a:alpha val="980"/>
                  </a:srgbClr>
                </a:gs>
                <a:gs pos="57143">
                  <a:srgbClr val="F1E5FF">
                    <a:alpha val="544"/>
                  </a:srgbClr>
                </a:gs>
                <a:gs pos="71429">
                  <a:srgbClr val="F1E5FF">
                    <a:alpha val="255"/>
                  </a:srgbClr>
                </a:gs>
                <a:gs pos="85714">
                  <a:srgbClr val="F1E5FF">
                    <a:alpha val="101"/>
                  </a:srgbClr>
                </a:gs>
                <a:gs pos="100000">
                  <a:srgbClr val="F1E5FF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10542876">
              <a:off x="1422979" y="151666"/>
              <a:ext cx="599430" cy="335042"/>
            </a:xfrm>
            <a:prstGeom prst="ellipse">
              <a:avLst/>
            </a:prstGeom>
            <a:gradFill>
              <a:gsLst>
                <a:gs pos="0">
                  <a:srgbClr val="FBDEB7">
                    <a:alpha val="17304"/>
                  </a:srgbClr>
                </a:gs>
                <a:gs pos="14286">
                  <a:srgbClr val="FBDEB7">
                    <a:alpha val="16023"/>
                  </a:srgbClr>
                </a:gs>
                <a:gs pos="28571">
                  <a:srgbClr val="FBDEB7">
                    <a:alpha val="12680"/>
                  </a:srgbClr>
                </a:gs>
                <a:gs pos="42857">
                  <a:srgbClr val="FBDEB7">
                    <a:alpha val="8510"/>
                  </a:srgbClr>
                </a:gs>
                <a:gs pos="57143">
                  <a:srgbClr val="FBDEB7">
                    <a:alpha val="4809"/>
                  </a:srgbClr>
                </a:gs>
                <a:gs pos="71429">
                  <a:srgbClr val="FBDEB7">
                    <a:alpha val="2280"/>
                  </a:srgbClr>
                </a:gs>
                <a:gs pos="85714">
                  <a:srgbClr val="FBDEB7">
                    <a:alpha val="908"/>
                  </a:srgbClr>
                </a:gs>
                <a:gs pos="100000">
                  <a:srgbClr val="FBDEB7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9351602">
              <a:off x="1268884" y="164112"/>
              <a:ext cx="562967" cy="307049"/>
            </a:xfrm>
            <a:prstGeom prst="ellipse">
              <a:avLst/>
            </a:prstGeom>
            <a:gradFill>
              <a:gsLst>
                <a:gs pos="0">
                  <a:srgbClr val="FFE2AC">
                    <a:alpha val="9213"/>
                  </a:srgbClr>
                </a:gs>
                <a:gs pos="14286">
                  <a:srgbClr val="FFE2AC">
                    <a:alpha val="8500"/>
                  </a:srgbClr>
                </a:gs>
                <a:gs pos="28571">
                  <a:srgbClr val="FFE2AC">
                    <a:alpha val="6665"/>
                  </a:srgbClr>
                </a:gs>
                <a:gs pos="42857">
                  <a:srgbClr val="FFE2AC">
                    <a:alpha val="4423"/>
                  </a:srgbClr>
                </a:gs>
                <a:gs pos="57143">
                  <a:srgbClr val="FFE2AC">
                    <a:alpha val="2476"/>
                  </a:srgbClr>
                </a:gs>
                <a:gs pos="71429">
                  <a:srgbClr val="FFE2AC">
                    <a:alpha val="1167"/>
                  </a:srgbClr>
                </a:gs>
                <a:gs pos="85714">
                  <a:srgbClr val="FFE2AC">
                    <a:alpha val="463"/>
                  </a:srgbClr>
                </a:gs>
                <a:gs pos="100000">
                  <a:srgbClr val="FFE2AC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8544889">
              <a:off x="592920" y="42498"/>
              <a:ext cx="637161" cy="389441"/>
            </a:xfrm>
            <a:prstGeom prst="ellipse">
              <a:avLst/>
            </a:prstGeom>
            <a:gradFill>
              <a:gsLst>
                <a:gs pos="0">
                  <a:srgbClr val="FF7800">
                    <a:alpha val="4950"/>
                  </a:srgbClr>
                </a:gs>
                <a:gs pos="14286">
                  <a:srgbClr val="FF7800">
                    <a:alpha val="4559"/>
                  </a:srgbClr>
                </a:gs>
                <a:gs pos="28571">
                  <a:srgbClr val="FF7800">
                    <a:alpha val="3558"/>
                  </a:srgbClr>
                </a:gs>
                <a:gs pos="42857">
                  <a:srgbClr val="FF7800">
                    <a:alpha val="2349"/>
                  </a:srgbClr>
                </a:gs>
                <a:gs pos="57143">
                  <a:srgbClr val="FF7800">
                    <a:alpha val="1308"/>
                  </a:srgbClr>
                </a:gs>
                <a:gs pos="71429">
                  <a:srgbClr val="FF7800">
                    <a:alpha val="615"/>
                  </a:srgbClr>
                </a:gs>
                <a:gs pos="85714">
                  <a:srgbClr val="FF7800">
                    <a:alpha val="243"/>
                  </a:srgbClr>
                </a:gs>
                <a:gs pos="100000">
                  <a:srgbClr val="FF78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-10694430">
              <a:off x="219484" y="-153978"/>
              <a:ext cx="685602" cy="620189"/>
            </a:xfrm>
            <a:prstGeom prst="ellipse">
              <a:avLst/>
            </a:prstGeom>
            <a:gradFill>
              <a:gsLst>
                <a:gs pos="0">
                  <a:srgbClr val="000002">
                    <a:alpha val="14945"/>
                  </a:srgbClr>
                </a:gs>
                <a:gs pos="14286">
                  <a:srgbClr val="000002">
                    <a:alpha val="13824"/>
                  </a:srgbClr>
                </a:gs>
                <a:gs pos="28571">
                  <a:srgbClr val="000002">
                    <a:alpha val="10910"/>
                  </a:srgbClr>
                </a:gs>
                <a:gs pos="42857">
                  <a:srgbClr val="000002">
                    <a:alpha val="7297"/>
                  </a:srgbClr>
                </a:gs>
                <a:gs pos="57143">
                  <a:srgbClr val="000002">
                    <a:alpha val="4112"/>
                  </a:srgbClr>
                </a:gs>
                <a:gs pos="71429">
                  <a:srgbClr val="000002">
                    <a:alpha val="1946"/>
                  </a:srgbClr>
                </a:gs>
                <a:gs pos="85714">
                  <a:srgbClr val="000002">
                    <a:alpha val="774"/>
                  </a:srgbClr>
                </a:gs>
                <a:gs pos="100000">
                  <a:srgbClr val="000002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8583296">
              <a:off x="-38108" y="77865"/>
              <a:ext cx="816012" cy="384780"/>
            </a:xfrm>
            <a:prstGeom prst="ellipse">
              <a:avLst/>
            </a:prstGeom>
            <a:gradFill>
              <a:gsLst>
                <a:gs pos="0">
                  <a:srgbClr val="001210">
                    <a:alpha val="32968"/>
                  </a:srgbClr>
                </a:gs>
                <a:gs pos="14286">
                  <a:srgbClr val="001210">
                    <a:alpha val="30764"/>
                  </a:srgbClr>
                </a:gs>
                <a:gs pos="28571">
                  <a:srgbClr val="001210">
                    <a:alpha val="24833"/>
                  </a:srgbClr>
                </a:gs>
                <a:gs pos="42857">
                  <a:srgbClr val="001210">
                    <a:alpha val="17075"/>
                  </a:srgbClr>
                </a:gs>
                <a:gs pos="57143">
                  <a:srgbClr val="001210">
                    <a:alpha val="9855"/>
                  </a:srgbClr>
                </a:gs>
                <a:gs pos="71429">
                  <a:srgbClr val="001210">
                    <a:alpha val="4740"/>
                  </a:srgbClr>
                </a:gs>
                <a:gs pos="85714">
                  <a:srgbClr val="001210">
                    <a:alpha val="1902"/>
                  </a:srgbClr>
                </a:gs>
                <a:gs pos="100000">
                  <a:srgbClr val="0012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8532382">
              <a:off x="-294085" y="-93332"/>
              <a:ext cx="854599" cy="728198"/>
            </a:xfrm>
            <a:prstGeom prst="ellipse">
              <a:avLst/>
            </a:prstGeom>
            <a:gradFill>
              <a:gsLst>
                <a:gs pos="0">
                  <a:srgbClr val="000907">
                    <a:alpha val="32968"/>
                  </a:srgbClr>
                </a:gs>
                <a:gs pos="14286">
                  <a:srgbClr val="000907">
                    <a:alpha val="30764"/>
                  </a:srgbClr>
                </a:gs>
                <a:gs pos="28571">
                  <a:srgbClr val="000907">
                    <a:alpha val="24833"/>
                  </a:srgbClr>
                </a:gs>
                <a:gs pos="42857">
                  <a:srgbClr val="000907">
                    <a:alpha val="17075"/>
                  </a:srgbClr>
                </a:gs>
                <a:gs pos="57143">
                  <a:srgbClr val="000907">
                    <a:alpha val="9855"/>
                  </a:srgbClr>
                </a:gs>
                <a:gs pos="71429">
                  <a:srgbClr val="000907">
                    <a:alpha val="4740"/>
                  </a:srgbClr>
                </a:gs>
                <a:gs pos="85714">
                  <a:srgbClr val="000907">
                    <a:alpha val="1902"/>
                  </a:srgbClr>
                </a:gs>
                <a:gs pos="100000">
                  <a:srgbClr val="0009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7037873">
              <a:off x="-390194" y="-41678"/>
              <a:ext cx="842618" cy="743166"/>
            </a:xfrm>
            <a:prstGeom prst="ellipse">
              <a:avLst/>
            </a:prstGeom>
            <a:gradFill>
              <a:gsLst>
                <a:gs pos="0">
                  <a:srgbClr val="000E0C">
                    <a:alpha val="32968"/>
                  </a:srgbClr>
                </a:gs>
                <a:gs pos="14286">
                  <a:srgbClr val="000E0C">
                    <a:alpha val="30764"/>
                  </a:srgbClr>
                </a:gs>
                <a:gs pos="28571">
                  <a:srgbClr val="000E0C">
                    <a:alpha val="24833"/>
                  </a:srgbClr>
                </a:gs>
                <a:gs pos="42857">
                  <a:srgbClr val="000E0C">
                    <a:alpha val="17075"/>
                  </a:srgbClr>
                </a:gs>
                <a:gs pos="57143">
                  <a:srgbClr val="000E0C">
                    <a:alpha val="9855"/>
                  </a:srgbClr>
                </a:gs>
                <a:gs pos="71429">
                  <a:srgbClr val="000E0C">
                    <a:alpha val="4740"/>
                  </a:srgbClr>
                </a:gs>
                <a:gs pos="85714">
                  <a:srgbClr val="000E0C">
                    <a:alpha val="1902"/>
                  </a:srgbClr>
                </a:gs>
                <a:gs pos="100000">
                  <a:srgbClr val="000E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Splat 1438"/>
            <p:cNvSpPr>
              <a:spLocks noGrp="1"/>
            </p:cNvSpPr>
            <p:nvPr/>
          </p:nvSpPr>
          <p:spPr>
            <a:xfrm rot="9453288">
              <a:off x="3259014" y="-133745"/>
              <a:ext cx="695017" cy="333455"/>
            </a:xfrm>
            <a:prstGeom prst="ellipse">
              <a:avLst/>
            </a:prstGeom>
            <a:gradFill>
              <a:gsLst>
                <a:gs pos="0">
                  <a:srgbClr val="FFD8A7">
                    <a:alpha val="28921"/>
                  </a:srgbClr>
                </a:gs>
                <a:gs pos="14286">
                  <a:srgbClr val="FFD8A7">
                    <a:alpha val="26931"/>
                  </a:srgbClr>
                </a:gs>
                <a:gs pos="28571">
                  <a:srgbClr val="FFD8A7">
                    <a:alpha val="21621"/>
                  </a:srgbClr>
                </a:gs>
                <a:gs pos="42857">
                  <a:srgbClr val="FFD8A7">
                    <a:alpha val="14768"/>
                  </a:srgbClr>
                </a:gs>
                <a:gs pos="57143">
                  <a:srgbClr val="FFD8A7">
                    <a:alpha val="8474"/>
                  </a:srgbClr>
                </a:gs>
                <a:gs pos="71429">
                  <a:srgbClr val="FFD8A7">
                    <a:alpha val="4060"/>
                  </a:srgbClr>
                </a:gs>
                <a:gs pos="85714">
                  <a:srgbClr val="FFD8A7">
                    <a:alpha val="1626"/>
                  </a:srgbClr>
                </a:gs>
                <a:gs pos="100000">
                  <a:srgbClr val="FFD8A7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Splat 1439"/>
            <p:cNvSpPr>
              <a:spLocks noGrp="1"/>
            </p:cNvSpPr>
            <p:nvPr/>
          </p:nvSpPr>
          <p:spPr>
            <a:xfrm rot="7291940">
              <a:off x="3076488" y="-179009"/>
              <a:ext cx="651280" cy="422307"/>
            </a:xfrm>
            <a:prstGeom prst="ellipse">
              <a:avLst/>
            </a:prstGeom>
            <a:gradFill>
              <a:gsLst>
                <a:gs pos="0">
                  <a:srgbClr val="FFE4AE">
                    <a:alpha val="11230"/>
                  </a:srgbClr>
                </a:gs>
                <a:gs pos="14286">
                  <a:srgbClr val="FFE4AE">
                    <a:alpha val="10371"/>
                  </a:srgbClr>
                </a:gs>
                <a:gs pos="28571">
                  <a:srgbClr val="FFE4AE">
                    <a:alpha val="8150"/>
                  </a:srgbClr>
                </a:gs>
                <a:gs pos="42857">
                  <a:srgbClr val="FFE4AE">
                    <a:alpha val="5423"/>
                  </a:srgbClr>
                </a:gs>
                <a:gs pos="57143">
                  <a:srgbClr val="FFE4AE">
                    <a:alpha val="3042"/>
                  </a:srgbClr>
                </a:gs>
                <a:gs pos="71429">
                  <a:srgbClr val="FFE4AE">
                    <a:alpha val="1436"/>
                  </a:srgbClr>
                </a:gs>
                <a:gs pos="85714">
                  <a:srgbClr val="FFE4AE">
                    <a:alpha val="570"/>
                  </a:srgbClr>
                </a:gs>
                <a:gs pos="100000">
                  <a:srgbClr val="FFE4AE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Splat 1440"/>
            <p:cNvSpPr>
              <a:spLocks noGrp="1"/>
            </p:cNvSpPr>
            <p:nvPr/>
          </p:nvSpPr>
          <p:spPr>
            <a:xfrm rot="10466635">
              <a:off x="3023552" y="-142289"/>
              <a:ext cx="510237" cy="423962"/>
            </a:xfrm>
            <a:prstGeom prst="ellipse">
              <a:avLst/>
            </a:prstGeom>
            <a:gradFill>
              <a:gsLst>
                <a:gs pos="0">
                  <a:srgbClr val="B65D23">
                    <a:alpha val="22786"/>
                  </a:srgbClr>
                </a:gs>
                <a:gs pos="14286">
                  <a:srgbClr val="B65D23">
                    <a:alpha val="21154"/>
                  </a:srgbClr>
                </a:gs>
                <a:gs pos="28571">
                  <a:srgbClr val="B65D23">
                    <a:alpha val="16852"/>
                  </a:srgbClr>
                </a:gs>
                <a:gs pos="42857">
                  <a:srgbClr val="B65D23">
                    <a:alpha val="11401"/>
                  </a:srgbClr>
                </a:gs>
                <a:gs pos="57143">
                  <a:srgbClr val="B65D23">
                    <a:alpha val="6487"/>
                  </a:srgbClr>
                </a:gs>
                <a:gs pos="71429">
                  <a:srgbClr val="B65D23">
                    <a:alpha val="3091"/>
                  </a:srgbClr>
                </a:gs>
                <a:gs pos="85714">
                  <a:srgbClr val="B65D23">
                    <a:alpha val="1234"/>
                  </a:srgbClr>
                </a:gs>
                <a:gs pos="100000">
                  <a:srgbClr val="B65D23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Splat 1441"/>
            <p:cNvSpPr>
              <a:spLocks noGrp="1"/>
            </p:cNvSpPr>
            <p:nvPr/>
          </p:nvSpPr>
          <p:spPr>
            <a:xfrm rot="-8569224">
              <a:off x="2714029" y="-85852"/>
              <a:ext cx="705401" cy="403204"/>
            </a:xfrm>
            <a:prstGeom prst="ellipse">
              <a:avLst/>
            </a:prstGeom>
            <a:gradFill>
              <a:gsLst>
                <a:gs pos="0">
                  <a:srgbClr val="AF4700">
                    <a:alpha val="20135"/>
                  </a:srgbClr>
                </a:gs>
                <a:gs pos="14286">
                  <a:srgbClr val="AF4700">
                    <a:alpha val="18670"/>
                  </a:srgbClr>
                </a:gs>
                <a:gs pos="28571">
                  <a:srgbClr val="AF4700">
                    <a:alpha val="14824"/>
                  </a:srgbClr>
                </a:gs>
                <a:gs pos="42857">
                  <a:srgbClr val="AF4700">
                    <a:alpha val="9990"/>
                  </a:srgbClr>
                </a:gs>
                <a:gs pos="57143">
                  <a:srgbClr val="AF4700">
                    <a:alpha val="5665"/>
                  </a:srgbClr>
                </a:gs>
                <a:gs pos="71429">
                  <a:srgbClr val="AF4700">
                    <a:alpha val="2693"/>
                  </a:srgbClr>
                </a:gs>
                <a:gs pos="85714">
                  <a:srgbClr val="AF4700">
                    <a:alpha val="1074"/>
                  </a:srgbClr>
                </a:gs>
                <a:gs pos="100000">
                  <a:srgbClr val="AF47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Splat 1442"/>
            <p:cNvSpPr>
              <a:spLocks noGrp="1"/>
            </p:cNvSpPr>
            <p:nvPr/>
          </p:nvSpPr>
          <p:spPr>
            <a:xfrm rot="8657980">
              <a:off x="2597814" y="-206294"/>
              <a:ext cx="754377" cy="448714"/>
            </a:xfrm>
            <a:prstGeom prst="ellipse">
              <a:avLst/>
            </a:prstGeom>
            <a:gradFill>
              <a:gsLst>
                <a:gs pos="0">
                  <a:srgbClr val="D48D54">
                    <a:alpha val="27711"/>
                  </a:srgbClr>
                </a:gs>
                <a:gs pos="14286">
                  <a:srgbClr val="D48D54">
                    <a:alpha val="25789"/>
                  </a:srgbClr>
                </a:gs>
                <a:gs pos="28571">
                  <a:srgbClr val="D48D54">
                    <a:alpha val="20672"/>
                  </a:srgbClr>
                </a:gs>
                <a:gs pos="42857">
                  <a:srgbClr val="D48D54">
                    <a:alpha val="14092"/>
                  </a:srgbClr>
                </a:gs>
                <a:gs pos="57143">
                  <a:srgbClr val="D48D54">
                    <a:alpha val="8072"/>
                  </a:srgbClr>
                </a:gs>
                <a:gs pos="71429">
                  <a:srgbClr val="D48D54">
                    <a:alpha val="3863"/>
                  </a:srgbClr>
                </a:gs>
                <a:gs pos="85714">
                  <a:srgbClr val="D48D54">
                    <a:alpha val="1546"/>
                  </a:srgbClr>
                </a:gs>
                <a:gs pos="100000">
                  <a:srgbClr val="D48D54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Splat 1443"/>
            <p:cNvSpPr>
              <a:spLocks noGrp="1"/>
            </p:cNvSpPr>
            <p:nvPr/>
          </p:nvSpPr>
          <p:spPr>
            <a:xfrm rot="10401775">
              <a:off x="2326099" y="-190260"/>
              <a:ext cx="798196" cy="598898"/>
            </a:xfrm>
            <a:prstGeom prst="ellipse">
              <a:avLst/>
            </a:prstGeom>
            <a:gradFill>
              <a:gsLst>
                <a:gs pos="0">
                  <a:srgbClr val="D66415">
                    <a:alpha val="17064"/>
                  </a:srgbClr>
                </a:gs>
                <a:gs pos="14286">
                  <a:srgbClr val="D66415">
                    <a:alpha val="15799"/>
                  </a:srgbClr>
                </a:gs>
                <a:gs pos="28571">
                  <a:srgbClr val="D66415">
                    <a:alpha val="12499"/>
                  </a:srgbClr>
                </a:gs>
                <a:gs pos="42857">
                  <a:srgbClr val="D66415">
                    <a:alpha val="8385"/>
                  </a:srgbClr>
                </a:gs>
                <a:gs pos="57143">
                  <a:srgbClr val="D66415">
                    <a:alpha val="4737"/>
                  </a:srgbClr>
                </a:gs>
                <a:gs pos="71429">
                  <a:srgbClr val="D66415">
                    <a:alpha val="2246"/>
                  </a:srgbClr>
                </a:gs>
                <a:gs pos="85714">
                  <a:srgbClr val="D66415">
                    <a:alpha val="894"/>
                  </a:srgbClr>
                </a:gs>
                <a:gs pos="100000">
                  <a:srgbClr val="D66415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Splat 1444"/>
            <p:cNvSpPr>
              <a:spLocks noGrp="1"/>
            </p:cNvSpPr>
            <p:nvPr/>
          </p:nvSpPr>
          <p:spPr>
            <a:xfrm rot="9535614">
              <a:off x="2261348" y="-149202"/>
              <a:ext cx="733440" cy="402647"/>
            </a:xfrm>
            <a:prstGeom prst="ellipse">
              <a:avLst/>
            </a:prstGeom>
            <a:gradFill>
              <a:gsLst>
                <a:gs pos="0">
                  <a:srgbClr val="CB7E46">
                    <a:alpha val="31113"/>
                  </a:srgbClr>
                </a:gs>
                <a:gs pos="14286">
                  <a:srgbClr val="CB7E46">
                    <a:alpha val="29005"/>
                  </a:srgbClr>
                </a:gs>
                <a:gs pos="28571">
                  <a:srgbClr val="CB7E46">
                    <a:alpha val="23354"/>
                  </a:srgbClr>
                </a:gs>
                <a:gs pos="42857">
                  <a:srgbClr val="CB7E46">
                    <a:alpha val="16009"/>
                  </a:srgbClr>
                </a:gs>
                <a:gs pos="57143">
                  <a:srgbClr val="CB7E46">
                    <a:alpha val="9214"/>
                  </a:srgbClr>
                </a:gs>
                <a:gs pos="71429">
                  <a:srgbClr val="CB7E46">
                    <a:alpha val="4424"/>
                  </a:srgbClr>
                </a:gs>
                <a:gs pos="85714">
                  <a:srgbClr val="CB7E46">
                    <a:alpha val="1773"/>
                  </a:srgbClr>
                </a:gs>
                <a:gs pos="100000">
                  <a:srgbClr val="CB7E46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Splat 1445"/>
            <p:cNvSpPr>
              <a:spLocks noGrp="1"/>
            </p:cNvSpPr>
            <p:nvPr/>
          </p:nvSpPr>
          <p:spPr>
            <a:xfrm rot="-9519448">
              <a:off x="2086663" y="-110058"/>
              <a:ext cx="709392" cy="370196"/>
            </a:xfrm>
            <a:prstGeom prst="ellipse">
              <a:avLst/>
            </a:prstGeom>
            <a:gradFill>
              <a:gsLst>
                <a:gs pos="0">
                  <a:srgbClr val="B75523">
                    <a:alpha val="32968"/>
                  </a:srgbClr>
                </a:gs>
                <a:gs pos="14286">
                  <a:srgbClr val="B75523">
                    <a:alpha val="30764"/>
                  </a:srgbClr>
                </a:gs>
                <a:gs pos="28571">
                  <a:srgbClr val="B75523">
                    <a:alpha val="24833"/>
                  </a:srgbClr>
                </a:gs>
                <a:gs pos="42857">
                  <a:srgbClr val="B75523">
                    <a:alpha val="17075"/>
                  </a:srgbClr>
                </a:gs>
                <a:gs pos="57143">
                  <a:srgbClr val="B75523">
                    <a:alpha val="9855"/>
                  </a:srgbClr>
                </a:gs>
                <a:gs pos="71429">
                  <a:srgbClr val="B75523">
                    <a:alpha val="4740"/>
                  </a:srgbClr>
                </a:gs>
                <a:gs pos="85714">
                  <a:srgbClr val="B75523">
                    <a:alpha val="1902"/>
                  </a:srgbClr>
                </a:gs>
                <a:gs pos="100000">
                  <a:srgbClr val="B755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Splat 1446"/>
            <p:cNvSpPr>
              <a:spLocks noGrp="1"/>
            </p:cNvSpPr>
            <p:nvPr/>
          </p:nvSpPr>
          <p:spPr>
            <a:xfrm rot="8009601">
              <a:off x="817654" y="-121306"/>
              <a:ext cx="599284" cy="283740"/>
            </a:xfrm>
            <a:prstGeom prst="ellipse">
              <a:avLst/>
            </a:prstGeom>
            <a:gradFill>
              <a:gsLst>
                <a:gs pos="0">
                  <a:srgbClr val="ED8433">
                    <a:alpha val="21024"/>
                  </a:srgbClr>
                </a:gs>
                <a:gs pos="14286">
                  <a:srgbClr val="ED8433">
                    <a:alpha val="19501"/>
                  </a:srgbClr>
                </a:gs>
                <a:gs pos="28571">
                  <a:srgbClr val="ED8433">
                    <a:alpha val="15501"/>
                  </a:srgbClr>
                </a:gs>
                <a:gs pos="42857">
                  <a:srgbClr val="ED8433">
                    <a:alpha val="10460"/>
                  </a:srgbClr>
                </a:gs>
                <a:gs pos="57143">
                  <a:srgbClr val="ED8433">
                    <a:alpha val="5938"/>
                  </a:srgbClr>
                </a:gs>
                <a:gs pos="71429">
                  <a:srgbClr val="ED8433">
                    <a:alpha val="2825"/>
                  </a:srgbClr>
                </a:gs>
                <a:gs pos="85714">
                  <a:srgbClr val="ED8433">
                    <a:alpha val="1127"/>
                  </a:srgbClr>
                </a:gs>
                <a:gs pos="100000">
                  <a:srgbClr val="ED8433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Splat 1447"/>
            <p:cNvSpPr>
              <a:spLocks noGrp="1"/>
            </p:cNvSpPr>
            <p:nvPr/>
          </p:nvSpPr>
          <p:spPr>
            <a:xfrm rot="10723343">
              <a:off x="348377" y="-87095"/>
              <a:ext cx="991799" cy="174190"/>
            </a:xfrm>
            <a:prstGeom prst="ellipse">
              <a:avLst/>
            </a:prstGeom>
            <a:gradFill>
              <a:gsLst>
                <a:gs pos="0">
                  <a:srgbClr val="000E07">
                    <a:alpha val="32968"/>
                  </a:srgbClr>
                </a:gs>
                <a:gs pos="14286">
                  <a:srgbClr val="000E07">
                    <a:alpha val="30764"/>
                  </a:srgbClr>
                </a:gs>
                <a:gs pos="28571">
                  <a:srgbClr val="000E07">
                    <a:alpha val="24833"/>
                  </a:srgbClr>
                </a:gs>
                <a:gs pos="42857">
                  <a:srgbClr val="000E07">
                    <a:alpha val="17075"/>
                  </a:srgbClr>
                </a:gs>
                <a:gs pos="57143">
                  <a:srgbClr val="000E07">
                    <a:alpha val="9855"/>
                  </a:srgbClr>
                </a:gs>
                <a:gs pos="71429">
                  <a:srgbClr val="000E07">
                    <a:alpha val="4740"/>
                  </a:srgbClr>
                </a:gs>
                <a:gs pos="85714">
                  <a:srgbClr val="000E07">
                    <a:alpha val="1902"/>
                  </a:srgbClr>
                </a:gs>
                <a:gs pos="100000">
                  <a:srgbClr val="000E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Splat 1448"/>
            <p:cNvSpPr>
              <a:spLocks noGrp="1"/>
            </p:cNvSpPr>
            <p:nvPr/>
          </p:nvSpPr>
          <p:spPr>
            <a:xfrm rot="8627910">
              <a:off x="342863" y="-99968"/>
              <a:ext cx="741504" cy="354740"/>
            </a:xfrm>
            <a:prstGeom prst="ellipse">
              <a:avLst/>
            </a:prstGeom>
            <a:gradFill>
              <a:gsLst>
                <a:gs pos="0">
                  <a:srgbClr val="00120E">
                    <a:alpha val="32489"/>
                  </a:srgbClr>
                </a:gs>
                <a:gs pos="14286">
                  <a:srgbClr val="00120E">
                    <a:alpha val="30310"/>
                  </a:srgbClr>
                </a:gs>
                <a:gs pos="28571">
                  <a:srgbClr val="00120E">
                    <a:alpha val="24450"/>
                  </a:srgbClr>
                </a:gs>
                <a:gs pos="42857">
                  <a:srgbClr val="00120E">
                    <a:alpha val="16799"/>
                  </a:srgbClr>
                </a:gs>
                <a:gs pos="57143">
                  <a:srgbClr val="00120E">
                    <a:alpha val="9688"/>
                  </a:srgbClr>
                </a:gs>
                <a:gs pos="71429">
                  <a:srgbClr val="00120E">
                    <a:alpha val="4658"/>
                  </a:srgbClr>
                </a:gs>
                <a:gs pos="85714">
                  <a:srgbClr val="00120E">
                    <a:alpha val="1869"/>
                  </a:srgbClr>
                </a:gs>
                <a:gs pos="100000">
                  <a:srgbClr val="00120E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Splat 1449"/>
            <p:cNvSpPr>
              <a:spLocks noGrp="1"/>
            </p:cNvSpPr>
            <p:nvPr/>
          </p:nvSpPr>
          <p:spPr>
            <a:xfrm rot="8942514">
              <a:off x="155644" y="-237330"/>
              <a:ext cx="795404" cy="574223"/>
            </a:xfrm>
            <a:prstGeom prst="ellipse">
              <a:avLst/>
            </a:prstGeom>
            <a:gradFill>
              <a:gsLst>
                <a:gs pos="0">
                  <a:srgbClr val="001B14">
                    <a:alpha val="32968"/>
                  </a:srgbClr>
                </a:gs>
                <a:gs pos="14286">
                  <a:srgbClr val="001B14">
                    <a:alpha val="30764"/>
                  </a:srgbClr>
                </a:gs>
                <a:gs pos="28571">
                  <a:srgbClr val="001B14">
                    <a:alpha val="24833"/>
                  </a:srgbClr>
                </a:gs>
                <a:gs pos="42857">
                  <a:srgbClr val="001B14">
                    <a:alpha val="17075"/>
                  </a:srgbClr>
                </a:gs>
                <a:gs pos="57143">
                  <a:srgbClr val="001B14">
                    <a:alpha val="9855"/>
                  </a:srgbClr>
                </a:gs>
                <a:gs pos="71429">
                  <a:srgbClr val="001B14">
                    <a:alpha val="4740"/>
                  </a:srgbClr>
                </a:gs>
                <a:gs pos="85714">
                  <a:srgbClr val="001B14">
                    <a:alpha val="1902"/>
                  </a:srgbClr>
                </a:gs>
                <a:gs pos="100000">
                  <a:srgbClr val="001B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Splat 1450"/>
            <p:cNvSpPr>
              <a:spLocks noGrp="1"/>
            </p:cNvSpPr>
            <p:nvPr/>
          </p:nvSpPr>
          <p:spPr>
            <a:xfrm rot="8687165">
              <a:off x="49724" y="-276538"/>
              <a:ext cx="828815" cy="668203"/>
            </a:xfrm>
            <a:prstGeom prst="ellipse">
              <a:avLst/>
            </a:prstGeom>
            <a:gradFill>
              <a:gsLst>
                <a:gs pos="0">
                  <a:srgbClr val="000607">
                    <a:alpha val="32968"/>
                  </a:srgbClr>
                </a:gs>
                <a:gs pos="14286">
                  <a:srgbClr val="000607">
                    <a:alpha val="30764"/>
                  </a:srgbClr>
                </a:gs>
                <a:gs pos="28571">
                  <a:srgbClr val="000607">
                    <a:alpha val="24833"/>
                  </a:srgbClr>
                </a:gs>
                <a:gs pos="42857">
                  <a:srgbClr val="000607">
                    <a:alpha val="17075"/>
                  </a:srgbClr>
                </a:gs>
                <a:gs pos="57143">
                  <a:srgbClr val="000607">
                    <a:alpha val="9855"/>
                  </a:srgbClr>
                </a:gs>
                <a:gs pos="71429">
                  <a:srgbClr val="000607">
                    <a:alpha val="4740"/>
                  </a:srgbClr>
                </a:gs>
                <a:gs pos="85714">
                  <a:srgbClr val="000607">
                    <a:alpha val="1902"/>
                  </a:srgbClr>
                </a:gs>
                <a:gs pos="100000">
                  <a:srgbClr val="0006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Splat 1451"/>
            <p:cNvSpPr>
              <a:spLocks noGrp="1"/>
            </p:cNvSpPr>
            <p:nvPr/>
          </p:nvSpPr>
          <p:spPr>
            <a:xfrm rot="-10550067">
              <a:off x="-296301" y="-352754"/>
              <a:ext cx="889767" cy="784387"/>
            </a:xfrm>
            <a:prstGeom prst="ellipse">
              <a:avLst/>
            </a:prstGeom>
            <a:gradFill>
              <a:gsLst>
                <a:gs pos="0">
                  <a:srgbClr val="001512">
                    <a:alpha val="32968"/>
                  </a:srgbClr>
                </a:gs>
                <a:gs pos="14286">
                  <a:srgbClr val="001512">
                    <a:alpha val="30764"/>
                  </a:srgbClr>
                </a:gs>
                <a:gs pos="28571">
                  <a:srgbClr val="001512">
                    <a:alpha val="24833"/>
                  </a:srgbClr>
                </a:gs>
                <a:gs pos="42857">
                  <a:srgbClr val="001512">
                    <a:alpha val="17075"/>
                  </a:srgbClr>
                </a:gs>
                <a:gs pos="57143">
                  <a:srgbClr val="001512">
                    <a:alpha val="9855"/>
                  </a:srgbClr>
                </a:gs>
                <a:gs pos="71429">
                  <a:srgbClr val="001512">
                    <a:alpha val="4740"/>
                  </a:srgbClr>
                </a:gs>
                <a:gs pos="85714">
                  <a:srgbClr val="001512">
                    <a:alpha val="1902"/>
                  </a:srgbClr>
                </a:gs>
                <a:gs pos="100000">
                  <a:srgbClr val="0015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Splat 1452"/>
            <p:cNvSpPr>
              <a:spLocks noGrp="1"/>
            </p:cNvSpPr>
            <p:nvPr/>
          </p:nvSpPr>
          <p:spPr>
            <a:xfrm rot="8868109">
              <a:off x="-388335" y="-324613"/>
              <a:ext cx="884116" cy="772538"/>
            </a:xfrm>
            <a:prstGeom prst="ellipse">
              <a:avLst/>
            </a:prstGeom>
            <a:gradFill>
              <a:gsLst>
                <a:gs pos="0">
                  <a:srgbClr val="000204">
                    <a:alpha val="32968"/>
                  </a:srgbClr>
                </a:gs>
                <a:gs pos="14286">
                  <a:srgbClr val="000204">
                    <a:alpha val="30764"/>
                  </a:srgbClr>
                </a:gs>
                <a:gs pos="28571">
                  <a:srgbClr val="000204">
                    <a:alpha val="24833"/>
                  </a:srgbClr>
                </a:gs>
                <a:gs pos="42857">
                  <a:srgbClr val="000204">
                    <a:alpha val="17075"/>
                  </a:srgbClr>
                </a:gs>
                <a:gs pos="57143">
                  <a:srgbClr val="000204">
                    <a:alpha val="9855"/>
                  </a:srgbClr>
                </a:gs>
                <a:gs pos="71429">
                  <a:srgbClr val="000204">
                    <a:alpha val="4740"/>
                  </a:srgbClr>
                </a:gs>
                <a:gs pos="85714">
                  <a:srgbClr val="000204">
                    <a:alpha val="1902"/>
                  </a:srgbClr>
                </a:gs>
                <a:gs pos="100000">
                  <a:srgbClr val="0002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2026-08-02T15:00:22Z</dcterms:created>
  <dcterms:modified xsi:type="dcterms:W3CDTF">2026-08-02T15:00:22Z</dcterms:modified>
</cp:coreProperties>
</file>