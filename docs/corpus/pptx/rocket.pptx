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657600" cy="2438400" type="custom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Slide Background"/>
        <p:cNvGrpSpPr/>
        <p:nvPr/>
      </p:nvGrpSpPr>
      <p:grpSpPr>
        <a:xfrm>
          <a:off x="0" y="0"/>
          <a:ext cx="3657600" cy="2438400"/>
          <a:chOff x="0" y="0"/>
          <a:chExt cx="3657600" cy="2438400"/>
        </a:xfrm>
      </p:grpSpPr>
      <p:grpSp>
        <p:nvGrpSpPr>
          <p:cNvPr id="2" name="Splat Group"/>
          <p:cNvGrpSpPr/>
          <p:nvPr/>
        </p:nvGrpSpPr>
        <p:grpSpPr>
          <a:xfrm>
            <a:off x="0" y="0"/>
            <a:ext cx="3657600" cy="2438400"/>
            <a:chOff x="0" y="0"/>
            <a:chExt cx="3657600" cy="2438400"/>
          </a:xfrm>
        </p:grpSpPr>
        <p:sp>
          <p:nvSpPr>
            <p:cNvPr id="3" name="Splat Background"/>
            <p:cNvSpPr>
              <a:spLocks noGrp="1"/>
            </p:cNvSpPr>
            <p:nvPr/>
          </p:nvSpPr>
          <p:spPr>
            <a:xfrm>
              <a:off x="0" y="0"/>
              <a:ext cx="3657600" cy="2438400"/>
            </a:xfrm>
            <a:prstGeom prst="rect">
              <a:avLst/>
            </a:prstGeom>
            <a:solidFill>
              <a:srgbClr val="1C263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Splat 4"/>
            <p:cNvSpPr>
              <a:spLocks noGrp="1"/>
            </p:cNvSpPr>
            <p:nvPr/>
          </p:nvSpPr>
          <p:spPr>
            <a:xfrm rot="5400000">
              <a:off x="2050170" y="2285018"/>
              <a:ext cx="15335" cy="15335"/>
            </a:xfrm>
            <a:prstGeom prst="ellipse">
              <a:avLst/>
            </a:prstGeom>
            <a:gradFill>
              <a:gsLst>
                <a:gs pos="0">
                  <a:srgbClr val="EBE0F7">
                    <a:alpha val="25024"/>
                  </a:srgbClr>
                </a:gs>
                <a:gs pos="14286">
                  <a:srgbClr val="EBE0F7">
                    <a:alpha val="23257"/>
                  </a:srgbClr>
                </a:gs>
                <a:gs pos="28571">
                  <a:srgbClr val="EBE0F7">
                    <a:alpha val="18578"/>
                  </a:srgbClr>
                </a:gs>
                <a:gs pos="42857">
                  <a:srgbClr val="EBE0F7">
                    <a:alpha val="12612"/>
                  </a:srgbClr>
                </a:gs>
                <a:gs pos="57143">
                  <a:srgbClr val="EBE0F7">
                    <a:alpha val="7198"/>
                  </a:srgbClr>
                </a:gs>
                <a:gs pos="71429">
                  <a:srgbClr val="EBE0F7">
                    <a:alpha val="3436"/>
                  </a:srgbClr>
                </a:gs>
                <a:gs pos="85714">
                  <a:srgbClr val="EBE0F7">
                    <a:alpha val="1373"/>
                  </a:srgbClr>
                </a:gs>
                <a:gs pos="100000">
                  <a:srgbClr val="EBE0F7">
                    <a:alpha val="4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Splat 5"/>
            <p:cNvSpPr>
              <a:spLocks noGrp="1"/>
            </p:cNvSpPr>
            <p:nvPr/>
          </p:nvSpPr>
          <p:spPr>
            <a:xfrm rot="5400000">
              <a:off x="840244" y="2134782"/>
              <a:ext cx="20820" cy="20820"/>
            </a:xfrm>
            <a:prstGeom prst="ellipse">
              <a:avLst/>
            </a:prstGeom>
            <a:gradFill>
              <a:gsLst>
                <a:gs pos="0">
                  <a:srgbClr val="F5EAFF">
                    <a:alpha val="21653"/>
                  </a:srgbClr>
                </a:gs>
                <a:gs pos="14286">
                  <a:srgbClr val="F5EAFF">
                    <a:alpha val="20091"/>
                  </a:srgbClr>
                </a:gs>
                <a:gs pos="28571">
                  <a:srgbClr val="F5EAFF">
                    <a:alpha val="15982"/>
                  </a:srgbClr>
                </a:gs>
                <a:gs pos="42857">
                  <a:srgbClr val="F5EAFF">
                    <a:alpha val="10794"/>
                  </a:srgbClr>
                </a:gs>
                <a:gs pos="57143">
                  <a:srgbClr val="F5EAFF">
                    <a:alpha val="6133"/>
                  </a:srgbClr>
                </a:gs>
                <a:gs pos="71429">
                  <a:srgbClr val="F5EAFF">
                    <a:alpha val="2919"/>
                  </a:srgbClr>
                </a:gs>
                <a:gs pos="85714">
                  <a:srgbClr val="F5EAFF">
                    <a:alpha val="1165"/>
                  </a:srgbClr>
                </a:gs>
                <a:gs pos="100000">
                  <a:srgbClr val="F5EAFF">
                    <a:alpha val="3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Splat 6"/>
            <p:cNvSpPr>
              <a:spLocks noGrp="1"/>
            </p:cNvSpPr>
            <p:nvPr/>
          </p:nvSpPr>
          <p:spPr>
            <a:xfrm rot="4780548">
              <a:off x="2459729" y="2253365"/>
              <a:ext cx="32914" cy="8229"/>
            </a:xfrm>
            <a:prstGeom prst="ellipse">
              <a:avLst/>
            </a:prstGeom>
            <a:gradFill>
              <a:gsLst>
                <a:gs pos="0">
                  <a:srgbClr val="F0E5FF">
                    <a:alpha val="23153"/>
                  </a:srgbClr>
                </a:gs>
                <a:gs pos="14286">
                  <a:srgbClr val="F0E5FF">
                    <a:alpha val="21498"/>
                  </a:srgbClr>
                </a:gs>
                <a:gs pos="28571">
                  <a:srgbClr val="F0E5FF">
                    <a:alpha val="17133"/>
                  </a:srgbClr>
                </a:gs>
                <a:gs pos="42857">
                  <a:srgbClr val="F0E5FF">
                    <a:alpha val="11598"/>
                  </a:srgbClr>
                </a:gs>
                <a:gs pos="57143">
                  <a:srgbClr val="F0E5FF">
                    <a:alpha val="6602"/>
                  </a:srgbClr>
                </a:gs>
                <a:gs pos="71429">
                  <a:srgbClr val="F0E5FF">
                    <a:alpha val="3147"/>
                  </a:srgbClr>
                </a:gs>
                <a:gs pos="85714">
                  <a:srgbClr val="F0E5FF">
                    <a:alpha val="1256"/>
                  </a:srgbClr>
                </a:gs>
                <a:gs pos="100000">
                  <a:srgbClr val="F0E5FF">
                    <a:alpha val="4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Splat 7"/>
            <p:cNvSpPr>
              <a:spLocks noGrp="1"/>
            </p:cNvSpPr>
            <p:nvPr/>
          </p:nvSpPr>
          <p:spPr>
            <a:xfrm rot="5400000">
              <a:off x="839472" y="2127994"/>
              <a:ext cx="29118" cy="29118"/>
            </a:xfrm>
            <a:prstGeom prst="ellipse">
              <a:avLst/>
            </a:prstGeom>
            <a:gradFill>
              <a:gsLst>
                <a:gs pos="0">
                  <a:srgbClr val="F8F0FF">
                    <a:alpha val="21738"/>
                  </a:srgbClr>
                </a:gs>
                <a:gs pos="14286">
                  <a:srgbClr val="F8F0FF">
                    <a:alpha val="20171"/>
                  </a:srgbClr>
                </a:gs>
                <a:gs pos="28571">
                  <a:srgbClr val="F8F0FF">
                    <a:alpha val="16048"/>
                  </a:srgbClr>
                </a:gs>
                <a:gs pos="42857">
                  <a:srgbClr val="F8F0FF">
                    <a:alpha val="10840"/>
                  </a:srgbClr>
                </a:gs>
                <a:gs pos="57143">
                  <a:srgbClr val="F8F0FF">
                    <a:alpha val="6160"/>
                  </a:srgbClr>
                </a:gs>
                <a:gs pos="71429">
                  <a:srgbClr val="F8F0FF">
                    <a:alpha val="2932"/>
                  </a:srgbClr>
                </a:gs>
                <a:gs pos="85714">
                  <a:srgbClr val="F8F0FF">
                    <a:alpha val="1170"/>
                  </a:srgbClr>
                </a:gs>
                <a:gs pos="100000">
                  <a:srgbClr val="F8F0FF">
                    <a:alpha val="3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Splat 8"/>
            <p:cNvSpPr>
              <a:spLocks noGrp="1"/>
            </p:cNvSpPr>
            <p:nvPr/>
          </p:nvSpPr>
          <p:spPr>
            <a:xfrm rot="-9243339">
              <a:off x="708602" y="2094549"/>
              <a:ext cx="345636" cy="159946"/>
            </a:xfrm>
            <a:prstGeom prst="ellipse">
              <a:avLst/>
            </a:prstGeom>
            <a:gradFill>
              <a:gsLst>
                <a:gs pos="0">
                  <a:srgbClr val="CD4F00">
                    <a:alpha val="4701"/>
                  </a:srgbClr>
                </a:gs>
                <a:gs pos="14286">
                  <a:srgbClr val="CD4F00">
                    <a:alpha val="4329"/>
                  </a:srgbClr>
                </a:gs>
                <a:gs pos="28571">
                  <a:srgbClr val="CD4F00">
                    <a:alpha val="3378"/>
                  </a:srgbClr>
                </a:gs>
                <a:gs pos="42857">
                  <a:srgbClr val="CD4F00">
                    <a:alpha val="2229"/>
                  </a:srgbClr>
                </a:gs>
                <a:gs pos="57143">
                  <a:srgbClr val="CD4F00">
                    <a:alpha val="1241"/>
                  </a:srgbClr>
                </a:gs>
                <a:gs pos="71429">
                  <a:srgbClr val="CD4F00">
                    <a:alpha val="583"/>
                  </a:srgbClr>
                </a:gs>
                <a:gs pos="85714">
                  <a:srgbClr val="CD4F00">
                    <a:alpha val="231"/>
                  </a:srgbClr>
                </a:gs>
                <a:gs pos="100000">
                  <a:srgbClr val="CD4F00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Splat 9"/>
            <p:cNvSpPr>
              <a:spLocks noGrp="1"/>
            </p:cNvSpPr>
            <p:nvPr/>
          </p:nvSpPr>
          <p:spPr>
            <a:xfrm rot="-8197195">
              <a:off x="2108111" y="2182515"/>
              <a:ext cx="775578" cy="261438"/>
            </a:xfrm>
            <a:prstGeom prst="ellipse">
              <a:avLst/>
            </a:prstGeom>
            <a:gradFill>
              <a:gsLst>
                <a:gs pos="0">
                  <a:srgbClr val="624A35">
                    <a:alpha val="22930"/>
                  </a:srgbClr>
                </a:gs>
                <a:gs pos="14286">
                  <a:srgbClr val="624A35">
                    <a:alpha val="21289"/>
                  </a:srgbClr>
                </a:gs>
                <a:gs pos="28571">
                  <a:srgbClr val="624A35">
                    <a:alpha val="16962"/>
                  </a:srgbClr>
                </a:gs>
                <a:gs pos="42857">
                  <a:srgbClr val="624A35">
                    <a:alpha val="11478"/>
                  </a:srgbClr>
                </a:gs>
                <a:gs pos="57143">
                  <a:srgbClr val="624A35">
                    <a:alpha val="6532"/>
                  </a:srgbClr>
                </a:gs>
                <a:gs pos="71429">
                  <a:srgbClr val="624A35">
                    <a:alpha val="3113"/>
                  </a:srgbClr>
                </a:gs>
                <a:gs pos="85714">
                  <a:srgbClr val="624A35">
                    <a:alpha val="1243"/>
                  </a:srgbClr>
                </a:gs>
                <a:gs pos="100000">
                  <a:srgbClr val="624A35">
                    <a:alpha val="4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plat 10"/>
            <p:cNvSpPr>
              <a:spLocks noGrp="1"/>
            </p:cNvSpPr>
            <p:nvPr/>
          </p:nvSpPr>
          <p:spPr>
            <a:xfrm rot="-9160739">
              <a:off x="461404" y="1930903"/>
              <a:ext cx="785709" cy="550725"/>
            </a:xfrm>
            <a:prstGeom prst="ellipse">
              <a:avLst/>
            </a:prstGeom>
            <a:gradFill>
              <a:gsLst>
                <a:gs pos="0">
                  <a:srgbClr val="331F20">
                    <a:alpha val="15018"/>
                  </a:srgbClr>
                </a:gs>
                <a:gs pos="14286">
                  <a:srgbClr val="331F20">
                    <a:alpha val="13892"/>
                  </a:srgbClr>
                </a:gs>
                <a:gs pos="28571">
                  <a:srgbClr val="331F20">
                    <a:alpha val="10964"/>
                  </a:srgbClr>
                </a:gs>
                <a:gs pos="42857">
                  <a:srgbClr val="331F20">
                    <a:alpha val="7334"/>
                  </a:srgbClr>
                </a:gs>
                <a:gs pos="57143">
                  <a:srgbClr val="331F20">
                    <a:alpha val="4133"/>
                  </a:srgbClr>
                </a:gs>
                <a:gs pos="71429">
                  <a:srgbClr val="331F20">
                    <a:alpha val="1956"/>
                  </a:srgbClr>
                </a:gs>
                <a:gs pos="85714">
                  <a:srgbClr val="331F20">
                    <a:alpha val="778"/>
                  </a:srgbClr>
                </a:gs>
                <a:gs pos="100000">
                  <a:srgbClr val="331F20">
                    <a:alpha val="2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plat 11"/>
            <p:cNvSpPr>
              <a:spLocks noGrp="1"/>
            </p:cNvSpPr>
            <p:nvPr/>
          </p:nvSpPr>
          <p:spPr>
            <a:xfrm rot="-9493673">
              <a:off x="1486374" y="2234060"/>
              <a:ext cx="798477" cy="144816"/>
            </a:xfrm>
            <a:prstGeom prst="ellipse">
              <a:avLst/>
            </a:prstGeom>
            <a:gradFill>
              <a:gsLst>
                <a:gs pos="0">
                  <a:srgbClr val="001700">
                    <a:alpha val="32968"/>
                  </a:srgbClr>
                </a:gs>
                <a:gs pos="14286">
                  <a:srgbClr val="001700">
                    <a:alpha val="30764"/>
                  </a:srgbClr>
                </a:gs>
                <a:gs pos="28571">
                  <a:srgbClr val="001700">
                    <a:alpha val="24833"/>
                  </a:srgbClr>
                </a:gs>
                <a:gs pos="42857">
                  <a:srgbClr val="001700">
                    <a:alpha val="17075"/>
                  </a:srgbClr>
                </a:gs>
                <a:gs pos="57143">
                  <a:srgbClr val="001700">
                    <a:alpha val="9855"/>
                  </a:srgbClr>
                </a:gs>
                <a:gs pos="71429">
                  <a:srgbClr val="001700">
                    <a:alpha val="4740"/>
                  </a:srgbClr>
                </a:gs>
                <a:gs pos="85714">
                  <a:srgbClr val="001700">
                    <a:alpha val="1902"/>
                  </a:srgbClr>
                </a:gs>
                <a:gs pos="100000">
                  <a:srgbClr val="001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plat 12"/>
            <p:cNvSpPr>
              <a:spLocks noGrp="1"/>
            </p:cNvSpPr>
            <p:nvPr/>
          </p:nvSpPr>
          <p:spPr>
            <a:xfrm rot="5650072">
              <a:off x="1367747" y="1968456"/>
              <a:ext cx="854143" cy="205933"/>
            </a:xfrm>
            <a:prstGeom prst="ellipse">
              <a:avLst/>
            </a:prstGeom>
            <a:gradFill>
              <a:gsLst>
                <a:gs pos="0">
                  <a:srgbClr val="001800">
                    <a:alpha val="25903"/>
                  </a:srgbClr>
                </a:gs>
                <a:gs pos="14286">
                  <a:srgbClr val="001800">
                    <a:alpha val="24085"/>
                  </a:srgbClr>
                </a:gs>
                <a:gs pos="28571">
                  <a:srgbClr val="001800">
                    <a:alpha val="19261"/>
                  </a:srgbClr>
                </a:gs>
                <a:gs pos="42857">
                  <a:srgbClr val="001800">
                    <a:alpha val="13093"/>
                  </a:srgbClr>
                </a:gs>
                <a:gs pos="57143">
                  <a:srgbClr val="001800">
                    <a:alpha val="7481"/>
                  </a:srgbClr>
                </a:gs>
                <a:gs pos="71429">
                  <a:srgbClr val="001800">
                    <a:alpha val="3574"/>
                  </a:srgbClr>
                </a:gs>
                <a:gs pos="85714">
                  <a:srgbClr val="001800">
                    <a:alpha val="1429"/>
                  </a:srgbClr>
                </a:gs>
                <a:gs pos="100000">
                  <a:srgbClr val="001800">
                    <a:alpha val="4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plat 13"/>
            <p:cNvSpPr>
              <a:spLocks noGrp="1"/>
            </p:cNvSpPr>
            <p:nvPr/>
          </p:nvSpPr>
          <p:spPr>
            <a:xfrm rot="9596211">
              <a:off x="2117379" y="2102539"/>
              <a:ext cx="695249" cy="238348"/>
            </a:xfrm>
            <a:prstGeom prst="ellipse">
              <a:avLst/>
            </a:prstGeom>
            <a:gradFill>
              <a:gsLst>
                <a:gs pos="0">
                  <a:srgbClr val="B77D55">
                    <a:alpha val="4028"/>
                  </a:srgbClr>
                </a:gs>
                <a:gs pos="14286">
                  <a:srgbClr val="B77D55">
                    <a:alpha val="3709"/>
                  </a:srgbClr>
                </a:gs>
                <a:gs pos="28571">
                  <a:srgbClr val="B77D55">
                    <a:alpha val="2892"/>
                  </a:srgbClr>
                </a:gs>
                <a:gs pos="42857">
                  <a:srgbClr val="B77D55">
                    <a:alpha val="1906"/>
                  </a:srgbClr>
                </a:gs>
                <a:gs pos="57143">
                  <a:srgbClr val="B77D55">
                    <a:alpha val="1061"/>
                  </a:srgbClr>
                </a:gs>
                <a:gs pos="71429">
                  <a:srgbClr val="B77D55">
                    <a:alpha val="498"/>
                  </a:srgbClr>
                </a:gs>
                <a:gs pos="85714">
                  <a:srgbClr val="B77D55">
                    <a:alpha val="197"/>
                  </a:srgbClr>
                </a:gs>
                <a:gs pos="100000">
                  <a:srgbClr val="B77D55">
                    <a:alpha val="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plat 14"/>
            <p:cNvSpPr>
              <a:spLocks noGrp="1"/>
            </p:cNvSpPr>
            <p:nvPr/>
          </p:nvSpPr>
          <p:spPr>
            <a:xfrm rot="3932463">
              <a:off x="832937" y="2154285"/>
              <a:ext cx="44501" cy="11125"/>
            </a:xfrm>
            <a:prstGeom prst="ellipse">
              <a:avLst/>
            </a:prstGeom>
            <a:gradFill>
              <a:gsLst>
                <a:gs pos="0">
                  <a:srgbClr val="FAFEFF">
                    <a:alpha val="21154"/>
                  </a:srgbClr>
                </a:gs>
                <a:gs pos="14286">
                  <a:srgbClr val="FAFEFF">
                    <a:alpha val="19624"/>
                  </a:srgbClr>
                </a:gs>
                <a:gs pos="28571">
                  <a:srgbClr val="FAFEFF">
                    <a:alpha val="15601"/>
                  </a:srgbClr>
                </a:gs>
                <a:gs pos="42857">
                  <a:srgbClr val="FAFEFF">
                    <a:alpha val="10529"/>
                  </a:srgbClr>
                </a:gs>
                <a:gs pos="57143">
                  <a:srgbClr val="FAFEFF">
                    <a:alpha val="5979"/>
                  </a:srgbClr>
                </a:gs>
                <a:gs pos="71429">
                  <a:srgbClr val="FAFEFF">
                    <a:alpha val="2844"/>
                  </a:srgbClr>
                </a:gs>
                <a:gs pos="85714">
                  <a:srgbClr val="FAFEFF">
                    <a:alpha val="1135"/>
                  </a:srgbClr>
                </a:gs>
                <a:gs pos="100000">
                  <a:srgbClr val="FAFEFF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plat 15"/>
            <p:cNvSpPr>
              <a:spLocks noGrp="1"/>
            </p:cNvSpPr>
            <p:nvPr/>
          </p:nvSpPr>
          <p:spPr>
            <a:xfrm rot="-8226072">
              <a:off x="807161" y="2106376"/>
              <a:ext cx="111730" cy="97028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plat 16"/>
            <p:cNvSpPr>
              <a:spLocks noGrp="1"/>
            </p:cNvSpPr>
            <p:nvPr/>
          </p:nvSpPr>
          <p:spPr>
            <a:xfrm rot="5400000">
              <a:off x="1085420" y="2232981"/>
              <a:ext cx="34749" cy="34749"/>
            </a:xfrm>
            <a:prstGeom prst="ellipse">
              <a:avLst/>
            </a:prstGeom>
            <a:gradFill>
              <a:gsLst>
                <a:gs pos="0">
                  <a:srgbClr val="F8FFFF">
                    <a:alpha val="20355"/>
                  </a:srgbClr>
                </a:gs>
                <a:gs pos="14286">
                  <a:srgbClr val="F8FFFF">
                    <a:alpha val="18875"/>
                  </a:srgbClr>
                </a:gs>
                <a:gs pos="28571">
                  <a:srgbClr val="F8FFFF">
                    <a:alpha val="14991"/>
                  </a:srgbClr>
                </a:gs>
                <a:gs pos="42857">
                  <a:srgbClr val="F8FFFF">
                    <a:alpha val="10105"/>
                  </a:srgbClr>
                </a:gs>
                <a:gs pos="57143">
                  <a:srgbClr val="F8FFFF">
                    <a:alpha val="5732"/>
                  </a:srgbClr>
                </a:gs>
                <a:gs pos="71429">
                  <a:srgbClr val="F8FFFF">
                    <a:alpha val="2725"/>
                  </a:srgbClr>
                </a:gs>
                <a:gs pos="85714">
                  <a:srgbClr val="F8FFFF">
                    <a:alpha val="1087"/>
                  </a:srgbClr>
                </a:gs>
                <a:gs pos="100000">
                  <a:srgbClr val="F8FFFF">
                    <a:alpha val="3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plat 17"/>
            <p:cNvSpPr>
              <a:spLocks noGrp="1"/>
            </p:cNvSpPr>
            <p:nvPr/>
          </p:nvSpPr>
          <p:spPr>
            <a:xfrm rot="4261193">
              <a:off x="77343" y="1438791"/>
              <a:ext cx="722462" cy="655040"/>
            </a:xfrm>
            <a:prstGeom prst="ellipse">
              <a:avLst/>
            </a:prstGeom>
            <a:gradFill>
              <a:gsLst>
                <a:gs pos="0">
                  <a:srgbClr val="98B4D5">
                    <a:alpha val="32968"/>
                  </a:srgbClr>
                </a:gs>
                <a:gs pos="14286">
                  <a:srgbClr val="98B4D5">
                    <a:alpha val="30764"/>
                  </a:srgbClr>
                </a:gs>
                <a:gs pos="28571">
                  <a:srgbClr val="98B4D5">
                    <a:alpha val="24833"/>
                  </a:srgbClr>
                </a:gs>
                <a:gs pos="42857">
                  <a:srgbClr val="98B4D5">
                    <a:alpha val="17075"/>
                  </a:srgbClr>
                </a:gs>
                <a:gs pos="57143">
                  <a:srgbClr val="98B4D5">
                    <a:alpha val="9855"/>
                  </a:srgbClr>
                </a:gs>
                <a:gs pos="71429">
                  <a:srgbClr val="98B4D5">
                    <a:alpha val="4740"/>
                  </a:srgbClr>
                </a:gs>
                <a:gs pos="85714">
                  <a:srgbClr val="98B4D5">
                    <a:alpha val="1902"/>
                  </a:srgbClr>
                </a:gs>
                <a:gs pos="100000">
                  <a:srgbClr val="98B4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plat 18"/>
            <p:cNvSpPr>
              <a:spLocks noGrp="1"/>
            </p:cNvSpPr>
            <p:nvPr/>
          </p:nvSpPr>
          <p:spPr>
            <a:xfrm rot="7472021">
              <a:off x="430759" y="1984870"/>
              <a:ext cx="38351" cy="9588"/>
            </a:xfrm>
            <a:prstGeom prst="ellipse">
              <a:avLst/>
            </a:prstGeom>
            <a:gradFill>
              <a:gsLst>
                <a:gs pos="0">
                  <a:srgbClr val="FE9600">
                    <a:alpha val="22221"/>
                  </a:srgbClr>
                </a:gs>
                <a:gs pos="14286">
                  <a:srgbClr val="FE9600">
                    <a:alpha val="20624"/>
                  </a:srgbClr>
                </a:gs>
                <a:gs pos="28571">
                  <a:srgbClr val="FE9600">
                    <a:alpha val="16418"/>
                  </a:srgbClr>
                </a:gs>
                <a:gs pos="42857">
                  <a:srgbClr val="FE9600">
                    <a:alpha val="11098"/>
                  </a:srgbClr>
                </a:gs>
                <a:gs pos="57143">
                  <a:srgbClr val="FE9600">
                    <a:alpha val="6310"/>
                  </a:srgbClr>
                </a:gs>
                <a:gs pos="71429">
                  <a:srgbClr val="FE9600">
                    <a:alpha val="3005"/>
                  </a:srgbClr>
                </a:gs>
                <a:gs pos="85714">
                  <a:srgbClr val="FE9600">
                    <a:alpha val="1199"/>
                  </a:srgbClr>
                </a:gs>
                <a:gs pos="100000">
                  <a:srgbClr val="FE9600">
                    <a:alpha val="4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plat 19"/>
            <p:cNvSpPr>
              <a:spLocks noGrp="1"/>
            </p:cNvSpPr>
            <p:nvPr/>
          </p:nvSpPr>
          <p:spPr>
            <a:xfrm rot="5765224">
              <a:off x="838917" y="2184518"/>
              <a:ext cx="54378" cy="13595"/>
            </a:xfrm>
            <a:prstGeom prst="ellipse">
              <a:avLst/>
            </a:prstGeom>
            <a:gradFill>
              <a:gsLst>
                <a:gs pos="0">
                  <a:srgbClr val="E5A447">
                    <a:alpha val="19410"/>
                  </a:srgbClr>
                </a:gs>
                <a:gs pos="14286">
                  <a:srgbClr val="E5A447">
                    <a:alpha val="17991"/>
                  </a:srgbClr>
                </a:gs>
                <a:gs pos="28571">
                  <a:srgbClr val="E5A447">
                    <a:alpha val="14273"/>
                  </a:srgbClr>
                </a:gs>
                <a:gs pos="42857">
                  <a:srgbClr val="E5A447">
                    <a:alpha val="9608"/>
                  </a:srgbClr>
                </a:gs>
                <a:gs pos="57143">
                  <a:srgbClr val="E5A447">
                    <a:alpha val="5443"/>
                  </a:srgbClr>
                </a:gs>
                <a:gs pos="71429">
                  <a:srgbClr val="E5A447">
                    <a:alpha val="2586"/>
                  </a:srgbClr>
                </a:gs>
                <a:gs pos="85714">
                  <a:srgbClr val="E5A447">
                    <a:alpha val="1031"/>
                  </a:srgbClr>
                </a:gs>
                <a:gs pos="100000">
                  <a:srgbClr val="E5A447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plat 20"/>
            <p:cNvSpPr>
              <a:spLocks noGrp="1"/>
            </p:cNvSpPr>
            <p:nvPr/>
          </p:nvSpPr>
          <p:spPr>
            <a:xfrm rot="-8135347">
              <a:off x="1660837" y="1941204"/>
              <a:ext cx="652266" cy="448306"/>
            </a:xfrm>
            <a:prstGeom prst="ellipse">
              <a:avLst/>
            </a:prstGeom>
            <a:gradFill>
              <a:gsLst>
                <a:gs pos="0">
                  <a:srgbClr val="5F5153">
                    <a:alpha val="10210"/>
                  </a:srgbClr>
                </a:gs>
                <a:gs pos="14286">
                  <a:srgbClr val="5F5153">
                    <a:alpha val="9424"/>
                  </a:srgbClr>
                </a:gs>
                <a:gs pos="28571">
                  <a:srgbClr val="5F5153">
                    <a:alpha val="7397"/>
                  </a:srgbClr>
                </a:gs>
                <a:gs pos="42857">
                  <a:srgbClr val="5F5153">
                    <a:alpha val="4916"/>
                  </a:srgbClr>
                </a:gs>
                <a:gs pos="57143">
                  <a:srgbClr val="5F5153">
                    <a:alpha val="2755"/>
                  </a:srgbClr>
                </a:gs>
                <a:gs pos="71429">
                  <a:srgbClr val="5F5153">
                    <a:alpha val="1299"/>
                  </a:srgbClr>
                </a:gs>
                <a:gs pos="85714">
                  <a:srgbClr val="5F5153">
                    <a:alpha val="516"/>
                  </a:srgbClr>
                </a:gs>
                <a:gs pos="100000">
                  <a:srgbClr val="5F5153">
                    <a:alpha val="1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plat 21"/>
            <p:cNvSpPr>
              <a:spLocks noGrp="1"/>
            </p:cNvSpPr>
            <p:nvPr/>
          </p:nvSpPr>
          <p:spPr>
            <a:xfrm rot="5400000">
              <a:off x="2038475" y="2241317"/>
              <a:ext cx="33817" cy="33817"/>
            </a:xfrm>
            <a:prstGeom prst="ellipse">
              <a:avLst/>
            </a:prstGeom>
            <a:gradFill>
              <a:gsLst>
                <a:gs pos="0">
                  <a:srgbClr val="F4F1FF">
                    <a:alpha val="20585"/>
                  </a:srgbClr>
                </a:gs>
                <a:gs pos="14286">
                  <a:srgbClr val="F4F1FF">
                    <a:alpha val="19091"/>
                  </a:srgbClr>
                </a:gs>
                <a:gs pos="28571">
                  <a:srgbClr val="F4F1FF">
                    <a:alpha val="15167"/>
                  </a:srgbClr>
                </a:gs>
                <a:gs pos="42857">
                  <a:srgbClr val="F4F1FF">
                    <a:alpha val="10227"/>
                  </a:srgbClr>
                </a:gs>
                <a:gs pos="57143">
                  <a:srgbClr val="F4F1FF">
                    <a:alpha val="5803"/>
                  </a:srgbClr>
                </a:gs>
                <a:gs pos="71429">
                  <a:srgbClr val="F4F1FF">
                    <a:alpha val="2760"/>
                  </a:srgbClr>
                </a:gs>
                <a:gs pos="85714">
                  <a:srgbClr val="F4F1FF">
                    <a:alpha val="1100"/>
                  </a:srgbClr>
                </a:gs>
                <a:gs pos="100000">
                  <a:srgbClr val="F4F1FF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plat 22"/>
            <p:cNvSpPr>
              <a:spLocks noGrp="1"/>
            </p:cNvSpPr>
            <p:nvPr/>
          </p:nvSpPr>
          <p:spPr>
            <a:xfrm rot="5400000">
              <a:off x="1097637" y="2221724"/>
              <a:ext cx="20889" cy="20889"/>
            </a:xfrm>
            <a:prstGeom prst="ellipse">
              <a:avLst/>
            </a:prstGeom>
            <a:gradFill>
              <a:gsLst>
                <a:gs pos="0">
                  <a:srgbClr val="F1EFFF">
                    <a:alpha val="21629"/>
                  </a:srgbClr>
                </a:gs>
                <a:gs pos="14286">
                  <a:srgbClr val="F1EFFF">
                    <a:alpha val="20069"/>
                  </a:srgbClr>
                </a:gs>
                <a:gs pos="28571">
                  <a:srgbClr val="F1EFFF">
                    <a:alpha val="15964"/>
                  </a:srgbClr>
                </a:gs>
                <a:gs pos="42857">
                  <a:srgbClr val="F1EFFF">
                    <a:alpha val="10781"/>
                  </a:srgbClr>
                </a:gs>
                <a:gs pos="57143">
                  <a:srgbClr val="F1EFFF">
                    <a:alpha val="6126"/>
                  </a:srgbClr>
                </a:gs>
                <a:gs pos="71429">
                  <a:srgbClr val="F1EFFF">
                    <a:alpha val="2916"/>
                  </a:srgbClr>
                </a:gs>
                <a:gs pos="85714">
                  <a:srgbClr val="F1EFFF">
                    <a:alpha val="1163"/>
                  </a:srgbClr>
                </a:gs>
                <a:gs pos="100000">
                  <a:srgbClr val="F1EFFF">
                    <a:alpha val="3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plat 23"/>
            <p:cNvSpPr>
              <a:spLocks noGrp="1"/>
            </p:cNvSpPr>
            <p:nvPr/>
          </p:nvSpPr>
          <p:spPr>
            <a:xfrm rot="5408005">
              <a:off x="1371245" y="1532129"/>
              <a:ext cx="826446" cy="201495"/>
            </a:xfrm>
            <a:prstGeom prst="ellipse">
              <a:avLst/>
            </a:prstGeom>
            <a:gradFill>
              <a:gsLst>
                <a:gs pos="0">
                  <a:srgbClr val="001E00">
                    <a:alpha val="26865"/>
                  </a:srgbClr>
                </a:gs>
                <a:gs pos="14286">
                  <a:srgbClr val="001E00">
                    <a:alpha val="24991"/>
                  </a:srgbClr>
                </a:gs>
                <a:gs pos="28571">
                  <a:srgbClr val="001E00">
                    <a:alpha val="20011"/>
                  </a:srgbClr>
                </a:gs>
                <a:gs pos="42857">
                  <a:srgbClr val="001E00">
                    <a:alpha val="13623"/>
                  </a:srgbClr>
                </a:gs>
                <a:gs pos="57143">
                  <a:srgbClr val="001E00">
                    <a:alpha val="7794"/>
                  </a:srgbClr>
                </a:gs>
                <a:gs pos="71429">
                  <a:srgbClr val="001E00">
                    <a:alpha val="3727"/>
                  </a:srgbClr>
                </a:gs>
                <a:gs pos="85714">
                  <a:srgbClr val="001E00">
                    <a:alpha val="1491"/>
                  </a:srgbClr>
                </a:gs>
                <a:gs pos="100000">
                  <a:srgbClr val="001E00">
                    <a:alpha val="5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plat 24"/>
            <p:cNvSpPr>
              <a:spLocks noGrp="1"/>
            </p:cNvSpPr>
            <p:nvPr/>
          </p:nvSpPr>
          <p:spPr>
            <a:xfrm rot="-8829071">
              <a:off x="619588" y="2351862"/>
              <a:ext cx="60885" cy="15221"/>
            </a:xfrm>
            <a:prstGeom prst="ellipse">
              <a:avLst/>
            </a:prstGeom>
            <a:gradFill>
              <a:gsLst>
                <a:gs pos="0">
                  <a:srgbClr val="F3F3FF">
                    <a:alpha val="18240"/>
                  </a:srgbClr>
                </a:gs>
                <a:gs pos="14286">
                  <a:srgbClr val="F3F3FF">
                    <a:alpha val="16897"/>
                  </a:srgbClr>
                </a:gs>
                <a:gs pos="28571">
                  <a:srgbClr val="F3F3FF">
                    <a:alpha val="13387"/>
                  </a:srgbClr>
                </a:gs>
                <a:gs pos="42857">
                  <a:srgbClr val="F3F3FF">
                    <a:alpha val="8996"/>
                  </a:srgbClr>
                </a:gs>
                <a:gs pos="57143">
                  <a:srgbClr val="F3F3FF">
                    <a:alpha val="5089"/>
                  </a:srgbClr>
                </a:gs>
                <a:gs pos="71429">
                  <a:srgbClr val="F3F3FF">
                    <a:alpha val="2415"/>
                  </a:srgbClr>
                </a:gs>
                <a:gs pos="85714">
                  <a:srgbClr val="F3F3FF">
                    <a:alpha val="962"/>
                  </a:srgbClr>
                </a:gs>
                <a:gs pos="100000">
                  <a:srgbClr val="F3F3FF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plat 25"/>
            <p:cNvSpPr>
              <a:spLocks noGrp="1"/>
            </p:cNvSpPr>
            <p:nvPr/>
          </p:nvSpPr>
          <p:spPr>
            <a:xfrm rot="3538862">
              <a:off x="531766" y="2337331"/>
              <a:ext cx="186555" cy="31583"/>
            </a:xfrm>
            <a:prstGeom prst="ellipse">
              <a:avLst/>
            </a:prstGeom>
            <a:gradFill>
              <a:gsLst>
                <a:gs pos="0">
                  <a:srgbClr val="FCFF87">
                    <a:alpha val="32968"/>
                  </a:srgbClr>
                </a:gs>
                <a:gs pos="14286">
                  <a:srgbClr val="FCFF87">
                    <a:alpha val="30764"/>
                  </a:srgbClr>
                </a:gs>
                <a:gs pos="28571">
                  <a:srgbClr val="FCFF87">
                    <a:alpha val="24833"/>
                  </a:srgbClr>
                </a:gs>
                <a:gs pos="42857">
                  <a:srgbClr val="FCFF87">
                    <a:alpha val="17075"/>
                  </a:srgbClr>
                </a:gs>
                <a:gs pos="57143">
                  <a:srgbClr val="FCFF87">
                    <a:alpha val="9855"/>
                  </a:srgbClr>
                </a:gs>
                <a:gs pos="71429">
                  <a:srgbClr val="FCFF87">
                    <a:alpha val="4740"/>
                  </a:srgbClr>
                </a:gs>
                <a:gs pos="85714">
                  <a:srgbClr val="FCFF87">
                    <a:alpha val="1902"/>
                  </a:srgbClr>
                </a:gs>
                <a:gs pos="100000">
                  <a:srgbClr val="FCFF8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plat 26"/>
            <p:cNvSpPr>
              <a:spLocks noGrp="1"/>
            </p:cNvSpPr>
            <p:nvPr/>
          </p:nvSpPr>
          <p:spPr>
            <a:xfrm rot="4497801">
              <a:off x="2435418" y="2217892"/>
              <a:ext cx="71333" cy="58392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plat 27"/>
            <p:cNvSpPr>
              <a:spLocks noGrp="1"/>
            </p:cNvSpPr>
            <p:nvPr/>
          </p:nvSpPr>
          <p:spPr>
            <a:xfrm rot="3600524">
              <a:off x="2404530" y="2184768"/>
              <a:ext cx="144050" cy="123498"/>
            </a:xfrm>
            <a:prstGeom prst="ellipse">
              <a:avLst/>
            </a:prstGeom>
            <a:gradFill>
              <a:gsLst>
                <a:gs pos="0">
                  <a:srgbClr val="FF8B00">
                    <a:alpha val="24570"/>
                  </a:srgbClr>
                </a:gs>
                <a:gs pos="14286">
                  <a:srgbClr val="FF8B00">
                    <a:alpha val="22830"/>
                  </a:srgbClr>
                </a:gs>
                <a:gs pos="28571">
                  <a:srgbClr val="FF8B00">
                    <a:alpha val="18227"/>
                  </a:srgbClr>
                </a:gs>
                <a:gs pos="42857">
                  <a:srgbClr val="FF8B00">
                    <a:alpha val="12365"/>
                  </a:srgbClr>
                </a:gs>
                <a:gs pos="57143">
                  <a:srgbClr val="FF8B00">
                    <a:alpha val="7052"/>
                  </a:srgbClr>
                </a:gs>
                <a:gs pos="71429">
                  <a:srgbClr val="FF8B00">
                    <a:alpha val="3365"/>
                  </a:srgbClr>
                </a:gs>
                <a:gs pos="85714">
                  <a:srgbClr val="FF8B00">
                    <a:alpha val="1345"/>
                  </a:srgbClr>
                </a:gs>
                <a:gs pos="100000">
                  <a:srgbClr val="FF8B00">
                    <a:alpha val="4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plat 28"/>
            <p:cNvSpPr>
              <a:spLocks noGrp="1"/>
            </p:cNvSpPr>
            <p:nvPr/>
          </p:nvSpPr>
          <p:spPr>
            <a:xfrm rot="4325106">
              <a:off x="1400539" y="1966540"/>
              <a:ext cx="643932" cy="556673"/>
            </a:xfrm>
            <a:prstGeom prst="ellipse">
              <a:avLst/>
            </a:prstGeom>
            <a:gradFill>
              <a:gsLst>
                <a:gs pos="0">
                  <a:srgbClr val="001000">
                    <a:alpha val="32968"/>
                  </a:srgbClr>
                </a:gs>
                <a:gs pos="14286">
                  <a:srgbClr val="001000">
                    <a:alpha val="30764"/>
                  </a:srgbClr>
                </a:gs>
                <a:gs pos="28571">
                  <a:srgbClr val="001000">
                    <a:alpha val="24833"/>
                  </a:srgbClr>
                </a:gs>
                <a:gs pos="42857">
                  <a:srgbClr val="001000">
                    <a:alpha val="17075"/>
                  </a:srgbClr>
                </a:gs>
                <a:gs pos="57143">
                  <a:srgbClr val="001000">
                    <a:alpha val="9855"/>
                  </a:srgbClr>
                </a:gs>
                <a:gs pos="71429">
                  <a:srgbClr val="001000">
                    <a:alpha val="4740"/>
                  </a:srgbClr>
                </a:gs>
                <a:gs pos="85714">
                  <a:srgbClr val="001000">
                    <a:alpha val="1902"/>
                  </a:srgbClr>
                </a:gs>
                <a:gs pos="100000">
                  <a:srgbClr val="001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plat 29"/>
            <p:cNvSpPr>
              <a:spLocks noGrp="1"/>
            </p:cNvSpPr>
            <p:nvPr/>
          </p:nvSpPr>
          <p:spPr>
            <a:xfrm rot="5023898">
              <a:off x="1680349" y="2243411"/>
              <a:ext cx="233412" cy="66675"/>
            </a:xfrm>
            <a:prstGeom prst="ellipse">
              <a:avLst/>
            </a:prstGeom>
            <a:gradFill>
              <a:gsLst>
                <a:gs pos="0">
                  <a:srgbClr val="FFD500">
                    <a:alpha val="32968"/>
                  </a:srgbClr>
                </a:gs>
                <a:gs pos="14286">
                  <a:srgbClr val="FFD500">
                    <a:alpha val="30764"/>
                  </a:srgbClr>
                </a:gs>
                <a:gs pos="28571">
                  <a:srgbClr val="FFD500">
                    <a:alpha val="24833"/>
                  </a:srgbClr>
                </a:gs>
                <a:gs pos="42857">
                  <a:srgbClr val="FFD500">
                    <a:alpha val="17075"/>
                  </a:srgbClr>
                </a:gs>
                <a:gs pos="57143">
                  <a:srgbClr val="FFD500">
                    <a:alpha val="9855"/>
                  </a:srgbClr>
                </a:gs>
                <a:gs pos="71429">
                  <a:srgbClr val="FFD500">
                    <a:alpha val="4740"/>
                  </a:srgbClr>
                </a:gs>
                <a:gs pos="85714">
                  <a:srgbClr val="FFD500">
                    <a:alpha val="1902"/>
                  </a:srgbClr>
                </a:gs>
                <a:gs pos="100000">
                  <a:srgbClr val="FFD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plat 30"/>
            <p:cNvSpPr>
              <a:spLocks noGrp="1"/>
            </p:cNvSpPr>
            <p:nvPr/>
          </p:nvSpPr>
          <p:spPr>
            <a:xfrm rot="-10113284">
              <a:off x="1014360" y="2210547"/>
              <a:ext cx="156378" cy="47277"/>
            </a:xfrm>
            <a:prstGeom prst="ellipse">
              <a:avLst/>
            </a:prstGeom>
            <a:gradFill>
              <a:gsLst>
                <a:gs pos="0">
                  <a:srgbClr val="FFFF88">
                    <a:alpha val="32968"/>
                  </a:srgbClr>
                </a:gs>
                <a:gs pos="14286">
                  <a:srgbClr val="FFFF88">
                    <a:alpha val="30764"/>
                  </a:srgbClr>
                </a:gs>
                <a:gs pos="28571">
                  <a:srgbClr val="FFFF88">
                    <a:alpha val="24833"/>
                  </a:srgbClr>
                </a:gs>
                <a:gs pos="42857">
                  <a:srgbClr val="FFFF88">
                    <a:alpha val="17075"/>
                  </a:srgbClr>
                </a:gs>
                <a:gs pos="57143">
                  <a:srgbClr val="FFFF88">
                    <a:alpha val="9855"/>
                  </a:srgbClr>
                </a:gs>
                <a:gs pos="71429">
                  <a:srgbClr val="FFFF88">
                    <a:alpha val="4740"/>
                  </a:srgbClr>
                </a:gs>
                <a:gs pos="85714">
                  <a:srgbClr val="FFFF88">
                    <a:alpha val="1902"/>
                  </a:srgbClr>
                </a:gs>
                <a:gs pos="100000">
                  <a:srgbClr val="FFFF8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plat 31"/>
            <p:cNvSpPr>
              <a:spLocks noGrp="1"/>
            </p:cNvSpPr>
            <p:nvPr/>
          </p:nvSpPr>
          <p:spPr>
            <a:xfrm rot="4501569">
              <a:off x="1001384" y="2167461"/>
              <a:ext cx="201375" cy="182880"/>
            </a:xfrm>
            <a:prstGeom prst="ellipse">
              <a:avLst/>
            </a:prstGeom>
            <a:gradFill>
              <a:gsLst>
                <a:gs pos="0">
                  <a:srgbClr val="FF0900">
                    <a:alpha val="32968"/>
                  </a:srgbClr>
                </a:gs>
                <a:gs pos="14286">
                  <a:srgbClr val="FF0900">
                    <a:alpha val="30764"/>
                  </a:srgbClr>
                </a:gs>
                <a:gs pos="28571">
                  <a:srgbClr val="FF0900">
                    <a:alpha val="24833"/>
                  </a:srgbClr>
                </a:gs>
                <a:gs pos="42857">
                  <a:srgbClr val="FF0900">
                    <a:alpha val="17075"/>
                  </a:srgbClr>
                </a:gs>
                <a:gs pos="57143">
                  <a:srgbClr val="FF0900">
                    <a:alpha val="9855"/>
                  </a:srgbClr>
                </a:gs>
                <a:gs pos="71429">
                  <a:srgbClr val="FF0900">
                    <a:alpha val="4740"/>
                  </a:srgbClr>
                </a:gs>
                <a:gs pos="85714">
                  <a:srgbClr val="FF0900">
                    <a:alpha val="1902"/>
                  </a:srgbClr>
                </a:gs>
                <a:gs pos="100000">
                  <a:srgbClr val="FF0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plat 32"/>
            <p:cNvSpPr>
              <a:spLocks noGrp="1"/>
            </p:cNvSpPr>
            <p:nvPr/>
          </p:nvSpPr>
          <p:spPr>
            <a:xfrm rot="-10744982">
              <a:off x="2512250" y="2344783"/>
              <a:ext cx="135980" cy="1022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plat 33"/>
            <p:cNvSpPr>
              <a:spLocks noGrp="1"/>
            </p:cNvSpPr>
            <p:nvPr/>
          </p:nvSpPr>
          <p:spPr>
            <a:xfrm rot="-9720780">
              <a:off x="2439777" y="2378692"/>
              <a:ext cx="175646" cy="22342"/>
            </a:xfrm>
            <a:prstGeom prst="ellipse">
              <a:avLst/>
            </a:prstGeom>
            <a:gradFill>
              <a:gsLst>
                <a:gs pos="0">
                  <a:srgbClr val="FFFFE4">
                    <a:alpha val="32968"/>
                  </a:srgbClr>
                </a:gs>
                <a:gs pos="14286">
                  <a:srgbClr val="FFFFE4">
                    <a:alpha val="30764"/>
                  </a:srgbClr>
                </a:gs>
                <a:gs pos="28571">
                  <a:srgbClr val="FFFFE4">
                    <a:alpha val="24833"/>
                  </a:srgbClr>
                </a:gs>
                <a:gs pos="42857">
                  <a:srgbClr val="FFFFE4">
                    <a:alpha val="17075"/>
                  </a:srgbClr>
                </a:gs>
                <a:gs pos="57143">
                  <a:srgbClr val="FFFFE4">
                    <a:alpha val="9855"/>
                  </a:srgbClr>
                </a:gs>
                <a:gs pos="71429">
                  <a:srgbClr val="FFFFE4">
                    <a:alpha val="4740"/>
                  </a:srgbClr>
                </a:gs>
                <a:gs pos="85714">
                  <a:srgbClr val="FFFFE4">
                    <a:alpha val="1902"/>
                  </a:srgbClr>
                </a:gs>
                <a:gs pos="100000">
                  <a:srgbClr val="FFFFE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plat 34"/>
            <p:cNvSpPr>
              <a:spLocks noGrp="1"/>
            </p:cNvSpPr>
            <p:nvPr/>
          </p:nvSpPr>
          <p:spPr>
            <a:xfrm rot="6438544">
              <a:off x="108113" y="1402270"/>
              <a:ext cx="678215" cy="602055"/>
            </a:xfrm>
            <a:prstGeom prst="ellipse">
              <a:avLst/>
            </a:prstGeom>
            <a:gradFill>
              <a:gsLst>
                <a:gs pos="0">
                  <a:srgbClr val="000500">
                    <a:alpha val="32968"/>
                  </a:srgbClr>
                </a:gs>
                <a:gs pos="14286">
                  <a:srgbClr val="000500">
                    <a:alpha val="30764"/>
                  </a:srgbClr>
                </a:gs>
                <a:gs pos="28571">
                  <a:srgbClr val="000500">
                    <a:alpha val="24833"/>
                  </a:srgbClr>
                </a:gs>
                <a:gs pos="42857">
                  <a:srgbClr val="000500">
                    <a:alpha val="17075"/>
                  </a:srgbClr>
                </a:gs>
                <a:gs pos="57143">
                  <a:srgbClr val="000500">
                    <a:alpha val="9855"/>
                  </a:srgbClr>
                </a:gs>
                <a:gs pos="71429">
                  <a:srgbClr val="000500">
                    <a:alpha val="4740"/>
                  </a:srgbClr>
                </a:gs>
                <a:gs pos="85714">
                  <a:srgbClr val="000500">
                    <a:alpha val="1902"/>
                  </a:srgbClr>
                </a:gs>
                <a:gs pos="100000">
                  <a:srgbClr val="000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plat 35"/>
            <p:cNvSpPr>
              <a:spLocks noGrp="1"/>
            </p:cNvSpPr>
            <p:nvPr/>
          </p:nvSpPr>
          <p:spPr>
            <a:xfrm rot="9172852">
              <a:off x="404313" y="2180882"/>
              <a:ext cx="598723" cy="458871"/>
            </a:xfrm>
            <a:prstGeom prst="ellipse">
              <a:avLst/>
            </a:prstGeom>
            <a:gradFill>
              <a:gsLst>
                <a:gs pos="0">
                  <a:srgbClr val="1A2500">
                    <a:alpha val="29678"/>
                  </a:srgbClr>
                </a:gs>
                <a:gs pos="14286">
                  <a:srgbClr val="1A2500">
                    <a:alpha val="27647"/>
                  </a:srgbClr>
                </a:gs>
                <a:gs pos="28571">
                  <a:srgbClr val="1A2500">
                    <a:alpha val="22218"/>
                  </a:srgbClr>
                </a:gs>
                <a:gs pos="42857">
                  <a:srgbClr val="1A2500">
                    <a:alpha val="15194"/>
                  </a:srgbClr>
                </a:gs>
                <a:gs pos="57143">
                  <a:srgbClr val="1A2500">
                    <a:alpha val="8728"/>
                  </a:srgbClr>
                </a:gs>
                <a:gs pos="71429">
                  <a:srgbClr val="1A2500">
                    <a:alpha val="4185"/>
                  </a:srgbClr>
                </a:gs>
                <a:gs pos="85714">
                  <a:srgbClr val="1A2500">
                    <a:alpha val="1676"/>
                  </a:srgbClr>
                </a:gs>
                <a:gs pos="100000">
                  <a:srgbClr val="1A2500">
                    <a:alpha val="5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plat 36"/>
            <p:cNvSpPr>
              <a:spLocks noGrp="1"/>
            </p:cNvSpPr>
            <p:nvPr/>
          </p:nvSpPr>
          <p:spPr>
            <a:xfrm rot="-10601076">
              <a:off x="602039" y="2356529"/>
              <a:ext cx="65819" cy="16455"/>
            </a:xfrm>
            <a:prstGeom prst="ellipse">
              <a:avLst/>
            </a:prstGeom>
            <a:gradFill>
              <a:gsLst>
                <a:gs pos="0">
                  <a:srgbClr val="F6F8FF">
                    <a:alpha val="17342"/>
                  </a:srgbClr>
                </a:gs>
                <a:gs pos="14286">
                  <a:srgbClr val="F6F8FF">
                    <a:alpha val="16058"/>
                  </a:srgbClr>
                </a:gs>
                <a:gs pos="28571">
                  <a:srgbClr val="F6F8FF">
                    <a:alpha val="12708"/>
                  </a:srgbClr>
                </a:gs>
                <a:gs pos="42857">
                  <a:srgbClr val="F6F8FF">
                    <a:alpha val="8529"/>
                  </a:srgbClr>
                </a:gs>
                <a:gs pos="57143">
                  <a:srgbClr val="F6F8FF">
                    <a:alpha val="4820"/>
                  </a:srgbClr>
                </a:gs>
                <a:gs pos="71429">
                  <a:srgbClr val="F6F8FF">
                    <a:alpha val="2286"/>
                  </a:srgbClr>
                </a:gs>
                <a:gs pos="85714">
                  <a:srgbClr val="F6F8FF">
                    <a:alpha val="910"/>
                  </a:srgbClr>
                </a:gs>
                <a:gs pos="100000">
                  <a:srgbClr val="F6F8FF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plat 37"/>
            <p:cNvSpPr>
              <a:spLocks noGrp="1"/>
            </p:cNvSpPr>
            <p:nvPr/>
          </p:nvSpPr>
          <p:spPr>
            <a:xfrm rot="8676569">
              <a:off x="453679" y="1982829"/>
              <a:ext cx="45634" cy="11408"/>
            </a:xfrm>
            <a:prstGeom prst="ellipse">
              <a:avLst/>
            </a:prstGeom>
            <a:gradFill>
              <a:gsLst>
                <a:gs pos="0">
                  <a:srgbClr val="EFE2F5">
                    <a:alpha val="20956"/>
                  </a:srgbClr>
                </a:gs>
                <a:gs pos="14286">
                  <a:srgbClr val="EFE2F5">
                    <a:alpha val="19439"/>
                  </a:srgbClr>
                </a:gs>
                <a:gs pos="28571">
                  <a:srgbClr val="EFE2F5">
                    <a:alpha val="15450"/>
                  </a:srgbClr>
                </a:gs>
                <a:gs pos="42857">
                  <a:srgbClr val="EFE2F5">
                    <a:alpha val="10424"/>
                  </a:srgbClr>
                </a:gs>
                <a:gs pos="57143">
                  <a:srgbClr val="EFE2F5">
                    <a:alpha val="5917"/>
                  </a:srgbClr>
                </a:gs>
                <a:gs pos="71429">
                  <a:srgbClr val="EFE2F5">
                    <a:alpha val="2815"/>
                  </a:srgbClr>
                </a:gs>
                <a:gs pos="85714">
                  <a:srgbClr val="EFE2F5">
                    <a:alpha val="1123"/>
                  </a:srgbClr>
                </a:gs>
                <a:gs pos="100000">
                  <a:srgbClr val="EFE2F5">
                    <a:alpha val="3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plat 38"/>
            <p:cNvSpPr>
              <a:spLocks noGrp="1"/>
            </p:cNvSpPr>
            <p:nvPr/>
          </p:nvSpPr>
          <p:spPr>
            <a:xfrm rot="10729914">
              <a:off x="1776113" y="2292059"/>
              <a:ext cx="54268" cy="35285"/>
            </a:xfrm>
            <a:prstGeom prst="ellipse">
              <a:avLst/>
            </a:prstGeom>
            <a:gradFill>
              <a:gsLst>
                <a:gs pos="0">
                  <a:srgbClr val="FFFFD1">
                    <a:alpha val="32968"/>
                  </a:srgbClr>
                </a:gs>
                <a:gs pos="14286">
                  <a:srgbClr val="FFFFD1">
                    <a:alpha val="30764"/>
                  </a:srgbClr>
                </a:gs>
                <a:gs pos="28571">
                  <a:srgbClr val="FFFFD1">
                    <a:alpha val="24833"/>
                  </a:srgbClr>
                </a:gs>
                <a:gs pos="42857">
                  <a:srgbClr val="FFFFD1">
                    <a:alpha val="17075"/>
                  </a:srgbClr>
                </a:gs>
                <a:gs pos="57143">
                  <a:srgbClr val="FFFFD1">
                    <a:alpha val="9855"/>
                  </a:srgbClr>
                </a:gs>
                <a:gs pos="71429">
                  <a:srgbClr val="FFFFD1">
                    <a:alpha val="4740"/>
                  </a:srgbClr>
                </a:gs>
                <a:gs pos="85714">
                  <a:srgbClr val="FFFFD1">
                    <a:alpha val="1902"/>
                  </a:srgbClr>
                </a:gs>
                <a:gs pos="100000">
                  <a:srgbClr val="FFFFD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plat 39"/>
            <p:cNvSpPr>
              <a:spLocks noGrp="1"/>
            </p:cNvSpPr>
            <p:nvPr/>
          </p:nvSpPr>
          <p:spPr>
            <a:xfrm rot="-10539228">
              <a:off x="906639" y="2009612"/>
              <a:ext cx="405322" cy="390311"/>
            </a:xfrm>
            <a:prstGeom prst="ellipse">
              <a:avLst/>
            </a:prstGeom>
            <a:gradFill>
              <a:gsLst>
                <a:gs pos="0">
                  <a:srgbClr val="C98400">
                    <a:alpha val="3113"/>
                  </a:srgbClr>
                </a:gs>
                <a:gs pos="14286">
                  <a:srgbClr val="C98400">
                    <a:alpha val="2865"/>
                  </a:srgbClr>
                </a:gs>
                <a:gs pos="28571">
                  <a:srgbClr val="C98400">
                    <a:alpha val="2232"/>
                  </a:srgbClr>
                </a:gs>
                <a:gs pos="42857">
                  <a:srgbClr val="C98400">
                    <a:alpha val="1470"/>
                  </a:srgbClr>
                </a:gs>
                <a:gs pos="57143">
                  <a:srgbClr val="C98400">
                    <a:alpha val="817"/>
                  </a:srgbClr>
                </a:gs>
                <a:gs pos="71429">
                  <a:srgbClr val="C98400">
                    <a:alpha val="383"/>
                  </a:srgbClr>
                </a:gs>
                <a:gs pos="85714">
                  <a:srgbClr val="C98400">
                    <a:alpha val="152"/>
                  </a:srgbClr>
                </a:gs>
                <a:gs pos="100000">
                  <a:srgbClr val="C98400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plat 40"/>
            <p:cNvSpPr>
              <a:spLocks noGrp="1"/>
            </p:cNvSpPr>
            <p:nvPr/>
          </p:nvSpPr>
          <p:spPr>
            <a:xfrm rot="5400000">
              <a:off x="1069933" y="2231830"/>
              <a:ext cx="53377" cy="53377"/>
            </a:xfrm>
            <a:prstGeom prst="ellipse">
              <a:avLst/>
            </a:prstGeom>
            <a:gradFill>
              <a:gsLst>
                <a:gs pos="0">
                  <a:srgbClr val="F8F6FC">
                    <a:alpha val="15601"/>
                  </a:srgbClr>
                </a:gs>
                <a:gs pos="14286">
                  <a:srgbClr val="F8F6FC">
                    <a:alpha val="14435"/>
                  </a:srgbClr>
                </a:gs>
                <a:gs pos="28571">
                  <a:srgbClr val="F8F6FC">
                    <a:alpha val="11401"/>
                  </a:srgbClr>
                </a:gs>
                <a:gs pos="42857">
                  <a:srgbClr val="F8F6FC">
                    <a:alpha val="7633"/>
                  </a:srgbClr>
                </a:gs>
                <a:gs pos="57143">
                  <a:srgbClr val="F8F6FC">
                    <a:alpha val="4304"/>
                  </a:srgbClr>
                </a:gs>
                <a:gs pos="71429">
                  <a:srgbClr val="F8F6FC">
                    <a:alpha val="2038"/>
                  </a:srgbClr>
                </a:gs>
                <a:gs pos="85714">
                  <a:srgbClr val="F8F6FC">
                    <a:alpha val="811"/>
                  </a:srgbClr>
                </a:gs>
                <a:gs pos="100000">
                  <a:srgbClr val="F8F6FC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plat 41"/>
            <p:cNvSpPr>
              <a:spLocks noGrp="1"/>
            </p:cNvSpPr>
            <p:nvPr/>
          </p:nvSpPr>
          <p:spPr>
            <a:xfrm rot="6955719">
              <a:off x="628659" y="2376329"/>
              <a:ext cx="56424" cy="14106"/>
            </a:xfrm>
            <a:prstGeom prst="ellipse">
              <a:avLst/>
            </a:prstGeom>
            <a:gradFill>
              <a:gsLst>
                <a:gs pos="0">
                  <a:srgbClr val="F7F6FF">
                    <a:alpha val="19044"/>
                  </a:srgbClr>
                </a:gs>
                <a:gs pos="14286">
                  <a:srgbClr val="F7F6FF">
                    <a:alpha val="17649"/>
                  </a:srgbClr>
                </a:gs>
                <a:gs pos="28571">
                  <a:srgbClr val="F7F6FF">
                    <a:alpha val="13995"/>
                  </a:srgbClr>
                </a:gs>
                <a:gs pos="42857">
                  <a:srgbClr val="F7F6FF">
                    <a:alpha val="9416"/>
                  </a:srgbClr>
                </a:gs>
                <a:gs pos="57143">
                  <a:srgbClr val="F7F6FF">
                    <a:alpha val="5332"/>
                  </a:srgbClr>
                </a:gs>
                <a:gs pos="71429">
                  <a:srgbClr val="F7F6FF">
                    <a:alpha val="2532"/>
                  </a:srgbClr>
                </a:gs>
                <a:gs pos="85714">
                  <a:srgbClr val="F7F6FF">
                    <a:alpha val="1009"/>
                  </a:srgbClr>
                </a:gs>
                <a:gs pos="100000">
                  <a:srgbClr val="F7F6FF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Splat 42"/>
            <p:cNvSpPr>
              <a:spLocks noGrp="1"/>
            </p:cNvSpPr>
            <p:nvPr/>
          </p:nvSpPr>
          <p:spPr>
            <a:xfrm rot="7983671">
              <a:off x="457701" y="1966177"/>
              <a:ext cx="43678" cy="10919"/>
            </a:xfrm>
            <a:prstGeom prst="ellipse">
              <a:avLst/>
            </a:prstGeom>
            <a:gradFill>
              <a:gsLst>
                <a:gs pos="0">
                  <a:srgbClr val="FFB861">
                    <a:alpha val="21298"/>
                  </a:srgbClr>
                </a:gs>
                <a:gs pos="14286">
                  <a:srgbClr val="FFB861">
                    <a:alpha val="19759"/>
                  </a:srgbClr>
                </a:gs>
                <a:gs pos="28571">
                  <a:srgbClr val="FFB861">
                    <a:alpha val="15711"/>
                  </a:srgbClr>
                </a:gs>
                <a:gs pos="42857">
                  <a:srgbClr val="FFB861">
                    <a:alpha val="10605"/>
                  </a:srgbClr>
                </a:gs>
                <a:gs pos="57143">
                  <a:srgbClr val="FFB861">
                    <a:alpha val="6023"/>
                  </a:srgbClr>
                </a:gs>
                <a:gs pos="71429">
                  <a:srgbClr val="FFB861">
                    <a:alpha val="2866"/>
                  </a:srgbClr>
                </a:gs>
                <a:gs pos="85714">
                  <a:srgbClr val="FFB861">
                    <a:alpha val="1143"/>
                  </a:srgbClr>
                </a:gs>
                <a:gs pos="100000">
                  <a:srgbClr val="FFB861">
                    <a:alpha val="3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Splat 43"/>
            <p:cNvSpPr>
              <a:spLocks noGrp="1"/>
            </p:cNvSpPr>
            <p:nvPr/>
          </p:nvSpPr>
          <p:spPr>
            <a:xfrm rot="6027471">
              <a:off x="433299" y="2010963"/>
              <a:ext cx="47452" cy="11863"/>
            </a:xfrm>
            <a:prstGeom prst="ellipse">
              <a:avLst/>
            </a:prstGeom>
            <a:gradFill>
              <a:gsLst>
                <a:gs pos="0">
                  <a:srgbClr val="F7AC41">
                    <a:alpha val="20637"/>
                  </a:srgbClr>
                </a:gs>
                <a:gs pos="14286">
                  <a:srgbClr val="F7AC41">
                    <a:alpha val="19140"/>
                  </a:srgbClr>
                </a:gs>
                <a:gs pos="28571">
                  <a:srgbClr val="F7AC41">
                    <a:alpha val="15207"/>
                  </a:srgbClr>
                </a:gs>
                <a:gs pos="42857">
                  <a:srgbClr val="F7AC41">
                    <a:alpha val="10255"/>
                  </a:srgbClr>
                </a:gs>
                <a:gs pos="57143">
                  <a:srgbClr val="F7AC41">
                    <a:alpha val="5819"/>
                  </a:srgbClr>
                </a:gs>
                <a:gs pos="71429">
                  <a:srgbClr val="F7AC41">
                    <a:alpha val="2767"/>
                  </a:srgbClr>
                </a:gs>
                <a:gs pos="85714">
                  <a:srgbClr val="F7AC41">
                    <a:alpha val="1104"/>
                  </a:srgbClr>
                </a:gs>
                <a:gs pos="100000">
                  <a:srgbClr val="F7AC41">
                    <a:alpha val="3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Splat 44"/>
            <p:cNvSpPr>
              <a:spLocks noGrp="1"/>
            </p:cNvSpPr>
            <p:nvPr/>
          </p:nvSpPr>
          <p:spPr>
            <a:xfrm rot="7571407">
              <a:off x="449678" y="2003723"/>
              <a:ext cx="50744" cy="12686"/>
            </a:xfrm>
            <a:prstGeom prst="ellipse">
              <a:avLst/>
            </a:prstGeom>
            <a:gradFill>
              <a:gsLst>
                <a:gs pos="0">
                  <a:srgbClr val="FDCE6E">
                    <a:alpha val="20057"/>
                  </a:srgbClr>
                </a:gs>
                <a:gs pos="14286">
                  <a:srgbClr val="FDCE6E">
                    <a:alpha val="18596"/>
                  </a:srgbClr>
                </a:gs>
                <a:gs pos="28571">
                  <a:srgbClr val="FDCE6E">
                    <a:alpha val="14764"/>
                  </a:srgbClr>
                </a:gs>
                <a:gs pos="42857">
                  <a:srgbClr val="FDCE6E">
                    <a:alpha val="9948"/>
                  </a:srgbClr>
                </a:gs>
                <a:gs pos="57143">
                  <a:srgbClr val="FDCE6E">
                    <a:alpha val="5641"/>
                  </a:srgbClr>
                </a:gs>
                <a:gs pos="71429">
                  <a:srgbClr val="FDCE6E">
                    <a:alpha val="2681"/>
                  </a:srgbClr>
                </a:gs>
                <a:gs pos="85714">
                  <a:srgbClr val="FDCE6E">
                    <a:alpha val="1069"/>
                  </a:srgbClr>
                </a:gs>
                <a:gs pos="100000">
                  <a:srgbClr val="FDCE6E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Splat 45"/>
            <p:cNvSpPr>
              <a:spLocks noGrp="1"/>
            </p:cNvSpPr>
            <p:nvPr/>
          </p:nvSpPr>
          <p:spPr>
            <a:xfrm rot="8965534">
              <a:off x="460979" y="1986628"/>
              <a:ext cx="47908" cy="11977"/>
            </a:xfrm>
            <a:prstGeom prst="ellipse">
              <a:avLst/>
            </a:prstGeom>
            <a:gradFill>
              <a:gsLst>
                <a:gs pos="0">
                  <a:srgbClr val="FFD877">
                    <a:alpha val="20557"/>
                  </a:srgbClr>
                </a:gs>
                <a:gs pos="14286">
                  <a:srgbClr val="FFD877">
                    <a:alpha val="19065"/>
                  </a:srgbClr>
                </a:gs>
                <a:gs pos="28571">
                  <a:srgbClr val="FFD877">
                    <a:alpha val="15145"/>
                  </a:srgbClr>
                </a:gs>
                <a:gs pos="42857">
                  <a:srgbClr val="FFD877">
                    <a:alpha val="10212"/>
                  </a:srgbClr>
                </a:gs>
                <a:gs pos="57143">
                  <a:srgbClr val="FFD877">
                    <a:alpha val="5794"/>
                  </a:srgbClr>
                </a:gs>
                <a:gs pos="71429">
                  <a:srgbClr val="FFD877">
                    <a:alpha val="2755"/>
                  </a:srgbClr>
                </a:gs>
                <a:gs pos="85714">
                  <a:srgbClr val="FFD877">
                    <a:alpha val="1099"/>
                  </a:srgbClr>
                </a:gs>
                <a:gs pos="100000">
                  <a:srgbClr val="FFD877">
                    <a:alpha val="3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Splat 46"/>
            <p:cNvSpPr>
              <a:spLocks noGrp="1"/>
            </p:cNvSpPr>
            <p:nvPr/>
          </p:nvSpPr>
          <p:spPr>
            <a:xfrm rot="5666191">
              <a:off x="2069924" y="2279137"/>
              <a:ext cx="47994" cy="11998"/>
            </a:xfrm>
            <a:prstGeom prst="ellipse">
              <a:avLst/>
            </a:prstGeom>
            <a:gradFill>
              <a:gsLst>
                <a:gs pos="0">
                  <a:srgbClr val="F9F5FF">
                    <a:alpha val="20542"/>
                  </a:srgbClr>
                </a:gs>
                <a:gs pos="14286">
                  <a:srgbClr val="F9F5FF">
                    <a:alpha val="19050"/>
                  </a:srgbClr>
                </a:gs>
                <a:gs pos="28571">
                  <a:srgbClr val="F9F5FF">
                    <a:alpha val="15134"/>
                  </a:srgbClr>
                </a:gs>
                <a:gs pos="42857">
                  <a:srgbClr val="F9F5FF">
                    <a:alpha val="10204"/>
                  </a:srgbClr>
                </a:gs>
                <a:gs pos="57143">
                  <a:srgbClr val="F9F5FF">
                    <a:alpha val="5790"/>
                  </a:srgbClr>
                </a:gs>
                <a:gs pos="71429">
                  <a:srgbClr val="F9F5FF">
                    <a:alpha val="2753"/>
                  </a:srgbClr>
                </a:gs>
                <a:gs pos="85714">
                  <a:srgbClr val="F9F5FF">
                    <a:alpha val="1098"/>
                  </a:srgbClr>
                </a:gs>
                <a:gs pos="100000">
                  <a:srgbClr val="F9F5FF">
                    <a:alpha val="3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Splat 47"/>
            <p:cNvSpPr>
              <a:spLocks noGrp="1"/>
            </p:cNvSpPr>
            <p:nvPr/>
          </p:nvSpPr>
          <p:spPr>
            <a:xfrm rot="5400000">
              <a:off x="1064775" y="2279246"/>
              <a:ext cx="28667" cy="28667"/>
            </a:xfrm>
            <a:prstGeom prst="ellipse">
              <a:avLst/>
            </a:prstGeom>
            <a:gradFill>
              <a:gsLst>
                <a:gs pos="0">
                  <a:srgbClr val="E1A026">
                    <a:alpha val="18881"/>
                  </a:srgbClr>
                </a:gs>
                <a:gs pos="14286">
                  <a:srgbClr val="E1A026">
                    <a:alpha val="17496"/>
                  </a:srgbClr>
                </a:gs>
                <a:gs pos="28571">
                  <a:srgbClr val="E1A026">
                    <a:alpha val="13871"/>
                  </a:srgbClr>
                </a:gs>
                <a:gs pos="42857">
                  <a:srgbClr val="E1A026">
                    <a:alpha val="9330"/>
                  </a:srgbClr>
                </a:gs>
                <a:gs pos="57143">
                  <a:srgbClr val="E1A026">
                    <a:alpha val="5283"/>
                  </a:srgbClr>
                </a:gs>
                <a:gs pos="71429">
                  <a:srgbClr val="E1A026">
                    <a:alpha val="2509"/>
                  </a:srgbClr>
                </a:gs>
                <a:gs pos="85714">
                  <a:srgbClr val="E1A026">
                    <a:alpha val="1000"/>
                  </a:srgbClr>
                </a:gs>
                <a:gs pos="100000">
                  <a:srgbClr val="E1A026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Splat 48"/>
            <p:cNvSpPr>
              <a:spLocks noGrp="1"/>
            </p:cNvSpPr>
            <p:nvPr/>
          </p:nvSpPr>
          <p:spPr>
            <a:xfrm rot="8897974">
              <a:off x="1091636" y="2278518"/>
              <a:ext cx="45633" cy="11408"/>
            </a:xfrm>
            <a:prstGeom prst="ellipse">
              <a:avLst/>
            </a:prstGeom>
            <a:gradFill>
              <a:gsLst>
                <a:gs pos="0">
                  <a:srgbClr val="F9FBE8">
                    <a:alpha val="20957"/>
                  </a:srgbClr>
                </a:gs>
                <a:gs pos="14286">
                  <a:srgbClr val="F9FBE8">
                    <a:alpha val="19439"/>
                  </a:srgbClr>
                </a:gs>
                <a:gs pos="28571">
                  <a:srgbClr val="F9FBE8">
                    <a:alpha val="15450"/>
                  </a:srgbClr>
                </a:gs>
                <a:gs pos="42857">
                  <a:srgbClr val="F9FBE8">
                    <a:alpha val="10424"/>
                  </a:srgbClr>
                </a:gs>
                <a:gs pos="57143">
                  <a:srgbClr val="F9FBE8">
                    <a:alpha val="5917"/>
                  </a:srgbClr>
                </a:gs>
                <a:gs pos="71429">
                  <a:srgbClr val="F9FBE8">
                    <a:alpha val="2815"/>
                  </a:srgbClr>
                </a:gs>
                <a:gs pos="85714">
                  <a:srgbClr val="F9FBE8">
                    <a:alpha val="1123"/>
                  </a:srgbClr>
                </a:gs>
                <a:gs pos="100000">
                  <a:srgbClr val="F9FBE8">
                    <a:alpha val="3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Splat 49"/>
            <p:cNvSpPr>
              <a:spLocks noGrp="1"/>
            </p:cNvSpPr>
            <p:nvPr/>
          </p:nvSpPr>
          <p:spPr>
            <a:xfrm rot="5645328">
              <a:off x="1739701" y="1961647"/>
              <a:ext cx="80083" cy="33726"/>
            </a:xfrm>
            <a:prstGeom prst="ellipse">
              <a:avLst/>
            </a:prstGeom>
            <a:gradFill>
              <a:gsLst>
                <a:gs pos="0">
                  <a:srgbClr val="FFFFB9">
                    <a:alpha val="32968"/>
                  </a:srgbClr>
                </a:gs>
                <a:gs pos="14286">
                  <a:srgbClr val="FFFFB9">
                    <a:alpha val="30764"/>
                  </a:srgbClr>
                </a:gs>
                <a:gs pos="28571">
                  <a:srgbClr val="FFFFB9">
                    <a:alpha val="24833"/>
                  </a:srgbClr>
                </a:gs>
                <a:gs pos="42857">
                  <a:srgbClr val="FFFFB9">
                    <a:alpha val="17075"/>
                  </a:srgbClr>
                </a:gs>
                <a:gs pos="57143">
                  <a:srgbClr val="FFFFB9">
                    <a:alpha val="9855"/>
                  </a:srgbClr>
                </a:gs>
                <a:gs pos="71429">
                  <a:srgbClr val="FFFFB9">
                    <a:alpha val="4740"/>
                  </a:srgbClr>
                </a:gs>
                <a:gs pos="85714">
                  <a:srgbClr val="FFFFB9">
                    <a:alpha val="1902"/>
                  </a:srgbClr>
                </a:gs>
                <a:gs pos="100000">
                  <a:srgbClr val="FFFFB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Splat 50"/>
            <p:cNvSpPr>
              <a:spLocks noGrp="1"/>
            </p:cNvSpPr>
            <p:nvPr/>
          </p:nvSpPr>
          <p:spPr>
            <a:xfrm rot="2914869">
              <a:off x="814172" y="2115820"/>
              <a:ext cx="98872" cy="77120"/>
            </a:xfrm>
            <a:prstGeom prst="ellipse">
              <a:avLst/>
            </a:prstGeom>
            <a:gradFill>
              <a:gsLst>
                <a:gs pos="0">
                  <a:srgbClr val="FFFFF0">
                    <a:alpha val="32968"/>
                  </a:srgbClr>
                </a:gs>
                <a:gs pos="14286">
                  <a:srgbClr val="FFFFF0">
                    <a:alpha val="30764"/>
                  </a:srgbClr>
                </a:gs>
                <a:gs pos="28571">
                  <a:srgbClr val="FFFFF0">
                    <a:alpha val="24833"/>
                  </a:srgbClr>
                </a:gs>
                <a:gs pos="42857">
                  <a:srgbClr val="FFFFF0">
                    <a:alpha val="17075"/>
                  </a:srgbClr>
                </a:gs>
                <a:gs pos="57143">
                  <a:srgbClr val="FFFFF0">
                    <a:alpha val="9855"/>
                  </a:srgbClr>
                </a:gs>
                <a:gs pos="71429">
                  <a:srgbClr val="FFFFF0">
                    <a:alpha val="4740"/>
                  </a:srgbClr>
                </a:gs>
                <a:gs pos="85714">
                  <a:srgbClr val="FFFFF0">
                    <a:alpha val="1902"/>
                  </a:srgbClr>
                </a:gs>
                <a:gs pos="100000">
                  <a:srgbClr val="FFFF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Splat 51"/>
            <p:cNvSpPr>
              <a:spLocks noGrp="1"/>
            </p:cNvSpPr>
            <p:nvPr/>
          </p:nvSpPr>
          <p:spPr>
            <a:xfrm rot="9567981">
              <a:off x="1098834" y="2289932"/>
              <a:ext cx="53526" cy="13382"/>
            </a:xfrm>
            <a:prstGeom prst="ellipse">
              <a:avLst/>
            </a:prstGeom>
            <a:gradFill>
              <a:gsLst>
                <a:gs pos="0">
                  <a:srgbClr val="F6D72E">
                    <a:alpha val="19562"/>
                  </a:srgbClr>
                </a:gs>
                <a:gs pos="14286">
                  <a:srgbClr val="F6D72E">
                    <a:alpha val="18133"/>
                  </a:srgbClr>
                </a:gs>
                <a:gs pos="28571">
                  <a:srgbClr val="F6D72E">
                    <a:alpha val="14388"/>
                  </a:srgbClr>
                </a:gs>
                <a:gs pos="42857">
                  <a:srgbClr val="F6D72E">
                    <a:alpha val="9688"/>
                  </a:srgbClr>
                </a:gs>
                <a:gs pos="57143">
                  <a:srgbClr val="F6D72E">
                    <a:alpha val="5490"/>
                  </a:srgbClr>
                </a:gs>
                <a:gs pos="71429">
                  <a:srgbClr val="F6D72E">
                    <a:alpha val="2608"/>
                  </a:srgbClr>
                </a:gs>
                <a:gs pos="85714">
                  <a:srgbClr val="F6D72E">
                    <a:alpha val="1040"/>
                  </a:srgbClr>
                </a:gs>
                <a:gs pos="100000">
                  <a:srgbClr val="F6D72E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Splat 52"/>
            <p:cNvSpPr>
              <a:spLocks noGrp="1"/>
            </p:cNvSpPr>
            <p:nvPr/>
          </p:nvSpPr>
          <p:spPr>
            <a:xfrm rot="6778488">
              <a:off x="431752" y="2000874"/>
              <a:ext cx="48664" cy="12166"/>
            </a:xfrm>
            <a:prstGeom prst="ellipse">
              <a:avLst/>
            </a:prstGeom>
            <a:gradFill>
              <a:gsLst>
                <a:gs pos="0">
                  <a:srgbClr val="FCE1B5">
                    <a:alpha val="20424"/>
                  </a:srgbClr>
                </a:gs>
                <a:gs pos="14286">
                  <a:srgbClr val="FCE1B5">
                    <a:alpha val="18940"/>
                  </a:srgbClr>
                </a:gs>
                <a:gs pos="28571">
                  <a:srgbClr val="FCE1B5">
                    <a:alpha val="15044"/>
                  </a:srgbClr>
                </a:gs>
                <a:gs pos="42857">
                  <a:srgbClr val="FCE1B5">
                    <a:alpha val="10142"/>
                  </a:srgbClr>
                </a:gs>
                <a:gs pos="57143">
                  <a:srgbClr val="FCE1B5">
                    <a:alpha val="5753"/>
                  </a:srgbClr>
                </a:gs>
                <a:gs pos="71429">
                  <a:srgbClr val="FCE1B5">
                    <a:alpha val="2736"/>
                  </a:srgbClr>
                </a:gs>
                <a:gs pos="85714">
                  <a:srgbClr val="FCE1B5">
                    <a:alpha val="1091"/>
                  </a:srgbClr>
                </a:gs>
                <a:gs pos="100000">
                  <a:srgbClr val="FCE1B5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Splat 53"/>
            <p:cNvSpPr>
              <a:spLocks noGrp="1"/>
            </p:cNvSpPr>
            <p:nvPr/>
          </p:nvSpPr>
          <p:spPr>
            <a:xfrm rot="5773137">
              <a:off x="1037154" y="2250997"/>
              <a:ext cx="55821" cy="13955"/>
            </a:xfrm>
            <a:prstGeom prst="ellipse">
              <a:avLst/>
            </a:prstGeom>
            <a:gradFill>
              <a:gsLst>
                <a:gs pos="0">
                  <a:srgbClr val="ED9A6E">
                    <a:alpha val="19152"/>
                  </a:srgbClr>
                </a:gs>
                <a:gs pos="14286">
                  <a:srgbClr val="ED9A6E">
                    <a:alpha val="17750"/>
                  </a:srgbClr>
                </a:gs>
                <a:gs pos="28571">
                  <a:srgbClr val="ED9A6E">
                    <a:alpha val="14077"/>
                  </a:srgbClr>
                </a:gs>
                <a:gs pos="42857">
                  <a:srgbClr val="ED9A6E">
                    <a:alpha val="9473"/>
                  </a:srgbClr>
                </a:gs>
                <a:gs pos="57143">
                  <a:srgbClr val="ED9A6E">
                    <a:alpha val="5365"/>
                  </a:srgbClr>
                </a:gs>
                <a:gs pos="71429">
                  <a:srgbClr val="ED9A6E">
                    <a:alpha val="2548"/>
                  </a:srgbClr>
                </a:gs>
                <a:gs pos="85714">
                  <a:srgbClr val="ED9A6E">
                    <a:alpha val="1016"/>
                  </a:srgbClr>
                </a:gs>
                <a:gs pos="100000">
                  <a:srgbClr val="ED9A6E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Splat 54"/>
            <p:cNvSpPr>
              <a:spLocks noGrp="1"/>
            </p:cNvSpPr>
            <p:nvPr/>
          </p:nvSpPr>
          <p:spPr>
            <a:xfrm rot="5418378">
              <a:off x="1096311" y="2229458"/>
              <a:ext cx="59398" cy="14849"/>
            </a:xfrm>
            <a:prstGeom prst="ellipse">
              <a:avLst/>
            </a:prstGeom>
            <a:gradFill>
              <a:gsLst>
                <a:gs pos="0">
                  <a:srgbClr val="FBE48A">
                    <a:alpha val="18509"/>
                  </a:srgbClr>
                </a:gs>
                <a:gs pos="14286">
                  <a:srgbClr val="FBE48A">
                    <a:alpha val="17149"/>
                  </a:srgbClr>
                </a:gs>
                <a:gs pos="28571">
                  <a:srgbClr val="FBE48A">
                    <a:alpha val="13590"/>
                  </a:srgbClr>
                </a:gs>
                <a:gs pos="42857">
                  <a:srgbClr val="FBE48A">
                    <a:alpha val="9136"/>
                  </a:srgbClr>
                </a:gs>
                <a:gs pos="57143">
                  <a:srgbClr val="FBE48A">
                    <a:alpha val="5170"/>
                  </a:srgbClr>
                </a:gs>
                <a:gs pos="71429">
                  <a:srgbClr val="FBE48A">
                    <a:alpha val="2454"/>
                  </a:srgbClr>
                </a:gs>
                <a:gs pos="85714">
                  <a:srgbClr val="FBE48A">
                    <a:alpha val="978"/>
                  </a:srgbClr>
                </a:gs>
                <a:gs pos="100000">
                  <a:srgbClr val="FBE48A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Splat 55"/>
            <p:cNvSpPr>
              <a:spLocks noGrp="1"/>
            </p:cNvSpPr>
            <p:nvPr/>
          </p:nvSpPr>
          <p:spPr>
            <a:xfrm rot="5470253">
              <a:off x="1627805" y="1496048"/>
              <a:ext cx="343380" cy="10899"/>
            </a:xfrm>
            <a:prstGeom prst="ellipse">
              <a:avLst/>
            </a:prstGeom>
            <a:gradFill>
              <a:gsLst>
                <a:gs pos="0">
                  <a:srgbClr val="FFFEF5">
                    <a:alpha val="32968"/>
                  </a:srgbClr>
                </a:gs>
                <a:gs pos="14286">
                  <a:srgbClr val="FFFEF5">
                    <a:alpha val="30764"/>
                  </a:srgbClr>
                </a:gs>
                <a:gs pos="28571">
                  <a:srgbClr val="FFFEF5">
                    <a:alpha val="24833"/>
                  </a:srgbClr>
                </a:gs>
                <a:gs pos="42857">
                  <a:srgbClr val="FFFEF5">
                    <a:alpha val="17075"/>
                  </a:srgbClr>
                </a:gs>
                <a:gs pos="57143">
                  <a:srgbClr val="FFFEF5">
                    <a:alpha val="9855"/>
                  </a:srgbClr>
                </a:gs>
                <a:gs pos="71429">
                  <a:srgbClr val="FFFEF5">
                    <a:alpha val="4740"/>
                  </a:srgbClr>
                </a:gs>
                <a:gs pos="85714">
                  <a:srgbClr val="FFFEF5">
                    <a:alpha val="1902"/>
                  </a:srgbClr>
                </a:gs>
                <a:gs pos="100000">
                  <a:srgbClr val="FFFE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Splat 56"/>
            <p:cNvSpPr>
              <a:spLocks noGrp="1"/>
            </p:cNvSpPr>
            <p:nvPr/>
          </p:nvSpPr>
          <p:spPr>
            <a:xfrm rot="7837690">
              <a:off x="590762" y="2344916"/>
              <a:ext cx="59345" cy="14836"/>
            </a:xfrm>
            <a:prstGeom prst="ellipse">
              <a:avLst/>
            </a:prstGeom>
            <a:gradFill>
              <a:gsLst>
                <a:gs pos="0">
                  <a:srgbClr val="EDE8DF">
                    <a:alpha val="18519"/>
                  </a:srgbClr>
                </a:gs>
                <a:gs pos="14286">
                  <a:srgbClr val="EDE8DF">
                    <a:alpha val="17158"/>
                  </a:srgbClr>
                </a:gs>
                <a:gs pos="28571">
                  <a:srgbClr val="EDE8DF">
                    <a:alpha val="13597"/>
                  </a:srgbClr>
                </a:gs>
                <a:gs pos="42857">
                  <a:srgbClr val="EDE8DF">
                    <a:alpha val="9141"/>
                  </a:srgbClr>
                </a:gs>
                <a:gs pos="57143">
                  <a:srgbClr val="EDE8DF">
                    <a:alpha val="5173"/>
                  </a:srgbClr>
                </a:gs>
                <a:gs pos="71429">
                  <a:srgbClr val="EDE8DF">
                    <a:alpha val="2456"/>
                  </a:srgbClr>
                </a:gs>
                <a:gs pos="85714">
                  <a:srgbClr val="EDE8DF">
                    <a:alpha val="978"/>
                  </a:srgbClr>
                </a:gs>
                <a:gs pos="100000">
                  <a:srgbClr val="EDE8DF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Splat 57"/>
            <p:cNvSpPr>
              <a:spLocks noGrp="1"/>
            </p:cNvSpPr>
            <p:nvPr/>
          </p:nvSpPr>
          <p:spPr>
            <a:xfrm rot="3953828">
              <a:off x="1910936" y="2374021"/>
              <a:ext cx="140731" cy="109707"/>
            </a:xfrm>
            <a:prstGeom prst="ellipse">
              <a:avLst/>
            </a:prstGeom>
            <a:gradFill>
              <a:gsLst>
                <a:gs pos="0">
                  <a:srgbClr val="FFFF94">
                    <a:alpha val="32968"/>
                  </a:srgbClr>
                </a:gs>
                <a:gs pos="14286">
                  <a:srgbClr val="FFFF94">
                    <a:alpha val="30764"/>
                  </a:srgbClr>
                </a:gs>
                <a:gs pos="28571">
                  <a:srgbClr val="FFFF94">
                    <a:alpha val="24833"/>
                  </a:srgbClr>
                </a:gs>
                <a:gs pos="42857">
                  <a:srgbClr val="FFFF94">
                    <a:alpha val="17075"/>
                  </a:srgbClr>
                </a:gs>
                <a:gs pos="57143">
                  <a:srgbClr val="FFFF94">
                    <a:alpha val="9855"/>
                  </a:srgbClr>
                </a:gs>
                <a:gs pos="71429">
                  <a:srgbClr val="FFFF94">
                    <a:alpha val="4740"/>
                  </a:srgbClr>
                </a:gs>
                <a:gs pos="85714">
                  <a:srgbClr val="FFFF94">
                    <a:alpha val="1902"/>
                  </a:srgbClr>
                </a:gs>
                <a:gs pos="100000">
                  <a:srgbClr val="FFFF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Splat 58"/>
            <p:cNvSpPr>
              <a:spLocks noGrp="1"/>
            </p:cNvSpPr>
            <p:nvPr/>
          </p:nvSpPr>
          <p:spPr>
            <a:xfrm rot="6558788">
              <a:off x="450118" y="2358186"/>
              <a:ext cx="345158" cy="31847"/>
            </a:xfrm>
            <a:prstGeom prst="ellipse">
              <a:avLst/>
            </a:prstGeom>
            <a:gradFill>
              <a:gsLst>
                <a:gs pos="0">
                  <a:srgbClr val="FFFFC1">
                    <a:alpha val="32968"/>
                  </a:srgbClr>
                </a:gs>
                <a:gs pos="14286">
                  <a:srgbClr val="FFFFC1">
                    <a:alpha val="30764"/>
                  </a:srgbClr>
                </a:gs>
                <a:gs pos="28571">
                  <a:srgbClr val="FFFFC1">
                    <a:alpha val="24833"/>
                  </a:srgbClr>
                </a:gs>
                <a:gs pos="42857">
                  <a:srgbClr val="FFFFC1">
                    <a:alpha val="17075"/>
                  </a:srgbClr>
                </a:gs>
                <a:gs pos="57143">
                  <a:srgbClr val="FFFFC1">
                    <a:alpha val="9855"/>
                  </a:srgbClr>
                </a:gs>
                <a:gs pos="71429">
                  <a:srgbClr val="FFFFC1">
                    <a:alpha val="4740"/>
                  </a:srgbClr>
                </a:gs>
                <a:gs pos="85714">
                  <a:srgbClr val="FFFFC1">
                    <a:alpha val="1902"/>
                  </a:srgbClr>
                </a:gs>
                <a:gs pos="100000">
                  <a:srgbClr val="FFFFC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Splat 59"/>
            <p:cNvSpPr>
              <a:spLocks noGrp="1"/>
            </p:cNvSpPr>
            <p:nvPr/>
          </p:nvSpPr>
          <p:spPr>
            <a:xfrm rot="-9195219">
              <a:off x="2456234" y="2229616"/>
              <a:ext cx="60129" cy="15032"/>
            </a:xfrm>
            <a:prstGeom prst="ellipse">
              <a:avLst/>
            </a:prstGeom>
            <a:gradFill>
              <a:gsLst>
                <a:gs pos="0">
                  <a:srgbClr val="EDDAAA">
                    <a:alpha val="18377"/>
                  </a:srgbClr>
                </a:gs>
                <a:gs pos="14286">
                  <a:srgbClr val="EDDAAA">
                    <a:alpha val="17025"/>
                  </a:srgbClr>
                </a:gs>
                <a:gs pos="28571">
                  <a:srgbClr val="EDDAAA">
                    <a:alpha val="13490"/>
                  </a:srgbClr>
                </a:gs>
                <a:gs pos="42857">
                  <a:srgbClr val="EDDAAA">
                    <a:alpha val="9067"/>
                  </a:srgbClr>
                </a:gs>
                <a:gs pos="57143">
                  <a:srgbClr val="EDDAAA">
                    <a:alpha val="5130"/>
                  </a:srgbClr>
                </a:gs>
                <a:gs pos="71429">
                  <a:srgbClr val="EDDAAA">
                    <a:alpha val="2435"/>
                  </a:srgbClr>
                </a:gs>
                <a:gs pos="85714">
                  <a:srgbClr val="EDDAAA">
                    <a:alpha val="970"/>
                  </a:srgbClr>
                </a:gs>
                <a:gs pos="100000">
                  <a:srgbClr val="EDDAAA">
                    <a:alpha val="3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Splat 60"/>
            <p:cNvSpPr>
              <a:spLocks noGrp="1"/>
            </p:cNvSpPr>
            <p:nvPr/>
          </p:nvSpPr>
          <p:spPr>
            <a:xfrm rot="5328813">
              <a:off x="1059096" y="2250138"/>
              <a:ext cx="52546" cy="13136"/>
            </a:xfrm>
            <a:prstGeom prst="ellipse">
              <a:avLst/>
            </a:prstGeom>
            <a:gradFill>
              <a:gsLst>
                <a:gs pos="0">
                  <a:srgbClr val="F6EDFF">
                    <a:alpha val="19737"/>
                  </a:srgbClr>
                </a:gs>
                <a:gs pos="14286">
                  <a:srgbClr val="F6EDFF">
                    <a:alpha val="18297"/>
                  </a:srgbClr>
                </a:gs>
                <a:gs pos="28571">
                  <a:srgbClr val="F6EDFF">
                    <a:alpha val="14521"/>
                  </a:srgbClr>
                </a:gs>
                <a:gs pos="42857">
                  <a:srgbClr val="F6EDFF">
                    <a:alpha val="9780"/>
                  </a:srgbClr>
                </a:gs>
                <a:gs pos="57143">
                  <a:srgbClr val="F6EDFF">
                    <a:alpha val="5543"/>
                  </a:srgbClr>
                </a:gs>
                <a:gs pos="71429">
                  <a:srgbClr val="F6EDFF">
                    <a:alpha val="2634"/>
                  </a:srgbClr>
                </a:gs>
                <a:gs pos="85714">
                  <a:srgbClr val="F6EDFF">
                    <a:alpha val="1050"/>
                  </a:srgbClr>
                </a:gs>
                <a:gs pos="100000">
                  <a:srgbClr val="F6EDFF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Splat 61"/>
            <p:cNvSpPr>
              <a:spLocks noGrp="1"/>
            </p:cNvSpPr>
            <p:nvPr/>
          </p:nvSpPr>
          <p:spPr>
            <a:xfrm rot="5337620">
              <a:off x="1017547" y="2229829"/>
              <a:ext cx="138114" cy="54402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Splat 62"/>
            <p:cNvSpPr>
              <a:spLocks noGrp="1"/>
            </p:cNvSpPr>
            <p:nvPr/>
          </p:nvSpPr>
          <p:spPr>
            <a:xfrm rot="-10254695">
              <a:off x="1170964" y="2415233"/>
              <a:ext cx="101842" cy="27219"/>
            </a:xfrm>
            <a:prstGeom prst="ellipse">
              <a:avLst/>
            </a:prstGeom>
            <a:gradFill>
              <a:gsLst>
                <a:gs pos="0">
                  <a:srgbClr val="FFF60E">
                    <a:alpha val="32968"/>
                  </a:srgbClr>
                </a:gs>
                <a:gs pos="14286">
                  <a:srgbClr val="FFF60E">
                    <a:alpha val="30764"/>
                  </a:srgbClr>
                </a:gs>
                <a:gs pos="28571">
                  <a:srgbClr val="FFF60E">
                    <a:alpha val="24833"/>
                  </a:srgbClr>
                </a:gs>
                <a:gs pos="42857">
                  <a:srgbClr val="FFF60E">
                    <a:alpha val="17075"/>
                  </a:srgbClr>
                </a:gs>
                <a:gs pos="57143">
                  <a:srgbClr val="FFF60E">
                    <a:alpha val="9855"/>
                  </a:srgbClr>
                </a:gs>
                <a:gs pos="71429">
                  <a:srgbClr val="FFF60E">
                    <a:alpha val="4740"/>
                  </a:srgbClr>
                </a:gs>
                <a:gs pos="85714">
                  <a:srgbClr val="FFF60E">
                    <a:alpha val="1902"/>
                  </a:srgbClr>
                </a:gs>
                <a:gs pos="100000">
                  <a:srgbClr val="FFF60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Splat 63"/>
            <p:cNvSpPr>
              <a:spLocks noGrp="1"/>
            </p:cNvSpPr>
            <p:nvPr/>
          </p:nvSpPr>
          <p:spPr>
            <a:xfrm rot="5720340">
              <a:off x="1737201" y="1398131"/>
              <a:ext cx="127519" cy="32214"/>
            </a:xfrm>
            <a:prstGeom prst="ellipse">
              <a:avLst/>
            </a:prstGeom>
            <a:gradFill>
              <a:gsLst>
                <a:gs pos="0">
                  <a:srgbClr val="FFF1DE">
                    <a:alpha val="32968"/>
                  </a:srgbClr>
                </a:gs>
                <a:gs pos="14286">
                  <a:srgbClr val="FFF1DE">
                    <a:alpha val="30764"/>
                  </a:srgbClr>
                </a:gs>
                <a:gs pos="28571">
                  <a:srgbClr val="FFF1DE">
                    <a:alpha val="24833"/>
                  </a:srgbClr>
                </a:gs>
                <a:gs pos="42857">
                  <a:srgbClr val="FFF1DE">
                    <a:alpha val="17075"/>
                  </a:srgbClr>
                </a:gs>
                <a:gs pos="57143">
                  <a:srgbClr val="FFF1DE">
                    <a:alpha val="9855"/>
                  </a:srgbClr>
                </a:gs>
                <a:gs pos="71429">
                  <a:srgbClr val="FFF1DE">
                    <a:alpha val="4740"/>
                  </a:srgbClr>
                </a:gs>
                <a:gs pos="85714">
                  <a:srgbClr val="FFF1DE">
                    <a:alpha val="1902"/>
                  </a:srgbClr>
                </a:gs>
                <a:gs pos="100000">
                  <a:srgbClr val="FFF1D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Splat 64"/>
            <p:cNvSpPr>
              <a:spLocks noGrp="1"/>
            </p:cNvSpPr>
            <p:nvPr/>
          </p:nvSpPr>
          <p:spPr>
            <a:xfrm rot="9567107">
              <a:off x="67544" y="1382046"/>
              <a:ext cx="652533" cy="567466"/>
            </a:xfrm>
            <a:prstGeom prst="ellipse">
              <a:avLst/>
            </a:prstGeom>
            <a:gradFill>
              <a:gsLst>
                <a:gs pos="0">
                  <a:srgbClr val="3D76D8">
                    <a:alpha val="29664"/>
                  </a:srgbClr>
                </a:gs>
                <a:gs pos="14286">
                  <a:srgbClr val="3D76D8">
                    <a:alpha val="27633"/>
                  </a:srgbClr>
                </a:gs>
                <a:gs pos="28571">
                  <a:srgbClr val="3D76D8">
                    <a:alpha val="22207"/>
                  </a:srgbClr>
                </a:gs>
                <a:gs pos="42857">
                  <a:srgbClr val="3D76D8">
                    <a:alpha val="15186"/>
                  </a:srgbClr>
                </a:gs>
                <a:gs pos="57143">
                  <a:srgbClr val="3D76D8">
                    <a:alpha val="8723"/>
                  </a:srgbClr>
                </a:gs>
                <a:gs pos="71429">
                  <a:srgbClr val="3D76D8">
                    <a:alpha val="4182"/>
                  </a:srgbClr>
                </a:gs>
                <a:gs pos="85714">
                  <a:srgbClr val="3D76D8">
                    <a:alpha val="1675"/>
                  </a:srgbClr>
                </a:gs>
                <a:gs pos="100000">
                  <a:srgbClr val="3D76D8">
                    <a:alpha val="5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Splat 65"/>
            <p:cNvSpPr>
              <a:spLocks noGrp="1"/>
            </p:cNvSpPr>
            <p:nvPr/>
          </p:nvSpPr>
          <p:spPr>
            <a:xfrm rot="-8395815">
              <a:off x="801208" y="2115659"/>
              <a:ext cx="61406" cy="15352"/>
            </a:xfrm>
            <a:prstGeom prst="ellipse">
              <a:avLst/>
            </a:prstGeom>
            <a:gradFill>
              <a:gsLst>
                <a:gs pos="0">
                  <a:srgbClr val="D8A66F">
                    <a:alpha val="18146"/>
                  </a:srgbClr>
                </a:gs>
                <a:gs pos="14286">
                  <a:srgbClr val="D8A66F">
                    <a:alpha val="16809"/>
                  </a:srgbClr>
                </a:gs>
                <a:gs pos="28571">
                  <a:srgbClr val="D8A66F">
                    <a:alpha val="13315"/>
                  </a:srgbClr>
                </a:gs>
                <a:gs pos="42857">
                  <a:srgbClr val="D8A66F">
                    <a:alpha val="8947"/>
                  </a:srgbClr>
                </a:gs>
                <a:gs pos="57143">
                  <a:srgbClr val="D8A66F">
                    <a:alpha val="5061"/>
                  </a:srgbClr>
                </a:gs>
                <a:gs pos="71429">
                  <a:srgbClr val="D8A66F">
                    <a:alpha val="2402"/>
                  </a:srgbClr>
                </a:gs>
                <a:gs pos="85714">
                  <a:srgbClr val="D8A66F">
                    <a:alpha val="957"/>
                  </a:srgbClr>
                </a:gs>
                <a:gs pos="100000">
                  <a:srgbClr val="D8A66F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Splat 66"/>
            <p:cNvSpPr>
              <a:spLocks noGrp="1"/>
            </p:cNvSpPr>
            <p:nvPr/>
          </p:nvSpPr>
          <p:spPr>
            <a:xfrm rot="-9818923">
              <a:off x="579011" y="2411559"/>
              <a:ext cx="57025" cy="14256"/>
            </a:xfrm>
            <a:prstGeom prst="ellipse">
              <a:avLst/>
            </a:prstGeom>
            <a:gradFill>
              <a:gsLst>
                <a:gs pos="0">
                  <a:srgbClr val="DDDEC5">
                    <a:alpha val="18936"/>
                  </a:srgbClr>
                </a:gs>
                <a:gs pos="14286">
                  <a:srgbClr val="DDDEC5">
                    <a:alpha val="17548"/>
                  </a:srgbClr>
                </a:gs>
                <a:gs pos="28571">
                  <a:srgbClr val="DDDEC5">
                    <a:alpha val="13914"/>
                  </a:srgbClr>
                </a:gs>
                <a:gs pos="42857">
                  <a:srgbClr val="DDDEC5">
                    <a:alpha val="9359"/>
                  </a:srgbClr>
                </a:gs>
                <a:gs pos="57143">
                  <a:srgbClr val="DDDEC5">
                    <a:alpha val="5300"/>
                  </a:srgbClr>
                </a:gs>
                <a:gs pos="71429">
                  <a:srgbClr val="DDDEC5">
                    <a:alpha val="2517"/>
                  </a:srgbClr>
                </a:gs>
                <a:gs pos="85714">
                  <a:srgbClr val="DDDEC5">
                    <a:alpha val="1003"/>
                  </a:srgbClr>
                </a:gs>
                <a:gs pos="100000">
                  <a:srgbClr val="DDDEC5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Splat 67"/>
            <p:cNvSpPr>
              <a:spLocks noGrp="1"/>
            </p:cNvSpPr>
            <p:nvPr/>
          </p:nvSpPr>
          <p:spPr>
            <a:xfrm rot="9106643">
              <a:off x="1958966" y="2220138"/>
              <a:ext cx="296496" cy="26310"/>
            </a:xfrm>
            <a:prstGeom prst="ellipse">
              <a:avLst/>
            </a:prstGeom>
            <a:gradFill>
              <a:gsLst>
                <a:gs pos="0">
                  <a:srgbClr val="FFFF61">
                    <a:alpha val="32968"/>
                  </a:srgbClr>
                </a:gs>
                <a:gs pos="14286">
                  <a:srgbClr val="FFFF61">
                    <a:alpha val="30764"/>
                  </a:srgbClr>
                </a:gs>
                <a:gs pos="28571">
                  <a:srgbClr val="FFFF61">
                    <a:alpha val="24833"/>
                  </a:srgbClr>
                </a:gs>
                <a:gs pos="42857">
                  <a:srgbClr val="FFFF61">
                    <a:alpha val="17075"/>
                  </a:srgbClr>
                </a:gs>
                <a:gs pos="57143">
                  <a:srgbClr val="FFFF61">
                    <a:alpha val="9855"/>
                  </a:srgbClr>
                </a:gs>
                <a:gs pos="71429">
                  <a:srgbClr val="FFFF61">
                    <a:alpha val="4740"/>
                  </a:srgbClr>
                </a:gs>
                <a:gs pos="85714">
                  <a:srgbClr val="FFFF61">
                    <a:alpha val="1902"/>
                  </a:srgbClr>
                </a:gs>
                <a:gs pos="100000">
                  <a:srgbClr val="FFFF6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Splat 68"/>
            <p:cNvSpPr>
              <a:spLocks noGrp="1"/>
            </p:cNvSpPr>
            <p:nvPr/>
          </p:nvSpPr>
          <p:spPr>
            <a:xfrm rot="5165113">
              <a:off x="860784" y="2156306"/>
              <a:ext cx="54979" cy="13745"/>
            </a:xfrm>
            <a:prstGeom prst="ellipse">
              <a:avLst/>
            </a:prstGeom>
            <a:gradFill>
              <a:gsLst>
                <a:gs pos="0">
                  <a:srgbClr val="FFDD86">
                    <a:alpha val="19303"/>
                  </a:srgbClr>
                </a:gs>
                <a:gs pos="14286">
                  <a:srgbClr val="FFDD86">
                    <a:alpha val="17891"/>
                  </a:srgbClr>
                </a:gs>
                <a:gs pos="28571">
                  <a:srgbClr val="FFDD86">
                    <a:alpha val="14192"/>
                  </a:srgbClr>
                </a:gs>
                <a:gs pos="42857">
                  <a:srgbClr val="FFDD86">
                    <a:alpha val="9552"/>
                  </a:srgbClr>
                </a:gs>
                <a:gs pos="57143">
                  <a:srgbClr val="FFDD86">
                    <a:alpha val="5411"/>
                  </a:srgbClr>
                </a:gs>
                <a:gs pos="71429">
                  <a:srgbClr val="FFDD86">
                    <a:alpha val="2570"/>
                  </a:srgbClr>
                </a:gs>
                <a:gs pos="85714">
                  <a:srgbClr val="FFDD86">
                    <a:alpha val="1024"/>
                  </a:srgbClr>
                </a:gs>
                <a:gs pos="100000">
                  <a:srgbClr val="FFDD86">
                    <a:alpha val="3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Splat 69"/>
            <p:cNvSpPr>
              <a:spLocks noGrp="1"/>
            </p:cNvSpPr>
            <p:nvPr/>
          </p:nvSpPr>
          <p:spPr>
            <a:xfrm rot="-10533396">
              <a:off x="1970980" y="2243365"/>
              <a:ext cx="61986" cy="15497"/>
            </a:xfrm>
            <a:prstGeom prst="ellipse">
              <a:avLst/>
            </a:prstGeom>
            <a:gradFill>
              <a:gsLst>
                <a:gs pos="0">
                  <a:srgbClr val="C97D3A">
                    <a:alpha val="18040"/>
                  </a:srgbClr>
                </a:gs>
                <a:gs pos="14286">
                  <a:srgbClr val="C97D3A">
                    <a:alpha val="16711"/>
                  </a:srgbClr>
                </a:gs>
                <a:gs pos="28571">
                  <a:srgbClr val="C97D3A">
                    <a:alpha val="13236"/>
                  </a:srgbClr>
                </a:gs>
                <a:gs pos="42857">
                  <a:srgbClr val="C97D3A">
                    <a:alpha val="8892"/>
                  </a:srgbClr>
                </a:gs>
                <a:gs pos="57143">
                  <a:srgbClr val="C97D3A">
                    <a:alpha val="5029"/>
                  </a:srgbClr>
                </a:gs>
                <a:gs pos="71429">
                  <a:srgbClr val="C97D3A">
                    <a:alpha val="2386"/>
                  </a:srgbClr>
                </a:gs>
                <a:gs pos="85714">
                  <a:srgbClr val="C97D3A">
                    <a:alpha val="951"/>
                  </a:srgbClr>
                </a:gs>
                <a:gs pos="100000">
                  <a:srgbClr val="C97D3A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Splat 70"/>
            <p:cNvSpPr>
              <a:spLocks noGrp="1"/>
            </p:cNvSpPr>
            <p:nvPr/>
          </p:nvSpPr>
          <p:spPr>
            <a:xfrm rot="6059128">
              <a:off x="2047157" y="2193616"/>
              <a:ext cx="60243" cy="15061"/>
            </a:xfrm>
            <a:prstGeom prst="ellipse">
              <a:avLst/>
            </a:prstGeom>
            <a:gradFill>
              <a:gsLst>
                <a:gs pos="0">
                  <a:srgbClr val="E39133">
                    <a:alpha val="18356"/>
                  </a:srgbClr>
                </a:gs>
                <a:gs pos="14286">
                  <a:srgbClr val="E39133">
                    <a:alpha val="17006"/>
                  </a:srgbClr>
                </a:gs>
                <a:gs pos="28571">
                  <a:srgbClr val="E39133">
                    <a:alpha val="13475"/>
                  </a:srgbClr>
                </a:gs>
                <a:gs pos="42857">
                  <a:srgbClr val="E39133">
                    <a:alpha val="9057"/>
                  </a:srgbClr>
                </a:gs>
                <a:gs pos="57143">
                  <a:srgbClr val="E39133">
                    <a:alpha val="5124"/>
                  </a:srgbClr>
                </a:gs>
                <a:gs pos="71429">
                  <a:srgbClr val="E39133">
                    <a:alpha val="2432"/>
                  </a:srgbClr>
                </a:gs>
                <a:gs pos="85714">
                  <a:srgbClr val="E39133">
                    <a:alpha val="969"/>
                  </a:srgbClr>
                </a:gs>
                <a:gs pos="100000">
                  <a:srgbClr val="E39133">
                    <a:alpha val="3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Splat 71"/>
            <p:cNvSpPr>
              <a:spLocks noGrp="1"/>
            </p:cNvSpPr>
            <p:nvPr/>
          </p:nvSpPr>
          <p:spPr>
            <a:xfrm rot="4383452">
              <a:off x="1303311" y="2064127"/>
              <a:ext cx="582128" cy="530157"/>
            </a:xfrm>
            <a:prstGeom prst="ellipse">
              <a:avLst/>
            </a:prstGeom>
            <a:gradFill>
              <a:gsLst>
                <a:gs pos="0">
                  <a:srgbClr val="002700">
                    <a:alpha val="11467"/>
                  </a:srgbClr>
                </a:gs>
                <a:gs pos="14286">
                  <a:srgbClr val="002700">
                    <a:alpha val="10591"/>
                  </a:srgbClr>
                </a:gs>
                <a:gs pos="28571">
                  <a:srgbClr val="002700">
                    <a:alpha val="8325"/>
                  </a:srgbClr>
                </a:gs>
                <a:gs pos="42857">
                  <a:srgbClr val="002700">
                    <a:alpha val="5542"/>
                  </a:srgbClr>
                </a:gs>
                <a:gs pos="57143">
                  <a:srgbClr val="002700">
                    <a:alpha val="3110"/>
                  </a:srgbClr>
                </a:gs>
                <a:gs pos="71429">
                  <a:srgbClr val="002700">
                    <a:alpha val="1468"/>
                  </a:srgbClr>
                </a:gs>
                <a:gs pos="85714">
                  <a:srgbClr val="002700">
                    <a:alpha val="583"/>
                  </a:srgbClr>
                </a:gs>
                <a:gs pos="100000">
                  <a:srgbClr val="002700">
                    <a:alpha val="1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Splat 72"/>
            <p:cNvSpPr>
              <a:spLocks noGrp="1"/>
            </p:cNvSpPr>
            <p:nvPr/>
          </p:nvSpPr>
          <p:spPr>
            <a:xfrm rot="5209644">
              <a:off x="1660760" y="1994138"/>
              <a:ext cx="283351" cy="40551"/>
            </a:xfrm>
            <a:prstGeom prst="ellipse">
              <a:avLst/>
            </a:prstGeom>
            <a:gradFill>
              <a:gsLst>
                <a:gs pos="0">
                  <a:srgbClr val="FFF6E0">
                    <a:alpha val="31948"/>
                  </a:srgbClr>
                </a:gs>
                <a:gs pos="14286">
                  <a:srgbClr val="FFF6E0">
                    <a:alpha val="29797"/>
                  </a:srgbClr>
                </a:gs>
                <a:gs pos="28571">
                  <a:srgbClr val="FFF6E0">
                    <a:alpha val="24019"/>
                  </a:srgbClr>
                </a:gs>
                <a:gs pos="42857">
                  <a:srgbClr val="FFF6E0">
                    <a:alpha val="16487"/>
                  </a:srgbClr>
                </a:gs>
                <a:gs pos="57143">
                  <a:srgbClr val="FFF6E0">
                    <a:alpha val="9501"/>
                  </a:srgbClr>
                </a:gs>
                <a:gs pos="71429">
                  <a:srgbClr val="FFF6E0">
                    <a:alpha val="4566"/>
                  </a:srgbClr>
                </a:gs>
                <a:gs pos="85714">
                  <a:srgbClr val="FFF6E0">
                    <a:alpha val="1831"/>
                  </a:srgbClr>
                </a:gs>
                <a:gs pos="100000">
                  <a:srgbClr val="FFF6E0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Splat 73"/>
            <p:cNvSpPr>
              <a:spLocks noGrp="1"/>
            </p:cNvSpPr>
            <p:nvPr/>
          </p:nvSpPr>
          <p:spPr>
            <a:xfrm rot="8975730">
              <a:off x="524965" y="2354056"/>
              <a:ext cx="227467" cy="57788"/>
            </a:xfrm>
            <a:prstGeom prst="ellipse">
              <a:avLst/>
            </a:prstGeom>
            <a:gradFill>
              <a:gsLst>
                <a:gs pos="0">
                  <a:srgbClr val="FEFFDE">
                    <a:alpha val="32968"/>
                  </a:srgbClr>
                </a:gs>
                <a:gs pos="14286">
                  <a:srgbClr val="FEFFDE">
                    <a:alpha val="30764"/>
                  </a:srgbClr>
                </a:gs>
                <a:gs pos="28571">
                  <a:srgbClr val="FEFFDE">
                    <a:alpha val="24833"/>
                  </a:srgbClr>
                </a:gs>
                <a:gs pos="42857">
                  <a:srgbClr val="FEFFDE">
                    <a:alpha val="17075"/>
                  </a:srgbClr>
                </a:gs>
                <a:gs pos="57143">
                  <a:srgbClr val="FEFFDE">
                    <a:alpha val="9855"/>
                  </a:srgbClr>
                </a:gs>
                <a:gs pos="71429">
                  <a:srgbClr val="FEFFDE">
                    <a:alpha val="4740"/>
                  </a:srgbClr>
                </a:gs>
                <a:gs pos="85714">
                  <a:srgbClr val="FEFFDE">
                    <a:alpha val="1902"/>
                  </a:srgbClr>
                </a:gs>
                <a:gs pos="100000">
                  <a:srgbClr val="FEFFD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Splat 74"/>
            <p:cNvSpPr>
              <a:spLocks noGrp="1"/>
            </p:cNvSpPr>
            <p:nvPr/>
          </p:nvSpPr>
          <p:spPr>
            <a:xfrm rot="6462826">
              <a:off x="541505" y="2350289"/>
              <a:ext cx="209507" cy="51287"/>
            </a:xfrm>
            <a:prstGeom prst="ellipse">
              <a:avLst/>
            </a:prstGeom>
            <a:gradFill>
              <a:gsLst>
                <a:gs pos="0">
                  <a:srgbClr val="FFFFD3">
                    <a:alpha val="32968"/>
                  </a:srgbClr>
                </a:gs>
                <a:gs pos="14286">
                  <a:srgbClr val="FFFFD3">
                    <a:alpha val="30764"/>
                  </a:srgbClr>
                </a:gs>
                <a:gs pos="28571">
                  <a:srgbClr val="FFFFD3">
                    <a:alpha val="24833"/>
                  </a:srgbClr>
                </a:gs>
                <a:gs pos="42857">
                  <a:srgbClr val="FFFFD3">
                    <a:alpha val="17075"/>
                  </a:srgbClr>
                </a:gs>
                <a:gs pos="57143">
                  <a:srgbClr val="FFFFD3">
                    <a:alpha val="9855"/>
                  </a:srgbClr>
                </a:gs>
                <a:gs pos="71429">
                  <a:srgbClr val="FFFFD3">
                    <a:alpha val="4740"/>
                  </a:srgbClr>
                </a:gs>
                <a:gs pos="85714">
                  <a:srgbClr val="FFFFD3">
                    <a:alpha val="1902"/>
                  </a:srgbClr>
                </a:gs>
                <a:gs pos="100000">
                  <a:srgbClr val="FFFFD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Splat 75"/>
            <p:cNvSpPr>
              <a:spLocks noGrp="1"/>
            </p:cNvSpPr>
            <p:nvPr/>
          </p:nvSpPr>
          <p:spPr>
            <a:xfrm rot="6284865">
              <a:off x="2570388" y="2410977"/>
              <a:ext cx="56788" cy="14197"/>
            </a:xfrm>
            <a:prstGeom prst="ellipse">
              <a:avLst/>
            </a:prstGeom>
            <a:gradFill>
              <a:gsLst>
                <a:gs pos="0">
                  <a:srgbClr val="F0EDE6">
                    <a:alpha val="18979"/>
                  </a:srgbClr>
                </a:gs>
                <a:gs pos="14286">
                  <a:srgbClr val="F0EDE6">
                    <a:alpha val="17588"/>
                  </a:srgbClr>
                </a:gs>
                <a:gs pos="28571">
                  <a:srgbClr val="F0EDE6">
                    <a:alpha val="13946"/>
                  </a:srgbClr>
                </a:gs>
                <a:gs pos="42857">
                  <a:srgbClr val="F0EDE6">
                    <a:alpha val="9382"/>
                  </a:srgbClr>
                </a:gs>
                <a:gs pos="57143">
                  <a:srgbClr val="F0EDE6">
                    <a:alpha val="5312"/>
                  </a:srgbClr>
                </a:gs>
                <a:gs pos="71429">
                  <a:srgbClr val="F0EDE6">
                    <a:alpha val="2523"/>
                  </a:srgbClr>
                </a:gs>
                <a:gs pos="85714">
                  <a:srgbClr val="F0EDE6">
                    <a:alpha val="1005"/>
                  </a:srgbClr>
                </a:gs>
                <a:gs pos="100000">
                  <a:srgbClr val="F0EDE6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Splat 76"/>
            <p:cNvSpPr>
              <a:spLocks noGrp="1"/>
            </p:cNvSpPr>
            <p:nvPr/>
          </p:nvSpPr>
          <p:spPr>
            <a:xfrm rot="8172526">
              <a:off x="1853385" y="2165789"/>
              <a:ext cx="609831" cy="158005"/>
            </a:xfrm>
            <a:prstGeom prst="ellipse">
              <a:avLst/>
            </a:prstGeom>
            <a:gradFill>
              <a:gsLst>
                <a:gs pos="0">
                  <a:srgbClr val="D19F75">
                    <a:alpha val="3566"/>
                  </a:srgbClr>
                </a:gs>
                <a:gs pos="14286">
                  <a:srgbClr val="D19F75">
                    <a:alpha val="3283"/>
                  </a:srgbClr>
                </a:gs>
                <a:gs pos="28571">
                  <a:srgbClr val="D19F75">
                    <a:alpha val="2558"/>
                  </a:srgbClr>
                </a:gs>
                <a:gs pos="42857">
                  <a:srgbClr val="D19F75">
                    <a:alpha val="1686"/>
                  </a:srgbClr>
                </a:gs>
                <a:gs pos="57143">
                  <a:srgbClr val="D19F75">
                    <a:alpha val="937"/>
                  </a:srgbClr>
                </a:gs>
                <a:gs pos="71429">
                  <a:srgbClr val="D19F75">
                    <a:alpha val="440"/>
                  </a:srgbClr>
                </a:gs>
                <a:gs pos="85714">
                  <a:srgbClr val="D19F75">
                    <a:alpha val="174"/>
                  </a:srgbClr>
                </a:gs>
                <a:gs pos="100000">
                  <a:srgbClr val="D19F75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Splat 77"/>
            <p:cNvSpPr>
              <a:spLocks noGrp="1"/>
            </p:cNvSpPr>
            <p:nvPr/>
          </p:nvSpPr>
          <p:spPr>
            <a:xfrm rot="5400000">
              <a:off x="2470579" y="2233930"/>
              <a:ext cx="27221" cy="27221"/>
            </a:xfrm>
            <a:prstGeom prst="ellipse">
              <a:avLst/>
            </a:prstGeom>
            <a:gradFill>
              <a:gsLst>
                <a:gs pos="0">
                  <a:srgbClr val="F3E8CE">
                    <a:alpha val="19399"/>
                  </a:srgbClr>
                </a:gs>
                <a:gs pos="14286">
                  <a:srgbClr val="F3E8CE">
                    <a:alpha val="17980"/>
                  </a:srgbClr>
                </a:gs>
                <a:gs pos="28571">
                  <a:srgbClr val="F3E8CE">
                    <a:alpha val="14264"/>
                  </a:srgbClr>
                </a:gs>
                <a:gs pos="42857">
                  <a:srgbClr val="F3E8CE">
                    <a:alpha val="9602"/>
                  </a:srgbClr>
                </a:gs>
                <a:gs pos="57143">
                  <a:srgbClr val="F3E8CE">
                    <a:alpha val="5440"/>
                  </a:srgbClr>
                </a:gs>
                <a:gs pos="71429">
                  <a:srgbClr val="F3E8CE">
                    <a:alpha val="2584"/>
                  </a:srgbClr>
                </a:gs>
                <a:gs pos="85714">
                  <a:srgbClr val="F3E8CE">
                    <a:alpha val="1030"/>
                  </a:srgbClr>
                </a:gs>
                <a:gs pos="100000">
                  <a:srgbClr val="F3E8CE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Splat 78"/>
            <p:cNvSpPr>
              <a:spLocks noGrp="1"/>
            </p:cNvSpPr>
            <p:nvPr/>
          </p:nvSpPr>
          <p:spPr>
            <a:xfrm rot="-9244240">
              <a:off x="1235088" y="2421291"/>
              <a:ext cx="33529" cy="15108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Splat 79"/>
            <p:cNvSpPr>
              <a:spLocks noGrp="1"/>
            </p:cNvSpPr>
            <p:nvPr/>
          </p:nvSpPr>
          <p:spPr>
            <a:xfrm rot="5590048">
              <a:off x="1804387" y="2307867"/>
              <a:ext cx="62985" cy="15746"/>
            </a:xfrm>
            <a:prstGeom prst="ellipse">
              <a:avLst/>
            </a:prstGeom>
            <a:gradFill>
              <a:gsLst>
                <a:gs pos="0">
                  <a:srgbClr val="C49A6A">
                    <a:alpha val="17859"/>
                  </a:srgbClr>
                </a:gs>
                <a:gs pos="14286">
                  <a:srgbClr val="C49A6A">
                    <a:alpha val="16541"/>
                  </a:srgbClr>
                </a:gs>
                <a:gs pos="28571">
                  <a:srgbClr val="C49A6A">
                    <a:alpha val="13099"/>
                  </a:srgbClr>
                </a:gs>
                <a:gs pos="42857">
                  <a:srgbClr val="C49A6A">
                    <a:alpha val="8798"/>
                  </a:srgbClr>
                </a:gs>
                <a:gs pos="57143">
                  <a:srgbClr val="C49A6A">
                    <a:alpha val="4975"/>
                  </a:srgbClr>
                </a:gs>
                <a:gs pos="71429">
                  <a:srgbClr val="C49A6A">
                    <a:alpha val="2360"/>
                  </a:srgbClr>
                </a:gs>
                <a:gs pos="85714">
                  <a:srgbClr val="C49A6A">
                    <a:alpha val="940"/>
                  </a:srgbClr>
                </a:gs>
                <a:gs pos="100000">
                  <a:srgbClr val="C49A6A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Splat 80"/>
            <p:cNvSpPr>
              <a:spLocks noGrp="1"/>
            </p:cNvSpPr>
            <p:nvPr/>
          </p:nvSpPr>
          <p:spPr>
            <a:xfrm rot="3703980">
              <a:off x="722431" y="2148464"/>
              <a:ext cx="284073" cy="28188"/>
            </a:xfrm>
            <a:prstGeom prst="ellipse">
              <a:avLst/>
            </a:prstGeom>
            <a:gradFill>
              <a:gsLst>
                <a:gs pos="0">
                  <a:srgbClr val="FFFF86">
                    <a:alpha val="32968"/>
                  </a:srgbClr>
                </a:gs>
                <a:gs pos="14286">
                  <a:srgbClr val="FFFF86">
                    <a:alpha val="30764"/>
                  </a:srgbClr>
                </a:gs>
                <a:gs pos="28571">
                  <a:srgbClr val="FFFF86">
                    <a:alpha val="24833"/>
                  </a:srgbClr>
                </a:gs>
                <a:gs pos="42857">
                  <a:srgbClr val="FFFF86">
                    <a:alpha val="17075"/>
                  </a:srgbClr>
                </a:gs>
                <a:gs pos="57143">
                  <a:srgbClr val="FFFF86">
                    <a:alpha val="9855"/>
                  </a:srgbClr>
                </a:gs>
                <a:gs pos="71429">
                  <a:srgbClr val="FFFF86">
                    <a:alpha val="4740"/>
                  </a:srgbClr>
                </a:gs>
                <a:gs pos="85714">
                  <a:srgbClr val="FFFF86">
                    <a:alpha val="1902"/>
                  </a:srgbClr>
                </a:gs>
                <a:gs pos="100000">
                  <a:srgbClr val="FFFF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Splat 81"/>
            <p:cNvSpPr>
              <a:spLocks noGrp="1"/>
            </p:cNvSpPr>
            <p:nvPr/>
          </p:nvSpPr>
          <p:spPr>
            <a:xfrm rot="-8899544">
              <a:off x="823896" y="2183515"/>
              <a:ext cx="49624" cy="12406"/>
            </a:xfrm>
            <a:prstGeom prst="ellipse">
              <a:avLst/>
            </a:prstGeom>
            <a:gradFill>
              <a:gsLst>
                <a:gs pos="0">
                  <a:srgbClr val="FEA91D">
                    <a:alpha val="20255"/>
                  </a:srgbClr>
                </a:gs>
                <a:gs pos="14286">
                  <a:srgbClr val="FEA91D">
                    <a:alpha val="18781"/>
                  </a:srgbClr>
                </a:gs>
                <a:gs pos="28571">
                  <a:srgbClr val="FEA91D">
                    <a:alpha val="14915"/>
                  </a:srgbClr>
                </a:gs>
                <a:gs pos="42857">
                  <a:srgbClr val="FEA91D">
                    <a:alpha val="10053"/>
                  </a:srgbClr>
                </a:gs>
                <a:gs pos="57143">
                  <a:srgbClr val="FEA91D">
                    <a:alpha val="5701"/>
                  </a:srgbClr>
                </a:gs>
                <a:gs pos="71429">
                  <a:srgbClr val="FEA91D">
                    <a:alpha val="2710"/>
                  </a:srgbClr>
                </a:gs>
                <a:gs pos="85714">
                  <a:srgbClr val="FEA91D">
                    <a:alpha val="1081"/>
                  </a:srgbClr>
                </a:gs>
                <a:gs pos="100000">
                  <a:srgbClr val="FEA91D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Splat 82"/>
            <p:cNvSpPr>
              <a:spLocks noGrp="1"/>
            </p:cNvSpPr>
            <p:nvPr/>
          </p:nvSpPr>
          <p:spPr>
            <a:xfrm rot="9064534">
              <a:off x="1942247" y="2253972"/>
              <a:ext cx="316326" cy="27686"/>
            </a:xfrm>
            <a:prstGeom prst="ellipse">
              <a:avLst/>
            </a:prstGeom>
            <a:gradFill>
              <a:gsLst>
                <a:gs pos="0">
                  <a:srgbClr val="FFFF66">
                    <a:alpha val="32968"/>
                  </a:srgbClr>
                </a:gs>
                <a:gs pos="14286">
                  <a:srgbClr val="FFFF66">
                    <a:alpha val="30764"/>
                  </a:srgbClr>
                </a:gs>
                <a:gs pos="28571">
                  <a:srgbClr val="FFFF66">
                    <a:alpha val="24833"/>
                  </a:srgbClr>
                </a:gs>
                <a:gs pos="42857">
                  <a:srgbClr val="FFFF66">
                    <a:alpha val="17075"/>
                  </a:srgbClr>
                </a:gs>
                <a:gs pos="57143">
                  <a:srgbClr val="FFFF66">
                    <a:alpha val="9855"/>
                  </a:srgbClr>
                </a:gs>
                <a:gs pos="71429">
                  <a:srgbClr val="FFFF66">
                    <a:alpha val="4740"/>
                  </a:srgbClr>
                </a:gs>
                <a:gs pos="85714">
                  <a:srgbClr val="FFFF66">
                    <a:alpha val="1902"/>
                  </a:srgbClr>
                </a:gs>
                <a:gs pos="100000">
                  <a:srgbClr val="FFFF6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Splat 83"/>
            <p:cNvSpPr>
              <a:spLocks noGrp="1"/>
            </p:cNvSpPr>
            <p:nvPr/>
          </p:nvSpPr>
          <p:spPr>
            <a:xfrm rot="6014175">
              <a:off x="413563" y="2004717"/>
              <a:ext cx="49011" cy="12253"/>
            </a:xfrm>
            <a:prstGeom prst="ellipse">
              <a:avLst/>
            </a:prstGeom>
            <a:gradFill>
              <a:gsLst>
                <a:gs pos="0">
                  <a:srgbClr val="F09700">
                    <a:alpha val="20363"/>
                  </a:srgbClr>
                </a:gs>
                <a:gs pos="14286">
                  <a:srgbClr val="F09700">
                    <a:alpha val="18883"/>
                  </a:srgbClr>
                </a:gs>
                <a:gs pos="28571">
                  <a:srgbClr val="F09700">
                    <a:alpha val="14997"/>
                  </a:srgbClr>
                </a:gs>
                <a:gs pos="42857">
                  <a:srgbClr val="F09700">
                    <a:alpha val="10110"/>
                  </a:srgbClr>
                </a:gs>
                <a:gs pos="57143">
                  <a:srgbClr val="F09700">
                    <a:alpha val="5735"/>
                  </a:srgbClr>
                </a:gs>
                <a:gs pos="71429">
                  <a:srgbClr val="F09700">
                    <a:alpha val="2727"/>
                  </a:srgbClr>
                </a:gs>
                <a:gs pos="85714">
                  <a:srgbClr val="F09700">
                    <a:alpha val="1087"/>
                  </a:srgbClr>
                </a:gs>
                <a:gs pos="100000">
                  <a:srgbClr val="F09700">
                    <a:alpha val="3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Splat 84"/>
            <p:cNvSpPr>
              <a:spLocks noGrp="1"/>
            </p:cNvSpPr>
            <p:nvPr/>
          </p:nvSpPr>
          <p:spPr>
            <a:xfrm rot="5505709">
              <a:off x="-314774" y="1341647"/>
              <a:ext cx="697107" cy="591111"/>
            </a:xfrm>
            <a:prstGeom prst="ellipse">
              <a:avLst/>
            </a:prstGeom>
            <a:gradFill>
              <a:gsLst>
                <a:gs pos="0">
                  <a:srgbClr val="88A11E">
                    <a:alpha val="29427"/>
                  </a:srgbClr>
                </a:gs>
                <a:gs pos="14286">
                  <a:srgbClr val="88A11E">
                    <a:alpha val="27410"/>
                  </a:srgbClr>
                </a:gs>
                <a:gs pos="28571">
                  <a:srgbClr val="88A11E">
                    <a:alpha val="22020"/>
                  </a:srgbClr>
                </a:gs>
                <a:gs pos="42857">
                  <a:srgbClr val="88A11E">
                    <a:alpha val="15053"/>
                  </a:srgbClr>
                </a:gs>
                <a:gs pos="57143">
                  <a:srgbClr val="88A11E">
                    <a:alpha val="8643"/>
                  </a:srgbClr>
                </a:gs>
                <a:gs pos="71429">
                  <a:srgbClr val="88A11E">
                    <a:alpha val="4143"/>
                  </a:srgbClr>
                </a:gs>
                <a:gs pos="85714">
                  <a:srgbClr val="88A11E">
                    <a:alpha val="1659"/>
                  </a:srgbClr>
                </a:gs>
                <a:gs pos="100000">
                  <a:srgbClr val="88A11E">
                    <a:alpha val="5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Splat 85"/>
            <p:cNvSpPr>
              <a:spLocks noGrp="1"/>
            </p:cNvSpPr>
            <p:nvPr/>
          </p:nvSpPr>
          <p:spPr>
            <a:xfrm rot="9410761">
              <a:off x="170724" y="338291"/>
              <a:ext cx="643271" cy="570158"/>
            </a:xfrm>
            <a:prstGeom prst="ellipse">
              <a:avLst/>
            </a:prstGeom>
            <a:gradFill>
              <a:gsLst>
                <a:gs pos="0">
                  <a:srgbClr val="535064">
                    <a:alpha val="10841"/>
                  </a:srgbClr>
                </a:gs>
                <a:gs pos="14286">
                  <a:srgbClr val="535064">
                    <a:alpha val="10010"/>
                  </a:srgbClr>
                </a:gs>
                <a:gs pos="28571">
                  <a:srgbClr val="535064">
                    <a:alpha val="7863"/>
                  </a:srgbClr>
                </a:gs>
                <a:gs pos="42857">
                  <a:srgbClr val="535064">
                    <a:alpha val="5230"/>
                  </a:srgbClr>
                </a:gs>
                <a:gs pos="57143">
                  <a:srgbClr val="535064">
                    <a:alpha val="2933"/>
                  </a:srgbClr>
                </a:gs>
                <a:gs pos="71429">
                  <a:srgbClr val="535064">
                    <a:alpha val="1384"/>
                  </a:srgbClr>
                </a:gs>
                <a:gs pos="85714">
                  <a:srgbClr val="535064">
                    <a:alpha val="549"/>
                  </a:srgbClr>
                </a:gs>
                <a:gs pos="100000">
                  <a:srgbClr val="535064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Splat 86"/>
            <p:cNvSpPr>
              <a:spLocks noGrp="1"/>
            </p:cNvSpPr>
            <p:nvPr/>
          </p:nvSpPr>
          <p:spPr>
            <a:xfrm rot="9605265">
              <a:off x="163934" y="339968"/>
              <a:ext cx="618876" cy="576637"/>
            </a:xfrm>
            <a:prstGeom prst="ellipse">
              <a:avLst/>
            </a:prstGeom>
            <a:gradFill>
              <a:gsLst>
                <a:gs pos="0">
                  <a:srgbClr val="022700">
                    <a:alpha val="3514"/>
                  </a:srgbClr>
                </a:gs>
                <a:gs pos="14286">
                  <a:srgbClr val="022700">
                    <a:alpha val="3234"/>
                  </a:srgbClr>
                </a:gs>
                <a:gs pos="28571">
                  <a:srgbClr val="022700">
                    <a:alpha val="2520"/>
                  </a:srgbClr>
                </a:gs>
                <a:gs pos="42857">
                  <a:srgbClr val="022700">
                    <a:alpha val="1660"/>
                  </a:srgbClr>
                </a:gs>
                <a:gs pos="57143">
                  <a:srgbClr val="022700">
                    <a:alpha val="923"/>
                  </a:srgbClr>
                </a:gs>
                <a:gs pos="71429">
                  <a:srgbClr val="022700">
                    <a:alpha val="433"/>
                  </a:srgbClr>
                </a:gs>
                <a:gs pos="85714">
                  <a:srgbClr val="022700">
                    <a:alpha val="172"/>
                  </a:srgbClr>
                </a:gs>
                <a:gs pos="100000">
                  <a:srgbClr val="022700">
                    <a:alpha val="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Splat 87"/>
            <p:cNvSpPr>
              <a:spLocks noGrp="1"/>
            </p:cNvSpPr>
            <p:nvPr/>
          </p:nvSpPr>
          <p:spPr>
            <a:xfrm rot="9020449">
              <a:off x="167916" y="330180"/>
              <a:ext cx="614720" cy="564670"/>
            </a:xfrm>
            <a:prstGeom prst="ellipse">
              <a:avLst/>
            </a:prstGeom>
            <a:gradFill>
              <a:gsLst>
                <a:gs pos="0">
                  <a:srgbClr val="3A1A01">
                    <a:alpha val="3881"/>
                  </a:srgbClr>
                </a:gs>
                <a:gs pos="14286">
                  <a:srgbClr val="3A1A01">
                    <a:alpha val="3573"/>
                  </a:srgbClr>
                </a:gs>
                <a:gs pos="28571">
                  <a:srgbClr val="3A1A01">
                    <a:alpha val="2785"/>
                  </a:srgbClr>
                </a:gs>
                <a:gs pos="42857">
                  <a:srgbClr val="3A1A01">
                    <a:alpha val="1836"/>
                  </a:srgbClr>
                </a:gs>
                <a:gs pos="57143">
                  <a:srgbClr val="3A1A01">
                    <a:alpha val="1021"/>
                  </a:srgbClr>
                </a:gs>
                <a:gs pos="71429">
                  <a:srgbClr val="3A1A01">
                    <a:alpha val="479"/>
                  </a:srgbClr>
                </a:gs>
                <a:gs pos="85714">
                  <a:srgbClr val="3A1A01">
                    <a:alpha val="190"/>
                  </a:srgbClr>
                </a:gs>
                <a:gs pos="100000">
                  <a:srgbClr val="3A1A01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Splat 88"/>
            <p:cNvSpPr>
              <a:spLocks noGrp="1"/>
            </p:cNvSpPr>
            <p:nvPr/>
          </p:nvSpPr>
          <p:spPr>
            <a:xfrm rot="9020915">
              <a:off x="1016877" y="2214502"/>
              <a:ext cx="214320" cy="27405"/>
            </a:xfrm>
            <a:prstGeom prst="ellipse">
              <a:avLst/>
            </a:prstGeom>
            <a:gradFill>
              <a:gsLst>
                <a:gs pos="0">
                  <a:srgbClr val="FFFF3E">
                    <a:alpha val="32968"/>
                  </a:srgbClr>
                </a:gs>
                <a:gs pos="14286">
                  <a:srgbClr val="FFFF3E">
                    <a:alpha val="30764"/>
                  </a:srgbClr>
                </a:gs>
                <a:gs pos="28571">
                  <a:srgbClr val="FFFF3E">
                    <a:alpha val="24833"/>
                  </a:srgbClr>
                </a:gs>
                <a:gs pos="42857">
                  <a:srgbClr val="FFFF3E">
                    <a:alpha val="17075"/>
                  </a:srgbClr>
                </a:gs>
                <a:gs pos="57143">
                  <a:srgbClr val="FFFF3E">
                    <a:alpha val="9855"/>
                  </a:srgbClr>
                </a:gs>
                <a:gs pos="71429">
                  <a:srgbClr val="FFFF3E">
                    <a:alpha val="4740"/>
                  </a:srgbClr>
                </a:gs>
                <a:gs pos="85714">
                  <a:srgbClr val="FFFF3E">
                    <a:alpha val="1902"/>
                  </a:srgbClr>
                </a:gs>
                <a:gs pos="100000">
                  <a:srgbClr val="FFFF3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Splat 89"/>
            <p:cNvSpPr>
              <a:spLocks noGrp="1"/>
            </p:cNvSpPr>
            <p:nvPr/>
          </p:nvSpPr>
          <p:spPr>
            <a:xfrm rot="6304445">
              <a:off x="1859203" y="2263721"/>
              <a:ext cx="401823" cy="30794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Splat 90"/>
            <p:cNvSpPr>
              <a:spLocks noGrp="1"/>
            </p:cNvSpPr>
            <p:nvPr/>
          </p:nvSpPr>
          <p:spPr>
            <a:xfrm rot="9226313">
              <a:off x="191121" y="368929"/>
              <a:ext cx="617922" cy="580179"/>
            </a:xfrm>
            <a:prstGeom prst="ellipse">
              <a:avLst/>
            </a:prstGeom>
            <a:gradFill>
              <a:gsLst>
                <a:gs pos="0">
                  <a:srgbClr val="00498D">
                    <a:alpha val="14383"/>
                  </a:srgbClr>
                </a:gs>
                <a:gs pos="14286">
                  <a:srgbClr val="00498D">
                    <a:alpha val="13301"/>
                  </a:srgbClr>
                </a:gs>
                <a:gs pos="28571">
                  <a:srgbClr val="00498D">
                    <a:alpha val="10490"/>
                  </a:srgbClr>
                </a:gs>
                <a:gs pos="42857">
                  <a:srgbClr val="00498D">
                    <a:alpha val="7011"/>
                  </a:srgbClr>
                </a:gs>
                <a:gs pos="57143">
                  <a:srgbClr val="00498D">
                    <a:alpha val="3948"/>
                  </a:srgbClr>
                </a:gs>
                <a:gs pos="71429">
                  <a:srgbClr val="00498D">
                    <a:alpha val="1868"/>
                  </a:srgbClr>
                </a:gs>
                <a:gs pos="85714">
                  <a:srgbClr val="00498D">
                    <a:alpha val="743"/>
                  </a:srgbClr>
                </a:gs>
                <a:gs pos="100000">
                  <a:srgbClr val="00498D">
                    <a:alpha val="2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Splat 91"/>
            <p:cNvSpPr>
              <a:spLocks noGrp="1"/>
            </p:cNvSpPr>
            <p:nvPr/>
          </p:nvSpPr>
          <p:spPr>
            <a:xfrm rot="10736535">
              <a:off x="562470" y="2324496"/>
              <a:ext cx="123349" cy="10339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Splat 92"/>
            <p:cNvSpPr>
              <a:spLocks noGrp="1"/>
            </p:cNvSpPr>
            <p:nvPr/>
          </p:nvSpPr>
          <p:spPr>
            <a:xfrm rot="9462735">
              <a:off x="1082020" y="2300184"/>
              <a:ext cx="58796" cy="14699"/>
            </a:xfrm>
            <a:prstGeom prst="ellipse">
              <a:avLst/>
            </a:prstGeom>
            <a:gradFill>
              <a:gsLst>
                <a:gs pos="0">
                  <a:srgbClr val="E8A400">
                    <a:alpha val="18618"/>
                  </a:srgbClr>
                </a:gs>
                <a:gs pos="14286">
                  <a:srgbClr val="E8A400">
                    <a:alpha val="17250"/>
                  </a:srgbClr>
                </a:gs>
                <a:gs pos="28571">
                  <a:srgbClr val="E8A400">
                    <a:alpha val="13672"/>
                  </a:srgbClr>
                </a:gs>
                <a:gs pos="42857">
                  <a:srgbClr val="E8A400">
                    <a:alpha val="9193"/>
                  </a:srgbClr>
                </a:gs>
                <a:gs pos="57143">
                  <a:srgbClr val="E8A400">
                    <a:alpha val="5203"/>
                  </a:srgbClr>
                </a:gs>
                <a:gs pos="71429">
                  <a:srgbClr val="E8A400">
                    <a:alpha val="2470"/>
                  </a:srgbClr>
                </a:gs>
                <a:gs pos="85714">
                  <a:srgbClr val="E8A400">
                    <a:alpha val="984"/>
                  </a:srgbClr>
                </a:gs>
                <a:gs pos="100000">
                  <a:srgbClr val="E8A400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Splat 93"/>
            <p:cNvSpPr>
              <a:spLocks noGrp="1"/>
            </p:cNvSpPr>
            <p:nvPr/>
          </p:nvSpPr>
          <p:spPr>
            <a:xfrm rot="5371881">
              <a:off x="1688848" y="1905368"/>
              <a:ext cx="212146" cy="28035"/>
            </a:xfrm>
            <a:prstGeom prst="ellipse">
              <a:avLst/>
            </a:prstGeom>
            <a:gradFill>
              <a:gsLst>
                <a:gs pos="0">
                  <a:srgbClr val="C3EDFF">
                    <a:alpha val="32968"/>
                  </a:srgbClr>
                </a:gs>
                <a:gs pos="14286">
                  <a:srgbClr val="C3EDFF">
                    <a:alpha val="30764"/>
                  </a:srgbClr>
                </a:gs>
                <a:gs pos="28571">
                  <a:srgbClr val="C3EDFF">
                    <a:alpha val="24833"/>
                  </a:srgbClr>
                </a:gs>
                <a:gs pos="42857">
                  <a:srgbClr val="C3EDFF">
                    <a:alpha val="17075"/>
                  </a:srgbClr>
                </a:gs>
                <a:gs pos="57143">
                  <a:srgbClr val="C3EDFF">
                    <a:alpha val="9855"/>
                  </a:srgbClr>
                </a:gs>
                <a:gs pos="71429">
                  <a:srgbClr val="C3EDFF">
                    <a:alpha val="4740"/>
                  </a:srgbClr>
                </a:gs>
                <a:gs pos="85714">
                  <a:srgbClr val="C3EDFF">
                    <a:alpha val="1902"/>
                  </a:srgbClr>
                </a:gs>
                <a:gs pos="100000">
                  <a:srgbClr val="C3E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Splat 94"/>
            <p:cNvSpPr>
              <a:spLocks noGrp="1"/>
            </p:cNvSpPr>
            <p:nvPr/>
          </p:nvSpPr>
          <p:spPr>
            <a:xfrm rot="10596001">
              <a:off x="1137590" y="2409781"/>
              <a:ext cx="63457" cy="15864"/>
            </a:xfrm>
            <a:prstGeom prst="ellipse">
              <a:avLst/>
            </a:prstGeom>
            <a:gradFill>
              <a:gsLst>
                <a:gs pos="0">
                  <a:srgbClr val="B47620">
                    <a:alpha val="17773"/>
                  </a:srgbClr>
                </a:gs>
                <a:gs pos="14286">
                  <a:srgbClr val="B47620">
                    <a:alpha val="16461"/>
                  </a:srgbClr>
                </a:gs>
                <a:gs pos="28571">
                  <a:srgbClr val="B47620">
                    <a:alpha val="13034"/>
                  </a:srgbClr>
                </a:gs>
                <a:gs pos="42857">
                  <a:srgbClr val="B47620">
                    <a:alpha val="8753"/>
                  </a:srgbClr>
                </a:gs>
                <a:gs pos="57143">
                  <a:srgbClr val="B47620">
                    <a:alpha val="4949"/>
                  </a:srgbClr>
                </a:gs>
                <a:gs pos="71429">
                  <a:srgbClr val="B47620">
                    <a:alpha val="2348"/>
                  </a:srgbClr>
                </a:gs>
                <a:gs pos="85714">
                  <a:srgbClr val="B47620">
                    <a:alpha val="935"/>
                  </a:srgbClr>
                </a:gs>
                <a:gs pos="100000">
                  <a:srgbClr val="B47620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Splat 95"/>
            <p:cNvSpPr>
              <a:spLocks noGrp="1"/>
            </p:cNvSpPr>
            <p:nvPr/>
          </p:nvSpPr>
          <p:spPr>
            <a:xfrm rot="5400000">
              <a:off x="627388" y="2338475"/>
              <a:ext cx="26463" cy="26463"/>
            </a:xfrm>
            <a:prstGeom prst="ellipse">
              <a:avLst/>
            </a:prstGeom>
            <a:gradFill>
              <a:gsLst>
                <a:gs pos="0">
                  <a:srgbClr val="FBFBF5">
                    <a:alpha val="19669"/>
                  </a:srgbClr>
                </a:gs>
                <a:gs pos="14286">
                  <a:srgbClr val="FBFBF5">
                    <a:alpha val="18233"/>
                  </a:srgbClr>
                </a:gs>
                <a:gs pos="28571">
                  <a:srgbClr val="FBFBF5">
                    <a:alpha val="14470"/>
                  </a:srgbClr>
                </a:gs>
                <a:gs pos="42857">
                  <a:srgbClr val="FBFBF5">
                    <a:alpha val="9744"/>
                  </a:srgbClr>
                </a:gs>
                <a:gs pos="57143">
                  <a:srgbClr val="FBFBF5">
                    <a:alpha val="5522"/>
                  </a:srgbClr>
                </a:gs>
                <a:gs pos="71429">
                  <a:srgbClr val="FBFBF5">
                    <a:alpha val="2624"/>
                  </a:srgbClr>
                </a:gs>
                <a:gs pos="85714">
                  <a:srgbClr val="FBFBF5">
                    <a:alpha val="1046"/>
                  </a:srgbClr>
                </a:gs>
                <a:gs pos="100000">
                  <a:srgbClr val="FBFBF5">
                    <a:alpha val="3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Splat 96"/>
            <p:cNvSpPr>
              <a:spLocks noGrp="1"/>
            </p:cNvSpPr>
            <p:nvPr/>
          </p:nvSpPr>
          <p:spPr>
            <a:xfrm rot="5546703">
              <a:off x="1759310" y="2043023"/>
              <a:ext cx="63677" cy="15919"/>
            </a:xfrm>
            <a:prstGeom prst="ellipse">
              <a:avLst/>
            </a:prstGeom>
            <a:gradFill>
              <a:gsLst>
                <a:gs pos="0">
                  <a:srgbClr val="CCB797">
                    <a:alpha val="17733"/>
                  </a:srgbClr>
                </a:gs>
                <a:gs pos="14286">
                  <a:srgbClr val="CCB797">
                    <a:alpha val="16424"/>
                  </a:srgbClr>
                </a:gs>
                <a:gs pos="28571">
                  <a:srgbClr val="CCB797">
                    <a:alpha val="13003"/>
                  </a:srgbClr>
                </a:gs>
                <a:gs pos="42857">
                  <a:srgbClr val="CCB797">
                    <a:alpha val="8732"/>
                  </a:srgbClr>
                </a:gs>
                <a:gs pos="57143">
                  <a:srgbClr val="CCB797">
                    <a:alpha val="4937"/>
                  </a:srgbClr>
                </a:gs>
                <a:gs pos="71429">
                  <a:srgbClr val="CCB797">
                    <a:alpha val="2342"/>
                  </a:srgbClr>
                </a:gs>
                <a:gs pos="85714">
                  <a:srgbClr val="CCB797">
                    <a:alpha val="933"/>
                  </a:srgbClr>
                </a:gs>
                <a:gs pos="100000">
                  <a:srgbClr val="CCB797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Splat 97"/>
            <p:cNvSpPr>
              <a:spLocks noGrp="1"/>
            </p:cNvSpPr>
            <p:nvPr/>
          </p:nvSpPr>
          <p:spPr>
            <a:xfrm rot="5102064">
              <a:off x="2077803" y="2258678"/>
              <a:ext cx="48508" cy="12127"/>
            </a:xfrm>
            <a:prstGeom prst="ellipse">
              <a:avLst/>
            </a:prstGeom>
            <a:gradFill>
              <a:gsLst>
                <a:gs pos="0">
                  <a:srgbClr val="F6F6F9">
                    <a:alpha val="20451"/>
                  </a:srgbClr>
                </a:gs>
                <a:gs pos="14286">
                  <a:srgbClr val="F6F6F9">
                    <a:alpha val="18966"/>
                  </a:srgbClr>
                </a:gs>
                <a:gs pos="28571">
                  <a:srgbClr val="F6F6F9">
                    <a:alpha val="15065"/>
                  </a:srgbClr>
                </a:gs>
                <a:gs pos="42857">
                  <a:srgbClr val="F6F6F9">
                    <a:alpha val="10157"/>
                  </a:srgbClr>
                </a:gs>
                <a:gs pos="57143">
                  <a:srgbClr val="F6F6F9">
                    <a:alpha val="5762"/>
                  </a:srgbClr>
                </a:gs>
                <a:gs pos="71429">
                  <a:srgbClr val="F6F6F9">
                    <a:alpha val="2740"/>
                  </a:srgbClr>
                </a:gs>
                <a:gs pos="85714">
                  <a:srgbClr val="F6F6F9">
                    <a:alpha val="1092"/>
                  </a:srgbClr>
                </a:gs>
                <a:gs pos="100000">
                  <a:srgbClr val="F6F6F9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Splat 98"/>
            <p:cNvSpPr>
              <a:spLocks noGrp="1"/>
            </p:cNvSpPr>
            <p:nvPr/>
          </p:nvSpPr>
          <p:spPr>
            <a:xfrm rot="-10169082">
              <a:off x="1971169" y="2411734"/>
              <a:ext cx="58720" cy="14680"/>
            </a:xfrm>
            <a:prstGeom prst="ellipse">
              <a:avLst/>
            </a:prstGeom>
            <a:gradFill>
              <a:gsLst>
                <a:gs pos="0">
                  <a:srgbClr val="DED1A3">
                    <a:alpha val="18631"/>
                  </a:srgbClr>
                </a:gs>
                <a:gs pos="14286">
                  <a:srgbClr val="DED1A3">
                    <a:alpha val="17263"/>
                  </a:srgbClr>
                </a:gs>
                <a:gs pos="28571">
                  <a:srgbClr val="DED1A3">
                    <a:alpha val="13683"/>
                  </a:srgbClr>
                </a:gs>
                <a:gs pos="42857">
                  <a:srgbClr val="DED1A3">
                    <a:alpha val="9200"/>
                  </a:srgbClr>
                </a:gs>
                <a:gs pos="57143">
                  <a:srgbClr val="DED1A3">
                    <a:alpha val="5207"/>
                  </a:srgbClr>
                </a:gs>
                <a:gs pos="71429">
                  <a:srgbClr val="DED1A3">
                    <a:alpha val="2472"/>
                  </a:srgbClr>
                </a:gs>
                <a:gs pos="85714">
                  <a:srgbClr val="DED1A3">
                    <a:alpha val="985"/>
                  </a:srgbClr>
                </a:gs>
                <a:gs pos="100000">
                  <a:srgbClr val="DED1A3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Splat 99"/>
            <p:cNvSpPr>
              <a:spLocks noGrp="1"/>
            </p:cNvSpPr>
            <p:nvPr/>
          </p:nvSpPr>
          <p:spPr>
            <a:xfrm rot="7885102">
              <a:off x="850820" y="2106940"/>
              <a:ext cx="63753" cy="15938"/>
            </a:xfrm>
            <a:prstGeom prst="ellipse">
              <a:avLst/>
            </a:prstGeom>
            <a:gradFill>
              <a:gsLst>
                <a:gs pos="0">
                  <a:srgbClr val="D1A660">
                    <a:alpha val="17719"/>
                  </a:srgbClr>
                </a:gs>
                <a:gs pos="14286">
                  <a:srgbClr val="D1A660">
                    <a:alpha val="16411"/>
                  </a:srgbClr>
                </a:gs>
                <a:gs pos="28571">
                  <a:srgbClr val="D1A660">
                    <a:alpha val="12993"/>
                  </a:srgbClr>
                </a:gs>
                <a:gs pos="42857">
                  <a:srgbClr val="D1A660">
                    <a:alpha val="8725"/>
                  </a:srgbClr>
                </a:gs>
                <a:gs pos="57143">
                  <a:srgbClr val="D1A660">
                    <a:alpha val="4933"/>
                  </a:srgbClr>
                </a:gs>
                <a:gs pos="71429">
                  <a:srgbClr val="D1A660">
                    <a:alpha val="2340"/>
                  </a:srgbClr>
                </a:gs>
                <a:gs pos="85714">
                  <a:srgbClr val="D1A660">
                    <a:alpha val="932"/>
                  </a:srgbClr>
                </a:gs>
                <a:gs pos="100000">
                  <a:srgbClr val="D1A660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Splat 100"/>
            <p:cNvSpPr>
              <a:spLocks noGrp="1"/>
            </p:cNvSpPr>
            <p:nvPr/>
          </p:nvSpPr>
          <p:spPr>
            <a:xfrm rot="3580700">
              <a:off x="2403639" y="2197891"/>
              <a:ext cx="135761" cy="109928"/>
            </a:xfrm>
            <a:prstGeom prst="ellipse">
              <a:avLst/>
            </a:prstGeom>
            <a:gradFill>
              <a:gsLst>
                <a:gs pos="0">
                  <a:srgbClr val="FF0001">
                    <a:alpha val="11379"/>
                  </a:srgbClr>
                </a:gs>
                <a:gs pos="14286">
                  <a:srgbClr val="FF0001">
                    <a:alpha val="10509"/>
                  </a:srgbClr>
                </a:gs>
                <a:gs pos="28571">
                  <a:srgbClr val="FF0001">
                    <a:alpha val="8260"/>
                  </a:srgbClr>
                </a:gs>
                <a:gs pos="42857">
                  <a:srgbClr val="FF0001">
                    <a:alpha val="5498"/>
                  </a:srgbClr>
                </a:gs>
                <a:gs pos="57143">
                  <a:srgbClr val="FF0001">
                    <a:alpha val="3085"/>
                  </a:srgbClr>
                </a:gs>
                <a:gs pos="71429">
                  <a:srgbClr val="FF0001">
                    <a:alpha val="1456"/>
                  </a:srgbClr>
                </a:gs>
                <a:gs pos="85714">
                  <a:srgbClr val="FF0001">
                    <a:alpha val="578"/>
                  </a:srgbClr>
                </a:gs>
                <a:gs pos="100000">
                  <a:srgbClr val="FF0001">
                    <a:alpha val="1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Splat 101"/>
            <p:cNvSpPr>
              <a:spLocks noGrp="1"/>
            </p:cNvSpPr>
            <p:nvPr/>
          </p:nvSpPr>
          <p:spPr>
            <a:xfrm rot="-9077595">
              <a:off x="2006522" y="2219556"/>
              <a:ext cx="61944" cy="15486"/>
            </a:xfrm>
            <a:prstGeom prst="ellipse">
              <a:avLst/>
            </a:prstGeom>
            <a:gradFill>
              <a:gsLst>
                <a:gs pos="0">
                  <a:srgbClr val="F5B840">
                    <a:alpha val="18048"/>
                  </a:srgbClr>
                </a:gs>
                <a:gs pos="14286">
                  <a:srgbClr val="F5B840">
                    <a:alpha val="16718"/>
                  </a:srgbClr>
                </a:gs>
                <a:gs pos="28571">
                  <a:srgbClr val="F5B840">
                    <a:alpha val="13242"/>
                  </a:srgbClr>
                </a:gs>
                <a:gs pos="42857">
                  <a:srgbClr val="F5B840">
                    <a:alpha val="8896"/>
                  </a:srgbClr>
                </a:gs>
                <a:gs pos="57143">
                  <a:srgbClr val="F5B840">
                    <a:alpha val="5032"/>
                  </a:srgbClr>
                </a:gs>
                <a:gs pos="71429">
                  <a:srgbClr val="F5B840">
                    <a:alpha val="2388"/>
                  </a:srgbClr>
                </a:gs>
                <a:gs pos="85714">
                  <a:srgbClr val="F5B840">
                    <a:alpha val="951"/>
                  </a:srgbClr>
                </a:gs>
                <a:gs pos="100000">
                  <a:srgbClr val="F5B840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Splat 102"/>
            <p:cNvSpPr>
              <a:spLocks noGrp="1"/>
            </p:cNvSpPr>
            <p:nvPr/>
          </p:nvSpPr>
          <p:spPr>
            <a:xfrm rot="3672655">
              <a:off x="375604" y="1975473"/>
              <a:ext cx="184206" cy="41392"/>
            </a:xfrm>
            <a:prstGeom prst="ellipse">
              <a:avLst/>
            </a:prstGeom>
            <a:gradFill>
              <a:gsLst>
                <a:gs pos="0">
                  <a:srgbClr val="FFD19C">
                    <a:alpha val="32968"/>
                  </a:srgbClr>
                </a:gs>
                <a:gs pos="14286">
                  <a:srgbClr val="FFD19C">
                    <a:alpha val="30764"/>
                  </a:srgbClr>
                </a:gs>
                <a:gs pos="28571">
                  <a:srgbClr val="FFD19C">
                    <a:alpha val="24833"/>
                  </a:srgbClr>
                </a:gs>
                <a:gs pos="42857">
                  <a:srgbClr val="FFD19C">
                    <a:alpha val="17075"/>
                  </a:srgbClr>
                </a:gs>
                <a:gs pos="57143">
                  <a:srgbClr val="FFD19C">
                    <a:alpha val="9855"/>
                  </a:srgbClr>
                </a:gs>
                <a:gs pos="71429">
                  <a:srgbClr val="FFD19C">
                    <a:alpha val="4740"/>
                  </a:srgbClr>
                </a:gs>
                <a:gs pos="85714">
                  <a:srgbClr val="FFD19C">
                    <a:alpha val="1902"/>
                  </a:srgbClr>
                </a:gs>
                <a:gs pos="100000">
                  <a:srgbClr val="FFD1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Splat 103"/>
            <p:cNvSpPr>
              <a:spLocks noGrp="1"/>
            </p:cNvSpPr>
            <p:nvPr/>
          </p:nvSpPr>
          <p:spPr>
            <a:xfrm rot="3057415">
              <a:off x="2423532" y="2346535"/>
              <a:ext cx="297407" cy="89078"/>
            </a:xfrm>
            <a:prstGeom prst="ellipse">
              <a:avLst/>
            </a:prstGeom>
            <a:gradFill>
              <a:gsLst>
                <a:gs pos="0">
                  <a:srgbClr val="FFFDD0">
                    <a:alpha val="30194"/>
                  </a:srgbClr>
                </a:gs>
                <a:gs pos="14286">
                  <a:srgbClr val="FFFDD0">
                    <a:alpha val="28135"/>
                  </a:srgbClr>
                </a:gs>
                <a:gs pos="28571">
                  <a:srgbClr val="FFFDD0">
                    <a:alpha val="22626"/>
                  </a:srgbClr>
                </a:gs>
                <a:gs pos="42857">
                  <a:srgbClr val="FFFDD0">
                    <a:alpha val="15486"/>
                  </a:srgbClr>
                </a:gs>
                <a:gs pos="57143">
                  <a:srgbClr val="FFFDD0">
                    <a:alpha val="8902"/>
                  </a:srgbClr>
                </a:gs>
                <a:gs pos="71429">
                  <a:srgbClr val="FFFDD0">
                    <a:alpha val="4270"/>
                  </a:srgbClr>
                </a:gs>
                <a:gs pos="85714">
                  <a:srgbClr val="FFFDD0">
                    <a:alpha val="1711"/>
                  </a:srgbClr>
                </a:gs>
                <a:gs pos="100000">
                  <a:srgbClr val="FFFDD0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Splat 104"/>
            <p:cNvSpPr>
              <a:spLocks noGrp="1"/>
            </p:cNvSpPr>
            <p:nvPr/>
          </p:nvSpPr>
          <p:spPr>
            <a:xfrm rot="-10521828">
              <a:off x="614015" y="2336927"/>
              <a:ext cx="50642" cy="12661"/>
            </a:xfrm>
            <a:prstGeom prst="ellipse">
              <a:avLst/>
            </a:prstGeom>
            <a:gradFill>
              <a:gsLst>
                <a:gs pos="0">
                  <a:srgbClr val="F2F0E6">
                    <a:alpha val="20074"/>
                  </a:srgbClr>
                </a:gs>
                <a:gs pos="14286">
                  <a:srgbClr val="F2F0E6">
                    <a:alpha val="18613"/>
                  </a:srgbClr>
                </a:gs>
                <a:gs pos="28571">
                  <a:srgbClr val="F2F0E6">
                    <a:alpha val="14778"/>
                  </a:srgbClr>
                </a:gs>
                <a:gs pos="42857">
                  <a:srgbClr val="F2F0E6">
                    <a:alpha val="9957"/>
                  </a:srgbClr>
                </a:gs>
                <a:gs pos="57143">
                  <a:srgbClr val="F2F0E6">
                    <a:alpha val="5646"/>
                  </a:srgbClr>
                </a:gs>
                <a:gs pos="71429">
                  <a:srgbClr val="F2F0E6">
                    <a:alpha val="2684"/>
                  </a:srgbClr>
                </a:gs>
                <a:gs pos="85714">
                  <a:srgbClr val="F2F0E6">
                    <a:alpha val="1070"/>
                  </a:srgbClr>
                </a:gs>
                <a:gs pos="100000">
                  <a:srgbClr val="F2F0E6">
                    <a:alpha val="3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Splat 105"/>
            <p:cNvSpPr>
              <a:spLocks noGrp="1"/>
            </p:cNvSpPr>
            <p:nvPr/>
          </p:nvSpPr>
          <p:spPr>
            <a:xfrm rot="5256152">
              <a:off x="1721418" y="2133251"/>
              <a:ext cx="64398" cy="16100"/>
            </a:xfrm>
            <a:prstGeom prst="ellipse">
              <a:avLst/>
            </a:prstGeom>
            <a:gradFill>
              <a:gsLst>
                <a:gs pos="0">
                  <a:srgbClr val="947E6E">
                    <a:alpha val="17601"/>
                  </a:srgbClr>
                </a:gs>
                <a:gs pos="14286">
                  <a:srgbClr val="947E6E">
                    <a:alpha val="16301"/>
                  </a:srgbClr>
                </a:gs>
                <a:gs pos="28571">
                  <a:srgbClr val="947E6E">
                    <a:alpha val="12904"/>
                  </a:srgbClr>
                </a:gs>
                <a:gs pos="42857">
                  <a:srgbClr val="947E6E">
                    <a:alpha val="8664"/>
                  </a:srgbClr>
                </a:gs>
                <a:gs pos="57143">
                  <a:srgbClr val="947E6E">
                    <a:alpha val="4897"/>
                  </a:srgbClr>
                </a:gs>
                <a:gs pos="71429">
                  <a:srgbClr val="947E6E">
                    <a:alpha val="2323"/>
                  </a:srgbClr>
                </a:gs>
                <a:gs pos="85714">
                  <a:srgbClr val="947E6E">
                    <a:alpha val="925"/>
                  </a:srgbClr>
                </a:gs>
                <a:gs pos="100000">
                  <a:srgbClr val="947E6E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Splat 106"/>
            <p:cNvSpPr>
              <a:spLocks noGrp="1"/>
            </p:cNvSpPr>
            <p:nvPr/>
          </p:nvSpPr>
          <p:spPr>
            <a:xfrm rot="3432381">
              <a:off x="2439750" y="2218488"/>
              <a:ext cx="64608" cy="588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Splat 107"/>
            <p:cNvSpPr>
              <a:spLocks noGrp="1"/>
            </p:cNvSpPr>
            <p:nvPr/>
          </p:nvSpPr>
          <p:spPr>
            <a:xfrm rot="5400000">
              <a:off x="633460" y="2382639"/>
              <a:ext cx="29170" cy="29170"/>
            </a:xfrm>
            <a:prstGeom prst="ellipse">
              <a:avLst/>
            </a:prstGeom>
            <a:gradFill>
              <a:gsLst>
                <a:gs pos="0">
                  <a:srgbClr val="F3F3F7">
                    <a:alpha val="18700"/>
                  </a:srgbClr>
                </a:gs>
                <a:gs pos="14286">
                  <a:srgbClr val="F3F3F7">
                    <a:alpha val="17327"/>
                  </a:srgbClr>
                </a:gs>
                <a:gs pos="28571">
                  <a:srgbClr val="F3F3F7">
                    <a:alpha val="13734"/>
                  </a:srgbClr>
                </a:gs>
                <a:gs pos="42857">
                  <a:srgbClr val="F3F3F7">
                    <a:alpha val="9236"/>
                  </a:srgbClr>
                </a:gs>
                <a:gs pos="57143">
                  <a:srgbClr val="F3F3F7">
                    <a:alpha val="5228"/>
                  </a:srgbClr>
                </a:gs>
                <a:gs pos="71429">
                  <a:srgbClr val="F3F3F7">
                    <a:alpha val="2482"/>
                  </a:srgbClr>
                </a:gs>
                <a:gs pos="85714">
                  <a:srgbClr val="F3F3F7">
                    <a:alpha val="989"/>
                  </a:srgbClr>
                </a:gs>
                <a:gs pos="100000">
                  <a:srgbClr val="F3F3F7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Splat 108"/>
            <p:cNvSpPr>
              <a:spLocks noGrp="1"/>
            </p:cNvSpPr>
            <p:nvPr/>
          </p:nvSpPr>
          <p:spPr>
            <a:xfrm rot="5400000">
              <a:off x="590318" y="2377882"/>
              <a:ext cx="24671" cy="24671"/>
            </a:xfrm>
            <a:prstGeom prst="ellipse">
              <a:avLst/>
            </a:prstGeom>
            <a:gradFill>
              <a:gsLst>
                <a:gs pos="0">
                  <a:srgbClr val="F6F5FE">
                    <a:alpha val="20304"/>
                  </a:srgbClr>
                </a:gs>
                <a:gs pos="14286">
                  <a:srgbClr val="F6F5FE">
                    <a:alpha val="18828"/>
                  </a:srgbClr>
                </a:gs>
                <a:gs pos="28571">
                  <a:srgbClr val="F6F5FE">
                    <a:alpha val="14953"/>
                  </a:srgbClr>
                </a:gs>
                <a:gs pos="42857">
                  <a:srgbClr val="F6F5FE">
                    <a:alpha val="10079"/>
                  </a:srgbClr>
                </a:gs>
                <a:gs pos="57143">
                  <a:srgbClr val="F6F5FE">
                    <a:alpha val="5717"/>
                  </a:srgbClr>
                </a:gs>
                <a:gs pos="71429">
                  <a:srgbClr val="F6F5FE">
                    <a:alpha val="2718"/>
                  </a:srgbClr>
                </a:gs>
                <a:gs pos="85714">
                  <a:srgbClr val="F6F5FE">
                    <a:alpha val="1084"/>
                  </a:srgbClr>
                </a:gs>
                <a:gs pos="100000">
                  <a:srgbClr val="F6F5FE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Splat 109"/>
            <p:cNvSpPr>
              <a:spLocks noGrp="1"/>
            </p:cNvSpPr>
            <p:nvPr/>
          </p:nvSpPr>
          <p:spPr>
            <a:xfrm rot="5592093">
              <a:off x="1856593" y="2268762"/>
              <a:ext cx="61198" cy="15300"/>
            </a:xfrm>
            <a:prstGeom prst="ellipse">
              <a:avLst/>
            </a:prstGeom>
            <a:gradFill>
              <a:gsLst>
                <a:gs pos="0">
                  <a:srgbClr val="C9B09D">
                    <a:alpha val="18183"/>
                  </a:srgbClr>
                </a:gs>
                <a:gs pos="14286">
                  <a:srgbClr val="C9B09D">
                    <a:alpha val="16844"/>
                  </a:srgbClr>
                </a:gs>
                <a:gs pos="28571">
                  <a:srgbClr val="C9B09D">
                    <a:alpha val="13344"/>
                  </a:srgbClr>
                </a:gs>
                <a:gs pos="42857">
                  <a:srgbClr val="C9B09D">
                    <a:alpha val="8966"/>
                  </a:srgbClr>
                </a:gs>
                <a:gs pos="57143">
                  <a:srgbClr val="C9B09D">
                    <a:alpha val="5072"/>
                  </a:srgbClr>
                </a:gs>
                <a:gs pos="71429">
                  <a:srgbClr val="C9B09D">
                    <a:alpha val="2407"/>
                  </a:srgbClr>
                </a:gs>
                <a:gs pos="85714">
                  <a:srgbClr val="C9B09D">
                    <a:alpha val="959"/>
                  </a:srgbClr>
                </a:gs>
                <a:gs pos="100000">
                  <a:srgbClr val="C9B09D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Splat 110"/>
            <p:cNvSpPr>
              <a:spLocks noGrp="1"/>
            </p:cNvSpPr>
            <p:nvPr/>
          </p:nvSpPr>
          <p:spPr>
            <a:xfrm rot="5471916">
              <a:off x="1561232" y="2181745"/>
              <a:ext cx="456265" cy="1908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Splat 111"/>
            <p:cNvSpPr>
              <a:spLocks noGrp="1"/>
            </p:cNvSpPr>
            <p:nvPr/>
          </p:nvSpPr>
          <p:spPr>
            <a:xfrm rot="6184797">
              <a:off x="-339250" y="1371002"/>
              <a:ext cx="686513" cy="475506"/>
            </a:xfrm>
            <a:prstGeom prst="ellipse">
              <a:avLst/>
            </a:prstGeom>
            <a:gradFill>
              <a:gsLst>
                <a:gs pos="0">
                  <a:srgbClr val="0000AE">
                    <a:alpha val="32968"/>
                  </a:srgbClr>
                </a:gs>
                <a:gs pos="14286">
                  <a:srgbClr val="0000AE">
                    <a:alpha val="30764"/>
                  </a:srgbClr>
                </a:gs>
                <a:gs pos="28571">
                  <a:srgbClr val="0000AE">
                    <a:alpha val="24833"/>
                  </a:srgbClr>
                </a:gs>
                <a:gs pos="42857">
                  <a:srgbClr val="0000AE">
                    <a:alpha val="17075"/>
                  </a:srgbClr>
                </a:gs>
                <a:gs pos="57143">
                  <a:srgbClr val="0000AE">
                    <a:alpha val="9855"/>
                  </a:srgbClr>
                </a:gs>
                <a:gs pos="71429">
                  <a:srgbClr val="0000AE">
                    <a:alpha val="4740"/>
                  </a:srgbClr>
                </a:gs>
                <a:gs pos="85714">
                  <a:srgbClr val="0000AE">
                    <a:alpha val="1902"/>
                  </a:srgbClr>
                </a:gs>
                <a:gs pos="100000">
                  <a:srgbClr val="0000A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Splat 112"/>
            <p:cNvSpPr>
              <a:spLocks noGrp="1"/>
            </p:cNvSpPr>
            <p:nvPr/>
          </p:nvSpPr>
          <p:spPr>
            <a:xfrm rot="5400000">
              <a:off x="868639" y="2119566"/>
              <a:ext cx="29782" cy="29782"/>
            </a:xfrm>
            <a:prstGeom prst="ellipse">
              <a:avLst/>
            </a:prstGeom>
            <a:gradFill>
              <a:gsLst>
                <a:gs pos="0">
                  <a:srgbClr val="FABD4E">
                    <a:alpha val="18479"/>
                  </a:srgbClr>
                </a:gs>
                <a:gs pos="14286">
                  <a:srgbClr val="FABD4E">
                    <a:alpha val="17121"/>
                  </a:srgbClr>
                </a:gs>
                <a:gs pos="28571">
                  <a:srgbClr val="FABD4E">
                    <a:alpha val="13567"/>
                  </a:srgbClr>
                </a:gs>
                <a:gs pos="42857">
                  <a:srgbClr val="FABD4E">
                    <a:alpha val="9120"/>
                  </a:srgbClr>
                </a:gs>
                <a:gs pos="57143">
                  <a:srgbClr val="FABD4E">
                    <a:alpha val="5161"/>
                  </a:srgbClr>
                </a:gs>
                <a:gs pos="71429">
                  <a:srgbClr val="FABD4E">
                    <a:alpha val="2450"/>
                  </a:srgbClr>
                </a:gs>
                <a:gs pos="85714">
                  <a:srgbClr val="FABD4E">
                    <a:alpha val="976"/>
                  </a:srgbClr>
                </a:gs>
                <a:gs pos="100000">
                  <a:srgbClr val="FABD4E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Splat 113"/>
            <p:cNvSpPr>
              <a:spLocks noGrp="1"/>
            </p:cNvSpPr>
            <p:nvPr/>
          </p:nvSpPr>
          <p:spPr>
            <a:xfrm rot="5045431">
              <a:off x="2065351" y="2305647"/>
              <a:ext cx="63940" cy="15985"/>
            </a:xfrm>
            <a:prstGeom prst="ellipse">
              <a:avLst/>
            </a:prstGeom>
            <a:gradFill>
              <a:gsLst>
                <a:gs pos="0">
                  <a:srgbClr val="FDBA59">
                    <a:alpha val="17685"/>
                  </a:srgbClr>
                </a:gs>
                <a:gs pos="14286">
                  <a:srgbClr val="FDBA59">
                    <a:alpha val="16379"/>
                  </a:srgbClr>
                </a:gs>
                <a:gs pos="28571">
                  <a:srgbClr val="FDBA59">
                    <a:alpha val="12967"/>
                  </a:srgbClr>
                </a:gs>
                <a:gs pos="42857">
                  <a:srgbClr val="FDBA59">
                    <a:alpha val="8707"/>
                  </a:srgbClr>
                </a:gs>
                <a:gs pos="57143">
                  <a:srgbClr val="FDBA59">
                    <a:alpha val="4922"/>
                  </a:srgbClr>
                </a:gs>
                <a:gs pos="71429">
                  <a:srgbClr val="FDBA59">
                    <a:alpha val="2335"/>
                  </a:srgbClr>
                </a:gs>
                <a:gs pos="85714">
                  <a:srgbClr val="FDBA59">
                    <a:alpha val="930"/>
                  </a:srgbClr>
                </a:gs>
                <a:gs pos="100000">
                  <a:srgbClr val="FDBA59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Splat 114"/>
            <p:cNvSpPr>
              <a:spLocks noGrp="1"/>
            </p:cNvSpPr>
            <p:nvPr/>
          </p:nvSpPr>
          <p:spPr>
            <a:xfrm rot="7807014">
              <a:off x="151017" y="353182"/>
              <a:ext cx="620968" cy="555137"/>
            </a:xfrm>
            <a:prstGeom prst="ellipse">
              <a:avLst/>
            </a:prstGeom>
            <a:gradFill>
              <a:gsLst>
                <a:gs pos="0">
                  <a:srgbClr val="1B0000">
                    <a:alpha val="9348"/>
                  </a:srgbClr>
                </a:gs>
                <a:gs pos="14286">
                  <a:srgbClr val="1B0000">
                    <a:alpha val="8625"/>
                  </a:srgbClr>
                </a:gs>
                <a:gs pos="28571">
                  <a:srgbClr val="1B0000">
                    <a:alpha val="6764"/>
                  </a:srgbClr>
                </a:gs>
                <a:gs pos="42857">
                  <a:srgbClr val="1B0000">
                    <a:alpha val="4490"/>
                  </a:srgbClr>
                </a:gs>
                <a:gs pos="57143">
                  <a:srgbClr val="1B0000">
                    <a:alpha val="2513"/>
                  </a:srgbClr>
                </a:gs>
                <a:gs pos="71429">
                  <a:srgbClr val="1B0000">
                    <a:alpha val="1184"/>
                  </a:srgbClr>
                </a:gs>
                <a:gs pos="85714">
                  <a:srgbClr val="1B0000">
                    <a:alpha val="470"/>
                  </a:srgbClr>
                </a:gs>
                <a:gs pos="100000">
                  <a:srgbClr val="1B0000">
                    <a:alpha val="1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Splat 115"/>
            <p:cNvSpPr>
              <a:spLocks noGrp="1"/>
            </p:cNvSpPr>
            <p:nvPr/>
          </p:nvSpPr>
          <p:spPr>
            <a:xfrm rot="10062750">
              <a:off x="218138" y="1803996"/>
              <a:ext cx="478460" cy="441593"/>
            </a:xfrm>
            <a:prstGeom prst="ellipse">
              <a:avLst/>
            </a:prstGeom>
            <a:gradFill>
              <a:gsLst>
                <a:gs pos="0">
                  <a:srgbClr val="E7649F">
                    <a:alpha val="1734"/>
                  </a:srgbClr>
                </a:gs>
                <a:gs pos="14286">
                  <a:srgbClr val="E7649F">
                    <a:alpha val="1595"/>
                  </a:srgbClr>
                </a:gs>
                <a:gs pos="28571">
                  <a:srgbClr val="E7649F">
                    <a:alpha val="1241"/>
                  </a:srgbClr>
                </a:gs>
                <a:gs pos="42857">
                  <a:srgbClr val="E7649F">
                    <a:alpha val="816"/>
                  </a:srgbClr>
                </a:gs>
                <a:gs pos="57143">
                  <a:srgbClr val="E7649F">
                    <a:alpha val="453"/>
                  </a:srgbClr>
                </a:gs>
                <a:gs pos="71429">
                  <a:srgbClr val="E7649F">
                    <a:alpha val="212"/>
                  </a:srgbClr>
                </a:gs>
                <a:gs pos="85714">
                  <a:srgbClr val="E7649F">
                    <a:alpha val="84"/>
                  </a:srgbClr>
                </a:gs>
                <a:gs pos="100000">
                  <a:srgbClr val="E7649F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Splat 116"/>
            <p:cNvSpPr>
              <a:spLocks noGrp="1"/>
            </p:cNvSpPr>
            <p:nvPr/>
          </p:nvSpPr>
          <p:spPr>
            <a:xfrm rot="9164275">
              <a:off x="1966226" y="2294699"/>
              <a:ext cx="64048" cy="16012"/>
            </a:xfrm>
            <a:prstGeom prst="ellipse">
              <a:avLst/>
            </a:prstGeom>
            <a:gradFill>
              <a:gsLst>
                <a:gs pos="0">
                  <a:srgbClr val="DB9C48">
                    <a:alpha val="17665"/>
                  </a:srgbClr>
                </a:gs>
                <a:gs pos="14286">
                  <a:srgbClr val="DB9C48">
                    <a:alpha val="16361"/>
                  </a:srgbClr>
                </a:gs>
                <a:gs pos="28571">
                  <a:srgbClr val="DB9C48">
                    <a:alpha val="12952"/>
                  </a:srgbClr>
                </a:gs>
                <a:gs pos="42857">
                  <a:srgbClr val="DB9C48">
                    <a:alpha val="8697"/>
                  </a:srgbClr>
                </a:gs>
                <a:gs pos="57143">
                  <a:srgbClr val="DB9C48">
                    <a:alpha val="4917"/>
                  </a:srgbClr>
                </a:gs>
                <a:gs pos="71429">
                  <a:srgbClr val="DB9C48">
                    <a:alpha val="2332"/>
                  </a:srgbClr>
                </a:gs>
                <a:gs pos="85714">
                  <a:srgbClr val="DB9C48">
                    <a:alpha val="929"/>
                  </a:srgbClr>
                </a:gs>
                <a:gs pos="100000">
                  <a:srgbClr val="DB9C48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Splat 117"/>
            <p:cNvSpPr>
              <a:spLocks noGrp="1"/>
            </p:cNvSpPr>
            <p:nvPr/>
          </p:nvSpPr>
          <p:spPr>
            <a:xfrm rot="5065670">
              <a:off x="1672926" y="1895330"/>
              <a:ext cx="215161" cy="48294"/>
            </a:xfrm>
            <a:prstGeom prst="ellipse">
              <a:avLst/>
            </a:prstGeom>
            <a:gradFill>
              <a:gsLst>
                <a:gs pos="0">
                  <a:srgbClr val="FFC900">
                    <a:alpha val="29260"/>
                  </a:srgbClr>
                </a:gs>
                <a:gs pos="14286">
                  <a:srgbClr val="FFC900">
                    <a:alpha val="27251"/>
                  </a:srgbClr>
                </a:gs>
                <a:gs pos="28571">
                  <a:srgbClr val="FFC900">
                    <a:alpha val="21888"/>
                  </a:srgbClr>
                </a:gs>
                <a:gs pos="42857">
                  <a:srgbClr val="FFC900">
                    <a:alpha val="14959"/>
                  </a:srgbClr>
                </a:gs>
                <a:gs pos="57143">
                  <a:srgbClr val="FFC900">
                    <a:alpha val="8587"/>
                  </a:srgbClr>
                </a:gs>
                <a:gs pos="71429">
                  <a:srgbClr val="FFC900">
                    <a:alpha val="4116"/>
                  </a:srgbClr>
                </a:gs>
                <a:gs pos="85714">
                  <a:srgbClr val="FFC900">
                    <a:alpha val="1648"/>
                  </a:srgbClr>
                </a:gs>
                <a:gs pos="100000">
                  <a:srgbClr val="FFC900">
                    <a:alpha val="5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Splat 118"/>
            <p:cNvSpPr>
              <a:spLocks noGrp="1"/>
            </p:cNvSpPr>
            <p:nvPr/>
          </p:nvSpPr>
          <p:spPr>
            <a:xfrm rot="-9134884">
              <a:off x="2516388" y="2346522"/>
              <a:ext cx="71924" cy="6668"/>
            </a:xfrm>
            <a:prstGeom prst="ellipse">
              <a:avLst/>
            </a:prstGeom>
            <a:gradFill>
              <a:gsLst>
                <a:gs pos="0">
                  <a:srgbClr val="A3AC00">
                    <a:alpha val="25627"/>
                  </a:srgbClr>
                </a:gs>
                <a:gs pos="14286">
                  <a:srgbClr val="A3AC00">
                    <a:alpha val="23824"/>
                  </a:srgbClr>
                </a:gs>
                <a:gs pos="28571">
                  <a:srgbClr val="A3AC00">
                    <a:alpha val="19046"/>
                  </a:srgbClr>
                </a:gs>
                <a:gs pos="42857">
                  <a:srgbClr val="A3AC00">
                    <a:alpha val="12942"/>
                  </a:srgbClr>
                </a:gs>
                <a:gs pos="57143">
                  <a:srgbClr val="A3AC00">
                    <a:alpha val="7392"/>
                  </a:srgbClr>
                </a:gs>
                <a:gs pos="71429">
                  <a:srgbClr val="A3AC00">
                    <a:alpha val="3531"/>
                  </a:srgbClr>
                </a:gs>
                <a:gs pos="85714">
                  <a:srgbClr val="A3AC00">
                    <a:alpha val="1411"/>
                  </a:srgbClr>
                </a:gs>
                <a:gs pos="100000">
                  <a:srgbClr val="A3AC00">
                    <a:alpha val="4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Splat 119"/>
            <p:cNvSpPr>
              <a:spLocks noGrp="1"/>
            </p:cNvSpPr>
            <p:nvPr/>
          </p:nvSpPr>
          <p:spPr>
            <a:xfrm rot="6298633">
              <a:off x="2411950" y="2378238"/>
              <a:ext cx="306278" cy="29442"/>
            </a:xfrm>
            <a:prstGeom prst="ellipse">
              <a:avLst/>
            </a:prstGeom>
            <a:gradFill>
              <a:gsLst>
                <a:gs pos="0">
                  <a:srgbClr val="FFFFBF">
                    <a:alpha val="32968"/>
                  </a:srgbClr>
                </a:gs>
                <a:gs pos="14286">
                  <a:srgbClr val="FFFFBF">
                    <a:alpha val="30764"/>
                  </a:srgbClr>
                </a:gs>
                <a:gs pos="28571">
                  <a:srgbClr val="FFFFBF">
                    <a:alpha val="24833"/>
                  </a:srgbClr>
                </a:gs>
                <a:gs pos="42857">
                  <a:srgbClr val="FFFFBF">
                    <a:alpha val="17075"/>
                  </a:srgbClr>
                </a:gs>
                <a:gs pos="57143">
                  <a:srgbClr val="FFFFBF">
                    <a:alpha val="9855"/>
                  </a:srgbClr>
                </a:gs>
                <a:gs pos="71429">
                  <a:srgbClr val="FFFFBF">
                    <a:alpha val="4740"/>
                  </a:srgbClr>
                </a:gs>
                <a:gs pos="85714">
                  <a:srgbClr val="FFFFBF">
                    <a:alpha val="1902"/>
                  </a:srgbClr>
                </a:gs>
                <a:gs pos="100000">
                  <a:srgbClr val="FFFFB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Splat 120"/>
            <p:cNvSpPr>
              <a:spLocks noGrp="1"/>
            </p:cNvSpPr>
            <p:nvPr/>
          </p:nvSpPr>
          <p:spPr>
            <a:xfrm rot="4412321">
              <a:off x="836066" y="2161105"/>
              <a:ext cx="62734" cy="15684"/>
            </a:xfrm>
            <a:prstGeom prst="ellipse">
              <a:avLst/>
            </a:prstGeom>
            <a:gradFill>
              <a:gsLst>
                <a:gs pos="0">
                  <a:srgbClr val="F5E7C5">
                    <a:alpha val="17904"/>
                  </a:srgbClr>
                </a:gs>
                <a:gs pos="14286">
                  <a:srgbClr val="F5E7C5">
                    <a:alpha val="16584"/>
                  </a:srgbClr>
                </a:gs>
                <a:gs pos="28571">
                  <a:srgbClr val="F5E7C5">
                    <a:alpha val="13133"/>
                  </a:srgbClr>
                </a:gs>
                <a:gs pos="42857">
                  <a:srgbClr val="F5E7C5">
                    <a:alpha val="8821"/>
                  </a:srgbClr>
                </a:gs>
                <a:gs pos="57143">
                  <a:srgbClr val="F5E7C5">
                    <a:alpha val="4988"/>
                  </a:srgbClr>
                </a:gs>
                <a:gs pos="71429">
                  <a:srgbClr val="F5E7C5">
                    <a:alpha val="2367"/>
                  </a:srgbClr>
                </a:gs>
                <a:gs pos="85714">
                  <a:srgbClr val="F5E7C5">
                    <a:alpha val="943"/>
                  </a:srgbClr>
                </a:gs>
                <a:gs pos="100000">
                  <a:srgbClr val="F5E7C5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Splat 121"/>
            <p:cNvSpPr>
              <a:spLocks noGrp="1"/>
            </p:cNvSpPr>
            <p:nvPr/>
          </p:nvSpPr>
          <p:spPr>
            <a:xfrm rot="3802034">
              <a:off x="645359" y="2355796"/>
              <a:ext cx="47638" cy="11909"/>
            </a:xfrm>
            <a:prstGeom prst="ellipse">
              <a:avLst/>
            </a:prstGeom>
            <a:gradFill>
              <a:gsLst>
                <a:gs pos="0">
                  <a:srgbClr val="99A083">
                    <a:alpha val="20605"/>
                  </a:srgbClr>
                </a:gs>
                <a:gs pos="14286">
                  <a:srgbClr val="99A083">
                    <a:alpha val="19109"/>
                  </a:srgbClr>
                </a:gs>
                <a:gs pos="28571">
                  <a:srgbClr val="99A083">
                    <a:alpha val="15182"/>
                  </a:srgbClr>
                </a:gs>
                <a:gs pos="42857">
                  <a:srgbClr val="99A083">
                    <a:alpha val="10238"/>
                  </a:srgbClr>
                </a:gs>
                <a:gs pos="57143">
                  <a:srgbClr val="99A083">
                    <a:alpha val="5809"/>
                  </a:srgbClr>
                </a:gs>
                <a:gs pos="71429">
                  <a:srgbClr val="99A083">
                    <a:alpha val="2762"/>
                  </a:srgbClr>
                </a:gs>
                <a:gs pos="85714">
                  <a:srgbClr val="99A083">
                    <a:alpha val="1102"/>
                  </a:srgbClr>
                </a:gs>
                <a:gs pos="100000">
                  <a:srgbClr val="99A083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Splat 122"/>
            <p:cNvSpPr>
              <a:spLocks noGrp="1"/>
            </p:cNvSpPr>
            <p:nvPr/>
          </p:nvSpPr>
          <p:spPr>
            <a:xfrm rot="3664508">
              <a:off x="457203" y="2382009"/>
              <a:ext cx="378971" cy="25252"/>
            </a:xfrm>
            <a:prstGeom prst="ellipse">
              <a:avLst/>
            </a:prstGeom>
            <a:gradFill>
              <a:gsLst>
                <a:gs pos="0">
                  <a:srgbClr val="FFFFF4">
                    <a:alpha val="32968"/>
                  </a:srgbClr>
                </a:gs>
                <a:gs pos="14286">
                  <a:srgbClr val="FFFFF4">
                    <a:alpha val="30764"/>
                  </a:srgbClr>
                </a:gs>
                <a:gs pos="28571">
                  <a:srgbClr val="FFFFF4">
                    <a:alpha val="24833"/>
                  </a:srgbClr>
                </a:gs>
                <a:gs pos="42857">
                  <a:srgbClr val="FFFFF4">
                    <a:alpha val="17075"/>
                  </a:srgbClr>
                </a:gs>
                <a:gs pos="57143">
                  <a:srgbClr val="FFFFF4">
                    <a:alpha val="9855"/>
                  </a:srgbClr>
                </a:gs>
                <a:gs pos="71429">
                  <a:srgbClr val="FFFFF4">
                    <a:alpha val="4740"/>
                  </a:srgbClr>
                </a:gs>
                <a:gs pos="85714">
                  <a:srgbClr val="FFFFF4">
                    <a:alpha val="1902"/>
                  </a:srgbClr>
                </a:gs>
                <a:gs pos="100000">
                  <a:srgbClr val="FFFF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Splat 123"/>
            <p:cNvSpPr>
              <a:spLocks noGrp="1"/>
            </p:cNvSpPr>
            <p:nvPr/>
          </p:nvSpPr>
          <p:spPr>
            <a:xfrm rot="9015960">
              <a:off x="357465" y="1982344"/>
              <a:ext cx="214150" cy="28430"/>
            </a:xfrm>
            <a:prstGeom prst="ellipse">
              <a:avLst/>
            </a:prstGeom>
            <a:gradFill>
              <a:gsLst>
                <a:gs pos="0">
                  <a:srgbClr val="FFFFC3">
                    <a:alpha val="32968"/>
                  </a:srgbClr>
                </a:gs>
                <a:gs pos="14286">
                  <a:srgbClr val="FFFFC3">
                    <a:alpha val="30764"/>
                  </a:srgbClr>
                </a:gs>
                <a:gs pos="28571">
                  <a:srgbClr val="FFFFC3">
                    <a:alpha val="24833"/>
                  </a:srgbClr>
                </a:gs>
                <a:gs pos="42857">
                  <a:srgbClr val="FFFFC3">
                    <a:alpha val="17075"/>
                  </a:srgbClr>
                </a:gs>
                <a:gs pos="57143">
                  <a:srgbClr val="FFFFC3">
                    <a:alpha val="9855"/>
                  </a:srgbClr>
                </a:gs>
                <a:gs pos="71429">
                  <a:srgbClr val="FFFFC3">
                    <a:alpha val="4740"/>
                  </a:srgbClr>
                </a:gs>
                <a:gs pos="85714">
                  <a:srgbClr val="FFFFC3">
                    <a:alpha val="1902"/>
                  </a:srgbClr>
                </a:gs>
                <a:gs pos="100000">
                  <a:srgbClr val="FFFFC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Splat 124"/>
            <p:cNvSpPr>
              <a:spLocks noGrp="1"/>
            </p:cNvSpPr>
            <p:nvPr/>
          </p:nvSpPr>
          <p:spPr>
            <a:xfrm rot="9977637">
              <a:off x="397127" y="2383021"/>
              <a:ext cx="432362" cy="40153"/>
            </a:xfrm>
            <a:prstGeom prst="ellipse">
              <a:avLst/>
            </a:prstGeom>
            <a:gradFill>
              <a:gsLst>
                <a:gs pos="0">
                  <a:srgbClr val="FFFFFF">
                    <a:alpha val="3461"/>
                  </a:srgbClr>
                </a:gs>
                <a:gs pos="14286">
                  <a:srgbClr val="FFFFFF">
                    <a:alpha val="3186"/>
                  </a:srgbClr>
                </a:gs>
                <a:gs pos="28571">
                  <a:srgbClr val="FFFFFF">
                    <a:alpha val="2483"/>
                  </a:srgbClr>
                </a:gs>
                <a:gs pos="42857">
                  <a:srgbClr val="FFFFFF">
                    <a:alpha val="1635"/>
                  </a:srgbClr>
                </a:gs>
                <a:gs pos="57143">
                  <a:srgbClr val="FFFFFF">
                    <a:alpha val="910"/>
                  </a:srgbClr>
                </a:gs>
                <a:gs pos="71429">
                  <a:srgbClr val="FFFFFF">
                    <a:alpha val="427"/>
                  </a:srgbClr>
                </a:gs>
                <a:gs pos="85714">
                  <a:srgbClr val="FFFFFF">
                    <a:alpha val="169"/>
                  </a:srgbClr>
                </a:gs>
                <a:gs pos="100000">
                  <a:srgbClr val="FFFFFF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Splat 125"/>
            <p:cNvSpPr>
              <a:spLocks noGrp="1"/>
            </p:cNvSpPr>
            <p:nvPr/>
          </p:nvSpPr>
          <p:spPr>
            <a:xfrm rot="5588987">
              <a:off x="-33280" y="1740761"/>
              <a:ext cx="946714" cy="50780"/>
            </a:xfrm>
            <a:prstGeom prst="ellipse">
              <a:avLst/>
            </a:prstGeom>
            <a:gradFill>
              <a:gsLst>
                <a:gs pos="0">
                  <a:srgbClr val="5A5200">
                    <a:alpha val="32968"/>
                  </a:srgbClr>
                </a:gs>
                <a:gs pos="14286">
                  <a:srgbClr val="5A5200">
                    <a:alpha val="30764"/>
                  </a:srgbClr>
                </a:gs>
                <a:gs pos="28571">
                  <a:srgbClr val="5A5200">
                    <a:alpha val="24833"/>
                  </a:srgbClr>
                </a:gs>
                <a:gs pos="42857">
                  <a:srgbClr val="5A5200">
                    <a:alpha val="17075"/>
                  </a:srgbClr>
                </a:gs>
                <a:gs pos="57143">
                  <a:srgbClr val="5A5200">
                    <a:alpha val="9855"/>
                  </a:srgbClr>
                </a:gs>
                <a:gs pos="71429">
                  <a:srgbClr val="5A5200">
                    <a:alpha val="4740"/>
                  </a:srgbClr>
                </a:gs>
                <a:gs pos="85714">
                  <a:srgbClr val="5A5200">
                    <a:alpha val="1902"/>
                  </a:srgbClr>
                </a:gs>
                <a:gs pos="100000">
                  <a:srgbClr val="5A5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Splat 126"/>
            <p:cNvSpPr>
              <a:spLocks noGrp="1"/>
            </p:cNvSpPr>
            <p:nvPr/>
          </p:nvSpPr>
          <p:spPr>
            <a:xfrm rot="7324303">
              <a:off x="-210341" y="1316538"/>
              <a:ext cx="600607" cy="492104"/>
            </a:xfrm>
            <a:prstGeom prst="ellipse">
              <a:avLst/>
            </a:prstGeom>
            <a:gradFill>
              <a:gsLst>
                <a:gs pos="0">
                  <a:srgbClr val="296B78">
                    <a:alpha val="26136"/>
                  </a:srgbClr>
                </a:gs>
                <a:gs pos="14286">
                  <a:srgbClr val="296B78">
                    <a:alpha val="24303"/>
                  </a:srgbClr>
                </a:gs>
                <a:gs pos="28571">
                  <a:srgbClr val="296B78">
                    <a:alpha val="19442"/>
                  </a:srgbClr>
                </a:gs>
                <a:gs pos="42857">
                  <a:srgbClr val="296B78">
                    <a:alpha val="13221"/>
                  </a:srgbClr>
                </a:gs>
                <a:gs pos="57143">
                  <a:srgbClr val="296B78">
                    <a:alpha val="7557"/>
                  </a:srgbClr>
                </a:gs>
                <a:gs pos="71429">
                  <a:srgbClr val="296B78">
                    <a:alpha val="3611"/>
                  </a:srgbClr>
                </a:gs>
                <a:gs pos="85714">
                  <a:srgbClr val="296B78">
                    <a:alpha val="1444"/>
                  </a:srgbClr>
                </a:gs>
                <a:gs pos="100000">
                  <a:srgbClr val="296B78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Splat 127"/>
            <p:cNvSpPr>
              <a:spLocks noGrp="1"/>
            </p:cNvSpPr>
            <p:nvPr/>
          </p:nvSpPr>
          <p:spPr>
            <a:xfrm rot="5304182">
              <a:off x="1852962" y="1801435"/>
              <a:ext cx="65947" cy="16487"/>
            </a:xfrm>
            <a:prstGeom prst="ellipse">
              <a:avLst/>
            </a:prstGeom>
            <a:gradFill>
              <a:gsLst>
                <a:gs pos="0">
                  <a:srgbClr val="897856">
                    <a:alpha val="17318"/>
                  </a:srgbClr>
                </a:gs>
                <a:gs pos="14286">
                  <a:srgbClr val="897856">
                    <a:alpha val="16037"/>
                  </a:srgbClr>
                </a:gs>
                <a:gs pos="28571">
                  <a:srgbClr val="897856">
                    <a:alpha val="12691"/>
                  </a:srgbClr>
                </a:gs>
                <a:gs pos="42857">
                  <a:srgbClr val="897856">
                    <a:alpha val="8517"/>
                  </a:srgbClr>
                </a:gs>
                <a:gs pos="57143">
                  <a:srgbClr val="897856">
                    <a:alpha val="4813"/>
                  </a:srgbClr>
                </a:gs>
                <a:gs pos="71429">
                  <a:srgbClr val="897856">
                    <a:alpha val="2282"/>
                  </a:srgbClr>
                </a:gs>
                <a:gs pos="85714">
                  <a:srgbClr val="897856">
                    <a:alpha val="909"/>
                  </a:srgbClr>
                </a:gs>
                <a:gs pos="100000">
                  <a:srgbClr val="897856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Splat 128"/>
            <p:cNvSpPr>
              <a:spLocks noGrp="1"/>
            </p:cNvSpPr>
            <p:nvPr/>
          </p:nvSpPr>
          <p:spPr>
            <a:xfrm rot="5295731">
              <a:off x="1095837" y="2248550"/>
              <a:ext cx="62480" cy="15620"/>
            </a:xfrm>
            <a:prstGeom prst="ellipse">
              <a:avLst/>
            </a:prstGeom>
            <a:gradFill>
              <a:gsLst>
                <a:gs pos="0">
                  <a:srgbClr val="F5F195">
                    <a:alpha val="17951"/>
                  </a:srgbClr>
                </a:gs>
                <a:gs pos="14286">
                  <a:srgbClr val="F5F195">
                    <a:alpha val="16627"/>
                  </a:srgbClr>
                </a:gs>
                <a:gs pos="28571">
                  <a:srgbClr val="F5F195">
                    <a:alpha val="13168"/>
                  </a:srgbClr>
                </a:gs>
                <a:gs pos="42857">
                  <a:srgbClr val="F5F195">
                    <a:alpha val="8845"/>
                  </a:srgbClr>
                </a:gs>
                <a:gs pos="57143">
                  <a:srgbClr val="F5F195">
                    <a:alpha val="5002"/>
                  </a:srgbClr>
                </a:gs>
                <a:gs pos="71429">
                  <a:srgbClr val="F5F195">
                    <a:alpha val="2373"/>
                  </a:srgbClr>
                </a:gs>
                <a:gs pos="85714">
                  <a:srgbClr val="F5F195">
                    <a:alpha val="945"/>
                  </a:srgbClr>
                </a:gs>
                <a:gs pos="100000">
                  <a:srgbClr val="F5F195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Splat 129"/>
            <p:cNvSpPr>
              <a:spLocks noGrp="1"/>
            </p:cNvSpPr>
            <p:nvPr/>
          </p:nvSpPr>
          <p:spPr>
            <a:xfrm rot="5189718">
              <a:off x="1747896" y="1981612"/>
              <a:ext cx="65792" cy="16448"/>
            </a:xfrm>
            <a:prstGeom prst="ellipse">
              <a:avLst/>
            </a:prstGeom>
            <a:gradFill>
              <a:gsLst>
                <a:gs pos="0">
                  <a:srgbClr val="D6B187">
                    <a:alpha val="17346"/>
                  </a:srgbClr>
                </a:gs>
                <a:gs pos="14286">
                  <a:srgbClr val="D6B187">
                    <a:alpha val="16063"/>
                  </a:srgbClr>
                </a:gs>
                <a:gs pos="28571">
                  <a:srgbClr val="D6B187">
                    <a:alpha val="12712"/>
                  </a:srgbClr>
                </a:gs>
                <a:gs pos="42857">
                  <a:srgbClr val="D6B187">
                    <a:alpha val="8532"/>
                  </a:srgbClr>
                </a:gs>
                <a:gs pos="57143">
                  <a:srgbClr val="D6B187">
                    <a:alpha val="4821"/>
                  </a:srgbClr>
                </a:gs>
                <a:gs pos="71429">
                  <a:srgbClr val="D6B187">
                    <a:alpha val="2286"/>
                  </a:srgbClr>
                </a:gs>
                <a:gs pos="85714">
                  <a:srgbClr val="D6B187">
                    <a:alpha val="910"/>
                  </a:srgbClr>
                </a:gs>
                <a:gs pos="100000">
                  <a:srgbClr val="D6B187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Splat 130"/>
            <p:cNvSpPr>
              <a:spLocks noGrp="1"/>
            </p:cNvSpPr>
            <p:nvPr/>
          </p:nvSpPr>
          <p:spPr>
            <a:xfrm rot="-8504730">
              <a:off x="580966" y="2399596"/>
              <a:ext cx="61390" cy="15348"/>
            </a:xfrm>
            <a:prstGeom prst="ellipse">
              <a:avLst/>
            </a:prstGeom>
            <a:gradFill>
              <a:gsLst>
                <a:gs pos="0">
                  <a:srgbClr val="E4E3D9">
                    <a:alpha val="18149"/>
                  </a:srgbClr>
                </a:gs>
                <a:gs pos="14286">
                  <a:srgbClr val="E4E3D9">
                    <a:alpha val="16812"/>
                  </a:srgbClr>
                </a:gs>
                <a:gs pos="28571">
                  <a:srgbClr val="E4E3D9">
                    <a:alpha val="13317"/>
                  </a:srgbClr>
                </a:gs>
                <a:gs pos="42857">
                  <a:srgbClr val="E4E3D9">
                    <a:alpha val="8948"/>
                  </a:srgbClr>
                </a:gs>
                <a:gs pos="57143">
                  <a:srgbClr val="E4E3D9">
                    <a:alpha val="5062"/>
                  </a:srgbClr>
                </a:gs>
                <a:gs pos="71429">
                  <a:srgbClr val="E4E3D9">
                    <a:alpha val="2402"/>
                  </a:srgbClr>
                </a:gs>
                <a:gs pos="85714">
                  <a:srgbClr val="E4E3D9">
                    <a:alpha val="957"/>
                  </a:srgbClr>
                </a:gs>
                <a:gs pos="100000">
                  <a:srgbClr val="E4E3D9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Splat 131"/>
            <p:cNvSpPr>
              <a:spLocks noGrp="1"/>
            </p:cNvSpPr>
            <p:nvPr/>
          </p:nvSpPr>
          <p:spPr>
            <a:xfrm rot="-10135445">
              <a:off x="392072" y="1970163"/>
              <a:ext cx="147872" cy="48968"/>
            </a:xfrm>
            <a:prstGeom prst="ellipse">
              <a:avLst/>
            </a:prstGeom>
            <a:gradFill>
              <a:gsLst>
                <a:gs pos="0">
                  <a:srgbClr val="FFFFA2">
                    <a:alpha val="32968"/>
                  </a:srgbClr>
                </a:gs>
                <a:gs pos="14286">
                  <a:srgbClr val="FFFFA2">
                    <a:alpha val="30764"/>
                  </a:srgbClr>
                </a:gs>
                <a:gs pos="28571">
                  <a:srgbClr val="FFFFA2">
                    <a:alpha val="24833"/>
                  </a:srgbClr>
                </a:gs>
                <a:gs pos="42857">
                  <a:srgbClr val="FFFFA2">
                    <a:alpha val="17075"/>
                  </a:srgbClr>
                </a:gs>
                <a:gs pos="57143">
                  <a:srgbClr val="FFFFA2">
                    <a:alpha val="9855"/>
                  </a:srgbClr>
                </a:gs>
                <a:gs pos="71429">
                  <a:srgbClr val="FFFFA2">
                    <a:alpha val="4740"/>
                  </a:srgbClr>
                </a:gs>
                <a:gs pos="85714">
                  <a:srgbClr val="FFFFA2">
                    <a:alpha val="1902"/>
                  </a:srgbClr>
                </a:gs>
                <a:gs pos="100000">
                  <a:srgbClr val="FFFFA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Splat 132"/>
            <p:cNvSpPr>
              <a:spLocks noGrp="1"/>
            </p:cNvSpPr>
            <p:nvPr/>
          </p:nvSpPr>
          <p:spPr>
            <a:xfrm rot="5985027">
              <a:off x="686485" y="1990336"/>
              <a:ext cx="352016" cy="295014"/>
            </a:xfrm>
            <a:prstGeom prst="ellipse">
              <a:avLst/>
            </a:prstGeom>
            <a:gradFill>
              <a:gsLst>
                <a:gs pos="0">
                  <a:srgbClr val="FFC3B1">
                    <a:alpha val="6424"/>
                  </a:srgbClr>
                </a:gs>
                <a:gs pos="14286">
                  <a:srgbClr val="FFC3B1">
                    <a:alpha val="5920"/>
                  </a:srgbClr>
                </a:gs>
                <a:gs pos="28571">
                  <a:srgbClr val="FFC3B1">
                    <a:alpha val="4628"/>
                  </a:srgbClr>
                </a:gs>
                <a:gs pos="42857">
                  <a:srgbClr val="FFC3B1">
                    <a:alpha val="3060"/>
                  </a:srgbClr>
                </a:gs>
                <a:gs pos="57143">
                  <a:srgbClr val="FFC3B1">
                    <a:alpha val="1707"/>
                  </a:srgbClr>
                </a:gs>
                <a:gs pos="71429">
                  <a:srgbClr val="FFC3B1">
                    <a:alpha val="803"/>
                  </a:srgbClr>
                </a:gs>
                <a:gs pos="85714">
                  <a:srgbClr val="FFC3B1">
                    <a:alpha val="318"/>
                  </a:srgbClr>
                </a:gs>
                <a:gs pos="100000">
                  <a:srgbClr val="FFC3B1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Splat 133"/>
            <p:cNvSpPr>
              <a:spLocks noGrp="1"/>
            </p:cNvSpPr>
            <p:nvPr/>
          </p:nvSpPr>
          <p:spPr>
            <a:xfrm rot="5400000">
              <a:off x="2043435" y="2235925"/>
              <a:ext cx="26288" cy="26288"/>
            </a:xfrm>
            <a:prstGeom prst="ellipse">
              <a:avLst/>
            </a:prstGeom>
            <a:gradFill>
              <a:gsLst>
                <a:gs pos="0">
                  <a:srgbClr val="FBF5FF">
                    <a:alpha val="19731"/>
                  </a:srgbClr>
                </a:gs>
                <a:gs pos="14286">
                  <a:srgbClr val="FBF5FF">
                    <a:alpha val="18292"/>
                  </a:srgbClr>
                </a:gs>
                <a:gs pos="28571">
                  <a:srgbClr val="FBF5FF">
                    <a:alpha val="14517"/>
                  </a:srgbClr>
                </a:gs>
                <a:gs pos="42857">
                  <a:srgbClr val="FBF5FF">
                    <a:alpha val="9777"/>
                  </a:srgbClr>
                </a:gs>
                <a:gs pos="57143">
                  <a:srgbClr val="FBF5FF">
                    <a:alpha val="5541"/>
                  </a:srgbClr>
                </a:gs>
                <a:gs pos="71429">
                  <a:srgbClr val="FBF5FF">
                    <a:alpha val="2633"/>
                  </a:srgbClr>
                </a:gs>
                <a:gs pos="85714">
                  <a:srgbClr val="FBF5FF">
                    <a:alpha val="1050"/>
                  </a:srgbClr>
                </a:gs>
                <a:gs pos="100000">
                  <a:srgbClr val="FBF5FF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Splat 134"/>
            <p:cNvSpPr>
              <a:spLocks noGrp="1"/>
            </p:cNvSpPr>
            <p:nvPr/>
          </p:nvSpPr>
          <p:spPr>
            <a:xfrm rot="3670657">
              <a:off x="1021915" y="2210735"/>
              <a:ext cx="171364" cy="98871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Splat 135"/>
            <p:cNvSpPr>
              <a:spLocks noGrp="1"/>
            </p:cNvSpPr>
            <p:nvPr/>
          </p:nvSpPr>
          <p:spPr>
            <a:xfrm rot="6400289">
              <a:off x="1060447" y="2219742"/>
              <a:ext cx="65315" cy="16329"/>
            </a:xfrm>
            <a:prstGeom prst="ellipse">
              <a:avLst/>
            </a:prstGeom>
            <a:gradFill>
              <a:gsLst>
                <a:gs pos="0">
                  <a:srgbClr val="F5ECC6">
                    <a:alpha val="17434"/>
                  </a:srgbClr>
                </a:gs>
                <a:gs pos="14286">
                  <a:srgbClr val="F5ECC6">
                    <a:alpha val="16144"/>
                  </a:srgbClr>
                </a:gs>
                <a:gs pos="28571">
                  <a:srgbClr val="F5ECC6">
                    <a:alpha val="12778"/>
                  </a:srgbClr>
                </a:gs>
                <a:gs pos="42857">
                  <a:srgbClr val="F5ECC6">
                    <a:alpha val="8577"/>
                  </a:srgbClr>
                </a:gs>
                <a:gs pos="57143">
                  <a:srgbClr val="F5ECC6">
                    <a:alpha val="4847"/>
                  </a:srgbClr>
                </a:gs>
                <a:gs pos="71429">
                  <a:srgbClr val="F5ECC6">
                    <a:alpha val="2299"/>
                  </a:srgbClr>
                </a:gs>
                <a:gs pos="85714">
                  <a:srgbClr val="F5ECC6">
                    <a:alpha val="916"/>
                  </a:srgbClr>
                </a:gs>
                <a:gs pos="100000">
                  <a:srgbClr val="F5ECC6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Splat 136"/>
            <p:cNvSpPr>
              <a:spLocks noGrp="1"/>
            </p:cNvSpPr>
            <p:nvPr/>
          </p:nvSpPr>
          <p:spPr>
            <a:xfrm rot="8805793">
              <a:off x="153221" y="325007"/>
              <a:ext cx="622826" cy="539014"/>
            </a:xfrm>
            <a:prstGeom prst="ellipse">
              <a:avLst/>
            </a:prstGeom>
            <a:gradFill>
              <a:gsLst>
                <a:gs pos="0">
                  <a:srgbClr val="442200">
                    <a:alpha val="14288"/>
                  </a:srgbClr>
                </a:gs>
                <a:gs pos="14286">
                  <a:srgbClr val="442200">
                    <a:alpha val="13212"/>
                  </a:srgbClr>
                </a:gs>
                <a:gs pos="28571">
                  <a:srgbClr val="442200">
                    <a:alpha val="10419"/>
                  </a:srgbClr>
                </a:gs>
                <a:gs pos="42857">
                  <a:srgbClr val="442200">
                    <a:alpha val="6963"/>
                  </a:srgbClr>
                </a:gs>
                <a:gs pos="57143">
                  <a:srgbClr val="442200">
                    <a:alpha val="3920"/>
                  </a:srgbClr>
                </a:gs>
                <a:gs pos="71429">
                  <a:srgbClr val="442200">
                    <a:alpha val="1854"/>
                  </a:srgbClr>
                </a:gs>
                <a:gs pos="85714">
                  <a:srgbClr val="442200">
                    <a:alpha val="737"/>
                  </a:srgbClr>
                </a:gs>
                <a:gs pos="100000">
                  <a:srgbClr val="442200">
                    <a:alpha val="2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Splat 137"/>
            <p:cNvSpPr>
              <a:spLocks noGrp="1"/>
            </p:cNvSpPr>
            <p:nvPr/>
          </p:nvSpPr>
          <p:spPr>
            <a:xfrm rot="5447373">
              <a:off x="1673460" y="1830293"/>
              <a:ext cx="470381" cy="18414"/>
            </a:xfrm>
            <a:prstGeom prst="ellipse">
              <a:avLst/>
            </a:prstGeom>
            <a:gradFill>
              <a:gsLst>
                <a:gs pos="0">
                  <a:srgbClr val="E0B300">
                    <a:alpha val="32968"/>
                  </a:srgbClr>
                </a:gs>
                <a:gs pos="14286">
                  <a:srgbClr val="E0B300">
                    <a:alpha val="30764"/>
                  </a:srgbClr>
                </a:gs>
                <a:gs pos="28571">
                  <a:srgbClr val="E0B300">
                    <a:alpha val="24833"/>
                  </a:srgbClr>
                </a:gs>
                <a:gs pos="42857">
                  <a:srgbClr val="E0B300">
                    <a:alpha val="17075"/>
                  </a:srgbClr>
                </a:gs>
                <a:gs pos="57143">
                  <a:srgbClr val="E0B300">
                    <a:alpha val="9855"/>
                  </a:srgbClr>
                </a:gs>
                <a:gs pos="71429">
                  <a:srgbClr val="E0B300">
                    <a:alpha val="4740"/>
                  </a:srgbClr>
                </a:gs>
                <a:gs pos="85714">
                  <a:srgbClr val="E0B300">
                    <a:alpha val="1902"/>
                  </a:srgbClr>
                </a:gs>
                <a:gs pos="100000">
                  <a:srgbClr val="E0B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Splat 138"/>
            <p:cNvSpPr>
              <a:spLocks noGrp="1"/>
            </p:cNvSpPr>
            <p:nvPr/>
          </p:nvSpPr>
          <p:spPr>
            <a:xfrm rot="7968545">
              <a:off x="2025143" y="2223799"/>
              <a:ext cx="130960" cy="110013"/>
            </a:xfrm>
            <a:prstGeom prst="ellipse">
              <a:avLst/>
            </a:prstGeom>
            <a:gradFill>
              <a:gsLst>
                <a:gs pos="0">
                  <a:srgbClr val="FFFF00">
                    <a:alpha val="31571"/>
                  </a:srgbClr>
                </a:gs>
                <a:gs pos="14286">
                  <a:srgbClr val="FFFF00">
                    <a:alpha val="29439"/>
                  </a:srgbClr>
                </a:gs>
                <a:gs pos="28571">
                  <a:srgbClr val="FFFF00">
                    <a:alpha val="23718"/>
                  </a:srgbClr>
                </a:gs>
                <a:gs pos="42857">
                  <a:srgbClr val="FFFF00">
                    <a:alpha val="16271"/>
                  </a:srgbClr>
                </a:gs>
                <a:gs pos="57143">
                  <a:srgbClr val="FFFF00">
                    <a:alpha val="9371"/>
                  </a:srgbClr>
                </a:gs>
                <a:gs pos="71429">
                  <a:srgbClr val="FFFF00">
                    <a:alpha val="4502"/>
                  </a:srgbClr>
                </a:gs>
                <a:gs pos="85714">
                  <a:srgbClr val="FFFF00">
                    <a:alpha val="1805"/>
                  </a:srgbClr>
                </a:gs>
                <a:gs pos="100000">
                  <a:srgbClr val="FFFF00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Splat 139"/>
            <p:cNvSpPr>
              <a:spLocks noGrp="1"/>
            </p:cNvSpPr>
            <p:nvPr/>
          </p:nvSpPr>
          <p:spPr>
            <a:xfrm rot="-9993392">
              <a:off x="1931541" y="2163664"/>
              <a:ext cx="281102" cy="203511"/>
            </a:xfrm>
            <a:prstGeom prst="ellipse">
              <a:avLst/>
            </a:prstGeom>
            <a:gradFill>
              <a:gsLst>
                <a:gs pos="0">
                  <a:srgbClr val="FF9000">
                    <a:alpha val="32968"/>
                  </a:srgbClr>
                </a:gs>
                <a:gs pos="14286">
                  <a:srgbClr val="FF9000">
                    <a:alpha val="30764"/>
                  </a:srgbClr>
                </a:gs>
                <a:gs pos="28571">
                  <a:srgbClr val="FF9000">
                    <a:alpha val="24833"/>
                  </a:srgbClr>
                </a:gs>
                <a:gs pos="42857">
                  <a:srgbClr val="FF9000">
                    <a:alpha val="17075"/>
                  </a:srgbClr>
                </a:gs>
                <a:gs pos="57143">
                  <a:srgbClr val="FF9000">
                    <a:alpha val="9855"/>
                  </a:srgbClr>
                </a:gs>
                <a:gs pos="71429">
                  <a:srgbClr val="FF9000">
                    <a:alpha val="4740"/>
                  </a:srgbClr>
                </a:gs>
                <a:gs pos="85714">
                  <a:srgbClr val="FF9000">
                    <a:alpha val="1902"/>
                  </a:srgbClr>
                </a:gs>
                <a:gs pos="100000">
                  <a:srgbClr val="FF9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Splat 140"/>
            <p:cNvSpPr>
              <a:spLocks noGrp="1"/>
            </p:cNvSpPr>
            <p:nvPr/>
          </p:nvSpPr>
          <p:spPr>
            <a:xfrm rot="5400000">
              <a:off x="2062471" y="2225027"/>
              <a:ext cx="31355" cy="31355"/>
            </a:xfrm>
            <a:prstGeom prst="ellipse">
              <a:avLst/>
            </a:prstGeom>
            <a:gradFill>
              <a:gsLst>
                <a:gs pos="0">
                  <a:srgbClr val="F9EDDB">
                    <a:alpha val="17909"/>
                  </a:srgbClr>
                </a:gs>
                <a:gs pos="14286">
                  <a:srgbClr val="F9EDDB">
                    <a:alpha val="16588"/>
                  </a:srgbClr>
                </a:gs>
                <a:gs pos="28571">
                  <a:srgbClr val="F9EDDB">
                    <a:alpha val="13136"/>
                  </a:srgbClr>
                </a:gs>
                <a:gs pos="42857">
                  <a:srgbClr val="F9EDDB">
                    <a:alpha val="8824"/>
                  </a:srgbClr>
                </a:gs>
                <a:gs pos="57143">
                  <a:srgbClr val="F9EDDB">
                    <a:alpha val="4990"/>
                  </a:srgbClr>
                </a:gs>
                <a:gs pos="71429">
                  <a:srgbClr val="F9EDDB">
                    <a:alpha val="2367"/>
                  </a:srgbClr>
                </a:gs>
                <a:gs pos="85714">
                  <a:srgbClr val="F9EDDB">
                    <a:alpha val="943"/>
                  </a:srgbClr>
                </a:gs>
                <a:gs pos="100000">
                  <a:srgbClr val="F9EDDB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Splat 141"/>
            <p:cNvSpPr>
              <a:spLocks noGrp="1"/>
            </p:cNvSpPr>
            <p:nvPr/>
          </p:nvSpPr>
          <p:spPr>
            <a:xfrm rot="6596985">
              <a:off x="2521913" y="2370837"/>
              <a:ext cx="62115" cy="15529"/>
            </a:xfrm>
            <a:prstGeom prst="ellipse">
              <a:avLst/>
            </a:prstGeom>
            <a:gradFill>
              <a:gsLst>
                <a:gs pos="0">
                  <a:srgbClr val="F4F4FF">
                    <a:alpha val="18017"/>
                  </a:srgbClr>
                </a:gs>
                <a:gs pos="14286">
                  <a:srgbClr val="F4F4FF">
                    <a:alpha val="16689"/>
                  </a:srgbClr>
                </a:gs>
                <a:gs pos="28571">
                  <a:srgbClr val="F4F4FF">
                    <a:alpha val="13218"/>
                  </a:srgbClr>
                </a:gs>
                <a:gs pos="42857">
                  <a:srgbClr val="F4F4FF">
                    <a:alpha val="8880"/>
                  </a:srgbClr>
                </a:gs>
                <a:gs pos="57143">
                  <a:srgbClr val="F4F4FF">
                    <a:alpha val="5022"/>
                  </a:srgbClr>
                </a:gs>
                <a:gs pos="71429">
                  <a:srgbClr val="F4F4FF">
                    <a:alpha val="2383"/>
                  </a:srgbClr>
                </a:gs>
                <a:gs pos="85714">
                  <a:srgbClr val="F4F4FF">
                    <a:alpha val="949"/>
                  </a:srgbClr>
                </a:gs>
                <a:gs pos="100000">
                  <a:srgbClr val="F4F4FF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Splat 142"/>
            <p:cNvSpPr>
              <a:spLocks noGrp="1"/>
            </p:cNvSpPr>
            <p:nvPr/>
          </p:nvSpPr>
          <p:spPr>
            <a:xfrm rot="5469229">
              <a:off x="1742898" y="2078082"/>
              <a:ext cx="44547" cy="11137"/>
            </a:xfrm>
            <a:prstGeom prst="ellipse">
              <a:avLst/>
            </a:prstGeom>
            <a:gradFill>
              <a:gsLst>
                <a:gs pos="0">
                  <a:srgbClr val="000000">
                    <a:alpha val="21147"/>
                  </a:srgbClr>
                </a:gs>
                <a:gs pos="14286">
                  <a:srgbClr val="000000">
                    <a:alpha val="19617"/>
                  </a:srgbClr>
                </a:gs>
                <a:gs pos="28571">
                  <a:srgbClr val="000000">
                    <a:alpha val="15595"/>
                  </a:srgbClr>
                </a:gs>
                <a:gs pos="42857">
                  <a:srgbClr val="000000">
                    <a:alpha val="10525"/>
                  </a:srgbClr>
                </a:gs>
                <a:gs pos="57143">
                  <a:srgbClr val="000000">
                    <a:alpha val="5976"/>
                  </a:srgbClr>
                </a:gs>
                <a:gs pos="71429">
                  <a:srgbClr val="000000">
                    <a:alpha val="2843"/>
                  </a:srgbClr>
                </a:gs>
                <a:gs pos="85714">
                  <a:srgbClr val="000000">
                    <a:alpha val="1134"/>
                  </a:srgbClr>
                </a:gs>
                <a:gs pos="100000">
                  <a:srgbClr val="000000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Splat 143"/>
            <p:cNvSpPr>
              <a:spLocks noGrp="1"/>
            </p:cNvSpPr>
            <p:nvPr/>
          </p:nvSpPr>
          <p:spPr>
            <a:xfrm rot="6264891">
              <a:off x="2325398" y="2236463"/>
              <a:ext cx="293390" cy="22972"/>
            </a:xfrm>
            <a:prstGeom prst="ellipse">
              <a:avLst/>
            </a:prstGeom>
            <a:gradFill>
              <a:gsLst>
                <a:gs pos="0">
                  <a:srgbClr val="FFFF84">
                    <a:alpha val="32968"/>
                  </a:srgbClr>
                </a:gs>
                <a:gs pos="14286">
                  <a:srgbClr val="FFFF84">
                    <a:alpha val="30764"/>
                  </a:srgbClr>
                </a:gs>
                <a:gs pos="28571">
                  <a:srgbClr val="FFFF84">
                    <a:alpha val="24833"/>
                  </a:srgbClr>
                </a:gs>
                <a:gs pos="42857">
                  <a:srgbClr val="FFFF84">
                    <a:alpha val="17075"/>
                  </a:srgbClr>
                </a:gs>
                <a:gs pos="57143">
                  <a:srgbClr val="FFFF84">
                    <a:alpha val="9855"/>
                  </a:srgbClr>
                </a:gs>
                <a:gs pos="71429">
                  <a:srgbClr val="FFFF84">
                    <a:alpha val="4740"/>
                  </a:srgbClr>
                </a:gs>
                <a:gs pos="85714">
                  <a:srgbClr val="FFFF84">
                    <a:alpha val="1902"/>
                  </a:srgbClr>
                </a:gs>
                <a:gs pos="100000">
                  <a:srgbClr val="FFFF8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Splat 144"/>
            <p:cNvSpPr>
              <a:spLocks noGrp="1"/>
            </p:cNvSpPr>
            <p:nvPr/>
          </p:nvSpPr>
          <p:spPr>
            <a:xfrm rot="-10773476">
              <a:off x="778141" y="2083889"/>
              <a:ext cx="519997" cy="510575"/>
            </a:xfrm>
            <a:prstGeom prst="ellipse">
              <a:avLst/>
            </a:prstGeom>
            <a:gradFill>
              <a:gsLst>
                <a:gs pos="0">
                  <a:srgbClr val="D18E00">
                    <a:alpha val="2066"/>
                  </a:srgbClr>
                </a:gs>
                <a:gs pos="14286">
                  <a:srgbClr val="D18E00">
                    <a:alpha val="1901"/>
                  </a:srgbClr>
                </a:gs>
                <a:gs pos="28571">
                  <a:srgbClr val="D18E00">
                    <a:alpha val="1479"/>
                  </a:srgbClr>
                </a:gs>
                <a:gs pos="42857">
                  <a:srgbClr val="D18E00">
                    <a:alpha val="973"/>
                  </a:srgbClr>
                </a:gs>
                <a:gs pos="57143">
                  <a:srgbClr val="D18E00">
                    <a:alpha val="540"/>
                  </a:srgbClr>
                </a:gs>
                <a:gs pos="71429">
                  <a:srgbClr val="D18E00">
                    <a:alpha val="253"/>
                  </a:srgbClr>
                </a:gs>
                <a:gs pos="85714">
                  <a:srgbClr val="D18E00">
                    <a:alpha val="100"/>
                  </a:srgbClr>
                </a:gs>
                <a:gs pos="100000">
                  <a:srgbClr val="D18E00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Splat 145"/>
            <p:cNvSpPr>
              <a:spLocks noGrp="1"/>
            </p:cNvSpPr>
            <p:nvPr/>
          </p:nvSpPr>
          <p:spPr>
            <a:xfrm rot="6511846">
              <a:off x="2482925" y="2252051"/>
              <a:ext cx="64880" cy="16220"/>
            </a:xfrm>
            <a:prstGeom prst="ellipse">
              <a:avLst/>
            </a:prstGeom>
            <a:gradFill>
              <a:gsLst>
                <a:gs pos="0">
                  <a:srgbClr val="C77C00">
                    <a:alpha val="17513"/>
                  </a:srgbClr>
                </a:gs>
                <a:gs pos="14286">
                  <a:srgbClr val="C77C00">
                    <a:alpha val="16219"/>
                  </a:srgbClr>
                </a:gs>
                <a:gs pos="28571">
                  <a:srgbClr val="C77C00">
                    <a:alpha val="12838"/>
                  </a:srgbClr>
                </a:gs>
                <a:gs pos="42857">
                  <a:srgbClr val="C77C00">
                    <a:alpha val="8618"/>
                  </a:srgbClr>
                </a:gs>
                <a:gs pos="57143">
                  <a:srgbClr val="C77C00">
                    <a:alpha val="4871"/>
                  </a:srgbClr>
                </a:gs>
                <a:gs pos="71429">
                  <a:srgbClr val="C77C00">
                    <a:alpha val="2310"/>
                  </a:srgbClr>
                </a:gs>
                <a:gs pos="85714">
                  <a:srgbClr val="C77C00">
                    <a:alpha val="920"/>
                  </a:srgbClr>
                </a:gs>
                <a:gs pos="100000">
                  <a:srgbClr val="C77C00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Splat 146"/>
            <p:cNvSpPr>
              <a:spLocks noGrp="1"/>
            </p:cNvSpPr>
            <p:nvPr/>
          </p:nvSpPr>
          <p:spPr>
            <a:xfrm rot="5399986">
              <a:off x="1699459" y="2049464"/>
              <a:ext cx="392031" cy="108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Splat 147"/>
            <p:cNvSpPr>
              <a:spLocks noGrp="1"/>
            </p:cNvSpPr>
            <p:nvPr/>
          </p:nvSpPr>
          <p:spPr>
            <a:xfrm rot="5552775">
              <a:off x="1528694" y="1076952"/>
              <a:ext cx="680814" cy="115455"/>
            </a:xfrm>
            <a:prstGeom prst="ellipse">
              <a:avLst/>
            </a:prstGeom>
            <a:gradFill>
              <a:gsLst>
                <a:gs pos="0">
                  <a:srgbClr val="936800">
                    <a:alpha val="21896"/>
                  </a:srgbClr>
                </a:gs>
                <a:gs pos="14286">
                  <a:srgbClr val="936800">
                    <a:alpha val="20319"/>
                  </a:srgbClr>
                </a:gs>
                <a:gs pos="28571">
                  <a:srgbClr val="936800">
                    <a:alpha val="16168"/>
                  </a:srgbClr>
                </a:gs>
                <a:gs pos="42857">
                  <a:srgbClr val="936800">
                    <a:alpha val="10924"/>
                  </a:srgbClr>
                </a:gs>
                <a:gs pos="57143">
                  <a:srgbClr val="936800">
                    <a:alpha val="6209"/>
                  </a:srgbClr>
                </a:gs>
                <a:gs pos="71429">
                  <a:srgbClr val="936800">
                    <a:alpha val="2956"/>
                  </a:srgbClr>
                </a:gs>
                <a:gs pos="85714">
                  <a:srgbClr val="936800">
                    <a:alpha val="1179"/>
                  </a:srgbClr>
                </a:gs>
                <a:gs pos="100000">
                  <a:srgbClr val="936800">
                    <a:alpha val="3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Splat 148"/>
            <p:cNvSpPr>
              <a:spLocks noGrp="1"/>
            </p:cNvSpPr>
            <p:nvPr/>
          </p:nvSpPr>
          <p:spPr>
            <a:xfrm rot="5075184">
              <a:off x="1552839" y="1210054"/>
              <a:ext cx="644214" cy="166672"/>
            </a:xfrm>
            <a:prstGeom prst="ellipse">
              <a:avLst/>
            </a:prstGeom>
            <a:gradFill>
              <a:gsLst>
                <a:gs pos="0">
                  <a:srgbClr val="006D00">
                    <a:alpha val="4749"/>
                  </a:srgbClr>
                </a:gs>
                <a:gs pos="14286">
                  <a:srgbClr val="006D00">
                    <a:alpha val="4374"/>
                  </a:srgbClr>
                </a:gs>
                <a:gs pos="28571">
                  <a:srgbClr val="006D00">
                    <a:alpha val="3413"/>
                  </a:srgbClr>
                </a:gs>
                <a:gs pos="42857">
                  <a:srgbClr val="006D00">
                    <a:alpha val="2252"/>
                  </a:srgbClr>
                </a:gs>
                <a:gs pos="57143">
                  <a:srgbClr val="006D00">
                    <a:alpha val="1254"/>
                  </a:srgbClr>
                </a:gs>
                <a:gs pos="71429">
                  <a:srgbClr val="006D00">
                    <a:alpha val="589"/>
                  </a:srgbClr>
                </a:gs>
                <a:gs pos="85714">
                  <a:srgbClr val="006D00">
                    <a:alpha val="233"/>
                  </a:srgbClr>
                </a:gs>
                <a:gs pos="100000">
                  <a:srgbClr val="006D00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Splat 149"/>
            <p:cNvSpPr>
              <a:spLocks noGrp="1"/>
            </p:cNvSpPr>
            <p:nvPr/>
          </p:nvSpPr>
          <p:spPr>
            <a:xfrm rot="-9169193">
              <a:off x="859979" y="1796044"/>
              <a:ext cx="576420" cy="449953"/>
            </a:xfrm>
            <a:prstGeom prst="ellipse">
              <a:avLst/>
            </a:prstGeom>
            <a:gradFill>
              <a:gsLst>
                <a:gs pos="0">
                  <a:srgbClr val="DBC7D5">
                    <a:alpha val="7104"/>
                  </a:srgbClr>
                </a:gs>
                <a:gs pos="14286">
                  <a:srgbClr val="DBC7D5">
                    <a:alpha val="6549"/>
                  </a:srgbClr>
                </a:gs>
                <a:gs pos="28571">
                  <a:srgbClr val="DBC7D5">
                    <a:alpha val="5123"/>
                  </a:srgbClr>
                </a:gs>
                <a:gs pos="42857">
                  <a:srgbClr val="DBC7D5">
                    <a:alpha val="3391"/>
                  </a:srgbClr>
                </a:gs>
                <a:gs pos="57143">
                  <a:srgbClr val="DBC7D5">
                    <a:alpha val="1893"/>
                  </a:srgbClr>
                </a:gs>
                <a:gs pos="71429">
                  <a:srgbClr val="DBC7D5">
                    <a:alpha val="891"/>
                  </a:srgbClr>
                </a:gs>
                <a:gs pos="85714">
                  <a:srgbClr val="DBC7D5">
                    <a:alpha val="353"/>
                  </a:srgbClr>
                </a:gs>
                <a:gs pos="100000">
                  <a:srgbClr val="DBC7D5">
                    <a:alpha val="1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Splat 150"/>
            <p:cNvSpPr>
              <a:spLocks noGrp="1"/>
            </p:cNvSpPr>
            <p:nvPr/>
          </p:nvSpPr>
          <p:spPr>
            <a:xfrm rot="-9722164">
              <a:off x="1986724" y="2260009"/>
              <a:ext cx="256257" cy="29742"/>
            </a:xfrm>
            <a:prstGeom prst="ellipse">
              <a:avLst/>
            </a:prstGeom>
            <a:gradFill>
              <a:gsLst>
                <a:gs pos="0">
                  <a:srgbClr val="FFFF4E">
                    <a:alpha val="32968"/>
                  </a:srgbClr>
                </a:gs>
                <a:gs pos="14286">
                  <a:srgbClr val="FFFF4E">
                    <a:alpha val="30764"/>
                  </a:srgbClr>
                </a:gs>
                <a:gs pos="28571">
                  <a:srgbClr val="FFFF4E">
                    <a:alpha val="24833"/>
                  </a:srgbClr>
                </a:gs>
                <a:gs pos="42857">
                  <a:srgbClr val="FFFF4E">
                    <a:alpha val="17075"/>
                  </a:srgbClr>
                </a:gs>
                <a:gs pos="57143">
                  <a:srgbClr val="FFFF4E">
                    <a:alpha val="9855"/>
                  </a:srgbClr>
                </a:gs>
                <a:gs pos="71429">
                  <a:srgbClr val="FFFF4E">
                    <a:alpha val="4740"/>
                  </a:srgbClr>
                </a:gs>
                <a:gs pos="85714">
                  <a:srgbClr val="FFFF4E">
                    <a:alpha val="1902"/>
                  </a:srgbClr>
                </a:gs>
                <a:gs pos="100000">
                  <a:srgbClr val="FFFF4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Splat 151"/>
            <p:cNvSpPr>
              <a:spLocks noGrp="1"/>
            </p:cNvSpPr>
            <p:nvPr/>
          </p:nvSpPr>
          <p:spPr>
            <a:xfrm rot="5428303">
              <a:off x="1784903" y="2229758"/>
              <a:ext cx="68030" cy="17008"/>
            </a:xfrm>
            <a:prstGeom prst="ellipse">
              <a:avLst/>
            </a:prstGeom>
            <a:gradFill>
              <a:gsLst>
                <a:gs pos="0">
                  <a:srgbClr val="D4B98A">
                    <a:alpha val="16936"/>
                  </a:srgbClr>
                </a:gs>
                <a:gs pos="14286">
                  <a:srgbClr val="D4B98A">
                    <a:alpha val="15680"/>
                  </a:srgbClr>
                </a:gs>
                <a:gs pos="28571">
                  <a:srgbClr val="D4B98A">
                    <a:alpha val="12403"/>
                  </a:srgbClr>
                </a:gs>
                <a:gs pos="42857">
                  <a:srgbClr val="D4B98A">
                    <a:alpha val="8319"/>
                  </a:srgbClr>
                </a:gs>
                <a:gs pos="57143">
                  <a:srgbClr val="D4B98A">
                    <a:alpha val="4699"/>
                  </a:srgbClr>
                </a:gs>
                <a:gs pos="71429">
                  <a:srgbClr val="D4B98A">
                    <a:alpha val="2228"/>
                  </a:srgbClr>
                </a:gs>
                <a:gs pos="85714">
                  <a:srgbClr val="D4B98A">
                    <a:alpha val="887"/>
                  </a:srgbClr>
                </a:gs>
                <a:gs pos="100000">
                  <a:srgbClr val="D4B98A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Splat 152"/>
            <p:cNvSpPr>
              <a:spLocks noGrp="1"/>
            </p:cNvSpPr>
            <p:nvPr/>
          </p:nvSpPr>
          <p:spPr>
            <a:xfrm rot="5302063">
              <a:off x="2391112" y="2335683"/>
              <a:ext cx="209254" cy="10977"/>
            </a:xfrm>
            <a:prstGeom prst="ellipse">
              <a:avLst/>
            </a:prstGeom>
            <a:gradFill>
              <a:gsLst>
                <a:gs pos="0">
                  <a:srgbClr val="000050">
                    <a:alpha val="32968"/>
                  </a:srgbClr>
                </a:gs>
                <a:gs pos="14286">
                  <a:srgbClr val="000050">
                    <a:alpha val="30764"/>
                  </a:srgbClr>
                </a:gs>
                <a:gs pos="28571">
                  <a:srgbClr val="000050">
                    <a:alpha val="24833"/>
                  </a:srgbClr>
                </a:gs>
                <a:gs pos="42857">
                  <a:srgbClr val="000050">
                    <a:alpha val="17075"/>
                  </a:srgbClr>
                </a:gs>
                <a:gs pos="57143">
                  <a:srgbClr val="000050">
                    <a:alpha val="9855"/>
                  </a:srgbClr>
                </a:gs>
                <a:gs pos="71429">
                  <a:srgbClr val="000050">
                    <a:alpha val="4740"/>
                  </a:srgbClr>
                </a:gs>
                <a:gs pos="85714">
                  <a:srgbClr val="000050">
                    <a:alpha val="1902"/>
                  </a:srgbClr>
                </a:gs>
                <a:gs pos="100000">
                  <a:srgbClr val="00005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Splat 153"/>
            <p:cNvSpPr>
              <a:spLocks noGrp="1"/>
            </p:cNvSpPr>
            <p:nvPr/>
          </p:nvSpPr>
          <p:spPr>
            <a:xfrm rot="4950998">
              <a:off x="3023704" y="2126147"/>
              <a:ext cx="578166" cy="165016"/>
            </a:xfrm>
            <a:prstGeom prst="ellipse">
              <a:avLst/>
            </a:prstGeom>
            <a:gradFill>
              <a:gsLst>
                <a:gs pos="0">
                  <a:srgbClr val="0C0000">
                    <a:alpha val="16229"/>
                  </a:srgbClr>
                </a:gs>
                <a:gs pos="14286">
                  <a:srgbClr val="0C0000">
                    <a:alpha val="15020"/>
                  </a:srgbClr>
                </a:gs>
                <a:gs pos="28571">
                  <a:srgbClr val="0C0000">
                    <a:alpha val="11871"/>
                  </a:srgbClr>
                </a:gs>
                <a:gs pos="42857">
                  <a:srgbClr val="0C0000">
                    <a:alpha val="7955"/>
                  </a:srgbClr>
                </a:gs>
                <a:gs pos="57143">
                  <a:srgbClr val="0C0000">
                    <a:alpha val="4489"/>
                  </a:srgbClr>
                </a:gs>
                <a:gs pos="71429">
                  <a:srgbClr val="0C0000">
                    <a:alpha val="2127"/>
                  </a:srgbClr>
                </a:gs>
                <a:gs pos="85714">
                  <a:srgbClr val="0C0000">
                    <a:alpha val="847"/>
                  </a:srgbClr>
                </a:gs>
                <a:gs pos="100000">
                  <a:srgbClr val="0C0000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Splat 154"/>
            <p:cNvSpPr>
              <a:spLocks noGrp="1"/>
            </p:cNvSpPr>
            <p:nvPr/>
          </p:nvSpPr>
          <p:spPr>
            <a:xfrm rot="8113200">
              <a:off x="549312" y="2334619"/>
              <a:ext cx="68461" cy="17124"/>
            </a:xfrm>
            <a:prstGeom prst="ellipse">
              <a:avLst/>
            </a:prstGeom>
            <a:gradFill>
              <a:gsLst>
                <a:gs pos="0">
                  <a:srgbClr val="81816B">
                    <a:alpha val="16850"/>
                  </a:srgbClr>
                </a:gs>
                <a:gs pos="14286">
                  <a:srgbClr val="81816B">
                    <a:alpha val="15599"/>
                  </a:srgbClr>
                </a:gs>
                <a:gs pos="28571">
                  <a:srgbClr val="81816B">
                    <a:alpha val="12338"/>
                  </a:srgbClr>
                </a:gs>
                <a:gs pos="42857">
                  <a:srgbClr val="81816B">
                    <a:alpha val="8275"/>
                  </a:srgbClr>
                </a:gs>
                <a:gs pos="57143">
                  <a:srgbClr val="81816B">
                    <a:alpha val="4673"/>
                  </a:srgbClr>
                </a:gs>
                <a:gs pos="71429">
                  <a:srgbClr val="81816B">
                    <a:alpha val="2215"/>
                  </a:srgbClr>
                </a:gs>
                <a:gs pos="85714">
                  <a:srgbClr val="81816B">
                    <a:alpha val="882"/>
                  </a:srgbClr>
                </a:gs>
                <a:gs pos="100000">
                  <a:srgbClr val="81816B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Splat 155"/>
            <p:cNvSpPr>
              <a:spLocks noGrp="1"/>
            </p:cNvSpPr>
            <p:nvPr/>
          </p:nvSpPr>
          <p:spPr>
            <a:xfrm rot="8306733">
              <a:off x="1985066" y="2280821"/>
              <a:ext cx="64387" cy="16097"/>
            </a:xfrm>
            <a:prstGeom prst="ellipse">
              <a:avLst/>
            </a:prstGeom>
            <a:gradFill>
              <a:gsLst>
                <a:gs pos="0">
                  <a:srgbClr val="F7B745">
                    <a:alpha val="17603"/>
                  </a:srgbClr>
                </a:gs>
                <a:gs pos="14286">
                  <a:srgbClr val="F7B745">
                    <a:alpha val="16303"/>
                  </a:srgbClr>
                </a:gs>
                <a:gs pos="28571">
                  <a:srgbClr val="F7B745">
                    <a:alpha val="12906"/>
                  </a:srgbClr>
                </a:gs>
                <a:gs pos="42857">
                  <a:srgbClr val="F7B745">
                    <a:alpha val="8665"/>
                  </a:srgbClr>
                </a:gs>
                <a:gs pos="57143">
                  <a:srgbClr val="F7B745">
                    <a:alpha val="4898"/>
                  </a:srgbClr>
                </a:gs>
                <a:gs pos="71429">
                  <a:srgbClr val="F7B745">
                    <a:alpha val="2323"/>
                  </a:srgbClr>
                </a:gs>
                <a:gs pos="85714">
                  <a:srgbClr val="F7B745">
                    <a:alpha val="925"/>
                  </a:srgbClr>
                </a:gs>
                <a:gs pos="100000">
                  <a:srgbClr val="F7B745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Splat 156"/>
            <p:cNvSpPr>
              <a:spLocks noGrp="1"/>
            </p:cNvSpPr>
            <p:nvPr/>
          </p:nvSpPr>
          <p:spPr>
            <a:xfrm rot="5400000">
              <a:off x="2029473" y="2248861"/>
              <a:ext cx="30757" cy="30757"/>
            </a:xfrm>
            <a:prstGeom prst="ellipse">
              <a:avLst/>
            </a:prstGeom>
            <a:gradFill>
              <a:gsLst>
                <a:gs pos="0">
                  <a:srgbClr val="F9F6D9">
                    <a:alpha val="18126"/>
                  </a:srgbClr>
                </a:gs>
                <a:gs pos="14286">
                  <a:srgbClr val="F9F6D9">
                    <a:alpha val="16791"/>
                  </a:srgbClr>
                </a:gs>
                <a:gs pos="28571">
                  <a:srgbClr val="F9F6D9">
                    <a:alpha val="13300"/>
                  </a:srgbClr>
                </a:gs>
                <a:gs pos="42857">
                  <a:srgbClr val="F9F6D9">
                    <a:alpha val="8937"/>
                  </a:srgbClr>
                </a:gs>
                <a:gs pos="57143">
                  <a:srgbClr val="F9F6D9">
                    <a:alpha val="5055"/>
                  </a:srgbClr>
                </a:gs>
                <a:gs pos="71429">
                  <a:srgbClr val="F9F6D9">
                    <a:alpha val="2399"/>
                  </a:srgbClr>
                </a:gs>
                <a:gs pos="85714">
                  <a:srgbClr val="F9F6D9">
                    <a:alpha val="956"/>
                  </a:srgbClr>
                </a:gs>
                <a:gs pos="100000">
                  <a:srgbClr val="F9F6D9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Splat 157"/>
            <p:cNvSpPr>
              <a:spLocks noGrp="1"/>
            </p:cNvSpPr>
            <p:nvPr/>
          </p:nvSpPr>
          <p:spPr>
            <a:xfrm rot="5400000">
              <a:off x="2522142" y="2367984"/>
              <a:ext cx="59667" cy="59667"/>
            </a:xfrm>
            <a:prstGeom prst="ellipse">
              <a:avLst/>
            </a:prstGeom>
            <a:gradFill>
              <a:gsLst>
                <a:gs pos="0">
                  <a:srgbClr val="F3F4FF">
                    <a:alpha val="13933"/>
                  </a:srgbClr>
                </a:gs>
                <a:gs pos="14286">
                  <a:srgbClr val="F3F4FF">
                    <a:alpha val="12882"/>
                  </a:srgbClr>
                </a:gs>
                <a:gs pos="28571">
                  <a:srgbClr val="F3F4FF">
                    <a:alpha val="10154"/>
                  </a:srgbClr>
                </a:gs>
                <a:gs pos="42857">
                  <a:srgbClr val="F3F4FF">
                    <a:alpha val="6782"/>
                  </a:srgbClr>
                </a:gs>
                <a:gs pos="57143">
                  <a:srgbClr val="F3F4FF">
                    <a:alpha val="3817"/>
                  </a:srgbClr>
                </a:gs>
                <a:gs pos="71429">
                  <a:srgbClr val="F3F4FF">
                    <a:alpha val="1805"/>
                  </a:srgbClr>
                </a:gs>
                <a:gs pos="85714">
                  <a:srgbClr val="F3F4FF">
                    <a:alpha val="718"/>
                  </a:srgbClr>
                </a:gs>
                <a:gs pos="100000">
                  <a:srgbClr val="F3F4FF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Splat 158"/>
            <p:cNvSpPr>
              <a:spLocks noGrp="1"/>
            </p:cNvSpPr>
            <p:nvPr/>
          </p:nvSpPr>
          <p:spPr>
            <a:xfrm rot="3996199">
              <a:off x="899426" y="2351054"/>
              <a:ext cx="513049" cy="25464"/>
            </a:xfrm>
            <a:prstGeom prst="ellipse">
              <a:avLst/>
            </a:prstGeom>
            <a:gradFill>
              <a:gsLst>
                <a:gs pos="0">
                  <a:srgbClr val="FFB316">
                    <a:alpha val="28500"/>
                  </a:srgbClr>
                </a:gs>
                <a:gs pos="14286">
                  <a:srgbClr val="FFB316">
                    <a:alpha val="26533"/>
                  </a:srgbClr>
                </a:gs>
                <a:gs pos="28571">
                  <a:srgbClr val="FFB316">
                    <a:alpha val="21291"/>
                  </a:srgbClr>
                </a:gs>
                <a:gs pos="42857">
                  <a:srgbClr val="FFB316">
                    <a:alpha val="14532"/>
                  </a:srgbClr>
                </a:gs>
                <a:gs pos="57143">
                  <a:srgbClr val="FFB316">
                    <a:alpha val="8333"/>
                  </a:srgbClr>
                </a:gs>
                <a:gs pos="71429">
                  <a:srgbClr val="FFB316">
                    <a:alpha val="3991"/>
                  </a:srgbClr>
                </a:gs>
                <a:gs pos="85714">
                  <a:srgbClr val="FFB316">
                    <a:alpha val="1598"/>
                  </a:srgbClr>
                </a:gs>
                <a:gs pos="100000">
                  <a:srgbClr val="FFB316">
                    <a:alpha val="5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Splat 159"/>
            <p:cNvSpPr>
              <a:spLocks noGrp="1"/>
            </p:cNvSpPr>
            <p:nvPr/>
          </p:nvSpPr>
          <p:spPr>
            <a:xfrm rot="6137618">
              <a:off x="2572486" y="2390865"/>
              <a:ext cx="59407" cy="14852"/>
            </a:xfrm>
            <a:prstGeom prst="ellipse">
              <a:avLst/>
            </a:prstGeom>
            <a:gradFill>
              <a:gsLst>
                <a:gs pos="0">
                  <a:srgbClr val="EEEDFF">
                    <a:alpha val="18507"/>
                  </a:srgbClr>
                </a:gs>
                <a:gs pos="14286">
                  <a:srgbClr val="EEEDFF">
                    <a:alpha val="17147"/>
                  </a:srgbClr>
                </a:gs>
                <a:gs pos="28571">
                  <a:srgbClr val="EEEDFF">
                    <a:alpha val="13589"/>
                  </a:srgbClr>
                </a:gs>
                <a:gs pos="42857">
                  <a:srgbClr val="EEEDFF">
                    <a:alpha val="9135"/>
                  </a:srgbClr>
                </a:gs>
                <a:gs pos="57143">
                  <a:srgbClr val="EEEDFF">
                    <a:alpha val="5170"/>
                  </a:srgbClr>
                </a:gs>
                <a:gs pos="71429">
                  <a:srgbClr val="EEEDFF">
                    <a:alpha val="2454"/>
                  </a:srgbClr>
                </a:gs>
                <a:gs pos="85714">
                  <a:srgbClr val="EEEDFF">
                    <a:alpha val="978"/>
                  </a:srgbClr>
                </a:gs>
                <a:gs pos="100000">
                  <a:srgbClr val="EEEDFF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Splat 160"/>
            <p:cNvSpPr>
              <a:spLocks noGrp="1"/>
            </p:cNvSpPr>
            <p:nvPr/>
          </p:nvSpPr>
          <p:spPr>
            <a:xfrm rot="9233361">
              <a:off x="999569" y="2260371"/>
              <a:ext cx="220955" cy="32551"/>
            </a:xfrm>
            <a:prstGeom prst="ellipse">
              <a:avLst/>
            </a:prstGeom>
            <a:gradFill>
              <a:gsLst>
                <a:gs pos="0">
                  <a:srgbClr val="FFE558">
                    <a:alpha val="32968"/>
                  </a:srgbClr>
                </a:gs>
                <a:gs pos="14286">
                  <a:srgbClr val="FFE558">
                    <a:alpha val="30764"/>
                  </a:srgbClr>
                </a:gs>
                <a:gs pos="28571">
                  <a:srgbClr val="FFE558">
                    <a:alpha val="24833"/>
                  </a:srgbClr>
                </a:gs>
                <a:gs pos="42857">
                  <a:srgbClr val="FFE558">
                    <a:alpha val="17075"/>
                  </a:srgbClr>
                </a:gs>
                <a:gs pos="57143">
                  <a:srgbClr val="FFE558">
                    <a:alpha val="9855"/>
                  </a:srgbClr>
                </a:gs>
                <a:gs pos="71429">
                  <a:srgbClr val="FFE558">
                    <a:alpha val="4740"/>
                  </a:srgbClr>
                </a:gs>
                <a:gs pos="85714">
                  <a:srgbClr val="FFE558">
                    <a:alpha val="1902"/>
                  </a:srgbClr>
                </a:gs>
                <a:gs pos="100000">
                  <a:srgbClr val="FFE5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Splat 161"/>
            <p:cNvSpPr>
              <a:spLocks noGrp="1"/>
            </p:cNvSpPr>
            <p:nvPr/>
          </p:nvSpPr>
          <p:spPr>
            <a:xfrm rot="9806447">
              <a:off x="2163713" y="2195961"/>
              <a:ext cx="686618" cy="410212"/>
            </a:xfrm>
            <a:prstGeom prst="ellipse">
              <a:avLst/>
            </a:prstGeom>
            <a:gradFill>
              <a:gsLst>
                <a:gs pos="0">
                  <a:srgbClr val="FFC600">
                    <a:alpha val="2454"/>
                  </a:srgbClr>
                </a:gs>
                <a:gs pos="14286">
                  <a:srgbClr val="FFC600">
                    <a:alpha val="2258"/>
                  </a:srgbClr>
                </a:gs>
                <a:gs pos="28571">
                  <a:srgbClr val="FFC600">
                    <a:alpha val="1758"/>
                  </a:srgbClr>
                </a:gs>
                <a:gs pos="42857">
                  <a:srgbClr val="FFC600">
                    <a:alpha val="1157"/>
                  </a:srgbClr>
                </a:gs>
                <a:gs pos="57143">
                  <a:srgbClr val="FFC600">
                    <a:alpha val="642"/>
                  </a:srgbClr>
                </a:gs>
                <a:gs pos="71429">
                  <a:srgbClr val="FFC600">
                    <a:alpha val="301"/>
                  </a:srgbClr>
                </a:gs>
                <a:gs pos="85714">
                  <a:srgbClr val="FFC600">
                    <a:alpha val="119"/>
                  </a:srgbClr>
                </a:gs>
                <a:gs pos="100000">
                  <a:srgbClr val="FFC600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Splat 162"/>
            <p:cNvSpPr>
              <a:spLocks noGrp="1"/>
            </p:cNvSpPr>
            <p:nvPr/>
          </p:nvSpPr>
          <p:spPr>
            <a:xfrm rot="-9337790">
              <a:off x="-161863" y="539002"/>
              <a:ext cx="731858" cy="637378"/>
            </a:xfrm>
            <a:prstGeom prst="ellipse">
              <a:avLst/>
            </a:prstGeom>
            <a:gradFill>
              <a:gsLst>
                <a:gs pos="0">
                  <a:srgbClr val="4A67A3">
                    <a:alpha val="31702"/>
                  </a:srgbClr>
                </a:gs>
                <a:gs pos="14286">
                  <a:srgbClr val="4A67A3">
                    <a:alpha val="29563"/>
                  </a:srgbClr>
                </a:gs>
                <a:gs pos="28571">
                  <a:srgbClr val="4A67A3">
                    <a:alpha val="23823"/>
                  </a:srgbClr>
                </a:gs>
                <a:gs pos="42857">
                  <a:srgbClr val="4A67A3">
                    <a:alpha val="16346"/>
                  </a:srgbClr>
                </a:gs>
                <a:gs pos="57143">
                  <a:srgbClr val="4A67A3">
                    <a:alpha val="9416"/>
                  </a:srgbClr>
                </a:gs>
                <a:gs pos="71429">
                  <a:srgbClr val="4A67A3">
                    <a:alpha val="4524"/>
                  </a:srgbClr>
                </a:gs>
                <a:gs pos="85714">
                  <a:srgbClr val="4A67A3">
                    <a:alpha val="1814"/>
                  </a:srgbClr>
                </a:gs>
                <a:gs pos="100000">
                  <a:srgbClr val="4A67A3">
                    <a:alpha val="6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Splat 163"/>
            <p:cNvSpPr>
              <a:spLocks noGrp="1"/>
            </p:cNvSpPr>
            <p:nvPr/>
          </p:nvSpPr>
          <p:spPr>
            <a:xfrm rot="3791825">
              <a:off x="2045469" y="2299655"/>
              <a:ext cx="138379" cy="50253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Splat 164"/>
            <p:cNvSpPr>
              <a:spLocks noGrp="1"/>
            </p:cNvSpPr>
            <p:nvPr/>
          </p:nvSpPr>
          <p:spPr>
            <a:xfrm rot="8965549">
              <a:off x="954056" y="2239624"/>
              <a:ext cx="259540" cy="30089"/>
            </a:xfrm>
            <a:prstGeom prst="ellipse">
              <a:avLst/>
            </a:prstGeom>
            <a:gradFill>
              <a:gsLst>
                <a:gs pos="0">
                  <a:srgbClr val="FFFF68">
                    <a:alpha val="32968"/>
                  </a:srgbClr>
                </a:gs>
                <a:gs pos="14286">
                  <a:srgbClr val="FFFF68">
                    <a:alpha val="30764"/>
                  </a:srgbClr>
                </a:gs>
                <a:gs pos="28571">
                  <a:srgbClr val="FFFF68">
                    <a:alpha val="24833"/>
                  </a:srgbClr>
                </a:gs>
                <a:gs pos="42857">
                  <a:srgbClr val="FFFF68">
                    <a:alpha val="17075"/>
                  </a:srgbClr>
                </a:gs>
                <a:gs pos="57143">
                  <a:srgbClr val="FFFF68">
                    <a:alpha val="9855"/>
                  </a:srgbClr>
                </a:gs>
                <a:gs pos="71429">
                  <a:srgbClr val="FFFF68">
                    <a:alpha val="4740"/>
                  </a:srgbClr>
                </a:gs>
                <a:gs pos="85714">
                  <a:srgbClr val="FFFF68">
                    <a:alpha val="1902"/>
                  </a:srgbClr>
                </a:gs>
                <a:gs pos="100000">
                  <a:srgbClr val="FFFF6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Splat 165"/>
            <p:cNvSpPr>
              <a:spLocks noGrp="1"/>
            </p:cNvSpPr>
            <p:nvPr/>
          </p:nvSpPr>
          <p:spPr>
            <a:xfrm rot="10553064">
              <a:off x="1625305" y="2312214"/>
              <a:ext cx="68461" cy="17285"/>
            </a:xfrm>
            <a:prstGeom prst="ellipse">
              <a:avLst/>
            </a:prstGeom>
            <a:gradFill>
              <a:gsLst>
                <a:gs pos="0">
                  <a:srgbClr val="896234">
                    <a:alpha val="16731"/>
                  </a:srgbClr>
                </a:gs>
                <a:gs pos="14286">
                  <a:srgbClr val="896234">
                    <a:alpha val="15489"/>
                  </a:srgbClr>
                </a:gs>
                <a:gs pos="28571">
                  <a:srgbClr val="896234">
                    <a:alpha val="12249"/>
                  </a:srgbClr>
                </a:gs>
                <a:gs pos="42857">
                  <a:srgbClr val="896234">
                    <a:alpha val="8214"/>
                  </a:srgbClr>
                </a:gs>
                <a:gs pos="57143">
                  <a:srgbClr val="896234">
                    <a:alpha val="4638"/>
                  </a:srgbClr>
                </a:gs>
                <a:gs pos="71429">
                  <a:srgbClr val="896234">
                    <a:alpha val="2198"/>
                  </a:srgbClr>
                </a:gs>
                <a:gs pos="85714">
                  <a:srgbClr val="896234">
                    <a:alpha val="875"/>
                  </a:srgbClr>
                </a:gs>
                <a:gs pos="100000">
                  <a:srgbClr val="896234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Splat 166"/>
            <p:cNvSpPr>
              <a:spLocks noGrp="1"/>
            </p:cNvSpPr>
            <p:nvPr/>
          </p:nvSpPr>
          <p:spPr>
            <a:xfrm rot="6383316">
              <a:off x="943318" y="2214188"/>
              <a:ext cx="322372" cy="28154"/>
            </a:xfrm>
            <a:prstGeom prst="ellipse">
              <a:avLst/>
            </a:prstGeom>
            <a:gradFill>
              <a:gsLst>
                <a:gs pos="0">
                  <a:srgbClr val="FFF84C">
                    <a:alpha val="32968"/>
                  </a:srgbClr>
                </a:gs>
                <a:gs pos="14286">
                  <a:srgbClr val="FFF84C">
                    <a:alpha val="30764"/>
                  </a:srgbClr>
                </a:gs>
                <a:gs pos="28571">
                  <a:srgbClr val="FFF84C">
                    <a:alpha val="24833"/>
                  </a:srgbClr>
                </a:gs>
                <a:gs pos="42857">
                  <a:srgbClr val="FFF84C">
                    <a:alpha val="17075"/>
                  </a:srgbClr>
                </a:gs>
                <a:gs pos="57143">
                  <a:srgbClr val="FFF84C">
                    <a:alpha val="9855"/>
                  </a:srgbClr>
                </a:gs>
                <a:gs pos="71429">
                  <a:srgbClr val="FFF84C">
                    <a:alpha val="4740"/>
                  </a:srgbClr>
                </a:gs>
                <a:gs pos="85714">
                  <a:srgbClr val="FFF84C">
                    <a:alpha val="1902"/>
                  </a:srgbClr>
                </a:gs>
                <a:gs pos="100000">
                  <a:srgbClr val="FFF8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Splat 167"/>
            <p:cNvSpPr>
              <a:spLocks noGrp="1"/>
            </p:cNvSpPr>
            <p:nvPr/>
          </p:nvSpPr>
          <p:spPr>
            <a:xfrm rot="4676800">
              <a:off x="1382881" y="1514516"/>
              <a:ext cx="764158" cy="242824"/>
            </a:xfrm>
            <a:prstGeom prst="ellipse">
              <a:avLst/>
            </a:prstGeom>
            <a:gradFill>
              <a:gsLst>
                <a:gs pos="0">
                  <a:srgbClr val="6F83CF">
                    <a:alpha val="10133"/>
                  </a:srgbClr>
                </a:gs>
                <a:gs pos="14286">
                  <a:srgbClr val="6F83CF">
                    <a:alpha val="9353"/>
                  </a:srgbClr>
                </a:gs>
                <a:gs pos="28571">
                  <a:srgbClr val="6F83CF">
                    <a:alpha val="7341"/>
                  </a:srgbClr>
                </a:gs>
                <a:gs pos="42857">
                  <a:srgbClr val="6F83CF">
                    <a:alpha val="4878"/>
                  </a:srgbClr>
                </a:gs>
                <a:gs pos="57143">
                  <a:srgbClr val="6F83CF">
                    <a:alpha val="2733"/>
                  </a:srgbClr>
                </a:gs>
                <a:gs pos="71429">
                  <a:srgbClr val="6F83CF">
                    <a:alpha val="1289"/>
                  </a:srgbClr>
                </a:gs>
                <a:gs pos="85714">
                  <a:srgbClr val="6F83CF">
                    <a:alpha val="512"/>
                  </a:srgbClr>
                </a:gs>
                <a:gs pos="100000">
                  <a:srgbClr val="6F83CF">
                    <a:alpha val="1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Splat 168"/>
            <p:cNvSpPr>
              <a:spLocks noGrp="1"/>
            </p:cNvSpPr>
            <p:nvPr/>
          </p:nvSpPr>
          <p:spPr>
            <a:xfrm rot="8978468">
              <a:off x="1862107" y="2253042"/>
              <a:ext cx="368722" cy="28902"/>
            </a:xfrm>
            <a:prstGeom prst="ellipse">
              <a:avLst/>
            </a:prstGeom>
            <a:gradFill>
              <a:gsLst>
                <a:gs pos="0">
                  <a:srgbClr val="FFFF43">
                    <a:alpha val="32968"/>
                  </a:srgbClr>
                </a:gs>
                <a:gs pos="14286">
                  <a:srgbClr val="FFFF43">
                    <a:alpha val="30764"/>
                  </a:srgbClr>
                </a:gs>
                <a:gs pos="28571">
                  <a:srgbClr val="FFFF43">
                    <a:alpha val="24833"/>
                  </a:srgbClr>
                </a:gs>
                <a:gs pos="42857">
                  <a:srgbClr val="FFFF43">
                    <a:alpha val="17075"/>
                  </a:srgbClr>
                </a:gs>
                <a:gs pos="57143">
                  <a:srgbClr val="FFFF43">
                    <a:alpha val="9855"/>
                  </a:srgbClr>
                </a:gs>
                <a:gs pos="71429">
                  <a:srgbClr val="FFFF43">
                    <a:alpha val="4740"/>
                  </a:srgbClr>
                </a:gs>
                <a:gs pos="85714">
                  <a:srgbClr val="FFFF43">
                    <a:alpha val="1902"/>
                  </a:srgbClr>
                </a:gs>
                <a:gs pos="100000">
                  <a:srgbClr val="FFFF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Splat 169"/>
            <p:cNvSpPr>
              <a:spLocks noGrp="1"/>
            </p:cNvSpPr>
            <p:nvPr/>
          </p:nvSpPr>
          <p:spPr>
            <a:xfrm rot="5400000">
              <a:off x="1621265" y="2393329"/>
              <a:ext cx="34775" cy="34775"/>
            </a:xfrm>
            <a:prstGeom prst="ellipse">
              <a:avLst/>
            </a:prstGeom>
            <a:gradFill>
              <a:gsLst>
                <a:gs pos="0">
                  <a:srgbClr val="93611A">
                    <a:alpha val="16655"/>
                  </a:srgbClr>
                </a:gs>
                <a:gs pos="14286">
                  <a:srgbClr val="93611A">
                    <a:alpha val="15418"/>
                  </a:srgbClr>
                </a:gs>
                <a:gs pos="28571">
                  <a:srgbClr val="93611A">
                    <a:alpha val="12192"/>
                  </a:srgbClr>
                </a:gs>
                <a:gs pos="42857">
                  <a:srgbClr val="93611A">
                    <a:alpha val="8175"/>
                  </a:srgbClr>
                </a:gs>
                <a:gs pos="57143">
                  <a:srgbClr val="93611A">
                    <a:alpha val="4616"/>
                  </a:srgbClr>
                </a:gs>
                <a:gs pos="71429">
                  <a:srgbClr val="93611A">
                    <a:alpha val="2188"/>
                  </a:srgbClr>
                </a:gs>
                <a:gs pos="85714">
                  <a:srgbClr val="93611A">
                    <a:alpha val="871"/>
                  </a:srgbClr>
                </a:gs>
                <a:gs pos="100000">
                  <a:srgbClr val="93611A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Splat 170"/>
            <p:cNvSpPr>
              <a:spLocks noGrp="1"/>
            </p:cNvSpPr>
            <p:nvPr/>
          </p:nvSpPr>
          <p:spPr>
            <a:xfrm rot="4197612">
              <a:off x="1022582" y="2223041"/>
              <a:ext cx="158633" cy="7286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Splat 171"/>
            <p:cNvSpPr>
              <a:spLocks noGrp="1"/>
            </p:cNvSpPr>
            <p:nvPr/>
          </p:nvSpPr>
          <p:spPr>
            <a:xfrm rot="-10692517">
              <a:off x="218532" y="286490"/>
              <a:ext cx="563480" cy="543825"/>
            </a:xfrm>
            <a:prstGeom prst="ellipse">
              <a:avLst/>
            </a:prstGeom>
            <a:gradFill>
              <a:gsLst>
                <a:gs pos="0">
                  <a:srgbClr val="00436D">
                    <a:alpha val="15057"/>
                  </a:srgbClr>
                </a:gs>
                <a:gs pos="14286">
                  <a:srgbClr val="00436D">
                    <a:alpha val="13928"/>
                  </a:srgbClr>
                </a:gs>
                <a:gs pos="28571">
                  <a:srgbClr val="00436D">
                    <a:alpha val="10993"/>
                  </a:srgbClr>
                </a:gs>
                <a:gs pos="42857">
                  <a:srgbClr val="00436D">
                    <a:alpha val="7354"/>
                  </a:srgbClr>
                </a:gs>
                <a:gs pos="57143">
                  <a:srgbClr val="00436D">
                    <a:alpha val="4144"/>
                  </a:srgbClr>
                </a:gs>
                <a:gs pos="71429">
                  <a:srgbClr val="00436D">
                    <a:alpha val="1962"/>
                  </a:srgbClr>
                </a:gs>
                <a:gs pos="85714">
                  <a:srgbClr val="00436D">
                    <a:alpha val="780"/>
                  </a:srgbClr>
                </a:gs>
                <a:gs pos="100000">
                  <a:srgbClr val="00436D">
                    <a:alpha val="2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Splat 172"/>
            <p:cNvSpPr>
              <a:spLocks noGrp="1"/>
            </p:cNvSpPr>
            <p:nvPr/>
          </p:nvSpPr>
          <p:spPr>
            <a:xfrm rot="4787199">
              <a:off x="2404939" y="2230337"/>
              <a:ext cx="64029" cy="16007"/>
            </a:xfrm>
            <a:prstGeom prst="ellipse">
              <a:avLst/>
            </a:prstGeom>
            <a:gradFill>
              <a:gsLst>
                <a:gs pos="0">
                  <a:srgbClr val="E59448">
                    <a:alpha val="17669"/>
                  </a:srgbClr>
                </a:gs>
                <a:gs pos="14286">
                  <a:srgbClr val="E59448">
                    <a:alpha val="16364"/>
                  </a:srgbClr>
                </a:gs>
                <a:gs pos="28571">
                  <a:srgbClr val="E59448">
                    <a:alpha val="12955"/>
                  </a:srgbClr>
                </a:gs>
                <a:gs pos="42857">
                  <a:srgbClr val="E59448">
                    <a:alpha val="8699"/>
                  </a:srgbClr>
                </a:gs>
                <a:gs pos="57143">
                  <a:srgbClr val="E59448">
                    <a:alpha val="4918"/>
                  </a:srgbClr>
                </a:gs>
                <a:gs pos="71429">
                  <a:srgbClr val="E59448">
                    <a:alpha val="2333"/>
                  </a:srgbClr>
                </a:gs>
                <a:gs pos="85714">
                  <a:srgbClr val="E59448">
                    <a:alpha val="929"/>
                  </a:srgbClr>
                </a:gs>
                <a:gs pos="100000">
                  <a:srgbClr val="E59448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Splat 173"/>
            <p:cNvSpPr>
              <a:spLocks noGrp="1"/>
            </p:cNvSpPr>
            <p:nvPr/>
          </p:nvSpPr>
          <p:spPr>
            <a:xfrm rot="6391685">
              <a:off x="1115652" y="2239173"/>
              <a:ext cx="67924" cy="16981"/>
            </a:xfrm>
            <a:prstGeom prst="ellipse">
              <a:avLst/>
            </a:prstGeom>
            <a:gradFill>
              <a:gsLst>
                <a:gs pos="0">
                  <a:srgbClr val="D58E35">
                    <a:alpha val="16955"/>
                  </a:srgbClr>
                </a:gs>
                <a:gs pos="14286">
                  <a:srgbClr val="D58E35">
                    <a:alpha val="15698"/>
                  </a:srgbClr>
                </a:gs>
                <a:gs pos="28571">
                  <a:srgbClr val="D58E35">
                    <a:alpha val="12417"/>
                  </a:srgbClr>
                </a:gs>
                <a:gs pos="42857">
                  <a:srgbClr val="D58E35">
                    <a:alpha val="8329"/>
                  </a:srgbClr>
                </a:gs>
                <a:gs pos="57143">
                  <a:srgbClr val="D58E35">
                    <a:alpha val="4705"/>
                  </a:srgbClr>
                </a:gs>
                <a:gs pos="71429">
                  <a:srgbClr val="D58E35">
                    <a:alpha val="2230"/>
                  </a:srgbClr>
                </a:gs>
                <a:gs pos="85714">
                  <a:srgbClr val="D58E35">
                    <a:alpha val="888"/>
                  </a:srgbClr>
                </a:gs>
                <a:gs pos="100000">
                  <a:srgbClr val="D58E35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Splat 174"/>
            <p:cNvSpPr>
              <a:spLocks noGrp="1"/>
            </p:cNvSpPr>
            <p:nvPr/>
          </p:nvSpPr>
          <p:spPr>
            <a:xfrm rot="5400000">
              <a:off x="1720231" y="2397012"/>
              <a:ext cx="31593" cy="31593"/>
            </a:xfrm>
            <a:prstGeom prst="ellipse">
              <a:avLst/>
            </a:prstGeom>
            <a:gradFill>
              <a:gsLst>
                <a:gs pos="0">
                  <a:srgbClr val="5C4628">
                    <a:alpha val="17822"/>
                  </a:srgbClr>
                </a:gs>
                <a:gs pos="14286">
                  <a:srgbClr val="5C4628">
                    <a:alpha val="16507"/>
                  </a:srgbClr>
                </a:gs>
                <a:gs pos="28571">
                  <a:srgbClr val="5C4628">
                    <a:alpha val="13071"/>
                  </a:srgbClr>
                </a:gs>
                <a:gs pos="42857">
                  <a:srgbClr val="5C4628">
                    <a:alpha val="8779"/>
                  </a:srgbClr>
                </a:gs>
                <a:gs pos="57143">
                  <a:srgbClr val="5C4628">
                    <a:alpha val="4964"/>
                  </a:srgbClr>
                </a:gs>
                <a:gs pos="71429">
                  <a:srgbClr val="5C4628">
                    <a:alpha val="2355"/>
                  </a:srgbClr>
                </a:gs>
                <a:gs pos="85714">
                  <a:srgbClr val="5C4628">
                    <a:alpha val="938"/>
                  </a:srgbClr>
                </a:gs>
                <a:gs pos="100000">
                  <a:srgbClr val="5C4628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Splat 175"/>
            <p:cNvSpPr>
              <a:spLocks noGrp="1"/>
            </p:cNvSpPr>
            <p:nvPr/>
          </p:nvSpPr>
          <p:spPr>
            <a:xfrm rot="3701839">
              <a:off x="1903043" y="2252355"/>
              <a:ext cx="368089" cy="47220"/>
            </a:xfrm>
            <a:prstGeom prst="ellipse">
              <a:avLst/>
            </a:prstGeom>
            <a:gradFill>
              <a:gsLst>
                <a:gs pos="0">
                  <a:srgbClr val="FFFF58">
                    <a:alpha val="32968"/>
                  </a:srgbClr>
                </a:gs>
                <a:gs pos="14286">
                  <a:srgbClr val="FFFF58">
                    <a:alpha val="30764"/>
                  </a:srgbClr>
                </a:gs>
                <a:gs pos="28571">
                  <a:srgbClr val="FFFF58">
                    <a:alpha val="24833"/>
                  </a:srgbClr>
                </a:gs>
                <a:gs pos="42857">
                  <a:srgbClr val="FFFF58">
                    <a:alpha val="17075"/>
                  </a:srgbClr>
                </a:gs>
                <a:gs pos="57143">
                  <a:srgbClr val="FFFF58">
                    <a:alpha val="9855"/>
                  </a:srgbClr>
                </a:gs>
                <a:gs pos="71429">
                  <a:srgbClr val="FFFF58">
                    <a:alpha val="4740"/>
                  </a:srgbClr>
                </a:gs>
                <a:gs pos="85714">
                  <a:srgbClr val="FFFF58">
                    <a:alpha val="1902"/>
                  </a:srgbClr>
                </a:gs>
                <a:gs pos="100000">
                  <a:srgbClr val="FFFF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Splat 176"/>
            <p:cNvSpPr>
              <a:spLocks noGrp="1"/>
            </p:cNvSpPr>
            <p:nvPr/>
          </p:nvSpPr>
          <p:spPr>
            <a:xfrm rot="-10670497">
              <a:off x="3458187" y="2300408"/>
              <a:ext cx="144754" cy="22775"/>
            </a:xfrm>
            <a:prstGeom prst="ellipse">
              <a:avLst/>
            </a:prstGeom>
            <a:gradFill>
              <a:gsLst>
                <a:gs pos="0">
                  <a:srgbClr val="FFFFB0">
                    <a:alpha val="32968"/>
                  </a:srgbClr>
                </a:gs>
                <a:gs pos="14286">
                  <a:srgbClr val="FFFFB0">
                    <a:alpha val="30764"/>
                  </a:srgbClr>
                </a:gs>
                <a:gs pos="28571">
                  <a:srgbClr val="FFFFB0">
                    <a:alpha val="24833"/>
                  </a:srgbClr>
                </a:gs>
                <a:gs pos="42857">
                  <a:srgbClr val="FFFFB0">
                    <a:alpha val="17075"/>
                  </a:srgbClr>
                </a:gs>
                <a:gs pos="57143">
                  <a:srgbClr val="FFFFB0">
                    <a:alpha val="9855"/>
                  </a:srgbClr>
                </a:gs>
                <a:gs pos="71429">
                  <a:srgbClr val="FFFFB0">
                    <a:alpha val="4740"/>
                  </a:srgbClr>
                </a:gs>
                <a:gs pos="85714">
                  <a:srgbClr val="FFFFB0">
                    <a:alpha val="1902"/>
                  </a:srgbClr>
                </a:gs>
                <a:gs pos="100000">
                  <a:srgbClr val="FFFF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Splat 177"/>
            <p:cNvSpPr>
              <a:spLocks noGrp="1"/>
            </p:cNvSpPr>
            <p:nvPr/>
          </p:nvSpPr>
          <p:spPr>
            <a:xfrm rot="3520904">
              <a:off x="137639" y="1458710"/>
              <a:ext cx="594952" cy="452226"/>
            </a:xfrm>
            <a:prstGeom prst="ellipse">
              <a:avLst/>
            </a:prstGeom>
            <a:gradFill>
              <a:gsLst>
                <a:gs pos="0">
                  <a:srgbClr val="9AA200">
                    <a:alpha val="9231"/>
                  </a:srgbClr>
                </a:gs>
                <a:gs pos="14286">
                  <a:srgbClr val="9AA200">
                    <a:alpha val="8517"/>
                  </a:srgbClr>
                </a:gs>
                <a:gs pos="28571">
                  <a:srgbClr val="9AA200">
                    <a:alpha val="6679"/>
                  </a:srgbClr>
                </a:gs>
                <a:gs pos="42857">
                  <a:srgbClr val="9AA200">
                    <a:alpha val="4432"/>
                  </a:srgbClr>
                </a:gs>
                <a:gs pos="57143">
                  <a:srgbClr val="9AA200">
                    <a:alpha val="2481"/>
                  </a:srgbClr>
                </a:gs>
                <a:gs pos="71429">
                  <a:srgbClr val="9AA200">
                    <a:alpha val="1169"/>
                  </a:srgbClr>
                </a:gs>
                <a:gs pos="85714">
                  <a:srgbClr val="9AA200">
                    <a:alpha val="464"/>
                  </a:srgbClr>
                </a:gs>
                <a:gs pos="100000">
                  <a:srgbClr val="9AA200">
                    <a:alpha val="1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Splat 178"/>
            <p:cNvSpPr>
              <a:spLocks noGrp="1"/>
            </p:cNvSpPr>
            <p:nvPr/>
          </p:nvSpPr>
          <p:spPr>
            <a:xfrm rot="9829622">
              <a:off x="203554" y="1506607"/>
              <a:ext cx="528537" cy="507372"/>
            </a:xfrm>
            <a:prstGeom prst="ellipse">
              <a:avLst/>
            </a:prstGeom>
            <a:gradFill>
              <a:gsLst>
                <a:gs pos="0">
                  <a:srgbClr val="A87900">
                    <a:alpha val="1625"/>
                  </a:srgbClr>
                </a:gs>
                <a:gs pos="14286">
                  <a:srgbClr val="A87900">
                    <a:alpha val="1494"/>
                  </a:srgbClr>
                </a:gs>
                <a:gs pos="28571">
                  <a:srgbClr val="A87900">
                    <a:alpha val="1162"/>
                  </a:srgbClr>
                </a:gs>
                <a:gs pos="42857">
                  <a:srgbClr val="A87900">
                    <a:alpha val="764"/>
                  </a:srgbClr>
                </a:gs>
                <a:gs pos="57143">
                  <a:srgbClr val="A87900">
                    <a:alpha val="424"/>
                  </a:srgbClr>
                </a:gs>
                <a:gs pos="71429">
                  <a:srgbClr val="A87900">
                    <a:alpha val="199"/>
                  </a:srgbClr>
                </a:gs>
                <a:gs pos="85714">
                  <a:srgbClr val="A87900">
                    <a:alpha val="79"/>
                  </a:srgbClr>
                </a:gs>
                <a:gs pos="100000">
                  <a:srgbClr val="A87900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Splat 179"/>
            <p:cNvSpPr>
              <a:spLocks noGrp="1"/>
            </p:cNvSpPr>
            <p:nvPr/>
          </p:nvSpPr>
          <p:spPr>
            <a:xfrm rot="9966655">
              <a:off x="-138490" y="725166"/>
              <a:ext cx="662940" cy="602049"/>
            </a:xfrm>
            <a:prstGeom prst="ellipse">
              <a:avLst/>
            </a:prstGeom>
            <a:gradFill>
              <a:gsLst>
                <a:gs pos="0">
                  <a:srgbClr val="51596C">
                    <a:alpha val="32968"/>
                  </a:srgbClr>
                </a:gs>
                <a:gs pos="14286">
                  <a:srgbClr val="51596C">
                    <a:alpha val="30764"/>
                  </a:srgbClr>
                </a:gs>
                <a:gs pos="28571">
                  <a:srgbClr val="51596C">
                    <a:alpha val="24833"/>
                  </a:srgbClr>
                </a:gs>
                <a:gs pos="42857">
                  <a:srgbClr val="51596C">
                    <a:alpha val="17075"/>
                  </a:srgbClr>
                </a:gs>
                <a:gs pos="57143">
                  <a:srgbClr val="51596C">
                    <a:alpha val="9855"/>
                  </a:srgbClr>
                </a:gs>
                <a:gs pos="71429">
                  <a:srgbClr val="51596C">
                    <a:alpha val="4740"/>
                  </a:srgbClr>
                </a:gs>
                <a:gs pos="85714">
                  <a:srgbClr val="51596C">
                    <a:alpha val="1902"/>
                  </a:srgbClr>
                </a:gs>
                <a:gs pos="100000">
                  <a:srgbClr val="51596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Splat 180"/>
            <p:cNvSpPr>
              <a:spLocks noGrp="1"/>
            </p:cNvSpPr>
            <p:nvPr/>
          </p:nvSpPr>
          <p:spPr>
            <a:xfrm rot="-8772325">
              <a:off x="2506325" y="2344929"/>
              <a:ext cx="133942" cy="10381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Splat 181"/>
            <p:cNvSpPr>
              <a:spLocks noGrp="1"/>
            </p:cNvSpPr>
            <p:nvPr/>
          </p:nvSpPr>
          <p:spPr>
            <a:xfrm rot="5540151">
              <a:off x="2401886" y="2359950"/>
              <a:ext cx="446974" cy="46133"/>
            </a:xfrm>
            <a:prstGeom prst="ellipse">
              <a:avLst/>
            </a:prstGeom>
            <a:gradFill>
              <a:gsLst>
                <a:gs pos="0">
                  <a:srgbClr val="000026">
                    <a:alpha val="32968"/>
                  </a:srgbClr>
                </a:gs>
                <a:gs pos="14286">
                  <a:srgbClr val="000026">
                    <a:alpha val="30764"/>
                  </a:srgbClr>
                </a:gs>
                <a:gs pos="28571">
                  <a:srgbClr val="000026">
                    <a:alpha val="24833"/>
                  </a:srgbClr>
                </a:gs>
                <a:gs pos="42857">
                  <a:srgbClr val="000026">
                    <a:alpha val="17075"/>
                  </a:srgbClr>
                </a:gs>
                <a:gs pos="57143">
                  <a:srgbClr val="000026">
                    <a:alpha val="9855"/>
                  </a:srgbClr>
                </a:gs>
                <a:gs pos="71429">
                  <a:srgbClr val="000026">
                    <a:alpha val="4740"/>
                  </a:srgbClr>
                </a:gs>
                <a:gs pos="85714">
                  <a:srgbClr val="000026">
                    <a:alpha val="1902"/>
                  </a:srgbClr>
                </a:gs>
                <a:gs pos="100000">
                  <a:srgbClr val="00002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Splat 182"/>
            <p:cNvSpPr>
              <a:spLocks noGrp="1"/>
            </p:cNvSpPr>
            <p:nvPr/>
          </p:nvSpPr>
          <p:spPr>
            <a:xfrm rot="5497609">
              <a:off x="2539243" y="2304623"/>
              <a:ext cx="68461" cy="17619"/>
            </a:xfrm>
            <a:prstGeom prst="ellipse">
              <a:avLst/>
            </a:prstGeom>
            <a:gradFill>
              <a:gsLst>
                <a:gs pos="0">
                  <a:srgbClr val="857957">
                    <a:alpha val="16485"/>
                  </a:srgbClr>
                </a:gs>
                <a:gs pos="14286">
                  <a:srgbClr val="857957">
                    <a:alpha val="15259"/>
                  </a:srgbClr>
                </a:gs>
                <a:gs pos="28571">
                  <a:srgbClr val="857957">
                    <a:alpha val="12063"/>
                  </a:srgbClr>
                </a:gs>
                <a:gs pos="42857">
                  <a:srgbClr val="857957">
                    <a:alpha val="8086"/>
                  </a:srgbClr>
                </a:gs>
                <a:gs pos="57143">
                  <a:srgbClr val="857957">
                    <a:alpha val="4565"/>
                  </a:srgbClr>
                </a:gs>
                <a:gs pos="71429">
                  <a:srgbClr val="857957">
                    <a:alpha val="2163"/>
                  </a:srgbClr>
                </a:gs>
                <a:gs pos="85714">
                  <a:srgbClr val="857957">
                    <a:alpha val="861"/>
                  </a:srgbClr>
                </a:gs>
                <a:gs pos="100000">
                  <a:srgbClr val="857957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Splat 183"/>
            <p:cNvSpPr>
              <a:spLocks noGrp="1"/>
            </p:cNvSpPr>
            <p:nvPr/>
          </p:nvSpPr>
          <p:spPr>
            <a:xfrm rot="4319755">
              <a:off x="2498818" y="2412581"/>
              <a:ext cx="51074" cy="12769"/>
            </a:xfrm>
            <a:prstGeom prst="ellipse">
              <a:avLst/>
            </a:prstGeom>
            <a:gradFill>
              <a:gsLst>
                <a:gs pos="0">
                  <a:srgbClr val="ECDBC1">
                    <a:alpha val="19998"/>
                  </a:srgbClr>
                </a:gs>
                <a:gs pos="14286">
                  <a:srgbClr val="ECDBC1">
                    <a:alpha val="18541"/>
                  </a:srgbClr>
                </a:gs>
                <a:gs pos="28571">
                  <a:srgbClr val="ECDBC1">
                    <a:alpha val="14720"/>
                  </a:srgbClr>
                </a:gs>
                <a:gs pos="42857">
                  <a:srgbClr val="ECDBC1">
                    <a:alpha val="9917"/>
                  </a:srgbClr>
                </a:gs>
                <a:gs pos="57143">
                  <a:srgbClr val="ECDBC1">
                    <a:alpha val="5623"/>
                  </a:srgbClr>
                </a:gs>
                <a:gs pos="71429">
                  <a:srgbClr val="ECDBC1">
                    <a:alpha val="2673"/>
                  </a:srgbClr>
                </a:gs>
                <a:gs pos="85714">
                  <a:srgbClr val="ECDBC1">
                    <a:alpha val="1065"/>
                  </a:srgbClr>
                </a:gs>
                <a:gs pos="100000">
                  <a:srgbClr val="ECDBC1">
                    <a:alpha val="3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Splat 184"/>
            <p:cNvSpPr>
              <a:spLocks noGrp="1"/>
            </p:cNvSpPr>
            <p:nvPr/>
          </p:nvSpPr>
          <p:spPr>
            <a:xfrm rot="9320585">
              <a:off x="1043407" y="2183378"/>
              <a:ext cx="68461" cy="17581"/>
            </a:xfrm>
            <a:prstGeom prst="ellipse">
              <a:avLst/>
            </a:prstGeom>
            <a:gradFill>
              <a:gsLst>
                <a:gs pos="0">
                  <a:srgbClr val="A6724D">
                    <a:alpha val="16512"/>
                  </a:srgbClr>
                </a:gs>
                <a:gs pos="14286">
                  <a:srgbClr val="A6724D">
                    <a:alpha val="15285"/>
                  </a:srgbClr>
                </a:gs>
                <a:gs pos="28571">
                  <a:srgbClr val="A6724D">
                    <a:alpha val="12084"/>
                  </a:srgbClr>
                </a:gs>
                <a:gs pos="42857">
                  <a:srgbClr val="A6724D">
                    <a:alpha val="8101"/>
                  </a:srgbClr>
                </a:gs>
                <a:gs pos="57143">
                  <a:srgbClr val="A6724D">
                    <a:alpha val="4573"/>
                  </a:srgbClr>
                </a:gs>
                <a:gs pos="71429">
                  <a:srgbClr val="A6724D">
                    <a:alpha val="2167"/>
                  </a:srgbClr>
                </a:gs>
                <a:gs pos="85714">
                  <a:srgbClr val="A6724D">
                    <a:alpha val="863"/>
                  </a:srgbClr>
                </a:gs>
                <a:gs pos="100000">
                  <a:srgbClr val="A6724D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Splat 185"/>
            <p:cNvSpPr>
              <a:spLocks noGrp="1"/>
            </p:cNvSpPr>
            <p:nvPr/>
          </p:nvSpPr>
          <p:spPr>
            <a:xfrm rot="-8955231">
              <a:off x="2014995" y="2221000"/>
              <a:ext cx="123884" cy="8645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Splat 186"/>
            <p:cNvSpPr>
              <a:spLocks noGrp="1"/>
            </p:cNvSpPr>
            <p:nvPr/>
          </p:nvSpPr>
          <p:spPr>
            <a:xfrm rot="6375310">
              <a:off x="936542" y="2265237"/>
              <a:ext cx="302525" cy="31953"/>
            </a:xfrm>
            <a:prstGeom prst="ellipse">
              <a:avLst/>
            </a:prstGeom>
            <a:gradFill>
              <a:gsLst>
                <a:gs pos="0">
                  <a:srgbClr val="FFFFE0">
                    <a:alpha val="17553"/>
                  </a:srgbClr>
                </a:gs>
                <a:gs pos="14286">
                  <a:srgbClr val="FFFFE0">
                    <a:alpha val="16255"/>
                  </a:srgbClr>
                </a:gs>
                <a:gs pos="28571">
                  <a:srgbClr val="FFFFE0">
                    <a:alpha val="12867"/>
                  </a:srgbClr>
                </a:gs>
                <a:gs pos="42857">
                  <a:srgbClr val="FFFFE0">
                    <a:alpha val="8639"/>
                  </a:srgbClr>
                </a:gs>
                <a:gs pos="57143">
                  <a:srgbClr val="FFFFE0">
                    <a:alpha val="4883"/>
                  </a:srgbClr>
                </a:gs>
                <a:gs pos="71429">
                  <a:srgbClr val="FFFFE0">
                    <a:alpha val="2316"/>
                  </a:srgbClr>
                </a:gs>
                <a:gs pos="85714">
                  <a:srgbClr val="FFFFE0">
                    <a:alpha val="922"/>
                  </a:srgbClr>
                </a:gs>
                <a:gs pos="100000">
                  <a:srgbClr val="FFFFE0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Splat 187"/>
            <p:cNvSpPr>
              <a:spLocks noGrp="1"/>
            </p:cNvSpPr>
            <p:nvPr/>
          </p:nvSpPr>
          <p:spPr>
            <a:xfrm rot="6200624">
              <a:off x="2052009" y="2181549"/>
              <a:ext cx="63170" cy="15793"/>
            </a:xfrm>
            <a:prstGeom prst="ellipse">
              <a:avLst/>
            </a:prstGeom>
            <a:gradFill>
              <a:gsLst>
                <a:gs pos="0">
                  <a:srgbClr val="E56E00">
                    <a:alpha val="17825"/>
                  </a:srgbClr>
                </a:gs>
                <a:gs pos="14286">
                  <a:srgbClr val="E56E00">
                    <a:alpha val="16510"/>
                  </a:srgbClr>
                </a:gs>
                <a:gs pos="28571">
                  <a:srgbClr val="E56E00">
                    <a:alpha val="13073"/>
                  </a:srgbClr>
                </a:gs>
                <a:gs pos="42857">
                  <a:srgbClr val="E56E00">
                    <a:alpha val="8780"/>
                  </a:srgbClr>
                </a:gs>
                <a:gs pos="57143">
                  <a:srgbClr val="E56E00">
                    <a:alpha val="4965"/>
                  </a:srgbClr>
                </a:gs>
                <a:gs pos="71429">
                  <a:srgbClr val="E56E00">
                    <a:alpha val="2355"/>
                  </a:srgbClr>
                </a:gs>
                <a:gs pos="85714">
                  <a:srgbClr val="E56E00">
                    <a:alpha val="938"/>
                  </a:srgbClr>
                </a:gs>
                <a:gs pos="100000">
                  <a:srgbClr val="E56E00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Splat 188"/>
            <p:cNvSpPr>
              <a:spLocks noGrp="1"/>
            </p:cNvSpPr>
            <p:nvPr/>
          </p:nvSpPr>
          <p:spPr>
            <a:xfrm rot="5804471">
              <a:off x="1083035" y="2259348"/>
              <a:ext cx="57811" cy="14453"/>
            </a:xfrm>
            <a:prstGeom prst="ellipse">
              <a:avLst/>
            </a:prstGeom>
            <a:gradFill>
              <a:gsLst>
                <a:gs pos="0">
                  <a:srgbClr val="F5EB5B">
                    <a:alpha val="18795"/>
                  </a:srgbClr>
                </a:gs>
                <a:gs pos="14286">
                  <a:srgbClr val="F5EB5B">
                    <a:alpha val="17416"/>
                  </a:srgbClr>
                </a:gs>
                <a:gs pos="28571">
                  <a:srgbClr val="F5EB5B">
                    <a:alpha val="13806"/>
                  </a:srgbClr>
                </a:gs>
                <a:gs pos="42857">
                  <a:srgbClr val="F5EB5B">
                    <a:alpha val="9286"/>
                  </a:srgbClr>
                </a:gs>
                <a:gs pos="57143">
                  <a:srgbClr val="F5EB5B">
                    <a:alpha val="5257"/>
                  </a:srgbClr>
                </a:gs>
                <a:gs pos="71429">
                  <a:srgbClr val="F5EB5B">
                    <a:alpha val="2496"/>
                  </a:srgbClr>
                </a:gs>
                <a:gs pos="85714">
                  <a:srgbClr val="F5EB5B">
                    <a:alpha val="995"/>
                  </a:srgbClr>
                </a:gs>
                <a:gs pos="100000">
                  <a:srgbClr val="F5EB5B">
                    <a:alpha val="3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Splat 189"/>
            <p:cNvSpPr>
              <a:spLocks noGrp="1"/>
            </p:cNvSpPr>
            <p:nvPr/>
          </p:nvSpPr>
          <p:spPr>
            <a:xfrm rot="5379742">
              <a:off x="1826257" y="1876531"/>
              <a:ext cx="68461" cy="17727"/>
            </a:xfrm>
            <a:prstGeom prst="ellipse">
              <a:avLst/>
            </a:prstGeom>
            <a:gradFill>
              <a:gsLst>
                <a:gs pos="0">
                  <a:srgbClr val="CAB280">
                    <a:alpha val="16404"/>
                  </a:srgbClr>
                </a:gs>
                <a:gs pos="14286">
                  <a:srgbClr val="CAB280">
                    <a:alpha val="15184"/>
                  </a:srgbClr>
                </a:gs>
                <a:gs pos="28571">
                  <a:srgbClr val="CAB280">
                    <a:alpha val="12003"/>
                  </a:srgbClr>
                </a:gs>
                <a:gs pos="42857">
                  <a:srgbClr val="CAB280">
                    <a:alpha val="8045"/>
                  </a:srgbClr>
                </a:gs>
                <a:gs pos="57143">
                  <a:srgbClr val="CAB280">
                    <a:alpha val="4541"/>
                  </a:srgbClr>
                </a:gs>
                <a:gs pos="71429">
                  <a:srgbClr val="CAB280">
                    <a:alpha val="2152"/>
                  </a:srgbClr>
                </a:gs>
                <a:gs pos="85714">
                  <a:srgbClr val="CAB280">
                    <a:alpha val="857"/>
                  </a:srgbClr>
                </a:gs>
                <a:gs pos="100000">
                  <a:srgbClr val="CAB280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Splat 190"/>
            <p:cNvSpPr>
              <a:spLocks noGrp="1"/>
            </p:cNvSpPr>
            <p:nvPr/>
          </p:nvSpPr>
          <p:spPr>
            <a:xfrm rot="-10601522">
              <a:off x="2511997" y="2248710"/>
              <a:ext cx="68461" cy="17752"/>
            </a:xfrm>
            <a:prstGeom prst="ellipse">
              <a:avLst/>
            </a:prstGeom>
            <a:gradFill>
              <a:gsLst>
                <a:gs pos="0">
                  <a:srgbClr val="69524A">
                    <a:alpha val="16386"/>
                  </a:srgbClr>
                </a:gs>
                <a:gs pos="14286">
                  <a:srgbClr val="69524A">
                    <a:alpha val="15167"/>
                  </a:srgbClr>
                </a:gs>
                <a:gs pos="28571">
                  <a:srgbClr val="69524A">
                    <a:alpha val="11989"/>
                  </a:srgbClr>
                </a:gs>
                <a:gs pos="42857">
                  <a:srgbClr val="69524A">
                    <a:alpha val="8036"/>
                  </a:srgbClr>
                </a:gs>
                <a:gs pos="57143">
                  <a:srgbClr val="69524A">
                    <a:alpha val="4536"/>
                  </a:srgbClr>
                </a:gs>
                <a:gs pos="71429">
                  <a:srgbClr val="69524A">
                    <a:alpha val="2149"/>
                  </a:srgbClr>
                </a:gs>
                <a:gs pos="85714">
                  <a:srgbClr val="69524A">
                    <a:alpha val="855"/>
                  </a:srgbClr>
                </a:gs>
                <a:gs pos="100000">
                  <a:srgbClr val="69524A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Splat 191"/>
            <p:cNvSpPr>
              <a:spLocks noGrp="1"/>
            </p:cNvSpPr>
            <p:nvPr/>
          </p:nvSpPr>
          <p:spPr>
            <a:xfrm rot="9609316">
              <a:off x="1918309" y="2304161"/>
              <a:ext cx="68461" cy="17768"/>
            </a:xfrm>
            <a:prstGeom prst="ellipse">
              <a:avLst/>
            </a:prstGeom>
            <a:gradFill>
              <a:gsLst>
                <a:gs pos="0">
                  <a:srgbClr val="AE743C">
                    <a:alpha val="16374"/>
                  </a:srgbClr>
                </a:gs>
                <a:gs pos="14286">
                  <a:srgbClr val="AE743C">
                    <a:alpha val="15156"/>
                  </a:srgbClr>
                </a:gs>
                <a:gs pos="28571">
                  <a:srgbClr val="AE743C">
                    <a:alpha val="11980"/>
                  </a:srgbClr>
                </a:gs>
                <a:gs pos="42857">
                  <a:srgbClr val="AE743C">
                    <a:alpha val="8030"/>
                  </a:srgbClr>
                </a:gs>
                <a:gs pos="57143">
                  <a:srgbClr val="AE743C">
                    <a:alpha val="4532"/>
                  </a:srgbClr>
                </a:gs>
                <a:gs pos="71429">
                  <a:srgbClr val="AE743C">
                    <a:alpha val="2148"/>
                  </a:srgbClr>
                </a:gs>
                <a:gs pos="85714">
                  <a:srgbClr val="AE743C">
                    <a:alpha val="855"/>
                  </a:srgbClr>
                </a:gs>
                <a:gs pos="100000">
                  <a:srgbClr val="AE743C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Splat 192"/>
            <p:cNvSpPr>
              <a:spLocks noGrp="1"/>
            </p:cNvSpPr>
            <p:nvPr/>
          </p:nvSpPr>
          <p:spPr>
            <a:xfrm rot="4308562">
              <a:off x="1671883" y="2299599"/>
              <a:ext cx="221712" cy="11200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Splat 193"/>
            <p:cNvSpPr>
              <a:spLocks noGrp="1"/>
            </p:cNvSpPr>
            <p:nvPr/>
          </p:nvSpPr>
          <p:spPr>
            <a:xfrm rot="3915555">
              <a:off x="1930681" y="2197693"/>
              <a:ext cx="216064" cy="19885"/>
            </a:xfrm>
            <a:prstGeom prst="ellipse">
              <a:avLst/>
            </a:prstGeom>
            <a:gradFill>
              <a:gsLst>
                <a:gs pos="0">
                  <a:srgbClr val="FFFF65">
                    <a:alpha val="32968"/>
                  </a:srgbClr>
                </a:gs>
                <a:gs pos="14286">
                  <a:srgbClr val="FFFF65">
                    <a:alpha val="30764"/>
                  </a:srgbClr>
                </a:gs>
                <a:gs pos="28571">
                  <a:srgbClr val="FFFF65">
                    <a:alpha val="24833"/>
                  </a:srgbClr>
                </a:gs>
                <a:gs pos="42857">
                  <a:srgbClr val="FFFF65">
                    <a:alpha val="17075"/>
                  </a:srgbClr>
                </a:gs>
                <a:gs pos="57143">
                  <a:srgbClr val="FFFF65">
                    <a:alpha val="9855"/>
                  </a:srgbClr>
                </a:gs>
                <a:gs pos="71429">
                  <a:srgbClr val="FFFF65">
                    <a:alpha val="4740"/>
                  </a:srgbClr>
                </a:gs>
                <a:gs pos="85714">
                  <a:srgbClr val="FFFF65">
                    <a:alpha val="1902"/>
                  </a:srgbClr>
                </a:gs>
                <a:gs pos="100000">
                  <a:srgbClr val="FFFF6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Splat 194"/>
            <p:cNvSpPr>
              <a:spLocks noGrp="1"/>
            </p:cNvSpPr>
            <p:nvPr/>
          </p:nvSpPr>
          <p:spPr>
            <a:xfrm rot="5376413">
              <a:off x="1796684" y="2345827"/>
              <a:ext cx="67731" cy="16933"/>
            </a:xfrm>
            <a:prstGeom prst="ellipse">
              <a:avLst/>
            </a:prstGeom>
            <a:gradFill>
              <a:gsLst>
                <a:gs pos="0">
                  <a:srgbClr val="865F2F">
                    <a:alpha val="16991"/>
                  </a:srgbClr>
                </a:gs>
                <a:gs pos="14286">
                  <a:srgbClr val="865F2F">
                    <a:alpha val="15731"/>
                  </a:srgbClr>
                </a:gs>
                <a:gs pos="28571">
                  <a:srgbClr val="865F2F">
                    <a:alpha val="12444"/>
                  </a:srgbClr>
                </a:gs>
                <a:gs pos="42857">
                  <a:srgbClr val="865F2F">
                    <a:alpha val="8348"/>
                  </a:srgbClr>
                </a:gs>
                <a:gs pos="57143">
                  <a:srgbClr val="865F2F">
                    <a:alpha val="4715"/>
                  </a:srgbClr>
                </a:gs>
                <a:gs pos="71429">
                  <a:srgbClr val="865F2F">
                    <a:alpha val="2235"/>
                  </a:srgbClr>
                </a:gs>
                <a:gs pos="85714">
                  <a:srgbClr val="865F2F">
                    <a:alpha val="890"/>
                  </a:srgbClr>
                </a:gs>
                <a:gs pos="100000">
                  <a:srgbClr val="865F2F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Splat 195"/>
            <p:cNvSpPr>
              <a:spLocks noGrp="1"/>
            </p:cNvSpPr>
            <p:nvPr/>
          </p:nvSpPr>
          <p:spPr>
            <a:xfrm rot="8999788">
              <a:off x="2489559" y="2214461"/>
              <a:ext cx="64855" cy="16214"/>
            </a:xfrm>
            <a:prstGeom prst="ellipse">
              <a:avLst/>
            </a:prstGeom>
            <a:gradFill>
              <a:gsLst>
                <a:gs pos="0">
                  <a:srgbClr val="C03F20">
                    <a:alpha val="17518"/>
                  </a:srgbClr>
                </a:gs>
                <a:gs pos="14286">
                  <a:srgbClr val="C03F20">
                    <a:alpha val="16223"/>
                  </a:srgbClr>
                </a:gs>
                <a:gs pos="28571">
                  <a:srgbClr val="C03F20">
                    <a:alpha val="12841"/>
                  </a:srgbClr>
                </a:gs>
                <a:gs pos="42857">
                  <a:srgbClr val="C03F20">
                    <a:alpha val="8621"/>
                  </a:srgbClr>
                </a:gs>
                <a:gs pos="57143">
                  <a:srgbClr val="C03F20">
                    <a:alpha val="4873"/>
                  </a:srgbClr>
                </a:gs>
                <a:gs pos="71429">
                  <a:srgbClr val="C03F20">
                    <a:alpha val="2311"/>
                  </a:srgbClr>
                </a:gs>
                <a:gs pos="85714">
                  <a:srgbClr val="C03F20">
                    <a:alpha val="920"/>
                  </a:srgbClr>
                </a:gs>
                <a:gs pos="100000">
                  <a:srgbClr val="C03F20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Splat 196"/>
            <p:cNvSpPr>
              <a:spLocks noGrp="1"/>
            </p:cNvSpPr>
            <p:nvPr/>
          </p:nvSpPr>
          <p:spPr>
            <a:xfrm rot="5601735">
              <a:off x="1669990" y="1856794"/>
              <a:ext cx="244768" cy="22394"/>
            </a:xfrm>
            <a:prstGeom prst="ellipse">
              <a:avLst/>
            </a:prstGeom>
            <a:gradFill>
              <a:gsLst>
                <a:gs pos="0">
                  <a:srgbClr val="FFF6F9">
                    <a:alpha val="32968"/>
                  </a:srgbClr>
                </a:gs>
                <a:gs pos="14286">
                  <a:srgbClr val="FFF6F9">
                    <a:alpha val="30764"/>
                  </a:srgbClr>
                </a:gs>
                <a:gs pos="28571">
                  <a:srgbClr val="FFF6F9">
                    <a:alpha val="24833"/>
                  </a:srgbClr>
                </a:gs>
                <a:gs pos="42857">
                  <a:srgbClr val="FFF6F9">
                    <a:alpha val="17075"/>
                  </a:srgbClr>
                </a:gs>
                <a:gs pos="57143">
                  <a:srgbClr val="FFF6F9">
                    <a:alpha val="9855"/>
                  </a:srgbClr>
                </a:gs>
                <a:gs pos="71429">
                  <a:srgbClr val="FFF6F9">
                    <a:alpha val="4740"/>
                  </a:srgbClr>
                </a:gs>
                <a:gs pos="85714">
                  <a:srgbClr val="FFF6F9">
                    <a:alpha val="1902"/>
                  </a:srgbClr>
                </a:gs>
                <a:gs pos="100000">
                  <a:srgbClr val="FFF6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Splat 197"/>
            <p:cNvSpPr>
              <a:spLocks noGrp="1"/>
            </p:cNvSpPr>
            <p:nvPr/>
          </p:nvSpPr>
          <p:spPr>
            <a:xfrm rot="7700959">
              <a:off x="1862028" y="2312031"/>
              <a:ext cx="68461" cy="17869"/>
            </a:xfrm>
            <a:prstGeom prst="ellipse">
              <a:avLst/>
            </a:prstGeom>
            <a:gradFill>
              <a:gsLst>
                <a:gs pos="0">
                  <a:srgbClr val="A57B46">
                    <a:alpha val="16299"/>
                  </a:srgbClr>
                </a:gs>
                <a:gs pos="14286">
                  <a:srgbClr val="A57B46">
                    <a:alpha val="15086"/>
                  </a:srgbClr>
                </a:gs>
                <a:gs pos="28571">
                  <a:srgbClr val="A57B46">
                    <a:alpha val="11924"/>
                  </a:srgbClr>
                </a:gs>
                <a:gs pos="42857">
                  <a:srgbClr val="A57B46">
                    <a:alpha val="7991"/>
                  </a:srgbClr>
                </a:gs>
                <a:gs pos="57143">
                  <a:srgbClr val="A57B46">
                    <a:alpha val="4510"/>
                  </a:srgbClr>
                </a:gs>
                <a:gs pos="71429">
                  <a:srgbClr val="A57B46">
                    <a:alpha val="2137"/>
                  </a:srgbClr>
                </a:gs>
                <a:gs pos="85714">
                  <a:srgbClr val="A57B46">
                    <a:alpha val="851"/>
                  </a:srgbClr>
                </a:gs>
                <a:gs pos="100000">
                  <a:srgbClr val="A57B46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Splat 198"/>
            <p:cNvSpPr>
              <a:spLocks noGrp="1"/>
            </p:cNvSpPr>
            <p:nvPr/>
          </p:nvSpPr>
          <p:spPr>
            <a:xfrm rot="3734000">
              <a:off x="2430464" y="2325806"/>
              <a:ext cx="157665" cy="26566"/>
            </a:xfrm>
            <a:prstGeom prst="ellipse">
              <a:avLst/>
            </a:prstGeom>
            <a:gradFill>
              <a:gsLst>
                <a:gs pos="0">
                  <a:srgbClr val="36120E">
                    <a:alpha val="32968"/>
                  </a:srgbClr>
                </a:gs>
                <a:gs pos="14286">
                  <a:srgbClr val="36120E">
                    <a:alpha val="30764"/>
                  </a:srgbClr>
                </a:gs>
                <a:gs pos="28571">
                  <a:srgbClr val="36120E">
                    <a:alpha val="24833"/>
                  </a:srgbClr>
                </a:gs>
                <a:gs pos="42857">
                  <a:srgbClr val="36120E">
                    <a:alpha val="17075"/>
                  </a:srgbClr>
                </a:gs>
                <a:gs pos="57143">
                  <a:srgbClr val="36120E">
                    <a:alpha val="9855"/>
                  </a:srgbClr>
                </a:gs>
                <a:gs pos="71429">
                  <a:srgbClr val="36120E">
                    <a:alpha val="4740"/>
                  </a:srgbClr>
                </a:gs>
                <a:gs pos="85714">
                  <a:srgbClr val="36120E">
                    <a:alpha val="1902"/>
                  </a:srgbClr>
                </a:gs>
                <a:gs pos="100000">
                  <a:srgbClr val="36120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Splat 199"/>
            <p:cNvSpPr>
              <a:spLocks noGrp="1"/>
            </p:cNvSpPr>
            <p:nvPr/>
          </p:nvSpPr>
          <p:spPr>
            <a:xfrm rot="10740922">
              <a:off x="3435954" y="2037602"/>
              <a:ext cx="67243" cy="16811"/>
            </a:xfrm>
            <a:prstGeom prst="ellipse">
              <a:avLst/>
            </a:prstGeom>
            <a:gradFill>
              <a:gsLst>
                <a:gs pos="0">
                  <a:srgbClr val="807C67">
                    <a:alpha val="17080"/>
                  </a:srgbClr>
                </a:gs>
                <a:gs pos="14286">
                  <a:srgbClr val="807C67">
                    <a:alpha val="15815"/>
                  </a:srgbClr>
                </a:gs>
                <a:gs pos="28571">
                  <a:srgbClr val="807C67">
                    <a:alpha val="12512"/>
                  </a:srgbClr>
                </a:gs>
                <a:gs pos="42857">
                  <a:srgbClr val="807C67">
                    <a:alpha val="8394"/>
                  </a:srgbClr>
                </a:gs>
                <a:gs pos="57143">
                  <a:srgbClr val="807C67">
                    <a:alpha val="4742"/>
                  </a:srgbClr>
                </a:gs>
                <a:gs pos="71429">
                  <a:srgbClr val="807C67">
                    <a:alpha val="2248"/>
                  </a:srgbClr>
                </a:gs>
                <a:gs pos="85714">
                  <a:srgbClr val="807C67">
                    <a:alpha val="895"/>
                  </a:srgbClr>
                </a:gs>
                <a:gs pos="100000">
                  <a:srgbClr val="807C67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Splat 200"/>
            <p:cNvSpPr>
              <a:spLocks noGrp="1"/>
            </p:cNvSpPr>
            <p:nvPr/>
          </p:nvSpPr>
          <p:spPr>
            <a:xfrm rot="5571028">
              <a:off x="1773189" y="2093888"/>
              <a:ext cx="207970" cy="8099"/>
            </a:xfrm>
            <a:prstGeom prst="ellipse">
              <a:avLst/>
            </a:prstGeom>
            <a:gradFill>
              <a:gsLst>
                <a:gs pos="0">
                  <a:srgbClr val="C3911F">
                    <a:alpha val="32968"/>
                  </a:srgbClr>
                </a:gs>
                <a:gs pos="14286">
                  <a:srgbClr val="C3911F">
                    <a:alpha val="30764"/>
                  </a:srgbClr>
                </a:gs>
                <a:gs pos="28571">
                  <a:srgbClr val="C3911F">
                    <a:alpha val="24833"/>
                  </a:srgbClr>
                </a:gs>
                <a:gs pos="42857">
                  <a:srgbClr val="C3911F">
                    <a:alpha val="17075"/>
                  </a:srgbClr>
                </a:gs>
                <a:gs pos="57143">
                  <a:srgbClr val="C3911F">
                    <a:alpha val="9855"/>
                  </a:srgbClr>
                </a:gs>
                <a:gs pos="71429">
                  <a:srgbClr val="C3911F">
                    <a:alpha val="4740"/>
                  </a:srgbClr>
                </a:gs>
                <a:gs pos="85714">
                  <a:srgbClr val="C3911F">
                    <a:alpha val="1902"/>
                  </a:srgbClr>
                </a:gs>
                <a:gs pos="100000">
                  <a:srgbClr val="C3911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Splat 201"/>
            <p:cNvSpPr>
              <a:spLocks noGrp="1"/>
            </p:cNvSpPr>
            <p:nvPr/>
          </p:nvSpPr>
          <p:spPr>
            <a:xfrm rot="3613499">
              <a:off x="2323117" y="2236409"/>
              <a:ext cx="298984" cy="24471"/>
            </a:xfrm>
            <a:prstGeom prst="ellipse">
              <a:avLst/>
            </a:prstGeom>
            <a:gradFill>
              <a:gsLst>
                <a:gs pos="0">
                  <a:srgbClr val="FFFF85">
                    <a:alpha val="32968"/>
                  </a:srgbClr>
                </a:gs>
                <a:gs pos="14286">
                  <a:srgbClr val="FFFF85">
                    <a:alpha val="30764"/>
                  </a:srgbClr>
                </a:gs>
                <a:gs pos="28571">
                  <a:srgbClr val="FFFF85">
                    <a:alpha val="24833"/>
                  </a:srgbClr>
                </a:gs>
                <a:gs pos="42857">
                  <a:srgbClr val="FFFF85">
                    <a:alpha val="17075"/>
                  </a:srgbClr>
                </a:gs>
                <a:gs pos="57143">
                  <a:srgbClr val="FFFF85">
                    <a:alpha val="9855"/>
                  </a:srgbClr>
                </a:gs>
                <a:gs pos="71429">
                  <a:srgbClr val="FFFF85">
                    <a:alpha val="4740"/>
                  </a:srgbClr>
                </a:gs>
                <a:gs pos="85714">
                  <a:srgbClr val="FFFF85">
                    <a:alpha val="1902"/>
                  </a:srgbClr>
                </a:gs>
                <a:gs pos="100000">
                  <a:srgbClr val="FFFF8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Splat 202"/>
            <p:cNvSpPr>
              <a:spLocks noGrp="1"/>
            </p:cNvSpPr>
            <p:nvPr/>
          </p:nvSpPr>
          <p:spPr>
            <a:xfrm rot="-10089923">
              <a:off x="1965104" y="2231346"/>
              <a:ext cx="63781" cy="15945"/>
            </a:xfrm>
            <a:prstGeom prst="ellipse">
              <a:avLst/>
            </a:prstGeom>
            <a:gradFill>
              <a:gsLst>
                <a:gs pos="0">
                  <a:srgbClr val="E96E00">
                    <a:alpha val="17714"/>
                  </a:srgbClr>
                </a:gs>
                <a:gs pos="14286">
                  <a:srgbClr val="E96E00">
                    <a:alpha val="16406"/>
                  </a:srgbClr>
                </a:gs>
                <a:gs pos="28571">
                  <a:srgbClr val="E96E00">
                    <a:alpha val="12989"/>
                  </a:srgbClr>
                </a:gs>
                <a:gs pos="42857">
                  <a:srgbClr val="E96E00">
                    <a:alpha val="8722"/>
                  </a:srgbClr>
                </a:gs>
                <a:gs pos="57143">
                  <a:srgbClr val="E96E00">
                    <a:alpha val="4931"/>
                  </a:srgbClr>
                </a:gs>
                <a:gs pos="71429">
                  <a:srgbClr val="E96E00">
                    <a:alpha val="2339"/>
                  </a:srgbClr>
                </a:gs>
                <a:gs pos="85714">
                  <a:srgbClr val="E96E00">
                    <a:alpha val="932"/>
                  </a:srgbClr>
                </a:gs>
                <a:gs pos="100000">
                  <a:srgbClr val="E96E00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Splat 203"/>
            <p:cNvSpPr>
              <a:spLocks noGrp="1"/>
            </p:cNvSpPr>
            <p:nvPr/>
          </p:nvSpPr>
          <p:spPr>
            <a:xfrm rot="4164043">
              <a:off x="1533096" y="2368843"/>
              <a:ext cx="142719" cy="95560"/>
            </a:xfrm>
            <a:prstGeom prst="ellipse">
              <a:avLst/>
            </a:prstGeom>
            <a:gradFill>
              <a:gsLst>
                <a:gs pos="0">
                  <a:srgbClr val="FFB24E">
                    <a:alpha val="32968"/>
                  </a:srgbClr>
                </a:gs>
                <a:gs pos="14286">
                  <a:srgbClr val="FFB24E">
                    <a:alpha val="30764"/>
                  </a:srgbClr>
                </a:gs>
                <a:gs pos="28571">
                  <a:srgbClr val="FFB24E">
                    <a:alpha val="24833"/>
                  </a:srgbClr>
                </a:gs>
                <a:gs pos="42857">
                  <a:srgbClr val="FFB24E">
                    <a:alpha val="17075"/>
                  </a:srgbClr>
                </a:gs>
                <a:gs pos="57143">
                  <a:srgbClr val="FFB24E">
                    <a:alpha val="9855"/>
                  </a:srgbClr>
                </a:gs>
                <a:gs pos="71429">
                  <a:srgbClr val="FFB24E">
                    <a:alpha val="4740"/>
                  </a:srgbClr>
                </a:gs>
                <a:gs pos="85714">
                  <a:srgbClr val="FFB24E">
                    <a:alpha val="1902"/>
                  </a:srgbClr>
                </a:gs>
                <a:gs pos="100000">
                  <a:srgbClr val="FFB24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Splat 204"/>
            <p:cNvSpPr>
              <a:spLocks noGrp="1"/>
            </p:cNvSpPr>
            <p:nvPr/>
          </p:nvSpPr>
          <p:spPr>
            <a:xfrm rot="3413281">
              <a:off x="2476215" y="2217889"/>
              <a:ext cx="64138" cy="16034"/>
            </a:xfrm>
            <a:prstGeom prst="ellipse">
              <a:avLst/>
            </a:prstGeom>
            <a:gradFill>
              <a:gsLst>
                <a:gs pos="0">
                  <a:srgbClr val="E29D40">
                    <a:alpha val="17649"/>
                  </a:srgbClr>
                </a:gs>
                <a:gs pos="14286">
                  <a:srgbClr val="E29D40">
                    <a:alpha val="16345"/>
                  </a:srgbClr>
                </a:gs>
                <a:gs pos="28571">
                  <a:srgbClr val="E29D40">
                    <a:alpha val="12940"/>
                  </a:srgbClr>
                </a:gs>
                <a:gs pos="42857">
                  <a:srgbClr val="E29D40">
                    <a:alpha val="8688"/>
                  </a:srgbClr>
                </a:gs>
                <a:gs pos="57143">
                  <a:srgbClr val="E29D40">
                    <a:alpha val="4912"/>
                  </a:srgbClr>
                </a:gs>
                <a:gs pos="71429">
                  <a:srgbClr val="E29D40">
                    <a:alpha val="2330"/>
                  </a:srgbClr>
                </a:gs>
                <a:gs pos="85714">
                  <a:srgbClr val="E29D40">
                    <a:alpha val="928"/>
                  </a:srgbClr>
                </a:gs>
                <a:gs pos="100000">
                  <a:srgbClr val="E29D40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Splat 205"/>
            <p:cNvSpPr>
              <a:spLocks noGrp="1"/>
            </p:cNvSpPr>
            <p:nvPr/>
          </p:nvSpPr>
          <p:spPr>
            <a:xfrm rot="7683879">
              <a:off x="1429669" y="1972927"/>
              <a:ext cx="481876" cy="438417"/>
            </a:xfrm>
            <a:prstGeom prst="ellipse">
              <a:avLst/>
            </a:prstGeom>
            <a:gradFill>
              <a:gsLst>
                <a:gs pos="0">
                  <a:srgbClr val="3138A6">
                    <a:alpha val="6094"/>
                  </a:srgbClr>
                </a:gs>
                <a:gs pos="14286">
                  <a:srgbClr val="3138A6">
                    <a:alpha val="5615"/>
                  </a:srgbClr>
                </a:gs>
                <a:gs pos="28571">
                  <a:srgbClr val="3138A6">
                    <a:alpha val="4388"/>
                  </a:srgbClr>
                </a:gs>
                <a:gs pos="42857">
                  <a:srgbClr val="3138A6">
                    <a:alpha val="2900"/>
                  </a:srgbClr>
                </a:gs>
                <a:gs pos="57143">
                  <a:srgbClr val="3138A6">
                    <a:alpha val="1618"/>
                  </a:srgbClr>
                </a:gs>
                <a:gs pos="71429">
                  <a:srgbClr val="3138A6">
                    <a:alpha val="761"/>
                  </a:srgbClr>
                </a:gs>
                <a:gs pos="85714">
                  <a:srgbClr val="3138A6">
                    <a:alpha val="301"/>
                  </a:srgbClr>
                </a:gs>
                <a:gs pos="100000">
                  <a:srgbClr val="3138A6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Splat 206"/>
            <p:cNvSpPr>
              <a:spLocks noGrp="1"/>
            </p:cNvSpPr>
            <p:nvPr/>
          </p:nvSpPr>
          <p:spPr>
            <a:xfrm rot="-10275193">
              <a:off x="688546" y="2397795"/>
              <a:ext cx="68461" cy="17977"/>
            </a:xfrm>
            <a:prstGeom prst="ellipse">
              <a:avLst/>
            </a:prstGeom>
            <a:gradFill>
              <a:gsLst>
                <a:gs pos="0">
                  <a:srgbClr val="646034">
                    <a:alpha val="16219"/>
                  </a:srgbClr>
                </a:gs>
                <a:gs pos="14286">
                  <a:srgbClr val="646034">
                    <a:alpha val="15011"/>
                  </a:srgbClr>
                </a:gs>
                <a:gs pos="28571">
                  <a:srgbClr val="646034">
                    <a:alpha val="11864"/>
                  </a:srgbClr>
                </a:gs>
                <a:gs pos="42857">
                  <a:srgbClr val="646034">
                    <a:alpha val="7950"/>
                  </a:srgbClr>
                </a:gs>
                <a:gs pos="57143">
                  <a:srgbClr val="646034">
                    <a:alpha val="4486"/>
                  </a:srgbClr>
                </a:gs>
                <a:gs pos="71429">
                  <a:srgbClr val="646034">
                    <a:alpha val="2126"/>
                  </a:srgbClr>
                </a:gs>
                <a:gs pos="85714">
                  <a:srgbClr val="646034">
                    <a:alpha val="846"/>
                  </a:srgbClr>
                </a:gs>
                <a:gs pos="100000">
                  <a:srgbClr val="646034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Splat 207"/>
            <p:cNvSpPr>
              <a:spLocks noGrp="1"/>
            </p:cNvSpPr>
            <p:nvPr/>
          </p:nvSpPr>
          <p:spPr>
            <a:xfrm rot="5050955">
              <a:off x="1829576" y="1106237"/>
              <a:ext cx="68461" cy="18001"/>
            </a:xfrm>
            <a:prstGeom prst="ellipse">
              <a:avLst/>
            </a:prstGeom>
            <a:gradFill>
              <a:gsLst>
                <a:gs pos="0">
                  <a:srgbClr val="82725E">
                    <a:alpha val="16201"/>
                  </a:srgbClr>
                </a:gs>
                <a:gs pos="14286">
                  <a:srgbClr val="82725E">
                    <a:alpha val="14995"/>
                  </a:srgbClr>
                </a:gs>
                <a:gs pos="28571">
                  <a:srgbClr val="82725E">
                    <a:alpha val="11851"/>
                  </a:srgbClr>
                </a:gs>
                <a:gs pos="42857">
                  <a:srgbClr val="82725E">
                    <a:alpha val="7941"/>
                  </a:srgbClr>
                </a:gs>
                <a:gs pos="57143">
                  <a:srgbClr val="82725E">
                    <a:alpha val="4481"/>
                  </a:srgbClr>
                </a:gs>
                <a:gs pos="71429">
                  <a:srgbClr val="82725E">
                    <a:alpha val="2123"/>
                  </a:srgbClr>
                </a:gs>
                <a:gs pos="85714">
                  <a:srgbClr val="82725E">
                    <a:alpha val="845"/>
                  </a:srgbClr>
                </a:gs>
                <a:gs pos="100000">
                  <a:srgbClr val="82725E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Splat 208"/>
            <p:cNvSpPr>
              <a:spLocks noGrp="1"/>
            </p:cNvSpPr>
            <p:nvPr/>
          </p:nvSpPr>
          <p:spPr>
            <a:xfrm rot="5208085">
              <a:off x="1779735" y="2240479"/>
              <a:ext cx="202274" cy="26563"/>
            </a:xfrm>
            <a:prstGeom prst="ellipse">
              <a:avLst/>
            </a:prstGeom>
            <a:gradFill>
              <a:gsLst>
                <a:gs pos="0">
                  <a:srgbClr val="FFF2B7">
                    <a:alpha val="32968"/>
                  </a:srgbClr>
                </a:gs>
                <a:gs pos="14286">
                  <a:srgbClr val="FFF2B7">
                    <a:alpha val="30764"/>
                  </a:srgbClr>
                </a:gs>
                <a:gs pos="28571">
                  <a:srgbClr val="FFF2B7">
                    <a:alpha val="24833"/>
                  </a:srgbClr>
                </a:gs>
                <a:gs pos="42857">
                  <a:srgbClr val="FFF2B7">
                    <a:alpha val="17075"/>
                  </a:srgbClr>
                </a:gs>
                <a:gs pos="57143">
                  <a:srgbClr val="FFF2B7">
                    <a:alpha val="9855"/>
                  </a:srgbClr>
                </a:gs>
                <a:gs pos="71429">
                  <a:srgbClr val="FFF2B7">
                    <a:alpha val="4740"/>
                  </a:srgbClr>
                </a:gs>
                <a:gs pos="85714">
                  <a:srgbClr val="FFF2B7">
                    <a:alpha val="1902"/>
                  </a:srgbClr>
                </a:gs>
                <a:gs pos="100000">
                  <a:srgbClr val="FFF2B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Splat 209"/>
            <p:cNvSpPr>
              <a:spLocks noGrp="1"/>
            </p:cNvSpPr>
            <p:nvPr/>
          </p:nvSpPr>
          <p:spPr>
            <a:xfrm rot="10620608">
              <a:off x="-62974" y="564383"/>
              <a:ext cx="652780" cy="585074"/>
            </a:xfrm>
            <a:prstGeom prst="ellipse">
              <a:avLst/>
            </a:prstGeom>
            <a:gradFill>
              <a:gsLst>
                <a:gs pos="0">
                  <a:srgbClr val="053300">
                    <a:alpha val="18294"/>
                  </a:srgbClr>
                </a:gs>
                <a:gs pos="14286">
                  <a:srgbClr val="053300">
                    <a:alpha val="16948"/>
                  </a:srgbClr>
                </a:gs>
                <a:gs pos="28571">
                  <a:srgbClr val="053300">
                    <a:alpha val="13428"/>
                  </a:srgbClr>
                </a:gs>
                <a:gs pos="42857">
                  <a:srgbClr val="053300">
                    <a:alpha val="9024"/>
                  </a:srgbClr>
                </a:gs>
                <a:gs pos="57143">
                  <a:srgbClr val="053300">
                    <a:alpha val="5106"/>
                  </a:srgbClr>
                </a:gs>
                <a:gs pos="71429">
                  <a:srgbClr val="053300">
                    <a:alpha val="2423"/>
                  </a:srgbClr>
                </a:gs>
                <a:gs pos="85714">
                  <a:srgbClr val="053300">
                    <a:alpha val="965"/>
                  </a:srgbClr>
                </a:gs>
                <a:gs pos="100000">
                  <a:srgbClr val="053300">
                    <a:alpha val="3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Splat 210"/>
            <p:cNvSpPr>
              <a:spLocks noGrp="1"/>
            </p:cNvSpPr>
            <p:nvPr/>
          </p:nvSpPr>
          <p:spPr>
            <a:xfrm rot="5293435">
              <a:off x="2497203" y="799590"/>
              <a:ext cx="68461" cy="18019"/>
            </a:xfrm>
            <a:prstGeom prst="ellipse">
              <a:avLst/>
            </a:prstGeom>
            <a:gradFill>
              <a:gsLst>
                <a:gs pos="0">
                  <a:srgbClr val="4B4F60">
                    <a:alpha val="16187"/>
                  </a:srgbClr>
                </a:gs>
                <a:gs pos="14286">
                  <a:srgbClr val="4B4F60">
                    <a:alpha val="14982"/>
                  </a:srgbClr>
                </a:gs>
                <a:gs pos="28571">
                  <a:srgbClr val="4B4F60">
                    <a:alpha val="11840"/>
                  </a:srgbClr>
                </a:gs>
                <a:gs pos="42857">
                  <a:srgbClr val="4B4F60">
                    <a:alpha val="7934"/>
                  </a:srgbClr>
                </a:gs>
                <a:gs pos="57143">
                  <a:srgbClr val="4B4F60">
                    <a:alpha val="4477"/>
                  </a:srgbClr>
                </a:gs>
                <a:gs pos="71429">
                  <a:srgbClr val="4B4F60">
                    <a:alpha val="2121"/>
                  </a:srgbClr>
                </a:gs>
                <a:gs pos="85714">
                  <a:srgbClr val="4B4F60">
                    <a:alpha val="844"/>
                  </a:srgbClr>
                </a:gs>
                <a:gs pos="100000">
                  <a:srgbClr val="4B4F60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Splat 211"/>
            <p:cNvSpPr>
              <a:spLocks noGrp="1"/>
            </p:cNvSpPr>
            <p:nvPr/>
          </p:nvSpPr>
          <p:spPr>
            <a:xfrm rot="9080522">
              <a:off x="1575595" y="1605191"/>
              <a:ext cx="484953" cy="450451"/>
            </a:xfrm>
            <a:prstGeom prst="ellipse">
              <a:avLst/>
            </a:prstGeom>
            <a:gradFill>
              <a:gsLst>
                <a:gs pos="0">
                  <a:srgbClr val="ADC9ED">
                    <a:alpha val="4197"/>
                  </a:srgbClr>
                </a:gs>
                <a:gs pos="14286">
                  <a:srgbClr val="ADC9ED">
                    <a:alpha val="3864"/>
                  </a:srgbClr>
                </a:gs>
                <a:gs pos="28571">
                  <a:srgbClr val="ADC9ED">
                    <a:alpha val="3013"/>
                  </a:srgbClr>
                </a:gs>
                <a:gs pos="42857">
                  <a:srgbClr val="ADC9ED">
                    <a:alpha val="1987"/>
                  </a:srgbClr>
                </a:gs>
                <a:gs pos="57143">
                  <a:srgbClr val="ADC9ED">
                    <a:alpha val="1106"/>
                  </a:srgbClr>
                </a:gs>
                <a:gs pos="71429">
                  <a:srgbClr val="ADC9ED">
                    <a:alpha val="519"/>
                  </a:srgbClr>
                </a:gs>
                <a:gs pos="85714">
                  <a:srgbClr val="ADC9ED">
                    <a:alpha val="206"/>
                  </a:srgbClr>
                </a:gs>
                <a:gs pos="100000">
                  <a:srgbClr val="ADC9ED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Splat 212"/>
            <p:cNvSpPr>
              <a:spLocks noGrp="1"/>
            </p:cNvSpPr>
            <p:nvPr/>
          </p:nvSpPr>
          <p:spPr>
            <a:xfrm rot="2789640">
              <a:off x="168754" y="64406"/>
              <a:ext cx="591946" cy="561905"/>
            </a:xfrm>
            <a:prstGeom prst="ellipse">
              <a:avLst/>
            </a:prstGeom>
            <a:gradFill>
              <a:gsLst>
                <a:gs pos="0">
                  <a:srgbClr val="010000">
                    <a:alpha val="30972"/>
                  </a:srgbClr>
                </a:gs>
                <a:gs pos="14286">
                  <a:srgbClr val="010000">
                    <a:alpha val="28872"/>
                  </a:srgbClr>
                </a:gs>
                <a:gs pos="28571">
                  <a:srgbClr val="010000">
                    <a:alpha val="23243"/>
                  </a:srgbClr>
                </a:gs>
                <a:gs pos="42857">
                  <a:srgbClr val="010000">
                    <a:alpha val="15929"/>
                  </a:srgbClr>
                </a:gs>
                <a:gs pos="57143">
                  <a:srgbClr val="010000">
                    <a:alpha val="9166"/>
                  </a:srgbClr>
                </a:gs>
                <a:gs pos="71429">
                  <a:srgbClr val="010000">
                    <a:alpha val="4401"/>
                  </a:srgbClr>
                </a:gs>
                <a:gs pos="85714">
                  <a:srgbClr val="010000">
                    <a:alpha val="1764"/>
                  </a:srgbClr>
                </a:gs>
                <a:gs pos="100000">
                  <a:srgbClr val="010000">
                    <a:alpha val="5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Splat 213"/>
            <p:cNvSpPr>
              <a:spLocks noGrp="1"/>
            </p:cNvSpPr>
            <p:nvPr/>
          </p:nvSpPr>
          <p:spPr>
            <a:xfrm rot="8691314">
              <a:off x="1001179" y="2345310"/>
              <a:ext cx="794532" cy="135979"/>
            </a:xfrm>
            <a:prstGeom prst="ellipse">
              <a:avLst/>
            </a:prstGeom>
            <a:gradFill>
              <a:gsLst>
                <a:gs pos="0">
                  <a:srgbClr val="000235">
                    <a:alpha val="17261"/>
                  </a:srgbClr>
                </a:gs>
                <a:gs pos="14286">
                  <a:srgbClr val="000235">
                    <a:alpha val="15983"/>
                  </a:srgbClr>
                </a:gs>
                <a:gs pos="28571">
                  <a:srgbClr val="000235">
                    <a:alpha val="12648"/>
                  </a:srgbClr>
                </a:gs>
                <a:gs pos="42857">
                  <a:srgbClr val="000235">
                    <a:alpha val="8487"/>
                  </a:srgbClr>
                </a:gs>
                <a:gs pos="57143">
                  <a:srgbClr val="000235">
                    <a:alpha val="4796"/>
                  </a:srgbClr>
                </a:gs>
                <a:gs pos="71429">
                  <a:srgbClr val="000235">
                    <a:alpha val="2274"/>
                  </a:srgbClr>
                </a:gs>
                <a:gs pos="85714">
                  <a:srgbClr val="000235">
                    <a:alpha val="906"/>
                  </a:srgbClr>
                </a:gs>
                <a:gs pos="100000">
                  <a:srgbClr val="000235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Splat 214"/>
            <p:cNvSpPr>
              <a:spLocks noGrp="1"/>
            </p:cNvSpPr>
            <p:nvPr/>
          </p:nvSpPr>
          <p:spPr>
            <a:xfrm rot="5453182">
              <a:off x="1672097" y="1679645"/>
              <a:ext cx="420927" cy="83235"/>
            </a:xfrm>
            <a:prstGeom prst="ellipse">
              <a:avLst/>
            </a:prstGeom>
            <a:gradFill>
              <a:gsLst>
                <a:gs pos="0">
                  <a:srgbClr val="936A00">
                    <a:alpha val="32968"/>
                  </a:srgbClr>
                </a:gs>
                <a:gs pos="14286">
                  <a:srgbClr val="936A00">
                    <a:alpha val="30764"/>
                  </a:srgbClr>
                </a:gs>
                <a:gs pos="28571">
                  <a:srgbClr val="936A00">
                    <a:alpha val="24833"/>
                  </a:srgbClr>
                </a:gs>
                <a:gs pos="42857">
                  <a:srgbClr val="936A00">
                    <a:alpha val="17075"/>
                  </a:srgbClr>
                </a:gs>
                <a:gs pos="57143">
                  <a:srgbClr val="936A00">
                    <a:alpha val="9855"/>
                  </a:srgbClr>
                </a:gs>
                <a:gs pos="71429">
                  <a:srgbClr val="936A00">
                    <a:alpha val="4740"/>
                  </a:srgbClr>
                </a:gs>
                <a:gs pos="85714">
                  <a:srgbClr val="936A00">
                    <a:alpha val="1902"/>
                  </a:srgbClr>
                </a:gs>
                <a:gs pos="100000">
                  <a:srgbClr val="936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Splat 215"/>
            <p:cNvSpPr>
              <a:spLocks noGrp="1"/>
            </p:cNvSpPr>
            <p:nvPr/>
          </p:nvSpPr>
          <p:spPr>
            <a:xfrm rot="4766218">
              <a:off x="1991592" y="2321378"/>
              <a:ext cx="68461" cy="18091"/>
            </a:xfrm>
            <a:prstGeom prst="ellipse">
              <a:avLst/>
            </a:prstGeom>
            <a:gradFill>
              <a:gsLst>
                <a:gs pos="0">
                  <a:srgbClr val="CC9947">
                    <a:alpha val="16135"/>
                  </a:srgbClr>
                </a:gs>
                <a:gs pos="14286">
                  <a:srgbClr val="CC9947">
                    <a:alpha val="14932"/>
                  </a:srgbClr>
                </a:gs>
                <a:gs pos="28571">
                  <a:srgbClr val="CC9947">
                    <a:alpha val="11801"/>
                  </a:srgbClr>
                </a:gs>
                <a:gs pos="42857">
                  <a:srgbClr val="CC9947">
                    <a:alpha val="7906"/>
                  </a:srgbClr>
                </a:gs>
                <a:gs pos="57143">
                  <a:srgbClr val="CC9947">
                    <a:alpha val="4461"/>
                  </a:srgbClr>
                </a:gs>
                <a:gs pos="71429">
                  <a:srgbClr val="CC9947">
                    <a:alpha val="2114"/>
                  </a:srgbClr>
                </a:gs>
                <a:gs pos="85714">
                  <a:srgbClr val="CC9947">
                    <a:alpha val="841"/>
                  </a:srgbClr>
                </a:gs>
                <a:gs pos="100000">
                  <a:srgbClr val="CC9947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Splat 216"/>
            <p:cNvSpPr>
              <a:spLocks noGrp="1"/>
            </p:cNvSpPr>
            <p:nvPr/>
          </p:nvSpPr>
          <p:spPr>
            <a:xfrm rot="4260858">
              <a:off x="1542764" y="2133364"/>
              <a:ext cx="526007" cy="110008"/>
            </a:xfrm>
            <a:prstGeom prst="ellipse">
              <a:avLst/>
            </a:prstGeom>
            <a:gradFill>
              <a:gsLst>
                <a:gs pos="0">
                  <a:srgbClr val="FEAE00">
                    <a:alpha val="9027"/>
                  </a:srgbClr>
                </a:gs>
                <a:gs pos="14286">
                  <a:srgbClr val="FEAE00">
                    <a:alpha val="8329"/>
                  </a:srgbClr>
                </a:gs>
                <a:gs pos="28571">
                  <a:srgbClr val="FEAE00">
                    <a:alpha val="6529"/>
                  </a:srgbClr>
                </a:gs>
                <a:gs pos="42857">
                  <a:srgbClr val="FEAE00">
                    <a:alpha val="4332"/>
                  </a:srgbClr>
                </a:gs>
                <a:gs pos="57143">
                  <a:srgbClr val="FEAE00">
                    <a:alpha val="2424"/>
                  </a:srgbClr>
                </a:gs>
                <a:gs pos="71429">
                  <a:srgbClr val="FEAE00">
                    <a:alpha val="1142"/>
                  </a:srgbClr>
                </a:gs>
                <a:gs pos="85714">
                  <a:srgbClr val="FEAE00">
                    <a:alpha val="453"/>
                  </a:srgbClr>
                </a:gs>
                <a:gs pos="100000">
                  <a:srgbClr val="FEAE00">
                    <a:alpha val="1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Splat 217"/>
            <p:cNvSpPr>
              <a:spLocks noGrp="1"/>
            </p:cNvSpPr>
            <p:nvPr/>
          </p:nvSpPr>
          <p:spPr>
            <a:xfrm rot="9051737">
              <a:off x="-115847" y="666552"/>
              <a:ext cx="692325" cy="476446"/>
            </a:xfrm>
            <a:prstGeom prst="ellipse">
              <a:avLst/>
            </a:prstGeom>
            <a:gradFill>
              <a:gsLst>
                <a:gs pos="0">
                  <a:srgbClr val="2E7CCE">
                    <a:alpha val="25224"/>
                  </a:srgbClr>
                </a:gs>
                <a:gs pos="14286">
                  <a:srgbClr val="2E7CCE">
                    <a:alpha val="23445"/>
                  </a:srgbClr>
                </a:gs>
                <a:gs pos="28571">
                  <a:srgbClr val="2E7CCE">
                    <a:alpha val="18733"/>
                  </a:srgbClr>
                </a:gs>
                <a:gs pos="42857">
                  <a:srgbClr val="2E7CCE">
                    <a:alpha val="12721"/>
                  </a:srgbClr>
                </a:gs>
                <a:gs pos="57143">
                  <a:srgbClr val="2E7CCE">
                    <a:alpha val="7262"/>
                  </a:srgbClr>
                </a:gs>
                <a:gs pos="71429">
                  <a:srgbClr val="2E7CCE">
                    <a:alpha val="3467"/>
                  </a:srgbClr>
                </a:gs>
                <a:gs pos="85714">
                  <a:srgbClr val="2E7CCE">
                    <a:alpha val="1386"/>
                  </a:srgbClr>
                </a:gs>
                <a:gs pos="100000">
                  <a:srgbClr val="2E7CCE">
                    <a:alpha val="4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Splat 218"/>
            <p:cNvSpPr>
              <a:spLocks noGrp="1"/>
            </p:cNvSpPr>
            <p:nvPr/>
          </p:nvSpPr>
          <p:spPr>
            <a:xfrm rot="5228599">
              <a:off x="3002804" y="1244082"/>
              <a:ext cx="698416" cy="487950"/>
            </a:xfrm>
            <a:prstGeom prst="ellipse">
              <a:avLst/>
            </a:prstGeom>
            <a:gradFill>
              <a:gsLst>
                <a:gs pos="0">
                  <a:srgbClr val="716300">
                    <a:alpha val="21099"/>
                  </a:srgbClr>
                </a:gs>
                <a:gs pos="14286">
                  <a:srgbClr val="716300">
                    <a:alpha val="19572"/>
                  </a:srgbClr>
                </a:gs>
                <a:gs pos="28571">
                  <a:srgbClr val="716300">
                    <a:alpha val="15559"/>
                  </a:srgbClr>
                </a:gs>
                <a:gs pos="42857">
                  <a:srgbClr val="716300">
                    <a:alpha val="10499"/>
                  </a:srgbClr>
                </a:gs>
                <a:gs pos="57143">
                  <a:srgbClr val="716300">
                    <a:alpha val="5961"/>
                  </a:srgbClr>
                </a:gs>
                <a:gs pos="71429">
                  <a:srgbClr val="716300">
                    <a:alpha val="2836"/>
                  </a:srgbClr>
                </a:gs>
                <a:gs pos="85714">
                  <a:srgbClr val="716300">
                    <a:alpha val="1131"/>
                  </a:srgbClr>
                </a:gs>
                <a:gs pos="100000">
                  <a:srgbClr val="716300">
                    <a:alpha val="3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Splat 219"/>
            <p:cNvSpPr>
              <a:spLocks noGrp="1"/>
            </p:cNvSpPr>
            <p:nvPr/>
          </p:nvSpPr>
          <p:spPr>
            <a:xfrm rot="-9903570">
              <a:off x="184480" y="169487"/>
              <a:ext cx="594869" cy="529180"/>
            </a:xfrm>
            <a:prstGeom prst="ellipse">
              <a:avLst/>
            </a:prstGeom>
            <a:gradFill>
              <a:gsLst>
                <a:gs pos="0">
                  <a:srgbClr val="324794">
                    <a:alpha val="17616"/>
                  </a:srgbClr>
                </a:gs>
                <a:gs pos="14286">
                  <a:srgbClr val="324794">
                    <a:alpha val="16314"/>
                  </a:srgbClr>
                </a:gs>
                <a:gs pos="28571">
                  <a:srgbClr val="324794">
                    <a:alpha val="12915"/>
                  </a:srgbClr>
                </a:gs>
                <a:gs pos="42857">
                  <a:srgbClr val="324794">
                    <a:alpha val="8671"/>
                  </a:srgbClr>
                </a:gs>
                <a:gs pos="57143">
                  <a:srgbClr val="324794">
                    <a:alpha val="4902"/>
                  </a:srgbClr>
                </a:gs>
                <a:gs pos="71429">
                  <a:srgbClr val="324794">
                    <a:alpha val="2325"/>
                  </a:srgbClr>
                </a:gs>
                <a:gs pos="85714">
                  <a:srgbClr val="324794">
                    <a:alpha val="926"/>
                  </a:srgbClr>
                </a:gs>
                <a:gs pos="100000">
                  <a:srgbClr val="324794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Splat 220"/>
            <p:cNvSpPr>
              <a:spLocks noGrp="1"/>
            </p:cNvSpPr>
            <p:nvPr/>
          </p:nvSpPr>
          <p:spPr>
            <a:xfrm rot="5525693">
              <a:off x="1493264" y="1544353"/>
              <a:ext cx="560942" cy="322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Splat 221"/>
            <p:cNvSpPr>
              <a:spLocks noGrp="1"/>
            </p:cNvSpPr>
            <p:nvPr/>
          </p:nvSpPr>
          <p:spPr>
            <a:xfrm rot="-10478905">
              <a:off x="3493157" y="2036259"/>
              <a:ext cx="68461" cy="18106"/>
            </a:xfrm>
            <a:prstGeom prst="ellipse">
              <a:avLst/>
            </a:prstGeom>
            <a:gradFill>
              <a:gsLst>
                <a:gs pos="0">
                  <a:srgbClr val="3E3528">
                    <a:alpha val="16123"/>
                  </a:srgbClr>
                </a:gs>
                <a:gs pos="14286">
                  <a:srgbClr val="3E3528">
                    <a:alpha val="14922"/>
                  </a:srgbClr>
                </a:gs>
                <a:gs pos="28571">
                  <a:srgbClr val="3E3528">
                    <a:alpha val="11792"/>
                  </a:srgbClr>
                </a:gs>
                <a:gs pos="42857">
                  <a:srgbClr val="3E3528">
                    <a:alpha val="7901"/>
                  </a:srgbClr>
                </a:gs>
                <a:gs pos="57143">
                  <a:srgbClr val="3E3528">
                    <a:alpha val="4458"/>
                  </a:srgbClr>
                </a:gs>
                <a:gs pos="71429">
                  <a:srgbClr val="3E3528">
                    <a:alpha val="2112"/>
                  </a:srgbClr>
                </a:gs>
                <a:gs pos="85714">
                  <a:srgbClr val="3E3528">
                    <a:alpha val="841"/>
                  </a:srgbClr>
                </a:gs>
                <a:gs pos="100000">
                  <a:srgbClr val="3E3528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Splat 222"/>
            <p:cNvSpPr>
              <a:spLocks noGrp="1"/>
            </p:cNvSpPr>
            <p:nvPr/>
          </p:nvSpPr>
          <p:spPr>
            <a:xfrm rot="2975100">
              <a:off x="3142751" y="2186365"/>
              <a:ext cx="487138" cy="450796"/>
            </a:xfrm>
            <a:prstGeom prst="ellipse">
              <a:avLst/>
            </a:prstGeom>
            <a:gradFill>
              <a:gsLst>
                <a:gs pos="0">
                  <a:srgbClr val="5C3D00">
                    <a:alpha val="11752"/>
                  </a:srgbClr>
                </a:gs>
                <a:gs pos="14286">
                  <a:srgbClr val="5C3D00">
                    <a:alpha val="10856"/>
                  </a:srgbClr>
                </a:gs>
                <a:gs pos="28571">
                  <a:srgbClr val="5C3D00">
                    <a:alpha val="8536"/>
                  </a:srgbClr>
                </a:gs>
                <a:gs pos="42857">
                  <a:srgbClr val="5C3D00">
                    <a:alpha val="5684"/>
                  </a:srgbClr>
                </a:gs>
                <a:gs pos="57143">
                  <a:srgbClr val="5C3D00">
                    <a:alpha val="3191"/>
                  </a:srgbClr>
                </a:gs>
                <a:gs pos="71429">
                  <a:srgbClr val="5C3D00">
                    <a:alpha val="1506"/>
                  </a:srgbClr>
                </a:gs>
                <a:gs pos="85714">
                  <a:srgbClr val="5C3D00">
                    <a:alpha val="598"/>
                  </a:srgbClr>
                </a:gs>
                <a:gs pos="100000">
                  <a:srgbClr val="5C3D00">
                    <a:alpha val="2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Splat 223"/>
            <p:cNvSpPr>
              <a:spLocks noGrp="1"/>
            </p:cNvSpPr>
            <p:nvPr/>
          </p:nvSpPr>
          <p:spPr>
            <a:xfrm rot="-8813562">
              <a:off x="1059056" y="2404134"/>
              <a:ext cx="73659" cy="38168"/>
            </a:xfrm>
            <a:prstGeom prst="ellipse">
              <a:avLst/>
            </a:prstGeom>
            <a:gradFill>
              <a:gsLst>
                <a:gs pos="0">
                  <a:srgbClr val="000071">
                    <a:alpha val="32968"/>
                  </a:srgbClr>
                </a:gs>
                <a:gs pos="14286">
                  <a:srgbClr val="000071">
                    <a:alpha val="30764"/>
                  </a:srgbClr>
                </a:gs>
                <a:gs pos="28571">
                  <a:srgbClr val="000071">
                    <a:alpha val="24833"/>
                  </a:srgbClr>
                </a:gs>
                <a:gs pos="42857">
                  <a:srgbClr val="000071">
                    <a:alpha val="17075"/>
                  </a:srgbClr>
                </a:gs>
                <a:gs pos="57143">
                  <a:srgbClr val="000071">
                    <a:alpha val="9855"/>
                  </a:srgbClr>
                </a:gs>
                <a:gs pos="71429">
                  <a:srgbClr val="000071">
                    <a:alpha val="4740"/>
                  </a:srgbClr>
                </a:gs>
                <a:gs pos="85714">
                  <a:srgbClr val="000071">
                    <a:alpha val="1902"/>
                  </a:srgbClr>
                </a:gs>
                <a:gs pos="100000">
                  <a:srgbClr val="00007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Splat 224"/>
            <p:cNvSpPr>
              <a:spLocks noGrp="1"/>
            </p:cNvSpPr>
            <p:nvPr/>
          </p:nvSpPr>
          <p:spPr>
            <a:xfrm rot="6017134">
              <a:off x="1701561" y="1788205"/>
              <a:ext cx="409856" cy="55680"/>
            </a:xfrm>
            <a:prstGeom prst="ellipse">
              <a:avLst/>
            </a:prstGeom>
            <a:gradFill>
              <a:gsLst>
                <a:gs pos="0">
                  <a:srgbClr val="1A0000">
                    <a:alpha val="32968"/>
                  </a:srgbClr>
                </a:gs>
                <a:gs pos="14286">
                  <a:srgbClr val="1A0000">
                    <a:alpha val="30764"/>
                  </a:srgbClr>
                </a:gs>
                <a:gs pos="28571">
                  <a:srgbClr val="1A0000">
                    <a:alpha val="24833"/>
                  </a:srgbClr>
                </a:gs>
                <a:gs pos="42857">
                  <a:srgbClr val="1A0000">
                    <a:alpha val="17075"/>
                  </a:srgbClr>
                </a:gs>
                <a:gs pos="57143">
                  <a:srgbClr val="1A0000">
                    <a:alpha val="9855"/>
                  </a:srgbClr>
                </a:gs>
                <a:gs pos="71429">
                  <a:srgbClr val="1A0000">
                    <a:alpha val="4740"/>
                  </a:srgbClr>
                </a:gs>
                <a:gs pos="85714">
                  <a:srgbClr val="1A0000">
                    <a:alpha val="1902"/>
                  </a:srgbClr>
                </a:gs>
                <a:gs pos="100000">
                  <a:srgbClr val="1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Splat 225"/>
            <p:cNvSpPr>
              <a:spLocks noGrp="1"/>
            </p:cNvSpPr>
            <p:nvPr/>
          </p:nvSpPr>
          <p:spPr>
            <a:xfrm rot="6202158">
              <a:off x="3984" y="1554775"/>
              <a:ext cx="539429" cy="424388"/>
            </a:xfrm>
            <a:prstGeom prst="ellipse">
              <a:avLst/>
            </a:prstGeom>
            <a:gradFill>
              <a:gsLst>
                <a:gs pos="0">
                  <a:srgbClr val="686D00">
                    <a:alpha val="11165"/>
                  </a:srgbClr>
                </a:gs>
                <a:gs pos="14286">
                  <a:srgbClr val="686D00">
                    <a:alpha val="10311"/>
                  </a:srgbClr>
                </a:gs>
                <a:gs pos="28571">
                  <a:srgbClr val="686D00">
                    <a:alpha val="8102"/>
                  </a:srgbClr>
                </a:gs>
                <a:gs pos="42857">
                  <a:srgbClr val="686D00">
                    <a:alpha val="5391"/>
                  </a:srgbClr>
                </a:gs>
                <a:gs pos="57143">
                  <a:srgbClr val="686D00">
                    <a:alpha val="3024"/>
                  </a:srgbClr>
                </a:gs>
                <a:gs pos="71429">
                  <a:srgbClr val="686D00">
                    <a:alpha val="1427"/>
                  </a:srgbClr>
                </a:gs>
                <a:gs pos="85714">
                  <a:srgbClr val="686D00">
                    <a:alpha val="567"/>
                  </a:srgbClr>
                </a:gs>
                <a:gs pos="100000">
                  <a:srgbClr val="686D00">
                    <a:alpha val="1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Splat 226"/>
            <p:cNvSpPr>
              <a:spLocks noGrp="1"/>
            </p:cNvSpPr>
            <p:nvPr/>
          </p:nvSpPr>
          <p:spPr>
            <a:xfrm rot="8331010">
              <a:off x="1817504" y="2277495"/>
              <a:ext cx="325103" cy="43744"/>
            </a:xfrm>
            <a:prstGeom prst="ellipse">
              <a:avLst/>
            </a:prstGeom>
            <a:gradFill>
              <a:gsLst>
                <a:gs pos="0">
                  <a:srgbClr val="FFA039">
                    <a:alpha val="14487"/>
                  </a:srgbClr>
                </a:gs>
                <a:gs pos="14286">
                  <a:srgbClr val="FFA039">
                    <a:alpha val="13398"/>
                  </a:srgbClr>
                </a:gs>
                <a:gs pos="28571">
                  <a:srgbClr val="FFA039">
                    <a:alpha val="10568"/>
                  </a:srgbClr>
                </a:gs>
                <a:gs pos="42857">
                  <a:srgbClr val="FFA039">
                    <a:alpha val="7064"/>
                  </a:srgbClr>
                </a:gs>
                <a:gs pos="57143">
                  <a:srgbClr val="FFA039">
                    <a:alpha val="3978"/>
                  </a:srgbClr>
                </a:gs>
                <a:gs pos="71429">
                  <a:srgbClr val="FFA039">
                    <a:alpha val="1882"/>
                  </a:srgbClr>
                </a:gs>
                <a:gs pos="85714">
                  <a:srgbClr val="FFA039">
                    <a:alpha val="749"/>
                  </a:srgbClr>
                </a:gs>
                <a:gs pos="100000">
                  <a:srgbClr val="FFA039">
                    <a:alpha val="2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Splat 227"/>
            <p:cNvSpPr>
              <a:spLocks noGrp="1"/>
            </p:cNvSpPr>
            <p:nvPr/>
          </p:nvSpPr>
          <p:spPr>
            <a:xfrm rot="5363302">
              <a:off x="421372" y="1708129"/>
              <a:ext cx="68461" cy="18273"/>
            </a:xfrm>
            <a:prstGeom prst="ellipse">
              <a:avLst/>
            </a:prstGeom>
            <a:gradFill>
              <a:gsLst>
                <a:gs pos="0">
                  <a:srgbClr val="454D66">
                    <a:alpha val="15999"/>
                  </a:srgbClr>
                </a:gs>
                <a:gs pos="14286">
                  <a:srgbClr val="454D66">
                    <a:alpha val="14806"/>
                  </a:srgbClr>
                </a:gs>
                <a:gs pos="28571">
                  <a:srgbClr val="454D66">
                    <a:alpha val="11699"/>
                  </a:srgbClr>
                </a:gs>
                <a:gs pos="42857">
                  <a:srgbClr val="454D66">
                    <a:alpha val="7837"/>
                  </a:srgbClr>
                </a:gs>
                <a:gs pos="57143">
                  <a:srgbClr val="454D66">
                    <a:alpha val="4421"/>
                  </a:srgbClr>
                </a:gs>
                <a:gs pos="71429">
                  <a:srgbClr val="454D66">
                    <a:alpha val="2094"/>
                  </a:srgbClr>
                </a:gs>
                <a:gs pos="85714">
                  <a:srgbClr val="454D66">
                    <a:alpha val="833"/>
                  </a:srgbClr>
                </a:gs>
                <a:gs pos="100000">
                  <a:srgbClr val="454D66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Splat 228"/>
            <p:cNvSpPr>
              <a:spLocks noGrp="1"/>
            </p:cNvSpPr>
            <p:nvPr/>
          </p:nvSpPr>
          <p:spPr>
            <a:xfrm rot="10731429">
              <a:off x="1728686" y="2188243"/>
              <a:ext cx="398740" cy="14938"/>
            </a:xfrm>
            <a:prstGeom prst="ellipse">
              <a:avLst/>
            </a:prstGeom>
            <a:gradFill>
              <a:gsLst>
                <a:gs pos="0">
                  <a:srgbClr val="E2A500">
                    <a:alpha val="32968"/>
                  </a:srgbClr>
                </a:gs>
                <a:gs pos="14286">
                  <a:srgbClr val="E2A500">
                    <a:alpha val="30764"/>
                  </a:srgbClr>
                </a:gs>
                <a:gs pos="28571">
                  <a:srgbClr val="E2A500">
                    <a:alpha val="24833"/>
                  </a:srgbClr>
                </a:gs>
                <a:gs pos="42857">
                  <a:srgbClr val="E2A500">
                    <a:alpha val="17075"/>
                  </a:srgbClr>
                </a:gs>
                <a:gs pos="57143">
                  <a:srgbClr val="E2A500">
                    <a:alpha val="9855"/>
                  </a:srgbClr>
                </a:gs>
                <a:gs pos="71429">
                  <a:srgbClr val="E2A500">
                    <a:alpha val="4740"/>
                  </a:srgbClr>
                </a:gs>
                <a:gs pos="85714">
                  <a:srgbClr val="E2A500">
                    <a:alpha val="1902"/>
                  </a:srgbClr>
                </a:gs>
                <a:gs pos="100000">
                  <a:srgbClr val="E2A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Splat 229"/>
            <p:cNvSpPr>
              <a:spLocks noGrp="1"/>
            </p:cNvSpPr>
            <p:nvPr/>
          </p:nvSpPr>
          <p:spPr>
            <a:xfrm rot="8032688">
              <a:off x="1714105" y="1998475"/>
              <a:ext cx="128058" cy="19109"/>
            </a:xfrm>
            <a:prstGeom prst="ellipse">
              <a:avLst/>
            </a:prstGeom>
            <a:gradFill>
              <a:gsLst>
                <a:gs pos="0">
                  <a:srgbClr val="FFE4BF">
                    <a:alpha val="32968"/>
                  </a:srgbClr>
                </a:gs>
                <a:gs pos="14286">
                  <a:srgbClr val="FFE4BF">
                    <a:alpha val="30764"/>
                  </a:srgbClr>
                </a:gs>
                <a:gs pos="28571">
                  <a:srgbClr val="FFE4BF">
                    <a:alpha val="24833"/>
                  </a:srgbClr>
                </a:gs>
                <a:gs pos="42857">
                  <a:srgbClr val="FFE4BF">
                    <a:alpha val="17075"/>
                  </a:srgbClr>
                </a:gs>
                <a:gs pos="57143">
                  <a:srgbClr val="FFE4BF">
                    <a:alpha val="9855"/>
                  </a:srgbClr>
                </a:gs>
                <a:gs pos="71429">
                  <a:srgbClr val="FFE4BF">
                    <a:alpha val="4740"/>
                  </a:srgbClr>
                </a:gs>
                <a:gs pos="85714">
                  <a:srgbClr val="FFE4BF">
                    <a:alpha val="1902"/>
                  </a:srgbClr>
                </a:gs>
                <a:gs pos="100000">
                  <a:srgbClr val="FFE4B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Splat 230"/>
            <p:cNvSpPr>
              <a:spLocks noGrp="1"/>
            </p:cNvSpPr>
            <p:nvPr/>
          </p:nvSpPr>
          <p:spPr>
            <a:xfrm rot="5793676">
              <a:off x="3262196" y="1812030"/>
              <a:ext cx="68461" cy="18315"/>
            </a:xfrm>
            <a:prstGeom prst="ellipse">
              <a:avLst/>
            </a:prstGeom>
            <a:gradFill>
              <a:gsLst>
                <a:gs pos="0">
                  <a:srgbClr val="403935">
                    <a:alpha val="15968"/>
                  </a:srgbClr>
                </a:gs>
                <a:gs pos="14286">
                  <a:srgbClr val="403935">
                    <a:alpha val="14777"/>
                  </a:srgbClr>
                </a:gs>
                <a:gs pos="28571">
                  <a:srgbClr val="403935">
                    <a:alpha val="11675"/>
                  </a:srgbClr>
                </a:gs>
                <a:gs pos="42857">
                  <a:srgbClr val="403935">
                    <a:alpha val="7821"/>
                  </a:srgbClr>
                </a:gs>
                <a:gs pos="57143">
                  <a:srgbClr val="403935">
                    <a:alpha val="4412"/>
                  </a:srgbClr>
                </a:gs>
                <a:gs pos="71429">
                  <a:srgbClr val="403935">
                    <a:alpha val="2090"/>
                  </a:srgbClr>
                </a:gs>
                <a:gs pos="85714">
                  <a:srgbClr val="403935">
                    <a:alpha val="832"/>
                  </a:srgbClr>
                </a:gs>
                <a:gs pos="100000">
                  <a:srgbClr val="403935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Splat 231"/>
            <p:cNvSpPr>
              <a:spLocks noGrp="1"/>
            </p:cNvSpPr>
            <p:nvPr/>
          </p:nvSpPr>
          <p:spPr>
            <a:xfrm rot="-9270098">
              <a:off x="1961497" y="2301635"/>
              <a:ext cx="249844" cy="69713"/>
            </a:xfrm>
            <a:prstGeom prst="ellipse">
              <a:avLst/>
            </a:prstGeom>
            <a:gradFill>
              <a:gsLst>
                <a:gs pos="0">
                  <a:srgbClr val="FF3B00">
                    <a:alpha val="16728"/>
                  </a:srgbClr>
                </a:gs>
                <a:gs pos="14286">
                  <a:srgbClr val="FF3B00">
                    <a:alpha val="15486"/>
                  </a:srgbClr>
                </a:gs>
                <a:gs pos="28571">
                  <a:srgbClr val="FF3B00">
                    <a:alpha val="12247"/>
                  </a:srgbClr>
                </a:gs>
                <a:gs pos="42857">
                  <a:srgbClr val="FF3B00">
                    <a:alpha val="8212"/>
                  </a:srgbClr>
                </a:gs>
                <a:gs pos="57143">
                  <a:srgbClr val="FF3B00">
                    <a:alpha val="4637"/>
                  </a:srgbClr>
                </a:gs>
                <a:gs pos="71429">
                  <a:srgbClr val="FF3B00">
                    <a:alpha val="2198"/>
                  </a:srgbClr>
                </a:gs>
                <a:gs pos="85714">
                  <a:srgbClr val="FF3B00">
                    <a:alpha val="875"/>
                  </a:srgbClr>
                </a:gs>
                <a:gs pos="100000">
                  <a:srgbClr val="FF3B00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Splat 232"/>
            <p:cNvSpPr>
              <a:spLocks noGrp="1"/>
            </p:cNvSpPr>
            <p:nvPr/>
          </p:nvSpPr>
          <p:spPr>
            <a:xfrm rot="5641812">
              <a:off x="707400" y="2212109"/>
              <a:ext cx="262565" cy="20612"/>
            </a:xfrm>
            <a:prstGeom prst="ellipse">
              <a:avLst/>
            </a:prstGeom>
            <a:gradFill>
              <a:gsLst>
                <a:gs pos="0">
                  <a:srgbClr val="FFB435">
                    <a:alpha val="32167"/>
                  </a:srgbClr>
                </a:gs>
                <a:gs pos="14286">
                  <a:srgbClr val="FFB435">
                    <a:alpha val="30004"/>
                  </a:srgbClr>
                </a:gs>
                <a:gs pos="28571">
                  <a:srgbClr val="FFB435">
                    <a:alpha val="24193"/>
                  </a:srgbClr>
                </a:gs>
                <a:gs pos="42857">
                  <a:srgbClr val="FFB435">
                    <a:alpha val="16613"/>
                  </a:srgbClr>
                </a:gs>
                <a:gs pos="57143">
                  <a:srgbClr val="FFB435">
                    <a:alpha val="9577"/>
                  </a:srgbClr>
                </a:gs>
                <a:gs pos="71429">
                  <a:srgbClr val="FFB435">
                    <a:alpha val="4603"/>
                  </a:srgbClr>
                </a:gs>
                <a:gs pos="85714">
                  <a:srgbClr val="FFB435">
                    <a:alpha val="1846"/>
                  </a:srgbClr>
                </a:gs>
                <a:gs pos="100000">
                  <a:srgbClr val="FFB435">
                    <a:alpha val="6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Splat 233"/>
            <p:cNvSpPr>
              <a:spLocks noGrp="1"/>
            </p:cNvSpPr>
            <p:nvPr/>
          </p:nvSpPr>
          <p:spPr>
            <a:xfrm rot="-10767370">
              <a:off x="635777" y="2073880"/>
              <a:ext cx="640521" cy="487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Splat 234"/>
            <p:cNvSpPr>
              <a:spLocks noGrp="1"/>
            </p:cNvSpPr>
            <p:nvPr/>
          </p:nvSpPr>
          <p:spPr>
            <a:xfrm rot="3386271">
              <a:off x="1850723" y="2151235"/>
              <a:ext cx="315141" cy="20431"/>
            </a:xfrm>
            <a:prstGeom prst="ellipse">
              <a:avLst/>
            </a:prstGeom>
            <a:gradFill>
              <a:gsLst>
                <a:gs pos="0">
                  <a:srgbClr val="FFC053">
                    <a:alpha val="20235"/>
                  </a:srgbClr>
                </a:gs>
                <a:gs pos="14286">
                  <a:srgbClr val="FFC053">
                    <a:alpha val="18763"/>
                  </a:srgbClr>
                </a:gs>
                <a:gs pos="28571">
                  <a:srgbClr val="FFC053">
                    <a:alpha val="14900"/>
                  </a:srgbClr>
                </a:gs>
                <a:gs pos="42857">
                  <a:srgbClr val="FFC053">
                    <a:alpha val="10042"/>
                  </a:srgbClr>
                </a:gs>
                <a:gs pos="57143">
                  <a:srgbClr val="FFC053">
                    <a:alpha val="5696"/>
                  </a:srgbClr>
                </a:gs>
                <a:gs pos="71429">
                  <a:srgbClr val="FFC053">
                    <a:alpha val="2708"/>
                  </a:srgbClr>
                </a:gs>
                <a:gs pos="85714">
                  <a:srgbClr val="FFC053">
                    <a:alpha val="1080"/>
                  </a:srgbClr>
                </a:gs>
                <a:gs pos="100000">
                  <a:srgbClr val="FFC053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Splat 235"/>
            <p:cNvSpPr>
              <a:spLocks noGrp="1"/>
            </p:cNvSpPr>
            <p:nvPr/>
          </p:nvSpPr>
          <p:spPr>
            <a:xfrm rot="9333718">
              <a:off x="3433361" y="2079834"/>
              <a:ext cx="68461" cy="18335"/>
            </a:xfrm>
            <a:prstGeom prst="ellipse">
              <a:avLst/>
            </a:prstGeom>
            <a:gradFill>
              <a:gsLst>
                <a:gs pos="0">
                  <a:srgbClr val="534D28">
                    <a:alpha val="15953"/>
                  </a:srgbClr>
                </a:gs>
                <a:gs pos="14286">
                  <a:srgbClr val="534D28">
                    <a:alpha val="14763"/>
                  </a:srgbClr>
                </a:gs>
                <a:gs pos="28571">
                  <a:srgbClr val="534D28">
                    <a:alpha val="11664"/>
                  </a:srgbClr>
                </a:gs>
                <a:gs pos="42857">
                  <a:srgbClr val="534D28">
                    <a:alpha val="7813"/>
                  </a:srgbClr>
                </a:gs>
                <a:gs pos="57143">
                  <a:srgbClr val="534D28">
                    <a:alpha val="4408"/>
                  </a:srgbClr>
                </a:gs>
                <a:gs pos="71429">
                  <a:srgbClr val="534D28">
                    <a:alpha val="2088"/>
                  </a:srgbClr>
                </a:gs>
                <a:gs pos="85714">
                  <a:srgbClr val="534D28">
                    <a:alpha val="831"/>
                  </a:srgbClr>
                </a:gs>
                <a:gs pos="100000">
                  <a:srgbClr val="534D28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Splat 236"/>
            <p:cNvSpPr>
              <a:spLocks noGrp="1"/>
            </p:cNvSpPr>
            <p:nvPr/>
          </p:nvSpPr>
          <p:spPr>
            <a:xfrm rot="-9425666">
              <a:off x="60971" y="1781331"/>
              <a:ext cx="502457" cy="446572"/>
            </a:xfrm>
            <a:prstGeom prst="ellipse">
              <a:avLst/>
            </a:prstGeom>
            <a:gradFill>
              <a:gsLst>
                <a:gs pos="0">
                  <a:srgbClr val="DAEFFF">
                    <a:alpha val="4673"/>
                  </a:srgbClr>
                </a:gs>
                <a:gs pos="14286">
                  <a:srgbClr val="DAEFFF">
                    <a:alpha val="4303"/>
                  </a:srgbClr>
                </a:gs>
                <a:gs pos="28571">
                  <a:srgbClr val="DAEFFF">
                    <a:alpha val="3358"/>
                  </a:srgbClr>
                </a:gs>
                <a:gs pos="42857">
                  <a:srgbClr val="DAEFFF">
                    <a:alpha val="2215"/>
                  </a:srgbClr>
                </a:gs>
                <a:gs pos="57143">
                  <a:srgbClr val="DAEFFF">
                    <a:alpha val="1234"/>
                  </a:srgbClr>
                </a:gs>
                <a:gs pos="71429">
                  <a:srgbClr val="DAEFFF">
                    <a:alpha val="579"/>
                  </a:srgbClr>
                </a:gs>
                <a:gs pos="85714">
                  <a:srgbClr val="DAEFFF">
                    <a:alpha val="230"/>
                  </a:srgbClr>
                </a:gs>
                <a:gs pos="100000">
                  <a:srgbClr val="DAEFFF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Splat 237"/>
            <p:cNvSpPr>
              <a:spLocks noGrp="1"/>
            </p:cNvSpPr>
            <p:nvPr/>
          </p:nvSpPr>
          <p:spPr>
            <a:xfrm rot="9410791">
              <a:off x="315333" y="1721497"/>
              <a:ext cx="68461" cy="18394"/>
            </a:xfrm>
            <a:prstGeom prst="ellipse">
              <a:avLst/>
            </a:prstGeom>
            <a:gradFill>
              <a:gsLst>
                <a:gs pos="0">
                  <a:srgbClr val="534C5D">
                    <a:alpha val="15909"/>
                  </a:srgbClr>
                </a:gs>
                <a:gs pos="14286">
                  <a:srgbClr val="534C5D">
                    <a:alpha val="14722"/>
                  </a:srgbClr>
                </a:gs>
                <a:gs pos="28571">
                  <a:srgbClr val="534C5D">
                    <a:alpha val="11631"/>
                  </a:srgbClr>
                </a:gs>
                <a:gs pos="42857">
                  <a:srgbClr val="534C5D">
                    <a:alpha val="7790"/>
                  </a:srgbClr>
                </a:gs>
                <a:gs pos="57143">
                  <a:srgbClr val="534C5D">
                    <a:alpha val="4395"/>
                  </a:srgbClr>
                </a:gs>
                <a:gs pos="71429">
                  <a:srgbClr val="534C5D">
                    <a:alpha val="2082"/>
                  </a:srgbClr>
                </a:gs>
                <a:gs pos="85714">
                  <a:srgbClr val="534C5D">
                    <a:alpha val="828"/>
                  </a:srgbClr>
                </a:gs>
                <a:gs pos="100000">
                  <a:srgbClr val="534C5D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Splat 238"/>
            <p:cNvSpPr>
              <a:spLocks noGrp="1"/>
            </p:cNvSpPr>
            <p:nvPr/>
          </p:nvSpPr>
          <p:spPr>
            <a:xfrm rot="7105538">
              <a:off x="2564622" y="2268464"/>
              <a:ext cx="68461" cy="18469"/>
            </a:xfrm>
            <a:prstGeom prst="ellipse">
              <a:avLst/>
            </a:prstGeom>
            <a:gradFill>
              <a:gsLst>
                <a:gs pos="0">
                  <a:srgbClr val="675548">
                    <a:alpha val="15853"/>
                  </a:srgbClr>
                </a:gs>
                <a:gs pos="14286">
                  <a:srgbClr val="675548">
                    <a:alpha val="14670"/>
                  </a:srgbClr>
                </a:gs>
                <a:gs pos="28571">
                  <a:srgbClr val="675548">
                    <a:alpha val="11589"/>
                  </a:srgbClr>
                </a:gs>
                <a:gs pos="42857">
                  <a:srgbClr val="675548">
                    <a:alpha val="7762"/>
                  </a:srgbClr>
                </a:gs>
                <a:gs pos="57143">
                  <a:srgbClr val="675548">
                    <a:alpha val="4378"/>
                  </a:srgbClr>
                </a:gs>
                <a:gs pos="71429">
                  <a:srgbClr val="675548">
                    <a:alpha val="2074"/>
                  </a:srgbClr>
                </a:gs>
                <a:gs pos="85714">
                  <a:srgbClr val="675548">
                    <a:alpha val="825"/>
                  </a:srgbClr>
                </a:gs>
                <a:gs pos="100000">
                  <a:srgbClr val="675548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Splat 239"/>
            <p:cNvSpPr>
              <a:spLocks noGrp="1"/>
            </p:cNvSpPr>
            <p:nvPr/>
          </p:nvSpPr>
          <p:spPr>
            <a:xfrm rot="-10607987">
              <a:off x="-13289" y="615259"/>
              <a:ext cx="635073" cy="526513"/>
            </a:xfrm>
            <a:prstGeom prst="ellipse">
              <a:avLst/>
            </a:prstGeom>
            <a:gradFill>
              <a:gsLst>
                <a:gs pos="0">
                  <a:srgbClr val="607FBA">
                    <a:alpha val="27416"/>
                  </a:srgbClr>
                </a:gs>
                <a:gs pos="14286">
                  <a:srgbClr val="607FBA">
                    <a:alpha val="25510"/>
                  </a:srgbClr>
                </a:gs>
                <a:gs pos="28571">
                  <a:srgbClr val="607FBA">
                    <a:alpha val="20441"/>
                  </a:srgbClr>
                </a:gs>
                <a:gs pos="42857">
                  <a:srgbClr val="607FBA">
                    <a:alpha val="13928"/>
                  </a:srgbClr>
                </a:gs>
                <a:gs pos="57143">
                  <a:srgbClr val="607FBA">
                    <a:alpha val="7975"/>
                  </a:srgbClr>
                </a:gs>
                <a:gs pos="71429">
                  <a:srgbClr val="607FBA">
                    <a:alpha val="3816"/>
                  </a:srgbClr>
                </a:gs>
                <a:gs pos="85714">
                  <a:srgbClr val="607FBA">
                    <a:alpha val="1527"/>
                  </a:srgbClr>
                </a:gs>
                <a:gs pos="100000">
                  <a:srgbClr val="607FBA">
                    <a:alpha val="5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Splat 240"/>
            <p:cNvSpPr>
              <a:spLocks noGrp="1"/>
            </p:cNvSpPr>
            <p:nvPr/>
          </p:nvSpPr>
          <p:spPr>
            <a:xfrm rot="10546511">
              <a:off x="1861709" y="2307901"/>
              <a:ext cx="316988" cy="210037"/>
            </a:xfrm>
            <a:prstGeom prst="ellipse">
              <a:avLst/>
            </a:prstGeom>
            <a:gradFill>
              <a:gsLst>
                <a:gs pos="0">
                  <a:srgbClr val="FFB351">
                    <a:alpha val="32390"/>
                  </a:srgbClr>
                </a:gs>
                <a:gs pos="14286">
                  <a:srgbClr val="FFB351">
                    <a:alpha val="30215"/>
                  </a:srgbClr>
                </a:gs>
                <a:gs pos="28571">
                  <a:srgbClr val="FFB351">
                    <a:alpha val="24371"/>
                  </a:srgbClr>
                </a:gs>
                <a:gs pos="42857">
                  <a:srgbClr val="FFB351">
                    <a:alpha val="16741"/>
                  </a:srgbClr>
                </a:gs>
                <a:gs pos="57143">
                  <a:srgbClr val="FFB351">
                    <a:alpha val="9654"/>
                  </a:srgbClr>
                </a:gs>
                <a:gs pos="71429">
                  <a:srgbClr val="FFB351">
                    <a:alpha val="4641"/>
                  </a:srgbClr>
                </a:gs>
                <a:gs pos="85714">
                  <a:srgbClr val="FFB351">
                    <a:alpha val="1862"/>
                  </a:srgbClr>
                </a:gs>
                <a:gs pos="100000">
                  <a:srgbClr val="FFB351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Splat 241"/>
            <p:cNvSpPr>
              <a:spLocks noGrp="1"/>
            </p:cNvSpPr>
            <p:nvPr/>
          </p:nvSpPr>
          <p:spPr>
            <a:xfrm rot="4149331">
              <a:off x="1911555" y="2407326"/>
              <a:ext cx="88624" cy="34922"/>
            </a:xfrm>
            <a:prstGeom prst="ellipse">
              <a:avLst/>
            </a:prstGeom>
            <a:gradFill>
              <a:gsLst>
                <a:gs pos="0">
                  <a:srgbClr val="932D00">
                    <a:alpha val="32968"/>
                  </a:srgbClr>
                </a:gs>
                <a:gs pos="14286">
                  <a:srgbClr val="932D00">
                    <a:alpha val="30764"/>
                  </a:srgbClr>
                </a:gs>
                <a:gs pos="28571">
                  <a:srgbClr val="932D00">
                    <a:alpha val="24833"/>
                  </a:srgbClr>
                </a:gs>
                <a:gs pos="42857">
                  <a:srgbClr val="932D00">
                    <a:alpha val="17075"/>
                  </a:srgbClr>
                </a:gs>
                <a:gs pos="57143">
                  <a:srgbClr val="932D00">
                    <a:alpha val="9855"/>
                  </a:srgbClr>
                </a:gs>
                <a:gs pos="71429">
                  <a:srgbClr val="932D00">
                    <a:alpha val="4740"/>
                  </a:srgbClr>
                </a:gs>
                <a:gs pos="85714">
                  <a:srgbClr val="932D00">
                    <a:alpha val="1902"/>
                  </a:srgbClr>
                </a:gs>
                <a:gs pos="100000">
                  <a:srgbClr val="932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Splat 242"/>
            <p:cNvSpPr>
              <a:spLocks noGrp="1"/>
            </p:cNvSpPr>
            <p:nvPr/>
          </p:nvSpPr>
          <p:spPr>
            <a:xfrm rot="5256476">
              <a:off x="1865175" y="1277047"/>
              <a:ext cx="66981" cy="16745"/>
            </a:xfrm>
            <a:prstGeom prst="ellipse">
              <a:avLst/>
            </a:prstGeom>
            <a:gradFill>
              <a:gsLst>
                <a:gs pos="0">
                  <a:srgbClr val="BDAA99">
                    <a:alpha val="17129"/>
                  </a:srgbClr>
                </a:gs>
                <a:gs pos="14286">
                  <a:srgbClr val="BDAA99">
                    <a:alpha val="15860"/>
                  </a:srgbClr>
                </a:gs>
                <a:gs pos="28571">
                  <a:srgbClr val="BDAA99">
                    <a:alpha val="12548"/>
                  </a:srgbClr>
                </a:gs>
                <a:gs pos="42857">
                  <a:srgbClr val="BDAA99">
                    <a:alpha val="8419"/>
                  </a:srgbClr>
                </a:gs>
                <a:gs pos="57143">
                  <a:srgbClr val="BDAA99">
                    <a:alpha val="4756"/>
                  </a:srgbClr>
                </a:gs>
                <a:gs pos="71429">
                  <a:srgbClr val="BDAA99">
                    <a:alpha val="2255"/>
                  </a:srgbClr>
                </a:gs>
                <a:gs pos="85714">
                  <a:srgbClr val="BDAA99">
                    <a:alpha val="898"/>
                  </a:srgbClr>
                </a:gs>
                <a:gs pos="100000">
                  <a:srgbClr val="BDAA99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Splat 243"/>
            <p:cNvSpPr>
              <a:spLocks noGrp="1"/>
            </p:cNvSpPr>
            <p:nvPr/>
          </p:nvSpPr>
          <p:spPr>
            <a:xfrm rot="-8643325">
              <a:off x="2549309" y="2396764"/>
              <a:ext cx="204913" cy="28963"/>
            </a:xfrm>
            <a:prstGeom prst="ellipse">
              <a:avLst/>
            </a:prstGeom>
            <a:gradFill>
              <a:gsLst>
                <a:gs pos="0">
                  <a:srgbClr val="2E001D">
                    <a:alpha val="32968"/>
                  </a:srgbClr>
                </a:gs>
                <a:gs pos="14286">
                  <a:srgbClr val="2E001D">
                    <a:alpha val="30764"/>
                  </a:srgbClr>
                </a:gs>
                <a:gs pos="28571">
                  <a:srgbClr val="2E001D">
                    <a:alpha val="24833"/>
                  </a:srgbClr>
                </a:gs>
                <a:gs pos="42857">
                  <a:srgbClr val="2E001D">
                    <a:alpha val="17075"/>
                  </a:srgbClr>
                </a:gs>
                <a:gs pos="57143">
                  <a:srgbClr val="2E001D">
                    <a:alpha val="9855"/>
                  </a:srgbClr>
                </a:gs>
                <a:gs pos="71429">
                  <a:srgbClr val="2E001D">
                    <a:alpha val="4740"/>
                  </a:srgbClr>
                </a:gs>
                <a:gs pos="85714">
                  <a:srgbClr val="2E001D">
                    <a:alpha val="1902"/>
                  </a:srgbClr>
                </a:gs>
                <a:gs pos="100000">
                  <a:srgbClr val="2E001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Splat 244"/>
            <p:cNvSpPr>
              <a:spLocks noGrp="1"/>
            </p:cNvSpPr>
            <p:nvPr/>
          </p:nvSpPr>
          <p:spPr>
            <a:xfrm rot="5614605">
              <a:off x="382380" y="2274389"/>
              <a:ext cx="68461" cy="18519"/>
            </a:xfrm>
            <a:prstGeom prst="ellipse">
              <a:avLst/>
            </a:prstGeom>
            <a:gradFill>
              <a:gsLst>
                <a:gs pos="0">
                  <a:srgbClr val="4E3000">
                    <a:alpha val="15816"/>
                  </a:srgbClr>
                </a:gs>
                <a:gs pos="14286">
                  <a:srgbClr val="4E3000">
                    <a:alpha val="14635"/>
                  </a:srgbClr>
                </a:gs>
                <a:gs pos="28571">
                  <a:srgbClr val="4E3000">
                    <a:alpha val="11562"/>
                  </a:srgbClr>
                </a:gs>
                <a:gs pos="42857">
                  <a:srgbClr val="4E3000">
                    <a:alpha val="7743"/>
                  </a:srgbClr>
                </a:gs>
                <a:gs pos="57143">
                  <a:srgbClr val="4E3000">
                    <a:alpha val="4367"/>
                  </a:srgbClr>
                </a:gs>
                <a:gs pos="71429">
                  <a:srgbClr val="4E3000">
                    <a:alpha val="2069"/>
                  </a:srgbClr>
                </a:gs>
                <a:gs pos="85714">
                  <a:srgbClr val="4E3000">
                    <a:alpha val="823"/>
                  </a:srgbClr>
                </a:gs>
                <a:gs pos="100000">
                  <a:srgbClr val="4E3000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Splat 245"/>
            <p:cNvSpPr>
              <a:spLocks noGrp="1"/>
            </p:cNvSpPr>
            <p:nvPr/>
          </p:nvSpPr>
          <p:spPr>
            <a:xfrm rot="-10718787">
              <a:off x="1687202" y="2388806"/>
              <a:ext cx="627991" cy="245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Splat 246"/>
            <p:cNvSpPr>
              <a:spLocks noGrp="1"/>
            </p:cNvSpPr>
            <p:nvPr/>
          </p:nvSpPr>
          <p:spPr>
            <a:xfrm rot="3876685">
              <a:off x="127014" y="269330"/>
              <a:ext cx="587810" cy="537353"/>
            </a:xfrm>
            <a:prstGeom prst="ellipse">
              <a:avLst/>
            </a:prstGeom>
            <a:gradFill>
              <a:gsLst>
                <a:gs pos="0">
                  <a:srgbClr val="1B2020">
                    <a:alpha val="18971"/>
                  </a:srgbClr>
                </a:gs>
                <a:gs pos="14286">
                  <a:srgbClr val="1B2020">
                    <a:alpha val="17581"/>
                  </a:srgbClr>
                </a:gs>
                <a:gs pos="28571">
                  <a:srgbClr val="1B2020">
                    <a:alpha val="13940"/>
                  </a:srgbClr>
                </a:gs>
                <a:gs pos="42857">
                  <a:srgbClr val="1B2020">
                    <a:alpha val="9378"/>
                  </a:srgbClr>
                </a:gs>
                <a:gs pos="57143">
                  <a:srgbClr val="1B2020">
                    <a:alpha val="5310"/>
                  </a:srgbClr>
                </a:gs>
                <a:gs pos="71429">
                  <a:srgbClr val="1B2020">
                    <a:alpha val="2522"/>
                  </a:srgbClr>
                </a:gs>
                <a:gs pos="85714">
                  <a:srgbClr val="1B2020">
                    <a:alpha val="1005"/>
                  </a:srgbClr>
                </a:gs>
                <a:gs pos="100000">
                  <a:srgbClr val="1B2020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Splat 247"/>
            <p:cNvSpPr>
              <a:spLocks noGrp="1"/>
            </p:cNvSpPr>
            <p:nvPr/>
          </p:nvSpPr>
          <p:spPr>
            <a:xfrm rot="5392218">
              <a:off x="413507" y="1296134"/>
              <a:ext cx="68461" cy="18568"/>
            </a:xfrm>
            <a:prstGeom prst="ellipse">
              <a:avLst/>
            </a:prstGeom>
            <a:gradFill>
              <a:gsLst>
                <a:gs pos="0">
                  <a:srgbClr val="374769">
                    <a:alpha val="15779"/>
                  </a:srgbClr>
                </a:gs>
                <a:gs pos="14286">
                  <a:srgbClr val="374769">
                    <a:alpha val="14601"/>
                  </a:srgbClr>
                </a:gs>
                <a:gs pos="28571">
                  <a:srgbClr val="374769">
                    <a:alpha val="11534"/>
                  </a:srgbClr>
                </a:gs>
                <a:gs pos="42857">
                  <a:srgbClr val="374769">
                    <a:alpha val="7724"/>
                  </a:srgbClr>
                </a:gs>
                <a:gs pos="57143">
                  <a:srgbClr val="374769">
                    <a:alpha val="4356"/>
                  </a:srgbClr>
                </a:gs>
                <a:gs pos="71429">
                  <a:srgbClr val="374769">
                    <a:alpha val="2063"/>
                  </a:srgbClr>
                </a:gs>
                <a:gs pos="85714">
                  <a:srgbClr val="374769">
                    <a:alpha val="821"/>
                  </a:srgbClr>
                </a:gs>
                <a:gs pos="100000">
                  <a:srgbClr val="374769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Splat 248"/>
            <p:cNvSpPr>
              <a:spLocks noGrp="1"/>
            </p:cNvSpPr>
            <p:nvPr/>
          </p:nvSpPr>
          <p:spPr>
            <a:xfrm rot="-9297221">
              <a:off x="3229217" y="2294432"/>
              <a:ext cx="626431" cy="18103"/>
            </a:xfrm>
            <a:prstGeom prst="ellipse">
              <a:avLst/>
            </a:prstGeom>
            <a:gradFill>
              <a:gsLst>
                <a:gs pos="0">
                  <a:srgbClr val="F8DC94">
                    <a:alpha val="32968"/>
                  </a:srgbClr>
                </a:gs>
                <a:gs pos="14286">
                  <a:srgbClr val="F8DC94">
                    <a:alpha val="30764"/>
                  </a:srgbClr>
                </a:gs>
                <a:gs pos="28571">
                  <a:srgbClr val="F8DC94">
                    <a:alpha val="24833"/>
                  </a:srgbClr>
                </a:gs>
                <a:gs pos="42857">
                  <a:srgbClr val="F8DC94">
                    <a:alpha val="17075"/>
                  </a:srgbClr>
                </a:gs>
                <a:gs pos="57143">
                  <a:srgbClr val="F8DC94">
                    <a:alpha val="9855"/>
                  </a:srgbClr>
                </a:gs>
                <a:gs pos="71429">
                  <a:srgbClr val="F8DC94">
                    <a:alpha val="4740"/>
                  </a:srgbClr>
                </a:gs>
                <a:gs pos="85714">
                  <a:srgbClr val="F8DC94">
                    <a:alpha val="1902"/>
                  </a:srgbClr>
                </a:gs>
                <a:gs pos="100000">
                  <a:srgbClr val="F8DC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Splat 249"/>
            <p:cNvSpPr>
              <a:spLocks noGrp="1"/>
            </p:cNvSpPr>
            <p:nvPr/>
          </p:nvSpPr>
          <p:spPr>
            <a:xfrm rot="-9021144">
              <a:off x="480143" y="1942744"/>
              <a:ext cx="68461" cy="18620"/>
            </a:xfrm>
            <a:prstGeom prst="ellipse">
              <a:avLst/>
            </a:prstGeom>
            <a:gradFill>
              <a:gsLst>
                <a:gs pos="0">
                  <a:srgbClr val="707180">
                    <a:alpha val="15740"/>
                  </a:srgbClr>
                </a:gs>
                <a:gs pos="14286">
                  <a:srgbClr val="707180">
                    <a:alpha val="14565"/>
                  </a:srgbClr>
                </a:gs>
                <a:gs pos="28571">
                  <a:srgbClr val="707180">
                    <a:alpha val="11505"/>
                  </a:srgbClr>
                </a:gs>
                <a:gs pos="42857">
                  <a:srgbClr val="707180">
                    <a:alpha val="7704"/>
                  </a:srgbClr>
                </a:gs>
                <a:gs pos="57143">
                  <a:srgbClr val="707180">
                    <a:alpha val="4345"/>
                  </a:srgbClr>
                </a:gs>
                <a:gs pos="71429">
                  <a:srgbClr val="707180">
                    <a:alpha val="2058"/>
                  </a:srgbClr>
                </a:gs>
                <a:gs pos="85714">
                  <a:srgbClr val="707180">
                    <a:alpha val="819"/>
                  </a:srgbClr>
                </a:gs>
                <a:gs pos="100000">
                  <a:srgbClr val="707180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Splat 250"/>
            <p:cNvSpPr>
              <a:spLocks noGrp="1"/>
            </p:cNvSpPr>
            <p:nvPr/>
          </p:nvSpPr>
          <p:spPr>
            <a:xfrm rot="-10447454">
              <a:off x="3294605" y="2040713"/>
              <a:ext cx="346293" cy="9399"/>
            </a:xfrm>
            <a:prstGeom prst="ellipse">
              <a:avLst/>
            </a:prstGeom>
            <a:gradFill>
              <a:gsLst>
                <a:gs pos="0">
                  <a:srgbClr val="FFF9B2">
                    <a:alpha val="32968"/>
                  </a:srgbClr>
                </a:gs>
                <a:gs pos="14286">
                  <a:srgbClr val="FFF9B2">
                    <a:alpha val="30764"/>
                  </a:srgbClr>
                </a:gs>
                <a:gs pos="28571">
                  <a:srgbClr val="FFF9B2">
                    <a:alpha val="24833"/>
                  </a:srgbClr>
                </a:gs>
                <a:gs pos="42857">
                  <a:srgbClr val="FFF9B2">
                    <a:alpha val="17075"/>
                  </a:srgbClr>
                </a:gs>
                <a:gs pos="57143">
                  <a:srgbClr val="FFF9B2">
                    <a:alpha val="9855"/>
                  </a:srgbClr>
                </a:gs>
                <a:gs pos="71429">
                  <a:srgbClr val="FFF9B2">
                    <a:alpha val="4740"/>
                  </a:srgbClr>
                </a:gs>
                <a:gs pos="85714">
                  <a:srgbClr val="FFF9B2">
                    <a:alpha val="1902"/>
                  </a:srgbClr>
                </a:gs>
                <a:gs pos="100000">
                  <a:srgbClr val="FFF9B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Splat 251"/>
            <p:cNvSpPr>
              <a:spLocks noGrp="1"/>
            </p:cNvSpPr>
            <p:nvPr/>
          </p:nvSpPr>
          <p:spPr>
            <a:xfrm rot="9631445">
              <a:off x="2146206" y="2184407"/>
              <a:ext cx="68461" cy="18586"/>
            </a:xfrm>
            <a:prstGeom prst="ellipse">
              <a:avLst/>
            </a:prstGeom>
            <a:gradFill>
              <a:gsLst>
                <a:gs pos="0">
                  <a:srgbClr val="874E4B">
                    <a:alpha val="15766"/>
                  </a:srgbClr>
                </a:gs>
                <a:gs pos="14286">
                  <a:srgbClr val="874E4B">
                    <a:alpha val="14589"/>
                  </a:srgbClr>
                </a:gs>
                <a:gs pos="28571">
                  <a:srgbClr val="874E4B">
                    <a:alpha val="11524"/>
                  </a:srgbClr>
                </a:gs>
                <a:gs pos="42857">
                  <a:srgbClr val="874E4B">
                    <a:alpha val="7717"/>
                  </a:srgbClr>
                </a:gs>
                <a:gs pos="57143">
                  <a:srgbClr val="874E4B">
                    <a:alpha val="4352"/>
                  </a:srgbClr>
                </a:gs>
                <a:gs pos="71429">
                  <a:srgbClr val="874E4B">
                    <a:alpha val="2061"/>
                  </a:srgbClr>
                </a:gs>
                <a:gs pos="85714">
                  <a:srgbClr val="874E4B">
                    <a:alpha val="820"/>
                  </a:srgbClr>
                </a:gs>
                <a:gs pos="100000">
                  <a:srgbClr val="874E4B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Splat 252"/>
            <p:cNvSpPr>
              <a:spLocks noGrp="1"/>
            </p:cNvSpPr>
            <p:nvPr/>
          </p:nvSpPr>
          <p:spPr>
            <a:xfrm rot="9078365">
              <a:off x="-252975" y="1533952"/>
              <a:ext cx="568484" cy="392926"/>
            </a:xfrm>
            <a:prstGeom prst="ellipse">
              <a:avLst/>
            </a:prstGeom>
            <a:gradFill>
              <a:gsLst>
                <a:gs pos="0">
                  <a:srgbClr val="90C2FF">
                    <a:alpha val="32025"/>
                  </a:srgbClr>
                </a:gs>
                <a:gs pos="14286">
                  <a:srgbClr val="90C2FF">
                    <a:alpha val="29869"/>
                  </a:srgbClr>
                </a:gs>
                <a:gs pos="28571">
                  <a:srgbClr val="90C2FF">
                    <a:alpha val="24080"/>
                  </a:srgbClr>
                </a:gs>
                <a:gs pos="42857">
                  <a:srgbClr val="90C2FF">
                    <a:alpha val="16531"/>
                  </a:srgbClr>
                </a:gs>
                <a:gs pos="57143">
                  <a:srgbClr val="90C2FF">
                    <a:alpha val="9528"/>
                  </a:srgbClr>
                </a:gs>
                <a:gs pos="71429">
                  <a:srgbClr val="90C2FF">
                    <a:alpha val="4579"/>
                  </a:srgbClr>
                </a:gs>
                <a:gs pos="85714">
                  <a:srgbClr val="90C2FF">
                    <a:alpha val="1836"/>
                  </a:srgbClr>
                </a:gs>
                <a:gs pos="100000">
                  <a:srgbClr val="90C2FF">
                    <a:alpha val="6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Splat 253"/>
            <p:cNvSpPr>
              <a:spLocks noGrp="1"/>
            </p:cNvSpPr>
            <p:nvPr/>
          </p:nvSpPr>
          <p:spPr>
            <a:xfrm rot="6819173">
              <a:off x="3072805" y="2327934"/>
              <a:ext cx="522491" cy="62238"/>
            </a:xfrm>
            <a:prstGeom prst="ellipse">
              <a:avLst/>
            </a:prstGeom>
            <a:gradFill>
              <a:gsLst>
                <a:gs pos="0">
                  <a:srgbClr val="000004">
                    <a:alpha val="32968"/>
                  </a:srgbClr>
                </a:gs>
                <a:gs pos="14286">
                  <a:srgbClr val="000004">
                    <a:alpha val="30764"/>
                  </a:srgbClr>
                </a:gs>
                <a:gs pos="28571">
                  <a:srgbClr val="000004">
                    <a:alpha val="24833"/>
                  </a:srgbClr>
                </a:gs>
                <a:gs pos="42857">
                  <a:srgbClr val="000004">
                    <a:alpha val="17075"/>
                  </a:srgbClr>
                </a:gs>
                <a:gs pos="57143">
                  <a:srgbClr val="000004">
                    <a:alpha val="9855"/>
                  </a:srgbClr>
                </a:gs>
                <a:gs pos="71429">
                  <a:srgbClr val="000004">
                    <a:alpha val="4740"/>
                  </a:srgbClr>
                </a:gs>
                <a:gs pos="85714">
                  <a:srgbClr val="000004">
                    <a:alpha val="1902"/>
                  </a:srgbClr>
                </a:gs>
                <a:gs pos="100000">
                  <a:srgbClr val="00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Splat 254"/>
            <p:cNvSpPr>
              <a:spLocks noGrp="1"/>
            </p:cNvSpPr>
            <p:nvPr/>
          </p:nvSpPr>
          <p:spPr>
            <a:xfrm rot="6640399">
              <a:off x="1709306" y="772049"/>
              <a:ext cx="172176" cy="62244"/>
            </a:xfrm>
            <a:prstGeom prst="ellipse">
              <a:avLst/>
            </a:prstGeom>
            <a:gradFill>
              <a:gsLst>
                <a:gs pos="0">
                  <a:srgbClr val="F9F9FF">
                    <a:alpha val="32968"/>
                  </a:srgbClr>
                </a:gs>
                <a:gs pos="14286">
                  <a:srgbClr val="F9F9FF">
                    <a:alpha val="30764"/>
                  </a:srgbClr>
                </a:gs>
                <a:gs pos="28571">
                  <a:srgbClr val="F9F9FF">
                    <a:alpha val="24833"/>
                  </a:srgbClr>
                </a:gs>
                <a:gs pos="42857">
                  <a:srgbClr val="F9F9FF">
                    <a:alpha val="17075"/>
                  </a:srgbClr>
                </a:gs>
                <a:gs pos="57143">
                  <a:srgbClr val="F9F9FF">
                    <a:alpha val="9855"/>
                  </a:srgbClr>
                </a:gs>
                <a:gs pos="71429">
                  <a:srgbClr val="F9F9FF">
                    <a:alpha val="4740"/>
                  </a:srgbClr>
                </a:gs>
                <a:gs pos="85714">
                  <a:srgbClr val="F9F9FF">
                    <a:alpha val="1902"/>
                  </a:srgbClr>
                </a:gs>
                <a:gs pos="100000">
                  <a:srgbClr val="F9F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Splat 255"/>
            <p:cNvSpPr>
              <a:spLocks noGrp="1"/>
            </p:cNvSpPr>
            <p:nvPr/>
          </p:nvSpPr>
          <p:spPr>
            <a:xfrm rot="5561723">
              <a:off x="405191" y="1666942"/>
              <a:ext cx="68461" cy="18676"/>
            </a:xfrm>
            <a:prstGeom prst="ellipse">
              <a:avLst/>
            </a:prstGeom>
            <a:gradFill>
              <a:gsLst>
                <a:gs pos="0">
                  <a:srgbClr val="393B4A">
                    <a:alpha val="15698"/>
                  </a:srgbClr>
                </a:gs>
                <a:gs pos="14286">
                  <a:srgbClr val="393B4A">
                    <a:alpha val="14526"/>
                  </a:srgbClr>
                </a:gs>
                <a:gs pos="28571">
                  <a:srgbClr val="393B4A">
                    <a:alpha val="11474"/>
                  </a:srgbClr>
                </a:gs>
                <a:gs pos="42857">
                  <a:srgbClr val="393B4A">
                    <a:alpha val="7682"/>
                  </a:srgbClr>
                </a:gs>
                <a:gs pos="57143">
                  <a:srgbClr val="393B4A">
                    <a:alpha val="4333"/>
                  </a:srgbClr>
                </a:gs>
                <a:gs pos="71429">
                  <a:srgbClr val="393B4A">
                    <a:alpha val="2052"/>
                  </a:srgbClr>
                </a:gs>
                <a:gs pos="85714">
                  <a:srgbClr val="393B4A">
                    <a:alpha val="817"/>
                  </a:srgbClr>
                </a:gs>
                <a:gs pos="100000">
                  <a:srgbClr val="393B4A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Splat 256"/>
            <p:cNvSpPr>
              <a:spLocks noGrp="1"/>
            </p:cNvSpPr>
            <p:nvPr/>
          </p:nvSpPr>
          <p:spPr>
            <a:xfrm rot="-9896521">
              <a:off x="1072306" y="1275903"/>
              <a:ext cx="68461" cy="18658"/>
            </a:xfrm>
            <a:prstGeom prst="ellipse">
              <a:avLst/>
            </a:prstGeom>
            <a:gradFill>
              <a:gsLst>
                <a:gs pos="0">
                  <a:srgbClr val="352D31">
                    <a:alpha val="15711"/>
                  </a:srgbClr>
                </a:gs>
                <a:gs pos="14286">
                  <a:srgbClr val="352D31">
                    <a:alpha val="14538"/>
                  </a:srgbClr>
                </a:gs>
                <a:gs pos="28571">
                  <a:srgbClr val="352D31">
                    <a:alpha val="11483"/>
                  </a:srgbClr>
                </a:gs>
                <a:gs pos="42857">
                  <a:srgbClr val="352D31">
                    <a:alpha val="7689"/>
                  </a:srgbClr>
                </a:gs>
                <a:gs pos="57143">
                  <a:srgbClr val="352D31">
                    <a:alpha val="4336"/>
                  </a:srgbClr>
                </a:gs>
                <a:gs pos="71429">
                  <a:srgbClr val="352D31">
                    <a:alpha val="2054"/>
                  </a:srgbClr>
                </a:gs>
                <a:gs pos="85714">
                  <a:srgbClr val="352D31">
                    <a:alpha val="817"/>
                  </a:srgbClr>
                </a:gs>
                <a:gs pos="100000">
                  <a:srgbClr val="352D31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Splat 257"/>
            <p:cNvSpPr>
              <a:spLocks noGrp="1"/>
            </p:cNvSpPr>
            <p:nvPr/>
          </p:nvSpPr>
          <p:spPr>
            <a:xfrm rot="-10606644">
              <a:off x="3397691" y="2295588"/>
              <a:ext cx="92538" cy="23652"/>
            </a:xfrm>
            <a:prstGeom prst="ellipse">
              <a:avLst/>
            </a:prstGeom>
            <a:gradFill>
              <a:gsLst>
                <a:gs pos="0">
                  <a:srgbClr val="FFE18B">
                    <a:alpha val="32968"/>
                  </a:srgbClr>
                </a:gs>
                <a:gs pos="14286">
                  <a:srgbClr val="FFE18B">
                    <a:alpha val="30764"/>
                  </a:srgbClr>
                </a:gs>
                <a:gs pos="28571">
                  <a:srgbClr val="FFE18B">
                    <a:alpha val="24833"/>
                  </a:srgbClr>
                </a:gs>
                <a:gs pos="42857">
                  <a:srgbClr val="FFE18B">
                    <a:alpha val="17075"/>
                  </a:srgbClr>
                </a:gs>
                <a:gs pos="57143">
                  <a:srgbClr val="FFE18B">
                    <a:alpha val="9855"/>
                  </a:srgbClr>
                </a:gs>
                <a:gs pos="71429">
                  <a:srgbClr val="FFE18B">
                    <a:alpha val="4740"/>
                  </a:srgbClr>
                </a:gs>
                <a:gs pos="85714">
                  <a:srgbClr val="FFE18B">
                    <a:alpha val="1902"/>
                  </a:srgbClr>
                </a:gs>
                <a:gs pos="100000">
                  <a:srgbClr val="FFE18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Splat 258"/>
            <p:cNvSpPr>
              <a:spLocks noGrp="1"/>
            </p:cNvSpPr>
            <p:nvPr/>
          </p:nvSpPr>
          <p:spPr>
            <a:xfrm rot="-10551208">
              <a:off x="1898516" y="2177854"/>
              <a:ext cx="538995" cy="207406"/>
            </a:xfrm>
            <a:prstGeom prst="ellipse">
              <a:avLst/>
            </a:prstGeom>
            <a:gradFill>
              <a:gsLst>
                <a:gs pos="0">
                  <a:srgbClr val="FFAE9D">
                    <a:alpha val="1295"/>
                  </a:srgbClr>
                </a:gs>
                <a:gs pos="14286">
                  <a:srgbClr val="FFAE9D">
                    <a:alpha val="1191"/>
                  </a:srgbClr>
                </a:gs>
                <a:gs pos="28571">
                  <a:srgbClr val="FFAE9D">
                    <a:alpha val="926"/>
                  </a:srgbClr>
                </a:gs>
                <a:gs pos="42857">
                  <a:srgbClr val="FFAE9D">
                    <a:alpha val="609"/>
                  </a:srgbClr>
                </a:gs>
                <a:gs pos="57143">
                  <a:srgbClr val="FFAE9D">
                    <a:alpha val="338"/>
                  </a:srgbClr>
                </a:gs>
                <a:gs pos="71429">
                  <a:srgbClr val="FFAE9D">
                    <a:alpha val="158"/>
                  </a:srgbClr>
                </a:gs>
                <a:gs pos="85714">
                  <a:srgbClr val="FFAE9D">
                    <a:alpha val="63"/>
                  </a:srgbClr>
                </a:gs>
                <a:gs pos="100000">
                  <a:srgbClr val="FFAE9D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Splat 259"/>
            <p:cNvSpPr>
              <a:spLocks noGrp="1"/>
            </p:cNvSpPr>
            <p:nvPr/>
          </p:nvSpPr>
          <p:spPr>
            <a:xfrm rot="-10712234">
              <a:off x="192570" y="2019945"/>
              <a:ext cx="68461" cy="18684"/>
            </a:xfrm>
            <a:prstGeom prst="ellipse">
              <a:avLst/>
            </a:prstGeom>
            <a:gradFill>
              <a:gsLst>
                <a:gs pos="0">
                  <a:srgbClr val="493F2E">
                    <a:alpha val="15693"/>
                  </a:srgbClr>
                </a:gs>
                <a:gs pos="14286">
                  <a:srgbClr val="493F2E">
                    <a:alpha val="14520"/>
                  </a:srgbClr>
                </a:gs>
                <a:gs pos="28571">
                  <a:srgbClr val="493F2E">
                    <a:alpha val="11469"/>
                  </a:srgbClr>
                </a:gs>
                <a:gs pos="42857">
                  <a:srgbClr val="493F2E">
                    <a:alpha val="7679"/>
                  </a:srgbClr>
                </a:gs>
                <a:gs pos="57143">
                  <a:srgbClr val="493F2E">
                    <a:alpha val="4331"/>
                  </a:srgbClr>
                </a:gs>
                <a:gs pos="71429">
                  <a:srgbClr val="493F2E">
                    <a:alpha val="2051"/>
                  </a:srgbClr>
                </a:gs>
                <a:gs pos="85714">
                  <a:srgbClr val="493F2E">
                    <a:alpha val="816"/>
                  </a:srgbClr>
                </a:gs>
                <a:gs pos="100000">
                  <a:srgbClr val="493F2E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Splat 260"/>
            <p:cNvSpPr>
              <a:spLocks noGrp="1"/>
            </p:cNvSpPr>
            <p:nvPr/>
          </p:nvSpPr>
          <p:spPr>
            <a:xfrm rot="10002980">
              <a:off x="214134" y="125124"/>
              <a:ext cx="567468" cy="538256"/>
            </a:xfrm>
            <a:prstGeom prst="ellipse">
              <a:avLst/>
            </a:prstGeom>
            <a:gradFill>
              <a:gsLst>
                <a:gs pos="0">
                  <a:srgbClr val="3A3D21">
                    <a:alpha val="5965"/>
                  </a:srgbClr>
                </a:gs>
                <a:gs pos="14286">
                  <a:srgbClr val="3A3D21">
                    <a:alpha val="5496"/>
                  </a:srgbClr>
                </a:gs>
                <a:gs pos="28571">
                  <a:srgbClr val="3A3D21">
                    <a:alpha val="4294"/>
                  </a:srgbClr>
                </a:gs>
                <a:gs pos="42857">
                  <a:srgbClr val="3A3D21">
                    <a:alpha val="2838"/>
                  </a:srgbClr>
                </a:gs>
                <a:gs pos="57143">
                  <a:srgbClr val="3A3D21">
                    <a:alpha val="1583"/>
                  </a:srgbClr>
                </a:gs>
                <a:gs pos="71429">
                  <a:srgbClr val="3A3D21">
                    <a:alpha val="744"/>
                  </a:srgbClr>
                </a:gs>
                <a:gs pos="85714">
                  <a:srgbClr val="3A3D21">
                    <a:alpha val="295"/>
                  </a:srgbClr>
                </a:gs>
                <a:gs pos="100000">
                  <a:srgbClr val="3A3D21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Splat 261"/>
            <p:cNvSpPr>
              <a:spLocks noGrp="1"/>
            </p:cNvSpPr>
            <p:nvPr/>
          </p:nvSpPr>
          <p:spPr>
            <a:xfrm rot="4536650">
              <a:off x="1736821" y="1165145"/>
              <a:ext cx="302512" cy="10740"/>
            </a:xfrm>
            <a:prstGeom prst="ellipse">
              <a:avLst/>
            </a:prstGeom>
            <a:gradFill>
              <a:gsLst>
                <a:gs pos="0">
                  <a:srgbClr val="C7A577">
                    <a:alpha val="27879"/>
                  </a:srgbClr>
                </a:gs>
                <a:gs pos="14286">
                  <a:srgbClr val="C7A577">
                    <a:alpha val="25947"/>
                  </a:srgbClr>
                </a:gs>
                <a:gs pos="28571">
                  <a:srgbClr val="C7A577">
                    <a:alpha val="20803"/>
                  </a:srgbClr>
                </a:gs>
                <a:gs pos="42857">
                  <a:srgbClr val="C7A577">
                    <a:alpha val="14186"/>
                  </a:srgbClr>
                </a:gs>
                <a:gs pos="57143">
                  <a:srgbClr val="C7A577">
                    <a:alpha val="8128"/>
                  </a:srgbClr>
                </a:gs>
                <a:gs pos="71429">
                  <a:srgbClr val="C7A577">
                    <a:alpha val="3890"/>
                  </a:srgbClr>
                </a:gs>
                <a:gs pos="85714">
                  <a:srgbClr val="C7A577">
                    <a:alpha val="1557"/>
                  </a:srgbClr>
                </a:gs>
                <a:gs pos="100000">
                  <a:srgbClr val="C7A577">
                    <a:alpha val="5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Splat 262"/>
            <p:cNvSpPr>
              <a:spLocks noGrp="1"/>
            </p:cNvSpPr>
            <p:nvPr/>
          </p:nvSpPr>
          <p:spPr>
            <a:xfrm rot="9027461">
              <a:off x="722215" y="2139705"/>
              <a:ext cx="247134" cy="25015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Splat 263"/>
            <p:cNvSpPr>
              <a:spLocks noGrp="1"/>
            </p:cNvSpPr>
            <p:nvPr/>
          </p:nvSpPr>
          <p:spPr>
            <a:xfrm rot="5406123">
              <a:off x="1073400" y="2029270"/>
              <a:ext cx="68461" cy="18773"/>
            </a:xfrm>
            <a:prstGeom prst="ellipse">
              <a:avLst/>
            </a:prstGeom>
            <a:gradFill>
              <a:gsLst>
                <a:gs pos="0">
                  <a:srgbClr val="524E5A">
                    <a:alpha val="15626"/>
                  </a:srgbClr>
                </a:gs>
                <a:gs pos="14286">
                  <a:srgbClr val="524E5A">
                    <a:alpha val="14459"/>
                  </a:srgbClr>
                </a:gs>
                <a:gs pos="28571">
                  <a:srgbClr val="524E5A">
                    <a:alpha val="11419"/>
                  </a:srgbClr>
                </a:gs>
                <a:gs pos="42857">
                  <a:srgbClr val="524E5A">
                    <a:alpha val="7645"/>
                  </a:srgbClr>
                </a:gs>
                <a:gs pos="57143">
                  <a:srgbClr val="524E5A">
                    <a:alpha val="4311"/>
                  </a:srgbClr>
                </a:gs>
                <a:gs pos="71429">
                  <a:srgbClr val="524E5A">
                    <a:alpha val="2042"/>
                  </a:srgbClr>
                </a:gs>
                <a:gs pos="85714">
                  <a:srgbClr val="524E5A">
                    <a:alpha val="812"/>
                  </a:srgbClr>
                </a:gs>
                <a:gs pos="100000">
                  <a:srgbClr val="524E5A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Splat 264"/>
            <p:cNvSpPr>
              <a:spLocks noGrp="1"/>
            </p:cNvSpPr>
            <p:nvPr/>
          </p:nvSpPr>
          <p:spPr>
            <a:xfrm rot="9661667">
              <a:off x="863027" y="2132608"/>
              <a:ext cx="88451" cy="15971"/>
            </a:xfrm>
            <a:prstGeom prst="ellipse">
              <a:avLst/>
            </a:prstGeom>
            <a:gradFill>
              <a:gsLst>
                <a:gs pos="0">
                  <a:srgbClr val="000030">
                    <a:alpha val="32968"/>
                  </a:srgbClr>
                </a:gs>
                <a:gs pos="14286">
                  <a:srgbClr val="000030">
                    <a:alpha val="30764"/>
                  </a:srgbClr>
                </a:gs>
                <a:gs pos="28571">
                  <a:srgbClr val="000030">
                    <a:alpha val="24833"/>
                  </a:srgbClr>
                </a:gs>
                <a:gs pos="42857">
                  <a:srgbClr val="000030">
                    <a:alpha val="17075"/>
                  </a:srgbClr>
                </a:gs>
                <a:gs pos="57143">
                  <a:srgbClr val="000030">
                    <a:alpha val="9855"/>
                  </a:srgbClr>
                </a:gs>
                <a:gs pos="71429">
                  <a:srgbClr val="000030">
                    <a:alpha val="4740"/>
                  </a:srgbClr>
                </a:gs>
                <a:gs pos="85714">
                  <a:srgbClr val="000030">
                    <a:alpha val="1902"/>
                  </a:srgbClr>
                </a:gs>
                <a:gs pos="100000">
                  <a:srgbClr val="00003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Splat 265"/>
            <p:cNvSpPr>
              <a:spLocks noGrp="1"/>
            </p:cNvSpPr>
            <p:nvPr/>
          </p:nvSpPr>
          <p:spPr>
            <a:xfrm rot="5695694">
              <a:off x="2423708" y="2171035"/>
              <a:ext cx="68461" cy="18785"/>
            </a:xfrm>
            <a:prstGeom prst="ellipse">
              <a:avLst/>
            </a:prstGeom>
            <a:gradFill>
              <a:gsLst>
                <a:gs pos="0">
                  <a:srgbClr val="745D4C">
                    <a:alpha val="15617"/>
                  </a:srgbClr>
                </a:gs>
                <a:gs pos="14286">
                  <a:srgbClr val="745D4C">
                    <a:alpha val="14450"/>
                  </a:srgbClr>
                </a:gs>
                <a:gs pos="28571">
                  <a:srgbClr val="745D4C">
                    <a:alpha val="11413"/>
                  </a:srgbClr>
                </a:gs>
                <a:gs pos="42857">
                  <a:srgbClr val="745D4C">
                    <a:alpha val="7641"/>
                  </a:srgbClr>
                </a:gs>
                <a:gs pos="57143">
                  <a:srgbClr val="745D4C">
                    <a:alpha val="4309"/>
                  </a:srgbClr>
                </a:gs>
                <a:gs pos="71429">
                  <a:srgbClr val="745D4C">
                    <a:alpha val="2041"/>
                  </a:srgbClr>
                </a:gs>
                <a:gs pos="85714">
                  <a:srgbClr val="745D4C">
                    <a:alpha val="812"/>
                  </a:srgbClr>
                </a:gs>
                <a:gs pos="100000">
                  <a:srgbClr val="745D4C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Splat 266"/>
            <p:cNvSpPr>
              <a:spLocks noGrp="1"/>
            </p:cNvSpPr>
            <p:nvPr/>
          </p:nvSpPr>
          <p:spPr>
            <a:xfrm rot="9300574">
              <a:off x="3582488" y="2249729"/>
              <a:ext cx="68461" cy="18818"/>
            </a:xfrm>
            <a:prstGeom prst="ellipse">
              <a:avLst/>
            </a:prstGeom>
            <a:gradFill>
              <a:gsLst>
                <a:gs pos="0">
                  <a:srgbClr val="312E2C">
                    <a:alpha val="15592"/>
                  </a:srgbClr>
                </a:gs>
                <a:gs pos="14286">
                  <a:srgbClr val="312E2C">
                    <a:alpha val="14427"/>
                  </a:srgbClr>
                </a:gs>
                <a:gs pos="28571">
                  <a:srgbClr val="312E2C">
                    <a:alpha val="11394"/>
                  </a:srgbClr>
                </a:gs>
                <a:gs pos="42857">
                  <a:srgbClr val="312E2C">
                    <a:alpha val="7628"/>
                  </a:srgbClr>
                </a:gs>
                <a:gs pos="57143">
                  <a:srgbClr val="312E2C">
                    <a:alpha val="4301"/>
                  </a:srgbClr>
                </a:gs>
                <a:gs pos="71429">
                  <a:srgbClr val="312E2C">
                    <a:alpha val="2037"/>
                  </a:srgbClr>
                </a:gs>
                <a:gs pos="85714">
                  <a:srgbClr val="312E2C">
                    <a:alpha val="811"/>
                  </a:srgbClr>
                </a:gs>
                <a:gs pos="100000">
                  <a:srgbClr val="312E2C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Splat 267"/>
            <p:cNvSpPr>
              <a:spLocks noGrp="1"/>
            </p:cNvSpPr>
            <p:nvPr/>
          </p:nvSpPr>
          <p:spPr>
            <a:xfrm rot="5124029">
              <a:off x="402453" y="963560"/>
              <a:ext cx="68461" cy="18777"/>
            </a:xfrm>
            <a:prstGeom prst="ellipse">
              <a:avLst/>
            </a:prstGeom>
            <a:gradFill>
              <a:gsLst>
                <a:gs pos="0">
                  <a:srgbClr val="293245">
                    <a:alpha val="15623"/>
                  </a:srgbClr>
                </a:gs>
                <a:gs pos="14286">
                  <a:srgbClr val="293245">
                    <a:alpha val="14456"/>
                  </a:srgbClr>
                </a:gs>
                <a:gs pos="28571">
                  <a:srgbClr val="293245">
                    <a:alpha val="11417"/>
                  </a:srgbClr>
                </a:gs>
                <a:gs pos="42857">
                  <a:srgbClr val="293245">
                    <a:alpha val="7644"/>
                  </a:srgbClr>
                </a:gs>
                <a:gs pos="57143">
                  <a:srgbClr val="293245">
                    <a:alpha val="4311"/>
                  </a:srgbClr>
                </a:gs>
                <a:gs pos="71429">
                  <a:srgbClr val="293245">
                    <a:alpha val="2041"/>
                  </a:srgbClr>
                </a:gs>
                <a:gs pos="85714">
                  <a:srgbClr val="293245">
                    <a:alpha val="812"/>
                  </a:srgbClr>
                </a:gs>
                <a:gs pos="100000">
                  <a:srgbClr val="293245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Splat 268"/>
            <p:cNvSpPr>
              <a:spLocks noGrp="1"/>
            </p:cNvSpPr>
            <p:nvPr/>
          </p:nvSpPr>
          <p:spPr>
            <a:xfrm rot="9066597">
              <a:off x="70992" y="1966532"/>
              <a:ext cx="518696" cy="217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Splat 269"/>
            <p:cNvSpPr>
              <a:spLocks noGrp="1"/>
            </p:cNvSpPr>
            <p:nvPr/>
          </p:nvSpPr>
          <p:spPr>
            <a:xfrm rot="4277893">
              <a:off x="1959414" y="2178553"/>
              <a:ext cx="68461" cy="18735"/>
            </a:xfrm>
            <a:prstGeom prst="ellipse">
              <a:avLst/>
            </a:prstGeom>
            <a:gradFill>
              <a:gsLst>
                <a:gs pos="0">
                  <a:srgbClr val="82634A">
                    <a:alpha val="15654"/>
                  </a:srgbClr>
                </a:gs>
                <a:gs pos="14286">
                  <a:srgbClr val="82634A">
                    <a:alpha val="14485"/>
                  </a:srgbClr>
                </a:gs>
                <a:gs pos="28571">
                  <a:srgbClr val="82634A">
                    <a:alpha val="11441"/>
                  </a:srgbClr>
                </a:gs>
                <a:gs pos="42857">
                  <a:srgbClr val="82634A">
                    <a:alpha val="7660"/>
                  </a:srgbClr>
                </a:gs>
                <a:gs pos="57143">
                  <a:srgbClr val="82634A">
                    <a:alpha val="4320"/>
                  </a:srgbClr>
                </a:gs>
                <a:gs pos="71429">
                  <a:srgbClr val="82634A">
                    <a:alpha val="2046"/>
                  </a:srgbClr>
                </a:gs>
                <a:gs pos="85714">
                  <a:srgbClr val="82634A">
                    <a:alpha val="814"/>
                  </a:srgbClr>
                </a:gs>
                <a:gs pos="100000">
                  <a:srgbClr val="82634A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Splat 270"/>
            <p:cNvSpPr>
              <a:spLocks noGrp="1"/>
            </p:cNvSpPr>
            <p:nvPr/>
          </p:nvSpPr>
          <p:spPr>
            <a:xfrm rot="-9633998">
              <a:off x="2622613" y="2378560"/>
              <a:ext cx="68461" cy="18801"/>
            </a:xfrm>
            <a:prstGeom prst="ellipse">
              <a:avLst/>
            </a:prstGeom>
            <a:gradFill>
              <a:gsLst>
                <a:gs pos="0">
                  <a:srgbClr val="75644C">
                    <a:alpha val="15605"/>
                  </a:srgbClr>
                </a:gs>
                <a:gs pos="14286">
                  <a:srgbClr val="75644C">
                    <a:alpha val="14439"/>
                  </a:srgbClr>
                </a:gs>
                <a:gs pos="28571">
                  <a:srgbClr val="75644C">
                    <a:alpha val="11404"/>
                  </a:srgbClr>
                </a:gs>
                <a:gs pos="42857">
                  <a:srgbClr val="75644C">
                    <a:alpha val="7635"/>
                  </a:srgbClr>
                </a:gs>
                <a:gs pos="57143">
                  <a:srgbClr val="75644C">
                    <a:alpha val="4305"/>
                  </a:srgbClr>
                </a:gs>
                <a:gs pos="71429">
                  <a:srgbClr val="75644C">
                    <a:alpha val="2039"/>
                  </a:srgbClr>
                </a:gs>
                <a:gs pos="85714">
                  <a:srgbClr val="75644C">
                    <a:alpha val="811"/>
                  </a:srgbClr>
                </a:gs>
                <a:gs pos="100000">
                  <a:srgbClr val="75644C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Splat 271"/>
            <p:cNvSpPr>
              <a:spLocks noGrp="1"/>
            </p:cNvSpPr>
            <p:nvPr/>
          </p:nvSpPr>
          <p:spPr>
            <a:xfrm rot="6425506">
              <a:off x="-159065" y="337904"/>
              <a:ext cx="676289" cy="508815"/>
            </a:xfrm>
            <a:prstGeom prst="ellipse">
              <a:avLst/>
            </a:prstGeom>
            <a:gradFill>
              <a:gsLst>
                <a:gs pos="0">
                  <a:srgbClr val="223F6B">
                    <a:alpha val="17818"/>
                  </a:srgbClr>
                </a:gs>
                <a:gs pos="14286">
                  <a:srgbClr val="223F6B">
                    <a:alpha val="16503"/>
                  </a:srgbClr>
                </a:gs>
                <a:gs pos="28571">
                  <a:srgbClr val="223F6B">
                    <a:alpha val="13068"/>
                  </a:srgbClr>
                </a:gs>
                <a:gs pos="42857">
                  <a:srgbClr val="223F6B">
                    <a:alpha val="8776"/>
                  </a:srgbClr>
                </a:gs>
                <a:gs pos="57143">
                  <a:srgbClr val="223F6B">
                    <a:alpha val="4963"/>
                  </a:srgbClr>
                </a:gs>
                <a:gs pos="71429">
                  <a:srgbClr val="223F6B">
                    <a:alpha val="2354"/>
                  </a:srgbClr>
                </a:gs>
                <a:gs pos="85714">
                  <a:srgbClr val="223F6B">
                    <a:alpha val="938"/>
                  </a:srgbClr>
                </a:gs>
                <a:gs pos="100000">
                  <a:srgbClr val="223F6B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Splat 272"/>
            <p:cNvSpPr>
              <a:spLocks noGrp="1"/>
            </p:cNvSpPr>
            <p:nvPr/>
          </p:nvSpPr>
          <p:spPr>
            <a:xfrm rot="5765459">
              <a:off x="1688920" y="1397394"/>
              <a:ext cx="346666" cy="118753"/>
            </a:xfrm>
            <a:prstGeom prst="ellipse">
              <a:avLst/>
            </a:prstGeom>
            <a:gradFill>
              <a:gsLst>
                <a:gs pos="0">
                  <a:srgbClr val="E2BD6C">
                    <a:alpha val="32968"/>
                  </a:srgbClr>
                </a:gs>
                <a:gs pos="14286">
                  <a:srgbClr val="E2BD6C">
                    <a:alpha val="30764"/>
                  </a:srgbClr>
                </a:gs>
                <a:gs pos="28571">
                  <a:srgbClr val="E2BD6C">
                    <a:alpha val="24833"/>
                  </a:srgbClr>
                </a:gs>
                <a:gs pos="42857">
                  <a:srgbClr val="E2BD6C">
                    <a:alpha val="17075"/>
                  </a:srgbClr>
                </a:gs>
                <a:gs pos="57143">
                  <a:srgbClr val="E2BD6C">
                    <a:alpha val="9855"/>
                  </a:srgbClr>
                </a:gs>
                <a:gs pos="71429">
                  <a:srgbClr val="E2BD6C">
                    <a:alpha val="4740"/>
                  </a:srgbClr>
                </a:gs>
                <a:gs pos="85714">
                  <a:srgbClr val="E2BD6C">
                    <a:alpha val="1902"/>
                  </a:srgbClr>
                </a:gs>
                <a:gs pos="100000">
                  <a:srgbClr val="E2BD6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Splat 273"/>
            <p:cNvSpPr>
              <a:spLocks noGrp="1"/>
            </p:cNvSpPr>
            <p:nvPr/>
          </p:nvSpPr>
          <p:spPr>
            <a:xfrm rot="5109518">
              <a:off x="1660887" y="978347"/>
              <a:ext cx="238554" cy="16971"/>
            </a:xfrm>
            <a:prstGeom prst="ellipse">
              <a:avLst/>
            </a:prstGeom>
            <a:gradFill>
              <a:gsLst>
                <a:gs pos="0">
                  <a:srgbClr val="FBFFFC">
                    <a:alpha val="32968"/>
                  </a:srgbClr>
                </a:gs>
                <a:gs pos="14286">
                  <a:srgbClr val="FBFFFC">
                    <a:alpha val="30764"/>
                  </a:srgbClr>
                </a:gs>
                <a:gs pos="28571">
                  <a:srgbClr val="FBFFFC">
                    <a:alpha val="24833"/>
                  </a:srgbClr>
                </a:gs>
                <a:gs pos="42857">
                  <a:srgbClr val="FBFFFC">
                    <a:alpha val="17075"/>
                  </a:srgbClr>
                </a:gs>
                <a:gs pos="57143">
                  <a:srgbClr val="FBFFFC">
                    <a:alpha val="9855"/>
                  </a:srgbClr>
                </a:gs>
                <a:gs pos="71429">
                  <a:srgbClr val="FBFFFC">
                    <a:alpha val="4740"/>
                  </a:srgbClr>
                </a:gs>
                <a:gs pos="85714">
                  <a:srgbClr val="FBFFFC">
                    <a:alpha val="1902"/>
                  </a:srgbClr>
                </a:gs>
                <a:gs pos="100000">
                  <a:srgbClr val="FBFF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Splat 274"/>
            <p:cNvSpPr>
              <a:spLocks noGrp="1"/>
            </p:cNvSpPr>
            <p:nvPr/>
          </p:nvSpPr>
          <p:spPr>
            <a:xfrm rot="4782918">
              <a:off x="785568" y="1436966"/>
              <a:ext cx="690474" cy="583658"/>
            </a:xfrm>
            <a:prstGeom prst="ellipse">
              <a:avLst/>
            </a:prstGeom>
            <a:gradFill>
              <a:gsLst>
                <a:gs pos="0">
                  <a:srgbClr val="A2C6FF">
                    <a:alpha val="32968"/>
                  </a:srgbClr>
                </a:gs>
                <a:gs pos="14286">
                  <a:srgbClr val="A2C6FF">
                    <a:alpha val="30764"/>
                  </a:srgbClr>
                </a:gs>
                <a:gs pos="28571">
                  <a:srgbClr val="A2C6FF">
                    <a:alpha val="24833"/>
                  </a:srgbClr>
                </a:gs>
                <a:gs pos="42857">
                  <a:srgbClr val="A2C6FF">
                    <a:alpha val="17075"/>
                  </a:srgbClr>
                </a:gs>
                <a:gs pos="57143">
                  <a:srgbClr val="A2C6FF">
                    <a:alpha val="9855"/>
                  </a:srgbClr>
                </a:gs>
                <a:gs pos="71429">
                  <a:srgbClr val="A2C6FF">
                    <a:alpha val="4740"/>
                  </a:srgbClr>
                </a:gs>
                <a:gs pos="85714">
                  <a:srgbClr val="A2C6FF">
                    <a:alpha val="1902"/>
                  </a:srgbClr>
                </a:gs>
                <a:gs pos="100000">
                  <a:srgbClr val="A2C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Splat 275"/>
            <p:cNvSpPr>
              <a:spLocks noGrp="1"/>
            </p:cNvSpPr>
            <p:nvPr/>
          </p:nvSpPr>
          <p:spPr>
            <a:xfrm rot="9474205">
              <a:off x="3063767" y="1274143"/>
              <a:ext cx="637861" cy="540177"/>
            </a:xfrm>
            <a:prstGeom prst="ellipse">
              <a:avLst/>
            </a:prstGeom>
            <a:gradFill>
              <a:gsLst>
                <a:gs pos="0">
                  <a:srgbClr val="033179">
                    <a:alpha val="24596"/>
                  </a:srgbClr>
                </a:gs>
                <a:gs pos="14286">
                  <a:srgbClr val="033179">
                    <a:alpha val="22854"/>
                  </a:srgbClr>
                </a:gs>
                <a:gs pos="28571">
                  <a:srgbClr val="033179">
                    <a:alpha val="18247"/>
                  </a:srgbClr>
                </a:gs>
                <a:gs pos="42857">
                  <a:srgbClr val="033179">
                    <a:alpha val="12379"/>
                  </a:srgbClr>
                </a:gs>
                <a:gs pos="57143">
                  <a:srgbClr val="033179">
                    <a:alpha val="7061"/>
                  </a:srgbClr>
                </a:gs>
                <a:gs pos="71429">
                  <a:srgbClr val="033179">
                    <a:alpha val="3369"/>
                  </a:srgbClr>
                </a:gs>
                <a:gs pos="85714">
                  <a:srgbClr val="033179">
                    <a:alpha val="1346"/>
                  </a:srgbClr>
                </a:gs>
                <a:gs pos="100000">
                  <a:srgbClr val="033179">
                    <a:alpha val="4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Splat 276"/>
            <p:cNvSpPr>
              <a:spLocks noGrp="1"/>
            </p:cNvSpPr>
            <p:nvPr/>
          </p:nvSpPr>
          <p:spPr>
            <a:xfrm rot="2928255">
              <a:off x="1442614" y="1472323"/>
              <a:ext cx="550547" cy="444374"/>
            </a:xfrm>
            <a:prstGeom prst="ellipse">
              <a:avLst/>
            </a:prstGeom>
            <a:gradFill>
              <a:gsLst>
                <a:gs pos="0">
                  <a:srgbClr val="4A5F95">
                    <a:alpha val="6974"/>
                  </a:srgbClr>
                </a:gs>
                <a:gs pos="14286">
                  <a:srgbClr val="4A5F95">
                    <a:alpha val="6428"/>
                  </a:srgbClr>
                </a:gs>
                <a:gs pos="28571">
                  <a:srgbClr val="4A5F95">
                    <a:alpha val="5028"/>
                  </a:srgbClr>
                </a:gs>
                <a:gs pos="42857">
                  <a:srgbClr val="4A5F95">
                    <a:alpha val="3327"/>
                  </a:srgbClr>
                </a:gs>
                <a:gs pos="57143">
                  <a:srgbClr val="4A5F95">
                    <a:alpha val="1857"/>
                  </a:srgbClr>
                </a:gs>
                <a:gs pos="71429">
                  <a:srgbClr val="4A5F95">
                    <a:alpha val="874"/>
                  </a:srgbClr>
                </a:gs>
                <a:gs pos="85714">
                  <a:srgbClr val="4A5F95">
                    <a:alpha val="346"/>
                  </a:srgbClr>
                </a:gs>
                <a:gs pos="100000">
                  <a:srgbClr val="4A5F95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Splat 277"/>
            <p:cNvSpPr>
              <a:spLocks noGrp="1"/>
            </p:cNvSpPr>
            <p:nvPr/>
          </p:nvSpPr>
          <p:spPr>
            <a:xfrm rot="5754725">
              <a:off x="309957" y="2297814"/>
              <a:ext cx="204682" cy="16508"/>
            </a:xfrm>
            <a:prstGeom prst="ellipse">
              <a:avLst/>
            </a:prstGeom>
            <a:gradFill>
              <a:gsLst>
                <a:gs pos="0">
                  <a:srgbClr val="FFAB00">
                    <a:alpha val="32968"/>
                  </a:srgbClr>
                </a:gs>
                <a:gs pos="14286">
                  <a:srgbClr val="FFAB00">
                    <a:alpha val="30764"/>
                  </a:srgbClr>
                </a:gs>
                <a:gs pos="28571">
                  <a:srgbClr val="FFAB00">
                    <a:alpha val="24833"/>
                  </a:srgbClr>
                </a:gs>
                <a:gs pos="42857">
                  <a:srgbClr val="FFAB00">
                    <a:alpha val="17075"/>
                  </a:srgbClr>
                </a:gs>
                <a:gs pos="57143">
                  <a:srgbClr val="FFAB00">
                    <a:alpha val="9855"/>
                  </a:srgbClr>
                </a:gs>
                <a:gs pos="71429">
                  <a:srgbClr val="FFAB00">
                    <a:alpha val="4740"/>
                  </a:srgbClr>
                </a:gs>
                <a:gs pos="85714">
                  <a:srgbClr val="FFAB00">
                    <a:alpha val="1902"/>
                  </a:srgbClr>
                </a:gs>
                <a:gs pos="100000">
                  <a:srgbClr val="FFA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Splat 278"/>
            <p:cNvSpPr>
              <a:spLocks noGrp="1"/>
            </p:cNvSpPr>
            <p:nvPr/>
          </p:nvSpPr>
          <p:spPr>
            <a:xfrm rot="3100198">
              <a:off x="2009949" y="2220979"/>
              <a:ext cx="130947" cy="8476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Splat 279"/>
            <p:cNvSpPr>
              <a:spLocks noGrp="1"/>
            </p:cNvSpPr>
            <p:nvPr/>
          </p:nvSpPr>
          <p:spPr>
            <a:xfrm rot="9725521">
              <a:off x="2008973" y="2279146"/>
              <a:ext cx="109629" cy="33151"/>
            </a:xfrm>
            <a:prstGeom prst="ellipse">
              <a:avLst/>
            </a:prstGeom>
            <a:gradFill>
              <a:gsLst>
                <a:gs pos="0">
                  <a:srgbClr val="FFFDB2">
                    <a:alpha val="28355"/>
                  </a:srgbClr>
                </a:gs>
                <a:gs pos="14286">
                  <a:srgbClr val="FFFDB2">
                    <a:alpha val="26397"/>
                  </a:srgbClr>
                </a:gs>
                <a:gs pos="28571">
                  <a:srgbClr val="FFFDB2">
                    <a:alpha val="21177"/>
                  </a:srgbClr>
                </a:gs>
                <a:gs pos="42857">
                  <a:srgbClr val="FFFDB2">
                    <a:alpha val="14451"/>
                  </a:srgbClr>
                </a:gs>
                <a:gs pos="57143">
                  <a:srgbClr val="FFFDB2">
                    <a:alpha val="8285"/>
                  </a:srgbClr>
                </a:gs>
                <a:gs pos="71429">
                  <a:srgbClr val="FFFDB2">
                    <a:alpha val="3968"/>
                  </a:srgbClr>
                </a:gs>
                <a:gs pos="85714">
                  <a:srgbClr val="FFFDB2">
                    <a:alpha val="1588"/>
                  </a:srgbClr>
                </a:gs>
                <a:gs pos="100000">
                  <a:srgbClr val="FFFDB2">
                    <a:alpha val="5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Splat 280"/>
            <p:cNvSpPr>
              <a:spLocks noGrp="1"/>
            </p:cNvSpPr>
            <p:nvPr/>
          </p:nvSpPr>
          <p:spPr>
            <a:xfrm rot="5217893">
              <a:off x="3150944" y="2170580"/>
              <a:ext cx="317408" cy="13022"/>
            </a:xfrm>
            <a:prstGeom prst="ellipse">
              <a:avLst/>
            </a:prstGeom>
            <a:gradFill>
              <a:gsLst>
                <a:gs pos="0">
                  <a:srgbClr val="F6D599">
                    <a:alpha val="32957"/>
                  </a:srgbClr>
                </a:gs>
                <a:gs pos="14286">
                  <a:srgbClr val="F6D599">
                    <a:alpha val="30753"/>
                  </a:srgbClr>
                </a:gs>
                <a:gs pos="28571">
                  <a:srgbClr val="F6D599">
                    <a:alpha val="24824"/>
                  </a:srgbClr>
                </a:gs>
                <a:gs pos="42857">
                  <a:srgbClr val="F6D599">
                    <a:alpha val="17069"/>
                  </a:srgbClr>
                </a:gs>
                <a:gs pos="57143">
                  <a:srgbClr val="F6D599">
                    <a:alpha val="9851"/>
                  </a:srgbClr>
                </a:gs>
                <a:gs pos="71429">
                  <a:srgbClr val="F6D599">
                    <a:alpha val="4738"/>
                  </a:srgbClr>
                </a:gs>
                <a:gs pos="85714">
                  <a:srgbClr val="F6D599">
                    <a:alpha val="1901"/>
                  </a:srgbClr>
                </a:gs>
                <a:gs pos="100000">
                  <a:srgbClr val="F6D59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Splat 281"/>
            <p:cNvSpPr>
              <a:spLocks noGrp="1"/>
            </p:cNvSpPr>
            <p:nvPr/>
          </p:nvSpPr>
          <p:spPr>
            <a:xfrm rot="4743719">
              <a:off x="3085655" y="1296420"/>
              <a:ext cx="580438" cy="549478"/>
            </a:xfrm>
            <a:prstGeom prst="ellipse">
              <a:avLst/>
            </a:prstGeom>
            <a:gradFill>
              <a:gsLst>
                <a:gs pos="0">
                  <a:srgbClr val="010001">
                    <a:alpha val="26465"/>
                  </a:srgbClr>
                </a:gs>
                <a:gs pos="14286">
                  <a:srgbClr val="010001">
                    <a:alpha val="24614"/>
                  </a:srgbClr>
                </a:gs>
                <a:gs pos="28571">
                  <a:srgbClr val="010001">
                    <a:alpha val="19699"/>
                  </a:srgbClr>
                </a:gs>
                <a:gs pos="42857">
                  <a:srgbClr val="010001">
                    <a:alpha val="13402"/>
                  </a:srgbClr>
                </a:gs>
                <a:gs pos="57143">
                  <a:srgbClr val="010001">
                    <a:alpha val="7664"/>
                  </a:srgbClr>
                </a:gs>
                <a:gs pos="71429">
                  <a:srgbClr val="010001">
                    <a:alpha val="3664"/>
                  </a:srgbClr>
                </a:gs>
                <a:gs pos="85714">
                  <a:srgbClr val="010001">
                    <a:alpha val="1465"/>
                  </a:srgbClr>
                </a:gs>
                <a:gs pos="100000">
                  <a:srgbClr val="010001">
                    <a:alpha val="4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Splat 282"/>
            <p:cNvSpPr>
              <a:spLocks noGrp="1"/>
            </p:cNvSpPr>
            <p:nvPr/>
          </p:nvSpPr>
          <p:spPr>
            <a:xfrm rot="5560697">
              <a:off x="118454" y="1812142"/>
              <a:ext cx="644105" cy="29878"/>
            </a:xfrm>
            <a:prstGeom prst="ellipse">
              <a:avLst/>
            </a:prstGeom>
            <a:gradFill>
              <a:gsLst>
                <a:gs pos="0">
                  <a:srgbClr val="530000">
                    <a:alpha val="32968"/>
                  </a:srgbClr>
                </a:gs>
                <a:gs pos="14286">
                  <a:srgbClr val="530000">
                    <a:alpha val="30764"/>
                  </a:srgbClr>
                </a:gs>
                <a:gs pos="28571">
                  <a:srgbClr val="530000">
                    <a:alpha val="24833"/>
                  </a:srgbClr>
                </a:gs>
                <a:gs pos="42857">
                  <a:srgbClr val="530000">
                    <a:alpha val="17075"/>
                  </a:srgbClr>
                </a:gs>
                <a:gs pos="57143">
                  <a:srgbClr val="530000">
                    <a:alpha val="9855"/>
                  </a:srgbClr>
                </a:gs>
                <a:gs pos="71429">
                  <a:srgbClr val="530000">
                    <a:alpha val="4740"/>
                  </a:srgbClr>
                </a:gs>
                <a:gs pos="85714">
                  <a:srgbClr val="530000">
                    <a:alpha val="1902"/>
                  </a:srgbClr>
                </a:gs>
                <a:gs pos="100000">
                  <a:srgbClr val="5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Splat 283"/>
            <p:cNvSpPr>
              <a:spLocks noGrp="1"/>
            </p:cNvSpPr>
            <p:nvPr/>
          </p:nvSpPr>
          <p:spPr>
            <a:xfrm rot="5511131">
              <a:off x="1002788" y="1583352"/>
              <a:ext cx="68461" cy="18826"/>
            </a:xfrm>
            <a:prstGeom prst="ellipse">
              <a:avLst/>
            </a:prstGeom>
            <a:gradFill>
              <a:gsLst>
                <a:gs pos="0">
                  <a:srgbClr val="403A44">
                    <a:alpha val="15587"/>
                  </a:srgbClr>
                </a:gs>
                <a:gs pos="14286">
                  <a:srgbClr val="403A44">
                    <a:alpha val="14422"/>
                  </a:srgbClr>
                </a:gs>
                <a:gs pos="28571">
                  <a:srgbClr val="403A44">
                    <a:alpha val="11390"/>
                  </a:srgbClr>
                </a:gs>
                <a:gs pos="42857">
                  <a:srgbClr val="403A44">
                    <a:alpha val="7625"/>
                  </a:srgbClr>
                </a:gs>
                <a:gs pos="57143">
                  <a:srgbClr val="403A44">
                    <a:alpha val="4300"/>
                  </a:srgbClr>
                </a:gs>
                <a:gs pos="71429">
                  <a:srgbClr val="403A44">
                    <a:alpha val="2036"/>
                  </a:srgbClr>
                </a:gs>
                <a:gs pos="85714">
                  <a:srgbClr val="403A44">
                    <a:alpha val="810"/>
                  </a:srgbClr>
                </a:gs>
                <a:gs pos="100000">
                  <a:srgbClr val="403A44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Splat 284"/>
            <p:cNvSpPr>
              <a:spLocks noGrp="1"/>
            </p:cNvSpPr>
            <p:nvPr/>
          </p:nvSpPr>
          <p:spPr>
            <a:xfrm rot="7101336">
              <a:off x="-153745" y="1462346"/>
              <a:ext cx="513849" cy="344572"/>
            </a:xfrm>
            <a:prstGeom prst="ellipse">
              <a:avLst/>
            </a:prstGeom>
            <a:gradFill>
              <a:gsLst>
                <a:gs pos="0">
                  <a:srgbClr val="4C3300">
                    <a:alpha val="32848"/>
                  </a:srgbClr>
                </a:gs>
                <a:gs pos="14286">
                  <a:srgbClr val="4C3300">
                    <a:alpha val="30650"/>
                  </a:srgbClr>
                </a:gs>
                <a:gs pos="28571">
                  <a:srgbClr val="4C3300">
                    <a:alpha val="24737"/>
                  </a:srgbClr>
                </a:gs>
                <a:gs pos="42857">
                  <a:srgbClr val="4C3300">
                    <a:alpha val="17006"/>
                  </a:srgbClr>
                </a:gs>
                <a:gs pos="57143">
                  <a:srgbClr val="4C3300">
                    <a:alpha val="9813"/>
                  </a:srgbClr>
                </a:gs>
                <a:gs pos="71429">
                  <a:srgbClr val="4C3300">
                    <a:alpha val="4720"/>
                  </a:srgbClr>
                </a:gs>
                <a:gs pos="85714">
                  <a:srgbClr val="4C3300">
                    <a:alpha val="1894"/>
                  </a:srgbClr>
                </a:gs>
                <a:gs pos="100000">
                  <a:srgbClr val="4C3300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Splat 285"/>
            <p:cNvSpPr>
              <a:spLocks noGrp="1"/>
            </p:cNvSpPr>
            <p:nvPr/>
          </p:nvSpPr>
          <p:spPr>
            <a:xfrm rot="-9276099">
              <a:off x="3486505" y="2083623"/>
              <a:ext cx="263232" cy="18515"/>
            </a:xfrm>
            <a:prstGeom prst="ellipse">
              <a:avLst/>
            </a:prstGeom>
            <a:gradFill>
              <a:gsLst>
                <a:gs pos="0">
                  <a:srgbClr val="E9D48C">
                    <a:alpha val="32418"/>
                  </a:srgbClr>
                </a:gs>
                <a:gs pos="14286">
                  <a:srgbClr val="E9D48C">
                    <a:alpha val="30242"/>
                  </a:srgbClr>
                </a:gs>
                <a:gs pos="28571">
                  <a:srgbClr val="E9D48C">
                    <a:alpha val="24394"/>
                  </a:srgbClr>
                </a:gs>
                <a:gs pos="42857">
                  <a:srgbClr val="E9D48C">
                    <a:alpha val="16758"/>
                  </a:srgbClr>
                </a:gs>
                <a:gs pos="57143">
                  <a:srgbClr val="E9D48C">
                    <a:alpha val="9664"/>
                  </a:srgbClr>
                </a:gs>
                <a:gs pos="71429">
                  <a:srgbClr val="E9D48C">
                    <a:alpha val="4646"/>
                  </a:srgbClr>
                </a:gs>
                <a:gs pos="85714">
                  <a:srgbClr val="E9D48C">
                    <a:alpha val="1864"/>
                  </a:srgbClr>
                </a:gs>
                <a:gs pos="100000">
                  <a:srgbClr val="E9D48C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Splat 286"/>
            <p:cNvSpPr>
              <a:spLocks noGrp="1"/>
            </p:cNvSpPr>
            <p:nvPr/>
          </p:nvSpPr>
          <p:spPr>
            <a:xfrm rot="-9782387">
              <a:off x="2325149" y="2333800"/>
              <a:ext cx="255047" cy="57554"/>
            </a:xfrm>
            <a:prstGeom prst="ellipse">
              <a:avLst/>
            </a:prstGeom>
            <a:gradFill>
              <a:gsLst>
                <a:gs pos="0">
                  <a:srgbClr val="FFE7B9">
                    <a:alpha val="8382"/>
                  </a:srgbClr>
                </a:gs>
                <a:gs pos="14286">
                  <a:srgbClr val="FFE7B9">
                    <a:alpha val="7731"/>
                  </a:srgbClr>
                </a:gs>
                <a:gs pos="28571">
                  <a:srgbClr val="FFE7B9">
                    <a:alpha val="6056"/>
                  </a:srgbClr>
                </a:gs>
                <a:gs pos="42857">
                  <a:srgbClr val="FFE7B9">
                    <a:alpha val="4015"/>
                  </a:srgbClr>
                </a:gs>
                <a:gs pos="57143">
                  <a:srgbClr val="FFE7B9">
                    <a:alpha val="2245"/>
                  </a:srgbClr>
                </a:gs>
                <a:gs pos="71429">
                  <a:srgbClr val="FFE7B9">
                    <a:alpha val="1057"/>
                  </a:srgbClr>
                </a:gs>
                <a:gs pos="85714">
                  <a:srgbClr val="FFE7B9">
                    <a:alpha val="419"/>
                  </a:srgbClr>
                </a:gs>
                <a:gs pos="100000">
                  <a:srgbClr val="FFE7B9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Splat 287"/>
            <p:cNvSpPr>
              <a:spLocks noGrp="1"/>
            </p:cNvSpPr>
            <p:nvPr/>
          </p:nvSpPr>
          <p:spPr>
            <a:xfrm rot="10704054">
              <a:off x="1663776" y="2374774"/>
              <a:ext cx="68461" cy="18942"/>
            </a:xfrm>
            <a:prstGeom prst="ellipse">
              <a:avLst/>
            </a:prstGeom>
            <a:gradFill>
              <a:gsLst>
                <a:gs pos="0">
                  <a:srgbClr val="AB793D">
                    <a:alpha val="15499"/>
                  </a:srgbClr>
                </a:gs>
                <a:gs pos="14286">
                  <a:srgbClr val="AB793D">
                    <a:alpha val="14340"/>
                  </a:srgbClr>
                </a:gs>
                <a:gs pos="28571">
                  <a:srgbClr val="AB793D">
                    <a:alpha val="11324"/>
                  </a:srgbClr>
                </a:gs>
                <a:gs pos="42857">
                  <a:srgbClr val="AB793D">
                    <a:alpha val="7580"/>
                  </a:srgbClr>
                </a:gs>
                <a:gs pos="57143">
                  <a:srgbClr val="AB793D">
                    <a:alpha val="4274"/>
                  </a:srgbClr>
                </a:gs>
                <a:gs pos="71429">
                  <a:srgbClr val="AB793D">
                    <a:alpha val="2024"/>
                  </a:srgbClr>
                </a:gs>
                <a:gs pos="85714">
                  <a:srgbClr val="AB793D">
                    <a:alpha val="805"/>
                  </a:srgbClr>
                </a:gs>
                <a:gs pos="100000">
                  <a:srgbClr val="AB793D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Splat 288"/>
            <p:cNvSpPr>
              <a:spLocks noGrp="1"/>
            </p:cNvSpPr>
            <p:nvPr/>
          </p:nvSpPr>
          <p:spPr>
            <a:xfrm rot="-10724809">
              <a:off x="1845175" y="1040847"/>
              <a:ext cx="68461" cy="18944"/>
            </a:xfrm>
            <a:prstGeom prst="ellipse">
              <a:avLst/>
            </a:prstGeom>
            <a:gradFill>
              <a:gsLst>
                <a:gs pos="0">
                  <a:srgbClr val="7D6C4F">
                    <a:alpha val="15498"/>
                  </a:srgbClr>
                </a:gs>
                <a:gs pos="14286">
                  <a:srgbClr val="7D6C4F">
                    <a:alpha val="14339"/>
                  </a:srgbClr>
                </a:gs>
                <a:gs pos="28571">
                  <a:srgbClr val="7D6C4F">
                    <a:alpha val="11324"/>
                  </a:srgbClr>
                </a:gs>
                <a:gs pos="42857">
                  <a:srgbClr val="7D6C4F">
                    <a:alpha val="7580"/>
                  </a:srgbClr>
                </a:gs>
                <a:gs pos="57143">
                  <a:srgbClr val="7D6C4F">
                    <a:alpha val="4274"/>
                  </a:srgbClr>
                </a:gs>
                <a:gs pos="71429">
                  <a:srgbClr val="7D6C4F">
                    <a:alpha val="2024"/>
                  </a:srgbClr>
                </a:gs>
                <a:gs pos="85714">
                  <a:srgbClr val="7D6C4F">
                    <a:alpha val="805"/>
                  </a:srgbClr>
                </a:gs>
                <a:gs pos="100000">
                  <a:srgbClr val="7D6C4F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Splat 289"/>
            <p:cNvSpPr>
              <a:spLocks noGrp="1"/>
            </p:cNvSpPr>
            <p:nvPr/>
          </p:nvSpPr>
          <p:spPr>
            <a:xfrm rot="-10636409">
              <a:off x="1948727" y="2399270"/>
              <a:ext cx="77277" cy="45518"/>
            </a:xfrm>
            <a:prstGeom prst="ellipse">
              <a:avLst/>
            </a:prstGeom>
            <a:gradFill>
              <a:gsLst>
                <a:gs pos="0">
                  <a:srgbClr val="FFFFF1">
                    <a:alpha val="32968"/>
                  </a:srgbClr>
                </a:gs>
                <a:gs pos="14286">
                  <a:srgbClr val="FFFFF1">
                    <a:alpha val="30764"/>
                  </a:srgbClr>
                </a:gs>
                <a:gs pos="28571">
                  <a:srgbClr val="FFFFF1">
                    <a:alpha val="24833"/>
                  </a:srgbClr>
                </a:gs>
                <a:gs pos="42857">
                  <a:srgbClr val="FFFFF1">
                    <a:alpha val="17075"/>
                  </a:srgbClr>
                </a:gs>
                <a:gs pos="57143">
                  <a:srgbClr val="FFFFF1">
                    <a:alpha val="9855"/>
                  </a:srgbClr>
                </a:gs>
                <a:gs pos="71429">
                  <a:srgbClr val="FFFFF1">
                    <a:alpha val="4740"/>
                  </a:srgbClr>
                </a:gs>
                <a:gs pos="85714">
                  <a:srgbClr val="FFFFF1">
                    <a:alpha val="1902"/>
                  </a:srgbClr>
                </a:gs>
                <a:gs pos="100000">
                  <a:srgbClr val="FFFF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Splat 290"/>
            <p:cNvSpPr>
              <a:spLocks noGrp="1"/>
            </p:cNvSpPr>
            <p:nvPr/>
          </p:nvSpPr>
          <p:spPr>
            <a:xfrm rot="5583232">
              <a:off x="147798" y="836106"/>
              <a:ext cx="68461" cy="18952"/>
            </a:xfrm>
            <a:prstGeom prst="ellipse">
              <a:avLst/>
            </a:prstGeom>
            <a:gradFill>
              <a:gsLst>
                <a:gs pos="0">
                  <a:srgbClr val="191D2C">
                    <a:alpha val="15492"/>
                  </a:srgbClr>
                </a:gs>
                <a:gs pos="14286">
                  <a:srgbClr val="191D2C">
                    <a:alpha val="14333"/>
                  </a:srgbClr>
                </a:gs>
                <a:gs pos="28571">
                  <a:srgbClr val="191D2C">
                    <a:alpha val="11319"/>
                  </a:srgbClr>
                </a:gs>
                <a:gs pos="42857">
                  <a:srgbClr val="191D2C">
                    <a:alpha val="7577"/>
                  </a:srgbClr>
                </a:gs>
                <a:gs pos="57143">
                  <a:srgbClr val="191D2C">
                    <a:alpha val="4272"/>
                  </a:srgbClr>
                </a:gs>
                <a:gs pos="71429">
                  <a:srgbClr val="191D2C">
                    <a:alpha val="2023"/>
                  </a:srgbClr>
                </a:gs>
                <a:gs pos="85714">
                  <a:srgbClr val="191D2C">
                    <a:alpha val="805"/>
                  </a:srgbClr>
                </a:gs>
                <a:gs pos="100000">
                  <a:srgbClr val="191D2C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Splat 291"/>
            <p:cNvSpPr>
              <a:spLocks noGrp="1"/>
            </p:cNvSpPr>
            <p:nvPr/>
          </p:nvSpPr>
          <p:spPr>
            <a:xfrm rot="5735059">
              <a:off x="147941" y="1050025"/>
              <a:ext cx="68461" cy="18978"/>
            </a:xfrm>
            <a:prstGeom prst="ellipse">
              <a:avLst/>
            </a:prstGeom>
            <a:gradFill>
              <a:gsLst>
                <a:gs pos="0">
                  <a:srgbClr val="272125">
                    <a:alpha val="15473"/>
                  </a:srgbClr>
                </a:gs>
                <a:gs pos="14286">
                  <a:srgbClr val="272125">
                    <a:alpha val="14315"/>
                  </a:srgbClr>
                </a:gs>
                <a:gs pos="28571">
                  <a:srgbClr val="272125">
                    <a:alpha val="11304"/>
                  </a:srgbClr>
                </a:gs>
                <a:gs pos="42857">
                  <a:srgbClr val="272125">
                    <a:alpha val="7567"/>
                  </a:srgbClr>
                </a:gs>
                <a:gs pos="57143">
                  <a:srgbClr val="272125">
                    <a:alpha val="4266"/>
                  </a:srgbClr>
                </a:gs>
                <a:gs pos="71429">
                  <a:srgbClr val="272125">
                    <a:alpha val="2020"/>
                  </a:srgbClr>
                </a:gs>
                <a:gs pos="85714">
                  <a:srgbClr val="272125">
                    <a:alpha val="804"/>
                  </a:srgbClr>
                </a:gs>
                <a:gs pos="100000">
                  <a:srgbClr val="272125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Splat 292"/>
            <p:cNvSpPr>
              <a:spLocks noGrp="1"/>
            </p:cNvSpPr>
            <p:nvPr/>
          </p:nvSpPr>
          <p:spPr>
            <a:xfrm rot="5393637">
              <a:off x="1679162" y="2134683"/>
              <a:ext cx="442507" cy="21021"/>
            </a:xfrm>
            <a:prstGeom prst="ellipse">
              <a:avLst/>
            </a:prstGeom>
            <a:gradFill>
              <a:gsLst>
                <a:gs pos="0">
                  <a:srgbClr val="9A7300">
                    <a:alpha val="32968"/>
                  </a:srgbClr>
                </a:gs>
                <a:gs pos="14286">
                  <a:srgbClr val="9A7300">
                    <a:alpha val="30764"/>
                  </a:srgbClr>
                </a:gs>
                <a:gs pos="28571">
                  <a:srgbClr val="9A7300">
                    <a:alpha val="24833"/>
                  </a:srgbClr>
                </a:gs>
                <a:gs pos="42857">
                  <a:srgbClr val="9A7300">
                    <a:alpha val="17075"/>
                  </a:srgbClr>
                </a:gs>
                <a:gs pos="57143">
                  <a:srgbClr val="9A7300">
                    <a:alpha val="9855"/>
                  </a:srgbClr>
                </a:gs>
                <a:gs pos="71429">
                  <a:srgbClr val="9A7300">
                    <a:alpha val="4740"/>
                  </a:srgbClr>
                </a:gs>
                <a:gs pos="85714">
                  <a:srgbClr val="9A7300">
                    <a:alpha val="1902"/>
                  </a:srgbClr>
                </a:gs>
                <a:gs pos="100000">
                  <a:srgbClr val="9A7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Splat 293"/>
            <p:cNvSpPr>
              <a:spLocks noGrp="1"/>
            </p:cNvSpPr>
            <p:nvPr/>
          </p:nvSpPr>
          <p:spPr>
            <a:xfrm rot="10190763">
              <a:off x="235666" y="1104508"/>
              <a:ext cx="68461" cy="18862"/>
            </a:xfrm>
            <a:prstGeom prst="ellipse">
              <a:avLst/>
            </a:prstGeom>
            <a:gradFill>
              <a:gsLst>
                <a:gs pos="0">
                  <a:srgbClr val="345179">
                    <a:alpha val="15559"/>
                  </a:srgbClr>
                </a:gs>
                <a:gs pos="14286">
                  <a:srgbClr val="345179">
                    <a:alpha val="14396"/>
                  </a:srgbClr>
                </a:gs>
                <a:gs pos="28571">
                  <a:srgbClr val="345179">
                    <a:alpha val="11369"/>
                  </a:srgbClr>
                </a:gs>
                <a:gs pos="42857">
                  <a:srgbClr val="345179">
                    <a:alpha val="7611"/>
                  </a:srgbClr>
                </a:gs>
                <a:gs pos="57143">
                  <a:srgbClr val="345179">
                    <a:alpha val="4292"/>
                  </a:srgbClr>
                </a:gs>
                <a:gs pos="71429">
                  <a:srgbClr val="345179">
                    <a:alpha val="2032"/>
                  </a:srgbClr>
                </a:gs>
                <a:gs pos="85714">
                  <a:srgbClr val="345179">
                    <a:alpha val="809"/>
                  </a:srgbClr>
                </a:gs>
                <a:gs pos="100000">
                  <a:srgbClr val="345179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Splat 294"/>
            <p:cNvSpPr>
              <a:spLocks noGrp="1"/>
            </p:cNvSpPr>
            <p:nvPr/>
          </p:nvSpPr>
          <p:spPr>
            <a:xfrm rot="10693061">
              <a:off x="2260407" y="2352332"/>
              <a:ext cx="68461" cy="18996"/>
            </a:xfrm>
            <a:prstGeom prst="ellipse">
              <a:avLst/>
            </a:prstGeom>
            <a:gradFill>
              <a:gsLst>
                <a:gs pos="0">
                  <a:srgbClr val="4F4142">
                    <a:alpha val="15459"/>
                  </a:srgbClr>
                </a:gs>
                <a:gs pos="14286">
                  <a:srgbClr val="4F4142">
                    <a:alpha val="14303"/>
                  </a:srgbClr>
                </a:gs>
                <a:gs pos="28571">
                  <a:srgbClr val="4F4142">
                    <a:alpha val="11294"/>
                  </a:srgbClr>
                </a:gs>
                <a:gs pos="42857">
                  <a:srgbClr val="4F4142">
                    <a:alpha val="7560"/>
                  </a:srgbClr>
                </a:gs>
                <a:gs pos="57143">
                  <a:srgbClr val="4F4142">
                    <a:alpha val="4262"/>
                  </a:srgbClr>
                </a:gs>
                <a:gs pos="71429">
                  <a:srgbClr val="4F4142">
                    <a:alpha val="2018"/>
                  </a:srgbClr>
                </a:gs>
                <a:gs pos="85714">
                  <a:srgbClr val="4F4142">
                    <a:alpha val="803"/>
                  </a:srgbClr>
                </a:gs>
                <a:gs pos="100000">
                  <a:srgbClr val="4F4142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Splat 295"/>
            <p:cNvSpPr>
              <a:spLocks noGrp="1"/>
            </p:cNvSpPr>
            <p:nvPr/>
          </p:nvSpPr>
          <p:spPr>
            <a:xfrm rot="4493613">
              <a:off x="2137564" y="2331312"/>
              <a:ext cx="68461" cy="19006"/>
            </a:xfrm>
            <a:prstGeom prst="ellipse">
              <a:avLst/>
            </a:prstGeom>
            <a:gradFill>
              <a:gsLst>
                <a:gs pos="0">
                  <a:srgbClr val="644F41">
                    <a:alpha val="15452"/>
                  </a:srgbClr>
                </a:gs>
                <a:gs pos="14286">
                  <a:srgbClr val="644F41">
                    <a:alpha val="14296"/>
                  </a:srgbClr>
                </a:gs>
                <a:gs pos="28571">
                  <a:srgbClr val="644F41">
                    <a:alpha val="11289"/>
                  </a:srgbClr>
                </a:gs>
                <a:gs pos="42857">
                  <a:srgbClr val="644F41">
                    <a:alpha val="7556"/>
                  </a:srgbClr>
                </a:gs>
                <a:gs pos="57143">
                  <a:srgbClr val="644F41">
                    <a:alpha val="4260"/>
                  </a:srgbClr>
                </a:gs>
                <a:gs pos="71429">
                  <a:srgbClr val="644F41">
                    <a:alpha val="2017"/>
                  </a:srgbClr>
                </a:gs>
                <a:gs pos="85714">
                  <a:srgbClr val="644F41">
                    <a:alpha val="803"/>
                  </a:srgbClr>
                </a:gs>
                <a:gs pos="100000">
                  <a:srgbClr val="644F41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Splat 296"/>
            <p:cNvSpPr>
              <a:spLocks noGrp="1"/>
            </p:cNvSpPr>
            <p:nvPr/>
          </p:nvSpPr>
          <p:spPr>
            <a:xfrm rot="5844731">
              <a:off x="39511" y="1588314"/>
              <a:ext cx="68461" cy="18796"/>
            </a:xfrm>
            <a:prstGeom prst="ellipse">
              <a:avLst/>
            </a:prstGeom>
            <a:gradFill>
              <a:gsLst>
                <a:gs pos="0">
                  <a:srgbClr val="434F62">
                    <a:alpha val="15609"/>
                  </a:srgbClr>
                </a:gs>
                <a:gs pos="14286">
                  <a:srgbClr val="434F62">
                    <a:alpha val="14442"/>
                  </a:srgbClr>
                </a:gs>
                <a:gs pos="28571">
                  <a:srgbClr val="434F62">
                    <a:alpha val="11406"/>
                  </a:srgbClr>
                </a:gs>
                <a:gs pos="42857">
                  <a:srgbClr val="434F62">
                    <a:alpha val="7636"/>
                  </a:srgbClr>
                </a:gs>
                <a:gs pos="57143">
                  <a:srgbClr val="434F62">
                    <a:alpha val="4306"/>
                  </a:srgbClr>
                </a:gs>
                <a:gs pos="71429">
                  <a:srgbClr val="434F62">
                    <a:alpha val="2039"/>
                  </a:srgbClr>
                </a:gs>
                <a:gs pos="85714">
                  <a:srgbClr val="434F62">
                    <a:alpha val="811"/>
                  </a:srgbClr>
                </a:gs>
                <a:gs pos="100000">
                  <a:srgbClr val="434F62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Splat 297"/>
            <p:cNvSpPr>
              <a:spLocks noGrp="1"/>
            </p:cNvSpPr>
            <p:nvPr/>
          </p:nvSpPr>
          <p:spPr>
            <a:xfrm rot="-10774546">
              <a:off x="1601668" y="2361883"/>
              <a:ext cx="68461" cy="19014"/>
            </a:xfrm>
            <a:prstGeom prst="ellipse">
              <a:avLst/>
            </a:prstGeom>
            <a:gradFill>
              <a:gsLst>
                <a:gs pos="0">
                  <a:srgbClr val="BD8343">
                    <a:alpha val="15445"/>
                  </a:srgbClr>
                </a:gs>
                <a:gs pos="14286">
                  <a:srgbClr val="BD8343">
                    <a:alpha val="14290"/>
                  </a:srgbClr>
                </a:gs>
                <a:gs pos="28571">
                  <a:srgbClr val="BD8343">
                    <a:alpha val="11284"/>
                  </a:srgbClr>
                </a:gs>
                <a:gs pos="42857">
                  <a:srgbClr val="BD8343">
                    <a:alpha val="7553"/>
                  </a:srgbClr>
                </a:gs>
                <a:gs pos="57143">
                  <a:srgbClr val="BD8343">
                    <a:alpha val="4258"/>
                  </a:srgbClr>
                </a:gs>
                <a:gs pos="71429">
                  <a:srgbClr val="BD8343">
                    <a:alpha val="2016"/>
                  </a:srgbClr>
                </a:gs>
                <a:gs pos="85714">
                  <a:srgbClr val="BD8343">
                    <a:alpha val="802"/>
                  </a:srgbClr>
                </a:gs>
                <a:gs pos="100000">
                  <a:srgbClr val="BD8343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Splat 298"/>
            <p:cNvSpPr>
              <a:spLocks noGrp="1"/>
            </p:cNvSpPr>
            <p:nvPr/>
          </p:nvSpPr>
          <p:spPr>
            <a:xfrm rot="5324505">
              <a:off x="3404405" y="1848892"/>
              <a:ext cx="68461" cy="19021"/>
            </a:xfrm>
            <a:prstGeom prst="ellipse">
              <a:avLst/>
            </a:prstGeom>
            <a:gradFill>
              <a:gsLst>
                <a:gs pos="0">
                  <a:srgbClr val="1D151C">
                    <a:alpha val="15440"/>
                  </a:srgbClr>
                </a:gs>
                <a:gs pos="14286">
                  <a:srgbClr val="1D151C">
                    <a:alpha val="14285"/>
                  </a:srgbClr>
                </a:gs>
                <a:gs pos="28571">
                  <a:srgbClr val="1D151C">
                    <a:alpha val="11280"/>
                  </a:srgbClr>
                </a:gs>
                <a:gs pos="42857">
                  <a:srgbClr val="1D151C">
                    <a:alpha val="7550"/>
                  </a:srgbClr>
                </a:gs>
                <a:gs pos="57143">
                  <a:srgbClr val="1D151C">
                    <a:alpha val="4257"/>
                  </a:srgbClr>
                </a:gs>
                <a:gs pos="71429">
                  <a:srgbClr val="1D151C">
                    <a:alpha val="2016"/>
                  </a:srgbClr>
                </a:gs>
                <a:gs pos="85714">
                  <a:srgbClr val="1D151C">
                    <a:alpha val="802"/>
                  </a:srgbClr>
                </a:gs>
                <a:gs pos="100000">
                  <a:srgbClr val="1D151C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Splat 299"/>
            <p:cNvSpPr>
              <a:spLocks noGrp="1"/>
            </p:cNvSpPr>
            <p:nvPr/>
          </p:nvSpPr>
          <p:spPr>
            <a:xfrm rot="5400000">
              <a:off x="1915211" y="2055465"/>
              <a:ext cx="38050" cy="38050"/>
            </a:xfrm>
            <a:prstGeom prst="ellipse">
              <a:avLst/>
            </a:prstGeom>
            <a:gradFill>
              <a:gsLst>
                <a:gs pos="0">
                  <a:srgbClr val="6F5B4A">
                    <a:alpha val="15437"/>
                  </a:srgbClr>
                </a:gs>
                <a:gs pos="14286">
                  <a:srgbClr val="6F5B4A">
                    <a:alpha val="14283"/>
                  </a:srgbClr>
                </a:gs>
                <a:gs pos="28571">
                  <a:srgbClr val="6F5B4A">
                    <a:alpha val="11278"/>
                  </a:srgbClr>
                </a:gs>
                <a:gs pos="42857">
                  <a:srgbClr val="6F5B4A">
                    <a:alpha val="7549"/>
                  </a:srgbClr>
                </a:gs>
                <a:gs pos="57143">
                  <a:srgbClr val="6F5B4A">
                    <a:alpha val="4256"/>
                  </a:srgbClr>
                </a:gs>
                <a:gs pos="71429">
                  <a:srgbClr val="6F5B4A">
                    <a:alpha val="2015"/>
                  </a:srgbClr>
                </a:gs>
                <a:gs pos="85714">
                  <a:srgbClr val="6F5B4A">
                    <a:alpha val="802"/>
                  </a:srgbClr>
                </a:gs>
                <a:gs pos="100000">
                  <a:srgbClr val="6F5B4A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Splat 300"/>
            <p:cNvSpPr>
              <a:spLocks noGrp="1"/>
            </p:cNvSpPr>
            <p:nvPr/>
          </p:nvSpPr>
          <p:spPr>
            <a:xfrm rot="5529249">
              <a:off x="2496483" y="1155210"/>
              <a:ext cx="139392" cy="33897"/>
            </a:xfrm>
            <a:prstGeom prst="ellipse">
              <a:avLst/>
            </a:prstGeom>
            <a:gradFill>
              <a:gsLst>
                <a:gs pos="0">
                  <a:srgbClr val="FFDDAA">
                    <a:alpha val="32968"/>
                  </a:srgbClr>
                </a:gs>
                <a:gs pos="14286">
                  <a:srgbClr val="FFDDAA">
                    <a:alpha val="30764"/>
                  </a:srgbClr>
                </a:gs>
                <a:gs pos="28571">
                  <a:srgbClr val="FFDDAA">
                    <a:alpha val="24833"/>
                  </a:srgbClr>
                </a:gs>
                <a:gs pos="42857">
                  <a:srgbClr val="FFDDAA">
                    <a:alpha val="17075"/>
                  </a:srgbClr>
                </a:gs>
                <a:gs pos="57143">
                  <a:srgbClr val="FFDDAA">
                    <a:alpha val="9855"/>
                  </a:srgbClr>
                </a:gs>
                <a:gs pos="71429">
                  <a:srgbClr val="FFDDAA">
                    <a:alpha val="4740"/>
                  </a:srgbClr>
                </a:gs>
                <a:gs pos="85714">
                  <a:srgbClr val="FFDDAA">
                    <a:alpha val="1902"/>
                  </a:srgbClr>
                </a:gs>
                <a:gs pos="100000">
                  <a:srgbClr val="FFDDA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Splat 301"/>
            <p:cNvSpPr>
              <a:spLocks noGrp="1"/>
            </p:cNvSpPr>
            <p:nvPr/>
          </p:nvSpPr>
          <p:spPr>
            <a:xfrm rot="9590013">
              <a:off x="134946" y="1559171"/>
              <a:ext cx="68461" cy="18891"/>
            </a:xfrm>
            <a:prstGeom prst="ellipse">
              <a:avLst/>
            </a:prstGeom>
            <a:gradFill>
              <a:gsLst>
                <a:gs pos="0">
                  <a:srgbClr val="353F50">
                    <a:alpha val="15538"/>
                  </a:srgbClr>
                </a:gs>
                <a:gs pos="14286">
                  <a:srgbClr val="353F50">
                    <a:alpha val="14376"/>
                  </a:srgbClr>
                </a:gs>
                <a:gs pos="28571">
                  <a:srgbClr val="353F50">
                    <a:alpha val="11353"/>
                  </a:srgbClr>
                </a:gs>
                <a:gs pos="42857">
                  <a:srgbClr val="353F50">
                    <a:alpha val="7600"/>
                  </a:srgbClr>
                </a:gs>
                <a:gs pos="57143">
                  <a:srgbClr val="353F50">
                    <a:alpha val="4285"/>
                  </a:srgbClr>
                </a:gs>
                <a:gs pos="71429">
                  <a:srgbClr val="353F50">
                    <a:alpha val="2029"/>
                  </a:srgbClr>
                </a:gs>
                <a:gs pos="85714">
                  <a:srgbClr val="353F50">
                    <a:alpha val="807"/>
                  </a:srgbClr>
                </a:gs>
                <a:gs pos="100000">
                  <a:srgbClr val="353F50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Splat 302"/>
            <p:cNvSpPr>
              <a:spLocks noGrp="1"/>
            </p:cNvSpPr>
            <p:nvPr/>
          </p:nvSpPr>
          <p:spPr>
            <a:xfrm rot="3488897">
              <a:off x="280687" y="1338954"/>
              <a:ext cx="370645" cy="294325"/>
            </a:xfrm>
            <a:prstGeom prst="ellipse">
              <a:avLst/>
            </a:prstGeom>
            <a:gradFill>
              <a:gsLst>
                <a:gs pos="0">
                  <a:srgbClr val="618DC8">
                    <a:alpha val="28628"/>
                  </a:srgbClr>
                </a:gs>
                <a:gs pos="14286">
                  <a:srgbClr val="618DC8">
                    <a:alpha val="26654"/>
                  </a:srgbClr>
                </a:gs>
                <a:gs pos="28571">
                  <a:srgbClr val="618DC8">
                    <a:alpha val="21391"/>
                  </a:srgbClr>
                </a:gs>
                <a:gs pos="42857">
                  <a:srgbClr val="618DC8">
                    <a:alpha val="14604"/>
                  </a:srgbClr>
                </a:gs>
                <a:gs pos="57143">
                  <a:srgbClr val="618DC8">
                    <a:alpha val="8376"/>
                  </a:srgbClr>
                </a:gs>
                <a:gs pos="71429">
                  <a:srgbClr val="618DC8">
                    <a:alpha val="4012"/>
                  </a:srgbClr>
                </a:gs>
                <a:gs pos="85714">
                  <a:srgbClr val="618DC8">
                    <a:alpha val="1606"/>
                  </a:srgbClr>
                </a:gs>
                <a:gs pos="100000">
                  <a:srgbClr val="618DC8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Splat 303"/>
            <p:cNvSpPr>
              <a:spLocks noGrp="1"/>
            </p:cNvSpPr>
            <p:nvPr/>
          </p:nvSpPr>
          <p:spPr>
            <a:xfrm rot="3099756">
              <a:off x="3529544" y="2398459"/>
              <a:ext cx="68461" cy="19059"/>
            </a:xfrm>
            <a:prstGeom prst="ellipse">
              <a:avLst/>
            </a:prstGeom>
            <a:gradFill>
              <a:gsLst>
                <a:gs pos="0">
                  <a:srgbClr val="282020">
                    <a:alpha val="15412"/>
                  </a:srgbClr>
                </a:gs>
                <a:gs pos="14286">
                  <a:srgbClr val="282020">
                    <a:alpha val="14259"/>
                  </a:srgbClr>
                </a:gs>
                <a:gs pos="28571">
                  <a:srgbClr val="282020">
                    <a:alpha val="11259"/>
                  </a:srgbClr>
                </a:gs>
                <a:gs pos="42857">
                  <a:srgbClr val="282020">
                    <a:alpha val="7536"/>
                  </a:srgbClr>
                </a:gs>
                <a:gs pos="57143">
                  <a:srgbClr val="282020">
                    <a:alpha val="4248"/>
                  </a:srgbClr>
                </a:gs>
                <a:gs pos="71429">
                  <a:srgbClr val="282020">
                    <a:alpha val="2012"/>
                  </a:srgbClr>
                </a:gs>
                <a:gs pos="85714">
                  <a:srgbClr val="282020">
                    <a:alpha val="800"/>
                  </a:srgbClr>
                </a:gs>
                <a:gs pos="100000">
                  <a:srgbClr val="282020">
                    <a:alpha val="2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Splat 304"/>
            <p:cNvSpPr>
              <a:spLocks noGrp="1"/>
            </p:cNvSpPr>
            <p:nvPr/>
          </p:nvSpPr>
          <p:spPr>
            <a:xfrm rot="5526478">
              <a:off x="1889817" y="2156250"/>
              <a:ext cx="271157" cy="21743"/>
            </a:xfrm>
            <a:prstGeom prst="ellipse">
              <a:avLst/>
            </a:prstGeom>
            <a:gradFill>
              <a:gsLst>
                <a:gs pos="0">
                  <a:srgbClr val="FFBA00">
                    <a:alpha val="32968"/>
                  </a:srgbClr>
                </a:gs>
                <a:gs pos="14286">
                  <a:srgbClr val="FFBA00">
                    <a:alpha val="30764"/>
                  </a:srgbClr>
                </a:gs>
                <a:gs pos="28571">
                  <a:srgbClr val="FFBA00">
                    <a:alpha val="24833"/>
                  </a:srgbClr>
                </a:gs>
                <a:gs pos="42857">
                  <a:srgbClr val="FFBA00">
                    <a:alpha val="17075"/>
                  </a:srgbClr>
                </a:gs>
                <a:gs pos="57143">
                  <a:srgbClr val="FFBA00">
                    <a:alpha val="9855"/>
                  </a:srgbClr>
                </a:gs>
                <a:gs pos="71429">
                  <a:srgbClr val="FFBA00">
                    <a:alpha val="4740"/>
                  </a:srgbClr>
                </a:gs>
                <a:gs pos="85714">
                  <a:srgbClr val="FFBA00">
                    <a:alpha val="1902"/>
                  </a:srgbClr>
                </a:gs>
                <a:gs pos="100000">
                  <a:srgbClr val="FFB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Splat 305"/>
            <p:cNvSpPr>
              <a:spLocks noGrp="1"/>
            </p:cNvSpPr>
            <p:nvPr/>
          </p:nvSpPr>
          <p:spPr>
            <a:xfrm rot="4821278">
              <a:off x="1663622" y="1853810"/>
              <a:ext cx="353367" cy="75381"/>
            </a:xfrm>
            <a:prstGeom prst="ellipse">
              <a:avLst/>
            </a:prstGeom>
            <a:gradFill>
              <a:gsLst>
                <a:gs pos="0">
                  <a:srgbClr val="EACD66">
                    <a:alpha val="32106"/>
                  </a:srgbClr>
                </a:gs>
                <a:gs pos="14286">
                  <a:srgbClr val="EACD66">
                    <a:alpha val="29946"/>
                  </a:srgbClr>
                </a:gs>
                <a:gs pos="28571">
                  <a:srgbClr val="EACD66">
                    <a:alpha val="24144"/>
                  </a:srgbClr>
                </a:gs>
                <a:gs pos="42857">
                  <a:srgbClr val="EACD66">
                    <a:alpha val="16578"/>
                  </a:srgbClr>
                </a:gs>
                <a:gs pos="57143">
                  <a:srgbClr val="EACD66">
                    <a:alpha val="9555"/>
                  </a:srgbClr>
                </a:gs>
                <a:gs pos="71429">
                  <a:srgbClr val="EACD66">
                    <a:alpha val="4592"/>
                  </a:srgbClr>
                </a:gs>
                <a:gs pos="85714">
                  <a:srgbClr val="EACD66">
                    <a:alpha val="1842"/>
                  </a:srgbClr>
                </a:gs>
                <a:gs pos="100000">
                  <a:srgbClr val="EACD66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Splat 306"/>
            <p:cNvSpPr>
              <a:spLocks noGrp="1"/>
            </p:cNvSpPr>
            <p:nvPr/>
          </p:nvSpPr>
          <p:spPr>
            <a:xfrm rot="10456069">
              <a:off x="342869" y="2085206"/>
              <a:ext cx="317772" cy="61885"/>
            </a:xfrm>
            <a:prstGeom prst="ellipse">
              <a:avLst/>
            </a:prstGeom>
            <a:gradFill>
              <a:gsLst>
                <a:gs pos="0">
                  <a:srgbClr val="6E7481">
                    <a:alpha val="32968"/>
                  </a:srgbClr>
                </a:gs>
                <a:gs pos="14286">
                  <a:srgbClr val="6E7481">
                    <a:alpha val="30764"/>
                  </a:srgbClr>
                </a:gs>
                <a:gs pos="28571">
                  <a:srgbClr val="6E7481">
                    <a:alpha val="24833"/>
                  </a:srgbClr>
                </a:gs>
                <a:gs pos="42857">
                  <a:srgbClr val="6E7481">
                    <a:alpha val="17075"/>
                  </a:srgbClr>
                </a:gs>
                <a:gs pos="57143">
                  <a:srgbClr val="6E7481">
                    <a:alpha val="9855"/>
                  </a:srgbClr>
                </a:gs>
                <a:gs pos="71429">
                  <a:srgbClr val="6E7481">
                    <a:alpha val="4740"/>
                  </a:srgbClr>
                </a:gs>
                <a:gs pos="85714">
                  <a:srgbClr val="6E7481">
                    <a:alpha val="1902"/>
                  </a:srgbClr>
                </a:gs>
                <a:gs pos="100000">
                  <a:srgbClr val="6E748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Splat 307"/>
            <p:cNvSpPr>
              <a:spLocks noGrp="1"/>
            </p:cNvSpPr>
            <p:nvPr/>
          </p:nvSpPr>
          <p:spPr>
            <a:xfrm rot="5707109">
              <a:off x="700015" y="1748185"/>
              <a:ext cx="617866" cy="16308"/>
            </a:xfrm>
            <a:prstGeom prst="ellipse">
              <a:avLst/>
            </a:prstGeom>
            <a:gradFill>
              <a:gsLst>
                <a:gs pos="0">
                  <a:srgbClr val="4A0000">
                    <a:alpha val="32968"/>
                  </a:srgbClr>
                </a:gs>
                <a:gs pos="14286">
                  <a:srgbClr val="4A0000">
                    <a:alpha val="30764"/>
                  </a:srgbClr>
                </a:gs>
                <a:gs pos="28571">
                  <a:srgbClr val="4A0000">
                    <a:alpha val="24833"/>
                  </a:srgbClr>
                </a:gs>
                <a:gs pos="42857">
                  <a:srgbClr val="4A0000">
                    <a:alpha val="17075"/>
                  </a:srgbClr>
                </a:gs>
                <a:gs pos="57143">
                  <a:srgbClr val="4A0000">
                    <a:alpha val="9855"/>
                  </a:srgbClr>
                </a:gs>
                <a:gs pos="71429">
                  <a:srgbClr val="4A0000">
                    <a:alpha val="4740"/>
                  </a:srgbClr>
                </a:gs>
                <a:gs pos="85714">
                  <a:srgbClr val="4A0000">
                    <a:alpha val="1902"/>
                  </a:srgbClr>
                </a:gs>
                <a:gs pos="100000">
                  <a:srgbClr val="4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Splat 308"/>
            <p:cNvSpPr>
              <a:spLocks noGrp="1"/>
            </p:cNvSpPr>
            <p:nvPr/>
          </p:nvSpPr>
          <p:spPr>
            <a:xfrm rot="5513492">
              <a:off x="444142" y="1492654"/>
              <a:ext cx="68461" cy="19122"/>
            </a:xfrm>
            <a:prstGeom prst="ellipse">
              <a:avLst/>
            </a:prstGeom>
            <a:gradFill>
              <a:gsLst>
                <a:gs pos="0">
                  <a:srgbClr val="435275">
                    <a:alpha val="15364"/>
                  </a:srgbClr>
                </a:gs>
                <a:gs pos="14286">
                  <a:srgbClr val="435275">
                    <a:alpha val="14215"/>
                  </a:srgbClr>
                </a:gs>
                <a:gs pos="28571">
                  <a:srgbClr val="435275">
                    <a:alpha val="11223"/>
                  </a:srgbClr>
                </a:gs>
                <a:gs pos="42857">
                  <a:srgbClr val="435275">
                    <a:alpha val="7511"/>
                  </a:srgbClr>
                </a:gs>
                <a:gs pos="57143">
                  <a:srgbClr val="435275">
                    <a:alpha val="4234"/>
                  </a:srgbClr>
                </a:gs>
                <a:gs pos="71429">
                  <a:srgbClr val="435275">
                    <a:alpha val="2005"/>
                  </a:srgbClr>
                </a:gs>
                <a:gs pos="85714">
                  <a:srgbClr val="435275">
                    <a:alpha val="798"/>
                  </a:srgbClr>
                </a:gs>
                <a:gs pos="100000">
                  <a:srgbClr val="435275">
                    <a:alpha val="2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Splat 309"/>
            <p:cNvSpPr>
              <a:spLocks noGrp="1"/>
            </p:cNvSpPr>
            <p:nvPr/>
          </p:nvSpPr>
          <p:spPr>
            <a:xfrm rot="7191861">
              <a:off x="-109276" y="1658274"/>
              <a:ext cx="350562" cy="3258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Splat 310"/>
            <p:cNvSpPr>
              <a:spLocks noGrp="1"/>
            </p:cNvSpPr>
            <p:nvPr/>
          </p:nvSpPr>
          <p:spPr>
            <a:xfrm rot="6423204">
              <a:off x="937299" y="2110176"/>
              <a:ext cx="358242" cy="14680"/>
            </a:xfrm>
            <a:prstGeom prst="ellipse">
              <a:avLst/>
            </a:prstGeom>
            <a:gradFill>
              <a:gsLst>
                <a:gs pos="0">
                  <a:srgbClr val="4E3900">
                    <a:alpha val="32968"/>
                  </a:srgbClr>
                </a:gs>
                <a:gs pos="14286">
                  <a:srgbClr val="4E3900">
                    <a:alpha val="30764"/>
                  </a:srgbClr>
                </a:gs>
                <a:gs pos="28571">
                  <a:srgbClr val="4E3900">
                    <a:alpha val="24833"/>
                  </a:srgbClr>
                </a:gs>
                <a:gs pos="42857">
                  <a:srgbClr val="4E3900">
                    <a:alpha val="17075"/>
                  </a:srgbClr>
                </a:gs>
                <a:gs pos="57143">
                  <a:srgbClr val="4E3900">
                    <a:alpha val="9855"/>
                  </a:srgbClr>
                </a:gs>
                <a:gs pos="71429">
                  <a:srgbClr val="4E3900">
                    <a:alpha val="4740"/>
                  </a:srgbClr>
                </a:gs>
                <a:gs pos="85714">
                  <a:srgbClr val="4E3900">
                    <a:alpha val="1902"/>
                  </a:srgbClr>
                </a:gs>
                <a:gs pos="100000">
                  <a:srgbClr val="4E3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Splat 311"/>
            <p:cNvSpPr>
              <a:spLocks noGrp="1"/>
            </p:cNvSpPr>
            <p:nvPr/>
          </p:nvSpPr>
          <p:spPr>
            <a:xfrm rot="3564617">
              <a:off x="676927" y="2102171"/>
              <a:ext cx="322546" cy="23126"/>
            </a:xfrm>
            <a:prstGeom prst="ellipse">
              <a:avLst/>
            </a:prstGeom>
            <a:gradFill>
              <a:gsLst>
                <a:gs pos="0">
                  <a:srgbClr val="FFFFA0">
                    <a:alpha val="32968"/>
                  </a:srgbClr>
                </a:gs>
                <a:gs pos="14286">
                  <a:srgbClr val="FFFFA0">
                    <a:alpha val="30764"/>
                  </a:srgbClr>
                </a:gs>
                <a:gs pos="28571">
                  <a:srgbClr val="FFFFA0">
                    <a:alpha val="24833"/>
                  </a:srgbClr>
                </a:gs>
                <a:gs pos="42857">
                  <a:srgbClr val="FFFFA0">
                    <a:alpha val="17075"/>
                  </a:srgbClr>
                </a:gs>
                <a:gs pos="57143">
                  <a:srgbClr val="FFFFA0">
                    <a:alpha val="9855"/>
                  </a:srgbClr>
                </a:gs>
                <a:gs pos="71429">
                  <a:srgbClr val="FFFFA0">
                    <a:alpha val="4740"/>
                  </a:srgbClr>
                </a:gs>
                <a:gs pos="85714">
                  <a:srgbClr val="FFFFA0">
                    <a:alpha val="1902"/>
                  </a:srgbClr>
                </a:gs>
                <a:gs pos="100000">
                  <a:srgbClr val="FFFF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Splat 312"/>
            <p:cNvSpPr>
              <a:spLocks noGrp="1"/>
            </p:cNvSpPr>
            <p:nvPr/>
          </p:nvSpPr>
          <p:spPr>
            <a:xfrm rot="10693731">
              <a:off x="287543" y="2122369"/>
              <a:ext cx="485689" cy="27824"/>
            </a:xfrm>
            <a:prstGeom prst="ellipse">
              <a:avLst/>
            </a:prstGeom>
            <a:gradFill>
              <a:gsLst>
                <a:gs pos="0">
                  <a:srgbClr val="00002A">
                    <a:alpha val="32968"/>
                  </a:srgbClr>
                </a:gs>
                <a:gs pos="14286">
                  <a:srgbClr val="00002A">
                    <a:alpha val="30764"/>
                  </a:srgbClr>
                </a:gs>
                <a:gs pos="28571">
                  <a:srgbClr val="00002A">
                    <a:alpha val="24833"/>
                  </a:srgbClr>
                </a:gs>
                <a:gs pos="42857">
                  <a:srgbClr val="00002A">
                    <a:alpha val="17075"/>
                  </a:srgbClr>
                </a:gs>
                <a:gs pos="57143">
                  <a:srgbClr val="00002A">
                    <a:alpha val="9855"/>
                  </a:srgbClr>
                </a:gs>
                <a:gs pos="71429">
                  <a:srgbClr val="00002A">
                    <a:alpha val="4740"/>
                  </a:srgbClr>
                </a:gs>
                <a:gs pos="85714">
                  <a:srgbClr val="00002A">
                    <a:alpha val="1902"/>
                  </a:srgbClr>
                </a:gs>
                <a:gs pos="100000">
                  <a:srgbClr val="00002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Splat 313"/>
            <p:cNvSpPr>
              <a:spLocks noGrp="1"/>
            </p:cNvSpPr>
            <p:nvPr/>
          </p:nvSpPr>
          <p:spPr>
            <a:xfrm rot="6037778">
              <a:off x="-92894" y="1325472"/>
              <a:ext cx="593511" cy="204465"/>
            </a:xfrm>
            <a:prstGeom prst="ellipse">
              <a:avLst/>
            </a:prstGeom>
            <a:gradFill>
              <a:gsLst>
                <a:gs pos="0">
                  <a:srgbClr val="528FD1">
                    <a:alpha val="32721"/>
                  </a:srgbClr>
                </a:gs>
                <a:gs pos="14286">
                  <a:srgbClr val="528FD1">
                    <a:alpha val="30530"/>
                  </a:srgbClr>
                </a:gs>
                <a:gs pos="28571">
                  <a:srgbClr val="528FD1">
                    <a:alpha val="24636"/>
                  </a:srgbClr>
                </a:gs>
                <a:gs pos="42857">
                  <a:srgbClr val="528FD1">
                    <a:alpha val="16933"/>
                  </a:srgbClr>
                </a:gs>
                <a:gs pos="57143">
                  <a:srgbClr val="528FD1">
                    <a:alpha val="9769"/>
                  </a:srgbClr>
                </a:gs>
                <a:gs pos="71429">
                  <a:srgbClr val="528FD1">
                    <a:alpha val="4698"/>
                  </a:srgbClr>
                </a:gs>
                <a:gs pos="85714">
                  <a:srgbClr val="528FD1">
                    <a:alpha val="1885"/>
                  </a:srgbClr>
                </a:gs>
                <a:gs pos="100000">
                  <a:srgbClr val="528FD1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Splat 314"/>
            <p:cNvSpPr>
              <a:spLocks noGrp="1"/>
            </p:cNvSpPr>
            <p:nvPr/>
          </p:nvSpPr>
          <p:spPr>
            <a:xfrm rot="5863128">
              <a:off x="259599" y="2402047"/>
              <a:ext cx="282030" cy="19617"/>
            </a:xfrm>
            <a:prstGeom prst="ellipse">
              <a:avLst/>
            </a:prstGeom>
            <a:gradFill>
              <a:gsLst>
                <a:gs pos="0">
                  <a:srgbClr val="DB8F03">
                    <a:alpha val="32968"/>
                  </a:srgbClr>
                </a:gs>
                <a:gs pos="14286">
                  <a:srgbClr val="DB8F03">
                    <a:alpha val="30764"/>
                  </a:srgbClr>
                </a:gs>
                <a:gs pos="28571">
                  <a:srgbClr val="DB8F03">
                    <a:alpha val="24833"/>
                  </a:srgbClr>
                </a:gs>
                <a:gs pos="42857">
                  <a:srgbClr val="DB8F03">
                    <a:alpha val="17075"/>
                  </a:srgbClr>
                </a:gs>
                <a:gs pos="57143">
                  <a:srgbClr val="DB8F03">
                    <a:alpha val="9855"/>
                  </a:srgbClr>
                </a:gs>
                <a:gs pos="71429">
                  <a:srgbClr val="DB8F03">
                    <a:alpha val="4740"/>
                  </a:srgbClr>
                </a:gs>
                <a:gs pos="85714">
                  <a:srgbClr val="DB8F03">
                    <a:alpha val="1902"/>
                  </a:srgbClr>
                </a:gs>
                <a:gs pos="100000">
                  <a:srgbClr val="DB8F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Splat 315"/>
            <p:cNvSpPr>
              <a:spLocks noGrp="1"/>
            </p:cNvSpPr>
            <p:nvPr/>
          </p:nvSpPr>
          <p:spPr>
            <a:xfrm rot="5574681">
              <a:off x="1692151" y="1393773"/>
              <a:ext cx="342849" cy="33513"/>
            </a:xfrm>
            <a:prstGeom prst="ellipse">
              <a:avLst/>
            </a:prstGeom>
            <a:gradFill>
              <a:gsLst>
                <a:gs pos="0">
                  <a:srgbClr val="260000">
                    <a:alpha val="32968"/>
                  </a:srgbClr>
                </a:gs>
                <a:gs pos="14286">
                  <a:srgbClr val="260000">
                    <a:alpha val="30764"/>
                  </a:srgbClr>
                </a:gs>
                <a:gs pos="28571">
                  <a:srgbClr val="260000">
                    <a:alpha val="24833"/>
                  </a:srgbClr>
                </a:gs>
                <a:gs pos="42857">
                  <a:srgbClr val="260000">
                    <a:alpha val="17075"/>
                  </a:srgbClr>
                </a:gs>
                <a:gs pos="57143">
                  <a:srgbClr val="260000">
                    <a:alpha val="9855"/>
                  </a:srgbClr>
                </a:gs>
                <a:gs pos="71429">
                  <a:srgbClr val="260000">
                    <a:alpha val="4740"/>
                  </a:srgbClr>
                </a:gs>
                <a:gs pos="85714">
                  <a:srgbClr val="260000">
                    <a:alpha val="1902"/>
                  </a:srgbClr>
                </a:gs>
                <a:gs pos="100000">
                  <a:srgbClr val="2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Splat 316"/>
            <p:cNvSpPr>
              <a:spLocks noGrp="1"/>
            </p:cNvSpPr>
            <p:nvPr/>
          </p:nvSpPr>
          <p:spPr>
            <a:xfrm rot="2841855">
              <a:off x="1862736" y="2075291"/>
              <a:ext cx="272993" cy="71934"/>
            </a:xfrm>
            <a:prstGeom prst="ellipse">
              <a:avLst/>
            </a:prstGeom>
            <a:gradFill>
              <a:gsLst>
                <a:gs pos="0">
                  <a:srgbClr val="95694A">
                    <a:alpha val="29290"/>
                  </a:srgbClr>
                </a:gs>
                <a:gs pos="14286">
                  <a:srgbClr val="95694A">
                    <a:alpha val="27280"/>
                  </a:srgbClr>
                </a:gs>
                <a:gs pos="28571">
                  <a:srgbClr val="95694A">
                    <a:alpha val="21912"/>
                  </a:srgbClr>
                </a:gs>
                <a:gs pos="42857">
                  <a:srgbClr val="95694A">
                    <a:alpha val="14976"/>
                  </a:srgbClr>
                </a:gs>
                <a:gs pos="57143">
                  <a:srgbClr val="95694A">
                    <a:alpha val="8597"/>
                  </a:srgbClr>
                </a:gs>
                <a:gs pos="71429">
                  <a:srgbClr val="95694A">
                    <a:alpha val="4121"/>
                  </a:srgbClr>
                </a:gs>
                <a:gs pos="85714">
                  <a:srgbClr val="95694A">
                    <a:alpha val="1650"/>
                  </a:srgbClr>
                </a:gs>
                <a:gs pos="100000">
                  <a:srgbClr val="95694A">
                    <a:alpha val="5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Splat 317"/>
            <p:cNvSpPr>
              <a:spLocks noGrp="1"/>
            </p:cNvSpPr>
            <p:nvPr/>
          </p:nvSpPr>
          <p:spPr>
            <a:xfrm rot="5462282">
              <a:off x="1676715" y="2226533"/>
              <a:ext cx="168016" cy="21381"/>
            </a:xfrm>
            <a:prstGeom prst="ellipse">
              <a:avLst/>
            </a:prstGeom>
            <a:gradFill>
              <a:gsLst>
                <a:gs pos="0">
                  <a:srgbClr val="FFDE97">
                    <a:alpha val="32968"/>
                  </a:srgbClr>
                </a:gs>
                <a:gs pos="14286">
                  <a:srgbClr val="FFDE97">
                    <a:alpha val="30764"/>
                  </a:srgbClr>
                </a:gs>
                <a:gs pos="28571">
                  <a:srgbClr val="FFDE97">
                    <a:alpha val="24833"/>
                  </a:srgbClr>
                </a:gs>
                <a:gs pos="42857">
                  <a:srgbClr val="FFDE97">
                    <a:alpha val="17075"/>
                  </a:srgbClr>
                </a:gs>
                <a:gs pos="57143">
                  <a:srgbClr val="FFDE97">
                    <a:alpha val="9855"/>
                  </a:srgbClr>
                </a:gs>
                <a:gs pos="71429">
                  <a:srgbClr val="FFDE97">
                    <a:alpha val="4740"/>
                  </a:srgbClr>
                </a:gs>
                <a:gs pos="85714">
                  <a:srgbClr val="FFDE97">
                    <a:alpha val="1902"/>
                  </a:srgbClr>
                </a:gs>
                <a:gs pos="100000">
                  <a:srgbClr val="FFDE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Splat 318"/>
            <p:cNvSpPr>
              <a:spLocks noGrp="1"/>
            </p:cNvSpPr>
            <p:nvPr/>
          </p:nvSpPr>
          <p:spPr>
            <a:xfrm rot="10160111">
              <a:off x="17338" y="213642"/>
              <a:ext cx="565593" cy="500111"/>
            </a:xfrm>
            <a:prstGeom prst="ellipse">
              <a:avLst/>
            </a:prstGeom>
            <a:gradFill>
              <a:gsLst>
                <a:gs pos="0">
                  <a:srgbClr val="1D0C00">
                    <a:alpha val="27134"/>
                  </a:srgbClr>
                </a:gs>
                <a:gs pos="14286">
                  <a:srgbClr val="1D0C00">
                    <a:alpha val="25245"/>
                  </a:srgbClr>
                </a:gs>
                <a:gs pos="28571">
                  <a:srgbClr val="1D0C00">
                    <a:alpha val="20221"/>
                  </a:srgbClr>
                </a:gs>
                <a:gs pos="42857">
                  <a:srgbClr val="1D0C00">
                    <a:alpha val="13772"/>
                  </a:srgbClr>
                </a:gs>
                <a:gs pos="57143">
                  <a:srgbClr val="1D0C00">
                    <a:alpha val="7883"/>
                  </a:srgbClr>
                </a:gs>
                <a:gs pos="71429">
                  <a:srgbClr val="1D0C00">
                    <a:alpha val="3770"/>
                  </a:srgbClr>
                </a:gs>
                <a:gs pos="85714">
                  <a:srgbClr val="1D0C00">
                    <a:alpha val="1508"/>
                  </a:srgbClr>
                </a:gs>
                <a:gs pos="100000">
                  <a:srgbClr val="1D0C00">
                    <a:alpha val="5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Splat 319"/>
            <p:cNvSpPr>
              <a:spLocks noGrp="1"/>
            </p:cNvSpPr>
            <p:nvPr/>
          </p:nvSpPr>
          <p:spPr>
            <a:xfrm rot="5500665">
              <a:off x="1691469" y="1744037"/>
              <a:ext cx="368901" cy="10501"/>
            </a:xfrm>
            <a:prstGeom prst="ellipse">
              <a:avLst/>
            </a:prstGeom>
            <a:gradFill>
              <a:gsLst>
                <a:gs pos="0">
                  <a:srgbClr val="F4E5B4">
                    <a:alpha val="32288"/>
                  </a:srgbClr>
                </a:gs>
                <a:gs pos="14286">
                  <a:srgbClr val="F4E5B4">
                    <a:alpha val="30118"/>
                  </a:srgbClr>
                </a:gs>
                <a:gs pos="28571">
                  <a:srgbClr val="F4E5B4">
                    <a:alpha val="24289"/>
                  </a:srgbClr>
                </a:gs>
                <a:gs pos="42857">
                  <a:srgbClr val="F4E5B4">
                    <a:alpha val="16682"/>
                  </a:srgbClr>
                </a:gs>
                <a:gs pos="57143">
                  <a:srgbClr val="F4E5B4">
                    <a:alpha val="9618"/>
                  </a:srgbClr>
                </a:gs>
                <a:gs pos="71429">
                  <a:srgbClr val="F4E5B4">
                    <a:alpha val="4624"/>
                  </a:srgbClr>
                </a:gs>
                <a:gs pos="85714">
                  <a:srgbClr val="F4E5B4">
                    <a:alpha val="1854"/>
                  </a:srgbClr>
                </a:gs>
                <a:gs pos="100000">
                  <a:srgbClr val="F4E5B4">
                    <a:alpha val="6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Splat 320"/>
            <p:cNvSpPr>
              <a:spLocks noGrp="1"/>
            </p:cNvSpPr>
            <p:nvPr/>
          </p:nvSpPr>
          <p:spPr>
            <a:xfrm rot="5149668">
              <a:off x="2468938" y="743240"/>
              <a:ext cx="150464" cy="30061"/>
            </a:xfrm>
            <a:prstGeom prst="ellipse">
              <a:avLst/>
            </a:prstGeom>
            <a:gradFill>
              <a:gsLst>
                <a:gs pos="0">
                  <a:srgbClr val="FFE6CC">
                    <a:alpha val="32968"/>
                  </a:srgbClr>
                </a:gs>
                <a:gs pos="14286">
                  <a:srgbClr val="FFE6CC">
                    <a:alpha val="30764"/>
                  </a:srgbClr>
                </a:gs>
                <a:gs pos="28571">
                  <a:srgbClr val="FFE6CC">
                    <a:alpha val="24833"/>
                  </a:srgbClr>
                </a:gs>
                <a:gs pos="42857">
                  <a:srgbClr val="FFE6CC">
                    <a:alpha val="17075"/>
                  </a:srgbClr>
                </a:gs>
                <a:gs pos="57143">
                  <a:srgbClr val="FFE6CC">
                    <a:alpha val="9855"/>
                  </a:srgbClr>
                </a:gs>
                <a:gs pos="71429">
                  <a:srgbClr val="FFE6CC">
                    <a:alpha val="4740"/>
                  </a:srgbClr>
                </a:gs>
                <a:gs pos="85714">
                  <a:srgbClr val="FFE6CC">
                    <a:alpha val="1902"/>
                  </a:srgbClr>
                </a:gs>
                <a:gs pos="100000">
                  <a:srgbClr val="FFE6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Splat 321"/>
            <p:cNvSpPr>
              <a:spLocks noGrp="1"/>
            </p:cNvSpPr>
            <p:nvPr/>
          </p:nvSpPr>
          <p:spPr>
            <a:xfrm rot="5400301">
              <a:off x="1582245" y="2155845"/>
              <a:ext cx="359720" cy="12001"/>
            </a:xfrm>
            <a:prstGeom prst="ellipse">
              <a:avLst/>
            </a:prstGeom>
            <a:gradFill>
              <a:gsLst>
                <a:gs pos="0">
                  <a:srgbClr val="FFC675">
                    <a:alpha val="32968"/>
                  </a:srgbClr>
                </a:gs>
                <a:gs pos="14286">
                  <a:srgbClr val="FFC675">
                    <a:alpha val="30764"/>
                  </a:srgbClr>
                </a:gs>
                <a:gs pos="28571">
                  <a:srgbClr val="FFC675">
                    <a:alpha val="24833"/>
                  </a:srgbClr>
                </a:gs>
                <a:gs pos="42857">
                  <a:srgbClr val="FFC675">
                    <a:alpha val="17075"/>
                  </a:srgbClr>
                </a:gs>
                <a:gs pos="57143">
                  <a:srgbClr val="FFC675">
                    <a:alpha val="9855"/>
                  </a:srgbClr>
                </a:gs>
                <a:gs pos="71429">
                  <a:srgbClr val="FFC675">
                    <a:alpha val="4740"/>
                  </a:srgbClr>
                </a:gs>
                <a:gs pos="85714">
                  <a:srgbClr val="FFC675">
                    <a:alpha val="1902"/>
                  </a:srgbClr>
                </a:gs>
                <a:gs pos="100000">
                  <a:srgbClr val="FFC6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Splat 322"/>
            <p:cNvSpPr>
              <a:spLocks noGrp="1"/>
            </p:cNvSpPr>
            <p:nvPr/>
          </p:nvSpPr>
          <p:spPr>
            <a:xfrm rot="6619136">
              <a:off x="1648334" y="2080273"/>
              <a:ext cx="297106" cy="52044"/>
            </a:xfrm>
            <a:prstGeom prst="ellipse">
              <a:avLst/>
            </a:prstGeom>
            <a:gradFill>
              <a:gsLst>
                <a:gs pos="0">
                  <a:srgbClr val="DDBA82">
                    <a:alpha val="32968"/>
                  </a:srgbClr>
                </a:gs>
                <a:gs pos="14286">
                  <a:srgbClr val="DDBA82">
                    <a:alpha val="30764"/>
                  </a:srgbClr>
                </a:gs>
                <a:gs pos="28571">
                  <a:srgbClr val="DDBA82">
                    <a:alpha val="24833"/>
                  </a:srgbClr>
                </a:gs>
                <a:gs pos="42857">
                  <a:srgbClr val="DDBA82">
                    <a:alpha val="17075"/>
                  </a:srgbClr>
                </a:gs>
                <a:gs pos="57143">
                  <a:srgbClr val="DDBA82">
                    <a:alpha val="9855"/>
                  </a:srgbClr>
                </a:gs>
                <a:gs pos="71429">
                  <a:srgbClr val="DDBA82">
                    <a:alpha val="4740"/>
                  </a:srgbClr>
                </a:gs>
                <a:gs pos="85714">
                  <a:srgbClr val="DDBA82">
                    <a:alpha val="1902"/>
                  </a:srgbClr>
                </a:gs>
                <a:gs pos="100000">
                  <a:srgbClr val="DDBA8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Splat 323"/>
            <p:cNvSpPr>
              <a:spLocks noGrp="1"/>
            </p:cNvSpPr>
            <p:nvPr/>
          </p:nvSpPr>
          <p:spPr>
            <a:xfrm rot="5825820">
              <a:off x="708501" y="1411393"/>
              <a:ext cx="676586" cy="184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Splat 324"/>
            <p:cNvSpPr>
              <a:spLocks noGrp="1"/>
            </p:cNvSpPr>
            <p:nvPr/>
          </p:nvSpPr>
          <p:spPr>
            <a:xfrm rot="5133922">
              <a:off x="1716717" y="1803630"/>
              <a:ext cx="300566" cy="73507"/>
            </a:xfrm>
            <a:prstGeom prst="ellipse">
              <a:avLst/>
            </a:prstGeom>
            <a:gradFill>
              <a:gsLst>
                <a:gs pos="0">
                  <a:srgbClr val="F8CE57">
                    <a:alpha val="32346"/>
                  </a:srgbClr>
                </a:gs>
                <a:gs pos="14286">
                  <a:srgbClr val="F8CE57">
                    <a:alpha val="30174"/>
                  </a:srgbClr>
                </a:gs>
                <a:gs pos="28571">
                  <a:srgbClr val="F8CE57">
                    <a:alpha val="24336"/>
                  </a:srgbClr>
                </a:gs>
                <a:gs pos="42857">
                  <a:srgbClr val="F8CE57">
                    <a:alpha val="16716"/>
                  </a:srgbClr>
                </a:gs>
                <a:gs pos="57143">
                  <a:srgbClr val="F8CE57">
                    <a:alpha val="9639"/>
                  </a:srgbClr>
                </a:gs>
                <a:gs pos="71429">
                  <a:srgbClr val="F8CE57">
                    <a:alpha val="4634"/>
                  </a:srgbClr>
                </a:gs>
                <a:gs pos="85714">
                  <a:srgbClr val="F8CE57">
                    <a:alpha val="1859"/>
                  </a:srgbClr>
                </a:gs>
                <a:gs pos="100000">
                  <a:srgbClr val="F8CE57">
                    <a:alpha val="6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Splat 325"/>
            <p:cNvSpPr>
              <a:spLocks noGrp="1"/>
            </p:cNvSpPr>
            <p:nvPr/>
          </p:nvSpPr>
          <p:spPr>
            <a:xfrm rot="10409100">
              <a:off x="-8809" y="1552082"/>
              <a:ext cx="514661" cy="444349"/>
            </a:xfrm>
            <a:prstGeom prst="ellipse">
              <a:avLst/>
            </a:prstGeom>
            <a:gradFill>
              <a:gsLst>
                <a:gs pos="0">
                  <a:srgbClr val="720400">
                    <a:alpha val="1421"/>
                  </a:srgbClr>
                </a:gs>
                <a:gs pos="14286">
                  <a:srgbClr val="720400">
                    <a:alpha val="1307"/>
                  </a:srgbClr>
                </a:gs>
                <a:gs pos="28571">
                  <a:srgbClr val="720400">
                    <a:alpha val="1016"/>
                  </a:srgbClr>
                </a:gs>
                <a:gs pos="42857">
                  <a:srgbClr val="720400">
                    <a:alpha val="668"/>
                  </a:srgbClr>
                </a:gs>
                <a:gs pos="57143">
                  <a:srgbClr val="720400">
                    <a:alpha val="371"/>
                  </a:srgbClr>
                </a:gs>
                <a:gs pos="71429">
                  <a:srgbClr val="720400">
                    <a:alpha val="174"/>
                  </a:srgbClr>
                </a:gs>
                <a:gs pos="85714">
                  <a:srgbClr val="720400">
                    <a:alpha val="69"/>
                  </a:srgbClr>
                </a:gs>
                <a:gs pos="100000">
                  <a:srgbClr val="720400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Splat 326"/>
            <p:cNvSpPr>
              <a:spLocks noGrp="1"/>
            </p:cNvSpPr>
            <p:nvPr/>
          </p:nvSpPr>
          <p:spPr>
            <a:xfrm rot="3095916">
              <a:off x="244634" y="123119"/>
              <a:ext cx="552751" cy="532988"/>
            </a:xfrm>
            <a:prstGeom prst="ellipse">
              <a:avLst/>
            </a:prstGeom>
            <a:gradFill>
              <a:gsLst>
                <a:gs pos="0">
                  <a:srgbClr val="1E4500">
                    <a:alpha val="7549"/>
                  </a:srgbClr>
                </a:gs>
                <a:gs pos="14286">
                  <a:srgbClr val="1E4500">
                    <a:alpha val="6960"/>
                  </a:srgbClr>
                </a:gs>
                <a:gs pos="28571">
                  <a:srgbClr val="1E4500">
                    <a:alpha val="5447"/>
                  </a:srgbClr>
                </a:gs>
                <a:gs pos="42857">
                  <a:srgbClr val="1E4500">
                    <a:alpha val="3607"/>
                  </a:srgbClr>
                </a:gs>
                <a:gs pos="57143">
                  <a:srgbClr val="1E4500">
                    <a:alpha val="2015"/>
                  </a:srgbClr>
                </a:gs>
                <a:gs pos="71429">
                  <a:srgbClr val="1E4500">
                    <a:alpha val="948"/>
                  </a:srgbClr>
                </a:gs>
                <a:gs pos="85714">
                  <a:srgbClr val="1E4500">
                    <a:alpha val="376"/>
                  </a:srgbClr>
                </a:gs>
                <a:gs pos="100000">
                  <a:srgbClr val="1E4500">
                    <a:alpha val="1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Splat 327"/>
            <p:cNvSpPr>
              <a:spLocks noGrp="1"/>
            </p:cNvSpPr>
            <p:nvPr/>
          </p:nvSpPr>
          <p:spPr>
            <a:xfrm rot="5429000">
              <a:off x="844251" y="2030497"/>
              <a:ext cx="608901" cy="25983"/>
            </a:xfrm>
            <a:prstGeom prst="ellipse">
              <a:avLst/>
            </a:prstGeom>
            <a:gradFill>
              <a:gsLst>
                <a:gs pos="0">
                  <a:srgbClr val="7C5300">
                    <a:alpha val="32968"/>
                  </a:srgbClr>
                </a:gs>
                <a:gs pos="14286">
                  <a:srgbClr val="7C5300">
                    <a:alpha val="30764"/>
                  </a:srgbClr>
                </a:gs>
                <a:gs pos="28571">
                  <a:srgbClr val="7C5300">
                    <a:alpha val="24833"/>
                  </a:srgbClr>
                </a:gs>
                <a:gs pos="42857">
                  <a:srgbClr val="7C5300">
                    <a:alpha val="17075"/>
                  </a:srgbClr>
                </a:gs>
                <a:gs pos="57143">
                  <a:srgbClr val="7C5300">
                    <a:alpha val="9855"/>
                  </a:srgbClr>
                </a:gs>
                <a:gs pos="71429">
                  <a:srgbClr val="7C5300">
                    <a:alpha val="4740"/>
                  </a:srgbClr>
                </a:gs>
                <a:gs pos="85714">
                  <a:srgbClr val="7C5300">
                    <a:alpha val="1902"/>
                  </a:srgbClr>
                </a:gs>
                <a:gs pos="100000">
                  <a:srgbClr val="7C5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Splat 328"/>
            <p:cNvSpPr>
              <a:spLocks noGrp="1"/>
            </p:cNvSpPr>
            <p:nvPr/>
          </p:nvSpPr>
          <p:spPr>
            <a:xfrm rot="5191854">
              <a:off x="1685722" y="1554202"/>
              <a:ext cx="310533" cy="69303"/>
            </a:xfrm>
            <a:prstGeom prst="ellipse">
              <a:avLst/>
            </a:prstGeom>
            <a:gradFill>
              <a:gsLst>
                <a:gs pos="0">
                  <a:srgbClr val="B09F0E">
                    <a:alpha val="19342"/>
                  </a:srgbClr>
                </a:gs>
                <a:gs pos="14286">
                  <a:srgbClr val="B09F0E">
                    <a:alpha val="17927"/>
                  </a:srgbClr>
                </a:gs>
                <a:gs pos="28571">
                  <a:srgbClr val="B09F0E">
                    <a:alpha val="14221"/>
                  </a:srgbClr>
                </a:gs>
                <a:gs pos="42857">
                  <a:srgbClr val="B09F0E">
                    <a:alpha val="9572"/>
                  </a:srgbClr>
                </a:gs>
                <a:gs pos="57143">
                  <a:srgbClr val="B09F0E">
                    <a:alpha val="5423"/>
                  </a:srgbClr>
                </a:gs>
                <a:gs pos="71429">
                  <a:srgbClr val="B09F0E">
                    <a:alpha val="2576"/>
                  </a:srgbClr>
                </a:gs>
                <a:gs pos="85714">
                  <a:srgbClr val="B09F0E">
                    <a:alpha val="1027"/>
                  </a:srgbClr>
                </a:gs>
                <a:gs pos="100000">
                  <a:srgbClr val="B09F0E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Splat 329"/>
            <p:cNvSpPr>
              <a:spLocks noGrp="1"/>
            </p:cNvSpPr>
            <p:nvPr/>
          </p:nvSpPr>
          <p:spPr>
            <a:xfrm rot="5430987">
              <a:off x="822333" y="1914827"/>
              <a:ext cx="650605" cy="26593"/>
            </a:xfrm>
            <a:prstGeom prst="ellipse">
              <a:avLst/>
            </a:prstGeom>
            <a:gradFill>
              <a:gsLst>
                <a:gs pos="0">
                  <a:srgbClr val="200000">
                    <a:alpha val="32968"/>
                  </a:srgbClr>
                </a:gs>
                <a:gs pos="14286">
                  <a:srgbClr val="200000">
                    <a:alpha val="30764"/>
                  </a:srgbClr>
                </a:gs>
                <a:gs pos="28571">
                  <a:srgbClr val="200000">
                    <a:alpha val="24833"/>
                  </a:srgbClr>
                </a:gs>
                <a:gs pos="42857">
                  <a:srgbClr val="200000">
                    <a:alpha val="17075"/>
                  </a:srgbClr>
                </a:gs>
                <a:gs pos="57143">
                  <a:srgbClr val="200000">
                    <a:alpha val="9855"/>
                  </a:srgbClr>
                </a:gs>
                <a:gs pos="71429">
                  <a:srgbClr val="200000">
                    <a:alpha val="4740"/>
                  </a:srgbClr>
                </a:gs>
                <a:gs pos="85714">
                  <a:srgbClr val="200000">
                    <a:alpha val="1902"/>
                  </a:srgbClr>
                </a:gs>
                <a:gs pos="100000">
                  <a:srgbClr val="2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Splat 330"/>
            <p:cNvSpPr>
              <a:spLocks noGrp="1"/>
            </p:cNvSpPr>
            <p:nvPr/>
          </p:nvSpPr>
          <p:spPr>
            <a:xfrm rot="3714921">
              <a:off x="481268" y="2364234"/>
              <a:ext cx="260770" cy="24010"/>
            </a:xfrm>
            <a:prstGeom prst="ellipse">
              <a:avLst/>
            </a:prstGeom>
            <a:gradFill>
              <a:gsLst>
                <a:gs pos="0">
                  <a:srgbClr val="FFFFD4">
                    <a:alpha val="32968"/>
                  </a:srgbClr>
                </a:gs>
                <a:gs pos="14286">
                  <a:srgbClr val="FFFFD4">
                    <a:alpha val="30764"/>
                  </a:srgbClr>
                </a:gs>
                <a:gs pos="28571">
                  <a:srgbClr val="FFFFD4">
                    <a:alpha val="24833"/>
                  </a:srgbClr>
                </a:gs>
                <a:gs pos="42857">
                  <a:srgbClr val="FFFFD4">
                    <a:alpha val="17075"/>
                  </a:srgbClr>
                </a:gs>
                <a:gs pos="57143">
                  <a:srgbClr val="FFFFD4">
                    <a:alpha val="9855"/>
                  </a:srgbClr>
                </a:gs>
                <a:gs pos="71429">
                  <a:srgbClr val="FFFFD4">
                    <a:alpha val="4740"/>
                  </a:srgbClr>
                </a:gs>
                <a:gs pos="85714">
                  <a:srgbClr val="FFFFD4">
                    <a:alpha val="1902"/>
                  </a:srgbClr>
                </a:gs>
                <a:gs pos="100000">
                  <a:srgbClr val="FFFFD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Splat 331"/>
            <p:cNvSpPr>
              <a:spLocks noGrp="1"/>
            </p:cNvSpPr>
            <p:nvPr/>
          </p:nvSpPr>
          <p:spPr>
            <a:xfrm rot="5434074">
              <a:off x="1666433" y="1525963"/>
              <a:ext cx="370964" cy="28136"/>
            </a:xfrm>
            <a:prstGeom prst="ellipse">
              <a:avLst/>
            </a:prstGeom>
            <a:gradFill>
              <a:gsLst>
                <a:gs pos="0">
                  <a:srgbClr val="F9E2A6">
                    <a:alpha val="32936"/>
                  </a:srgbClr>
                </a:gs>
                <a:gs pos="14286">
                  <a:srgbClr val="F9E2A6">
                    <a:alpha val="30733"/>
                  </a:srgbClr>
                </a:gs>
                <a:gs pos="28571">
                  <a:srgbClr val="F9E2A6">
                    <a:alpha val="24807"/>
                  </a:srgbClr>
                </a:gs>
                <a:gs pos="42857">
                  <a:srgbClr val="F9E2A6">
                    <a:alpha val="17057"/>
                  </a:srgbClr>
                </a:gs>
                <a:gs pos="57143">
                  <a:srgbClr val="F9E2A6">
                    <a:alpha val="9844"/>
                  </a:srgbClr>
                </a:gs>
                <a:gs pos="71429">
                  <a:srgbClr val="F9E2A6">
                    <a:alpha val="4735"/>
                  </a:srgbClr>
                </a:gs>
                <a:gs pos="85714">
                  <a:srgbClr val="F9E2A6">
                    <a:alpha val="1900"/>
                  </a:srgbClr>
                </a:gs>
                <a:gs pos="100000">
                  <a:srgbClr val="F9E2A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Splat 332"/>
            <p:cNvSpPr>
              <a:spLocks noGrp="1"/>
            </p:cNvSpPr>
            <p:nvPr/>
          </p:nvSpPr>
          <p:spPr>
            <a:xfrm rot="5372003">
              <a:off x="1641724" y="1669322"/>
              <a:ext cx="560493" cy="31240"/>
            </a:xfrm>
            <a:prstGeom prst="ellipse">
              <a:avLst/>
            </a:prstGeom>
            <a:gradFill>
              <a:gsLst>
                <a:gs pos="0">
                  <a:srgbClr val="4F71B9">
                    <a:alpha val="32968"/>
                  </a:srgbClr>
                </a:gs>
                <a:gs pos="14286">
                  <a:srgbClr val="4F71B9">
                    <a:alpha val="30764"/>
                  </a:srgbClr>
                </a:gs>
                <a:gs pos="28571">
                  <a:srgbClr val="4F71B9">
                    <a:alpha val="24833"/>
                  </a:srgbClr>
                </a:gs>
                <a:gs pos="42857">
                  <a:srgbClr val="4F71B9">
                    <a:alpha val="17075"/>
                  </a:srgbClr>
                </a:gs>
                <a:gs pos="57143">
                  <a:srgbClr val="4F71B9">
                    <a:alpha val="9855"/>
                  </a:srgbClr>
                </a:gs>
                <a:gs pos="71429">
                  <a:srgbClr val="4F71B9">
                    <a:alpha val="4740"/>
                  </a:srgbClr>
                </a:gs>
                <a:gs pos="85714">
                  <a:srgbClr val="4F71B9">
                    <a:alpha val="1902"/>
                  </a:srgbClr>
                </a:gs>
                <a:gs pos="100000">
                  <a:srgbClr val="4F71B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Splat 333"/>
            <p:cNvSpPr>
              <a:spLocks noGrp="1"/>
            </p:cNvSpPr>
            <p:nvPr/>
          </p:nvSpPr>
          <p:spPr>
            <a:xfrm rot="5875283">
              <a:off x="1683744" y="1631903"/>
              <a:ext cx="442494" cy="153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Splat 334"/>
            <p:cNvSpPr>
              <a:spLocks noGrp="1"/>
            </p:cNvSpPr>
            <p:nvPr/>
          </p:nvSpPr>
          <p:spPr>
            <a:xfrm rot="-8574918">
              <a:off x="987336" y="2053782"/>
              <a:ext cx="110962" cy="91237"/>
            </a:xfrm>
            <a:prstGeom prst="ellipse">
              <a:avLst/>
            </a:prstGeom>
            <a:gradFill>
              <a:gsLst>
                <a:gs pos="0">
                  <a:srgbClr val="85889A">
                    <a:alpha val="21075"/>
                  </a:srgbClr>
                </a:gs>
                <a:gs pos="14286">
                  <a:srgbClr val="85889A">
                    <a:alpha val="19549"/>
                  </a:srgbClr>
                </a:gs>
                <a:gs pos="28571">
                  <a:srgbClr val="85889A">
                    <a:alpha val="15541"/>
                  </a:srgbClr>
                </a:gs>
                <a:gs pos="42857">
                  <a:srgbClr val="85889A">
                    <a:alpha val="10487"/>
                  </a:srgbClr>
                </a:gs>
                <a:gs pos="57143">
                  <a:srgbClr val="85889A">
                    <a:alpha val="5954"/>
                  </a:srgbClr>
                </a:gs>
                <a:gs pos="71429">
                  <a:srgbClr val="85889A">
                    <a:alpha val="2833"/>
                  </a:srgbClr>
                </a:gs>
                <a:gs pos="85714">
                  <a:srgbClr val="85889A">
                    <a:alpha val="1130"/>
                  </a:srgbClr>
                </a:gs>
                <a:gs pos="100000">
                  <a:srgbClr val="85889A">
                    <a:alpha val="3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Splat 335"/>
            <p:cNvSpPr>
              <a:spLocks noGrp="1"/>
            </p:cNvSpPr>
            <p:nvPr/>
          </p:nvSpPr>
          <p:spPr>
            <a:xfrm rot="10793385">
              <a:off x="26303" y="1907167"/>
              <a:ext cx="105426" cy="58612"/>
            </a:xfrm>
            <a:prstGeom prst="ellipse">
              <a:avLst/>
            </a:prstGeom>
            <a:gradFill>
              <a:gsLst>
                <a:gs pos="0">
                  <a:srgbClr val="97CBFD">
                    <a:alpha val="32968"/>
                  </a:srgbClr>
                </a:gs>
                <a:gs pos="14286">
                  <a:srgbClr val="97CBFD">
                    <a:alpha val="30764"/>
                  </a:srgbClr>
                </a:gs>
                <a:gs pos="28571">
                  <a:srgbClr val="97CBFD">
                    <a:alpha val="24833"/>
                  </a:srgbClr>
                </a:gs>
                <a:gs pos="42857">
                  <a:srgbClr val="97CBFD">
                    <a:alpha val="17075"/>
                  </a:srgbClr>
                </a:gs>
                <a:gs pos="57143">
                  <a:srgbClr val="97CBFD">
                    <a:alpha val="9855"/>
                  </a:srgbClr>
                </a:gs>
                <a:gs pos="71429">
                  <a:srgbClr val="97CBFD">
                    <a:alpha val="4740"/>
                  </a:srgbClr>
                </a:gs>
                <a:gs pos="85714">
                  <a:srgbClr val="97CBFD">
                    <a:alpha val="1902"/>
                  </a:srgbClr>
                </a:gs>
                <a:gs pos="100000">
                  <a:srgbClr val="97CB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Splat 336"/>
            <p:cNvSpPr>
              <a:spLocks noGrp="1"/>
            </p:cNvSpPr>
            <p:nvPr/>
          </p:nvSpPr>
          <p:spPr>
            <a:xfrm rot="5555297">
              <a:off x="149336" y="916514"/>
              <a:ext cx="645731" cy="21822"/>
            </a:xfrm>
            <a:prstGeom prst="ellipse">
              <a:avLst/>
            </a:prstGeom>
            <a:gradFill>
              <a:gsLst>
                <a:gs pos="0">
                  <a:srgbClr val="6B5A00">
                    <a:alpha val="32968"/>
                  </a:srgbClr>
                </a:gs>
                <a:gs pos="14286">
                  <a:srgbClr val="6B5A00">
                    <a:alpha val="30764"/>
                  </a:srgbClr>
                </a:gs>
                <a:gs pos="28571">
                  <a:srgbClr val="6B5A00">
                    <a:alpha val="24833"/>
                  </a:srgbClr>
                </a:gs>
                <a:gs pos="42857">
                  <a:srgbClr val="6B5A00">
                    <a:alpha val="17075"/>
                  </a:srgbClr>
                </a:gs>
                <a:gs pos="57143">
                  <a:srgbClr val="6B5A00">
                    <a:alpha val="9855"/>
                  </a:srgbClr>
                </a:gs>
                <a:gs pos="71429">
                  <a:srgbClr val="6B5A00">
                    <a:alpha val="4740"/>
                  </a:srgbClr>
                </a:gs>
                <a:gs pos="85714">
                  <a:srgbClr val="6B5A00">
                    <a:alpha val="1902"/>
                  </a:srgbClr>
                </a:gs>
                <a:gs pos="100000">
                  <a:srgbClr val="6B5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Splat 337"/>
            <p:cNvSpPr>
              <a:spLocks noGrp="1"/>
            </p:cNvSpPr>
            <p:nvPr/>
          </p:nvSpPr>
          <p:spPr>
            <a:xfrm rot="-8838555">
              <a:off x="25276" y="1603188"/>
              <a:ext cx="643722" cy="18844"/>
            </a:xfrm>
            <a:prstGeom prst="ellipse">
              <a:avLst/>
            </a:prstGeom>
            <a:gradFill>
              <a:gsLst>
                <a:gs pos="0">
                  <a:srgbClr val="330A00">
                    <a:alpha val="32968"/>
                  </a:srgbClr>
                </a:gs>
                <a:gs pos="14286">
                  <a:srgbClr val="330A00">
                    <a:alpha val="30764"/>
                  </a:srgbClr>
                </a:gs>
                <a:gs pos="28571">
                  <a:srgbClr val="330A00">
                    <a:alpha val="24833"/>
                  </a:srgbClr>
                </a:gs>
                <a:gs pos="42857">
                  <a:srgbClr val="330A00">
                    <a:alpha val="17075"/>
                  </a:srgbClr>
                </a:gs>
                <a:gs pos="57143">
                  <a:srgbClr val="330A00">
                    <a:alpha val="9855"/>
                  </a:srgbClr>
                </a:gs>
                <a:gs pos="71429">
                  <a:srgbClr val="330A00">
                    <a:alpha val="4740"/>
                  </a:srgbClr>
                </a:gs>
                <a:gs pos="85714">
                  <a:srgbClr val="330A00">
                    <a:alpha val="1902"/>
                  </a:srgbClr>
                </a:gs>
                <a:gs pos="100000">
                  <a:srgbClr val="330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Splat 338"/>
            <p:cNvSpPr>
              <a:spLocks noGrp="1"/>
            </p:cNvSpPr>
            <p:nvPr/>
          </p:nvSpPr>
          <p:spPr>
            <a:xfrm rot="4308597">
              <a:off x="138959" y="1145727"/>
              <a:ext cx="618625" cy="310142"/>
            </a:xfrm>
            <a:prstGeom prst="ellipse">
              <a:avLst/>
            </a:prstGeom>
            <a:gradFill>
              <a:gsLst>
                <a:gs pos="0">
                  <a:srgbClr val="6794D8">
                    <a:alpha val="27626"/>
                  </a:srgbClr>
                </a:gs>
                <a:gs pos="14286">
                  <a:srgbClr val="6794D8">
                    <a:alpha val="25708"/>
                  </a:srgbClr>
                </a:gs>
                <a:gs pos="28571">
                  <a:srgbClr val="6794D8">
                    <a:alpha val="20605"/>
                  </a:srgbClr>
                </a:gs>
                <a:gs pos="42857">
                  <a:srgbClr val="6794D8">
                    <a:alpha val="14045"/>
                  </a:srgbClr>
                </a:gs>
                <a:gs pos="57143">
                  <a:srgbClr val="6794D8">
                    <a:alpha val="8044"/>
                  </a:srgbClr>
                </a:gs>
                <a:gs pos="71429">
                  <a:srgbClr val="6794D8">
                    <a:alpha val="3849"/>
                  </a:srgbClr>
                </a:gs>
                <a:gs pos="85714">
                  <a:srgbClr val="6794D8">
                    <a:alpha val="1540"/>
                  </a:srgbClr>
                </a:gs>
                <a:gs pos="100000">
                  <a:srgbClr val="6794D8">
                    <a:alpha val="5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Splat 339"/>
            <p:cNvSpPr>
              <a:spLocks noGrp="1"/>
            </p:cNvSpPr>
            <p:nvPr/>
          </p:nvSpPr>
          <p:spPr>
            <a:xfrm rot="5357557">
              <a:off x="1677005" y="1250833"/>
              <a:ext cx="458432" cy="19580"/>
            </a:xfrm>
            <a:prstGeom prst="ellipse">
              <a:avLst/>
            </a:prstGeom>
            <a:gradFill>
              <a:gsLst>
                <a:gs pos="0">
                  <a:srgbClr val="FFD57E">
                    <a:alpha val="32968"/>
                  </a:srgbClr>
                </a:gs>
                <a:gs pos="14286">
                  <a:srgbClr val="FFD57E">
                    <a:alpha val="30764"/>
                  </a:srgbClr>
                </a:gs>
                <a:gs pos="28571">
                  <a:srgbClr val="FFD57E">
                    <a:alpha val="24833"/>
                  </a:srgbClr>
                </a:gs>
                <a:gs pos="42857">
                  <a:srgbClr val="FFD57E">
                    <a:alpha val="17075"/>
                  </a:srgbClr>
                </a:gs>
                <a:gs pos="57143">
                  <a:srgbClr val="FFD57E">
                    <a:alpha val="9855"/>
                  </a:srgbClr>
                </a:gs>
                <a:gs pos="71429">
                  <a:srgbClr val="FFD57E">
                    <a:alpha val="4740"/>
                  </a:srgbClr>
                </a:gs>
                <a:gs pos="85714">
                  <a:srgbClr val="FFD57E">
                    <a:alpha val="1902"/>
                  </a:srgbClr>
                </a:gs>
                <a:gs pos="100000">
                  <a:srgbClr val="FFD5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Splat 340"/>
            <p:cNvSpPr>
              <a:spLocks noGrp="1"/>
            </p:cNvSpPr>
            <p:nvPr/>
          </p:nvSpPr>
          <p:spPr>
            <a:xfrm rot="6002616">
              <a:off x="420034" y="2330281"/>
              <a:ext cx="199331" cy="133743"/>
            </a:xfrm>
            <a:prstGeom prst="ellipse">
              <a:avLst/>
            </a:prstGeom>
            <a:gradFill>
              <a:gsLst>
                <a:gs pos="0">
                  <a:srgbClr val="4A452D">
                    <a:alpha val="32968"/>
                  </a:srgbClr>
                </a:gs>
                <a:gs pos="14286">
                  <a:srgbClr val="4A452D">
                    <a:alpha val="30764"/>
                  </a:srgbClr>
                </a:gs>
                <a:gs pos="28571">
                  <a:srgbClr val="4A452D">
                    <a:alpha val="24833"/>
                  </a:srgbClr>
                </a:gs>
                <a:gs pos="42857">
                  <a:srgbClr val="4A452D">
                    <a:alpha val="17075"/>
                  </a:srgbClr>
                </a:gs>
                <a:gs pos="57143">
                  <a:srgbClr val="4A452D">
                    <a:alpha val="9855"/>
                  </a:srgbClr>
                </a:gs>
                <a:gs pos="71429">
                  <a:srgbClr val="4A452D">
                    <a:alpha val="4740"/>
                  </a:srgbClr>
                </a:gs>
                <a:gs pos="85714">
                  <a:srgbClr val="4A452D">
                    <a:alpha val="1902"/>
                  </a:srgbClr>
                </a:gs>
                <a:gs pos="100000">
                  <a:srgbClr val="4A452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Splat 341"/>
            <p:cNvSpPr>
              <a:spLocks noGrp="1"/>
            </p:cNvSpPr>
            <p:nvPr/>
          </p:nvSpPr>
          <p:spPr>
            <a:xfrm rot="5522720">
              <a:off x="1892711" y="2135506"/>
              <a:ext cx="310653" cy="230088"/>
            </a:xfrm>
            <a:prstGeom prst="ellipse">
              <a:avLst/>
            </a:prstGeom>
            <a:gradFill>
              <a:gsLst>
                <a:gs pos="0">
                  <a:srgbClr val="FFFF00">
                    <a:alpha val="2014"/>
                  </a:srgbClr>
                </a:gs>
                <a:gs pos="14286">
                  <a:srgbClr val="FFFF00">
                    <a:alpha val="1853"/>
                  </a:srgbClr>
                </a:gs>
                <a:gs pos="28571">
                  <a:srgbClr val="FFFF00">
                    <a:alpha val="1442"/>
                  </a:srgbClr>
                </a:gs>
                <a:gs pos="42857">
                  <a:srgbClr val="FFFF00">
                    <a:alpha val="948"/>
                  </a:srgbClr>
                </a:gs>
                <a:gs pos="57143">
                  <a:srgbClr val="FFFF00">
                    <a:alpha val="526"/>
                  </a:srgbClr>
                </a:gs>
                <a:gs pos="71429">
                  <a:srgbClr val="FFFF00">
                    <a:alpha val="247"/>
                  </a:srgbClr>
                </a:gs>
                <a:gs pos="85714">
                  <a:srgbClr val="FFFF00">
                    <a:alpha val="98"/>
                  </a:srgbClr>
                </a:gs>
                <a:gs pos="100000">
                  <a:srgbClr val="FFFF00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Splat 342"/>
            <p:cNvSpPr>
              <a:spLocks noGrp="1"/>
            </p:cNvSpPr>
            <p:nvPr/>
          </p:nvSpPr>
          <p:spPr>
            <a:xfrm rot="5530899">
              <a:off x="138642" y="1294783"/>
              <a:ext cx="640749" cy="32530"/>
            </a:xfrm>
            <a:prstGeom prst="ellipse">
              <a:avLst/>
            </a:prstGeom>
            <a:gradFill>
              <a:gsLst>
                <a:gs pos="0">
                  <a:srgbClr val="008600">
                    <a:alpha val="32968"/>
                  </a:srgbClr>
                </a:gs>
                <a:gs pos="14286">
                  <a:srgbClr val="008600">
                    <a:alpha val="30764"/>
                  </a:srgbClr>
                </a:gs>
                <a:gs pos="28571">
                  <a:srgbClr val="008600">
                    <a:alpha val="24833"/>
                  </a:srgbClr>
                </a:gs>
                <a:gs pos="42857">
                  <a:srgbClr val="008600">
                    <a:alpha val="17075"/>
                  </a:srgbClr>
                </a:gs>
                <a:gs pos="57143">
                  <a:srgbClr val="008600">
                    <a:alpha val="9855"/>
                  </a:srgbClr>
                </a:gs>
                <a:gs pos="71429">
                  <a:srgbClr val="008600">
                    <a:alpha val="4740"/>
                  </a:srgbClr>
                </a:gs>
                <a:gs pos="85714">
                  <a:srgbClr val="008600">
                    <a:alpha val="1902"/>
                  </a:srgbClr>
                </a:gs>
                <a:gs pos="100000">
                  <a:srgbClr val="008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Splat 343"/>
            <p:cNvSpPr>
              <a:spLocks noGrp="1"/>
            </p:cNvSpPr>
            <p:nvPr/>
          </p:nvSpPr>
          <p:spPr>
            <a:xfrm rot="10767889">
              <a:off x="3313817" y="2408793"/>
              <a:ext cx="311797" cy="31431"/>
            </a:xfrm>
            <a:prstGeom prst="ellipse">
              <a:avLst/>
            </a:prstGeom>
            <a:gradFill>
              <a:gsLst>
                <a:gs pos="0">
                  <a:srgbClr val="FFB55E">
                    <a:alpha val="32968"/>
                  </a:srgbClr>
                </a:gs>
                <a:gs pos="14286">
                  <a:srgbClr val="FFB55E">
                    <a:alpha val="30764"/>
                  </a:srgbClr>
                </a:gs>
                <a:gs pos="28571">
                  <a:srgbClr val="FFB55E">
                    <a:alpha val="24833"/>
                  </a:srgbClr>
                </a:gs>
                <a:gs pos="42857">
                  <a:srgbClr val="FFB55E">
                    <a:alpha val="17075"/>
                  </a:srgbClr>
                </a:gs>
                <a:gs pos="57143">
                  <a:srgbClr val="FFB55E">
                    <a:alpha val="9855"/>
                  </a:srgbClr>
                </a:gs>
                <a:gs pos="71429">
                  <a:srgbClr val="FFB55E">
                    <a:alpha val="4740"/>
                  </a:srgbClr>
                </a:gs>
                <a:gs pos="85714">
                  <a:srgbClr val="FFB55E">
                    <a:alpha val="1902"/>
                  </a:srgbClr>
                </a:gs>
                <a:gs pos="100000">
                  <a:srgbClr val="FFB55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Splat 344"/>
            <p:cNvSpPr>
              <a:spLocks noGrp="1"/>
            </p:cNvSpPr>
            <p:nvPr/>
          </p:nvSpPr>
          <p:spPr>
            <a:xfrm rot="5845200">
              <a:off x="720983" y="1243355"/>
              <a:ext cx="694749" cy="195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Splat 345"/>
            <p:cNvSpPr>
              <a:spLocks noGrp="1"/>
            </p:cNvSpPr>
            <p:nvPr/>
          </p:nvSpPr>
          <p:spPr>
            <a:xfrm rot="-10416669">
              <a:off x="871099" y="2110011"/>
              <a:ext cx="241145" cy="56953"/>
            </a:xfrm>
            <a:prstGeom prst="ellipse">
              <a:avLst/>
            </a:prstGeom>
            <a:gradFill>
              <a:gsLst>
                <a:gs pos="0">
                  <a:srgbClr val="7F7B82">
                    <a:alpha val="32968"/>
                  </a:srgbClr>
                </a:gs>
                <a:gs pos="14286">
                  <a:srgbClr val="7F7B82">
                    <a:alpha val="30764"/>
                  </a:srgbClr>
                </a:gs>
                <a:gs pos="28571">
                  <a:srgbClr val="7F7B82">
                    <a:alpha val="24833"/>
                  </a:srgbClr>
                </a:gs>
                <a:gs pos="42857">
                  <a:srgbClr val="7F7B82">
                    <a:alpha val="17075"/>
                  </a:srgbClr>
                </a:gs>
                <a:gs pos="57143">
                  <a:srgbClr val="7F7B82">
                    <a:alpha val="9855"/>
                  </a:srgbClr>
                </a:gs>
                <a:gs pos="71429">
                  <a:srgbClr val="7F7B82">
                    <a:alpha val="4740"/>
                  </a:srgbClr>
                </a:gs>
                <a:gs pos="85714">
                  <a:srgbClr val="7F7B82">
                    <a:alpha val="1902"/>
                  </a:srgbClr>
                </a:gs>
                <a:gs pos="100000">
                  <a:srgbClr val="7F7B8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Splat 346"/>
            <p:cNvSpPr>
              <a:spLocks noGrp="1"/>
            </p:cNvSpPr>
            <p:nvPr/>
          </p:nvSpPr>
          <p:spPr>
            <a:xfrm rot="3167517">
              <a:off x="22760" y="850447"/>
              <a:ext cx="698779" cy="217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Splat 347"/>
            <p:cNvSpPr>
              <a:spLocks noGrp="1"/>
            </p:cNvSpPr>
            <p:nvPr/>
          </p:nvSpPr>
          <p:spPr>
            <a:xfrm rot="-9894784">
              <a:off x="934264" y="2225764"/>
              <a:ext cx="228482" cy="22647"/>
            </a:xfrm>
            <a:prstGeom prst="ellipse">
              <a:avLst/>
            </a:prstGeom>
            <a:gradFill>
              <a:gsLst>
                <a:gs pos="0">
                  <a:srgbClr val="FFE884">
                    <a:alpha val="22521"/>
                  </a:srgbClr>
                </a:gs>
                <a:gs pos="14286">
                  <a:srgbClr val="FFE884">
                    <a:alpha val="20905"/>
                  </a:srgbClr>
                </a:gs>
                <a:gs pos="28571">
                  <a:srgbClr val="FFE884">
                    <a:alpha val="16648"/>
                  </a:srgbClr>
                </a:gs>
                <a:gs pos="42857">
                  <a:srgbClr val="FFE884">
                    <a:alpha val="11258"/>
                  </a:srgbClr>
                </a:gs>
                <a:gs pos="57143">
                  <a:srgbClr val="FFE884">
                    <a:alpha val="6404"/>
                  </a:srgbClr>
                </a:gs>
                <a:gs pos="71429">
                  <a:srgbClr val="FFE884">
                    <a:alpha val="3050"/>
                  </a:srgbClr>
                </a:gs>
                <a:gs pos="85714">
                  <a:srgbClr val="FFE884">
                    <a:alpha val="1218"/>
                  </a:srgbClr>
                </a:gs>
                <a:gs pos="100000">
                  <a:srgbClr val="FFE884">
                    <a:alpha val="4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Splat 348"/>
            <p:cNvSpPr>
              <a:spLocks noGrp="1"/>
            </p:cNvSpPr>
            <p:nvPr/>
          </p:nvSpPr>
          <p:spPr>
            <a:xfrm rot="3660271">
              <a:off x="1667263" y="1336443"/>
              <a:ext cx="253456" cy="27562"/>
            </a:xfrm>
            <a:prstGeom prst="ellipse">
              <a:avLst/>
            </a:prstGeom>
            <a:gradFill>
              <a:gsLst>
                <a:gs pos="0">
                  <a:srgbClr val="7C6B1B">
                    <a:alpha val="32968"/>
                  </a:srgbClr>
                </a:gs>
                <a:gs pos="14286">
                  <a:srgbClr val="7C6B1B">
                    <a:alpha val="30764"/>
                  </a:srgbClr>
                </a:gs>
                <a:gs pos="28571">
                  <a:srgbClr val="7C6B1B">
                    <a:alpha val="24833"/>
                  </a:srgbClr>
                </a:gs>
                <a:gs pos="42857">
                  <a:srgbClr val="7C6B1B">
                    <a:alpha val="17075"/>
                  </a:srgbClr>
                </a:gs>
                <a:gs pos="57143">
                  <a:srgbClr val="7C6B1B">
                    <a:alpha val="9855"/>
                  </a:srgbClr>
                </a:gs>
                <a:gs pos="71429">
                  <a:srgbClr val="7C6B1B">
                    <a:alpha val="4740"/>
                  </a:srgbClr>
                </a:gs>
                <a:gs pos="85714">
                  <a:srgbClr val="7C6B1B">
                    <a:alpha val="1902"/>
                  </a:srgbClr>
                </a:gs>
                <a:gs pos="100000">
                  <a:srgbClr val="7C6B1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Splat 349"/>
            <p:cNvSpPr>
              <a:spLocks noGrp="1"/>
            </p:cNvSpPr>
            <p:nvPr/>
          </p:nvSpPr>
          <p:spPr>
            <a:xfrm rot="5453090">
              <a:off x="1700568" y="1636850"/>
              <a:ext cx="353277" cy="26057"/>
            </a:xfrm>
            <a:prstGeom prst="ellipse">
              <a:avLst/>
            </a:prstGeom>
            <a:gradFill>
              <a:gsLst>
                <a:gs pos="0">
                  <a:srgbClr val="FCD98D">
                    <a:alpha val="30918"/>
                  </a:srgbClr>
                </a:gs>
                <a:gs pos="14286">
                  <a:srgbClr val="FCD98D">
                    <a:alpha val="28820"/>
                  </a:srgbClr>
                </a:gs>
                <a:gs pos="28571">
                  <a:srgbClr val="FCD98D">
                    <a:alpha val="23200"/>
                  </a:srgbClr>
                </a:gs>
                <a:gs pos="42857">
                  <a:srgbClr val="FCD98D">
                    <a:alpha val="15898"/>
                  </a:srgbClr>
                </a:gs>
                <a:gs pos="57143">
                  <a:srgbClr val="FCD98D">
                    <a:alpha val="9148"/>
                  </a:srgbClr>
                </a:gs>
                <a:gs pos="71429">
                  <a:srgbClr val="FCD98D">
                    <a:alpha val="4391"/>
                  </a:srgbClr>
                </a:gs>
                <a:gs pos="85714">
                  <a:srgbClr val="FCD98D">
                    <a:alpha val="1760"/>
                  </a:srgbClr>
                </a:gs>
                <a:gs pos="100000">
                  <a:srgbClr val="FCD98D">
                    <a:alpha val="5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Splat 350"/>
            <p:cNvSpPr>
              <a:spLocks noGrp="1"/>
            </p:cNvSpPr>
            <p:nvPr/>
          </p:nvSpPr>
          <p:spPr>
            <a:xfrm rot="9594650">
              <a:off x="3312657" y="2062777"/>
              <a:ext cx="453743" cy="9847"/>
            </a:xfrm>
            <a:prstGeom prst="ellipse">
              <a:avLst/>
            </a:prstGeom>
            <a:gradFill>
              <a:gsLst>
                <a:gs pos="0">
                  <a:srgbClr val="000C41">
                    <a:alpha val="32968"/>
                  </a:srgbClr>
                </a:gs>
                <a:gs pos="14286">
                  <a:srgbClr val="000C41">
                    <a:alpha val="30764"/>
                  </a:srgbClr>
                </a:gs>
                <a:gs pos="28571">
                  <a:srgbClr val="000C41">
                    <a:alpha val="24833"/>
                  </a:srgbClr>
                </a:gs>
                <a:gs pos="42857">
                  <a:srgbClr val="000C41">
                    <a:alpha val="17075"/>
                  </a:srgbClr>
                </a:gs>
                <a:gs pos="57143">
                  <a:srgbClr val="000C41">
                    <a:alpha val="9855"/>
                  </a:srgbClr>
                </a:gs>
                <a:gs pos="71429">
                  <a:srgbClr val="000C41">
                    <a:alpha val="4740"/>
                  </a:srgbClr>
                </a:gs>
                <a:gs pos="85714">
                  <a:srgbClr val="000C41">
                    <a:alpha val="1902"/>
                  </a:srgbClr>
                </a:gs>
                <a:gs pos="100000">
                  <a:srgbClr val="000C4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Splat 351"/>
            <p:cNvSpPr>
              <a:spLocks noGrp="1"/>
            </p:cNvSpPr>
            <p:nvPr/>
          </p:nvSpPr>
          <p:spPr>
            <a:xfrm rot="-10674257">
              <a:off x="521616" y="2093601"/>
              <a:ext cx="303902" cy="50753"/>
            </a:xfrm>
            <a:prstGeom prst="ellipse">
              <a:avLst/>
            </a:prstGeom>
            <a:gradFill>
              <a:gsLst>
                <a:gs pos="0">
                  <a:srgbClr val="ADB0B7">
                    <a:alpha val="29163"/>
                  </a:srgbClr>
                </a:gs>
                <a:gs pos="14286">
                  <a:srgbClr val="ADB0B7">
                    <a:alpha val="27160"/>
                  </a:srgbClr>
                </a:gs>
                <a:gs pos="28571">
                  <a:srgbClr val="ADB0B7">
                    <a:alpha val="21812"/>
                  </a:srgbClr>
                </a:gs>
                <a:gs pos="42857">
                  <a:srgbClr val="ADB0B7">
                    <a:alpha val="14904"/>
                  </a:srgbClr>
                </a:gs>
                <a:gs pos="57143">
                  <a:srgbClr val="ADB0B7">
                    <a:alpha val="8555"/>
                  </a:srgbClr>
                </a:gs>
                <a:gs pos="71429">
                  <a:srgbClr val="ADB0B7">
                    <a:alpha val="4100"/>
                  </a:srgbClr>
                </a:gs>
                <a:gs pos="85714">
                  <a:srgbClr val="ADB0B7">
                    <a:alpha val="1642"/>
                  </a:srgbClr>
                </a:gs>
                <a:gs pos="100000">
                  <a:srgbClr val="ADB0B7">
                    <a:alpha val="5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Splat 352"/>
            <p:cNvSpPr>
              <a:spLocks noGrp="1"/>
            </p:cNvSpPr>
            <p:nvPr/>
          </p:nvSpPr>
          <p:spPr>
            <a:xfrm rot="7620416">
              <a:off x="1061507" y="1271709"/>
              <a:ext cx="113815" cy="102942"/>
            </a:xfrm>
            <a:prstGeom prst="ellipse">
              <a:avLst/>
            </a:prstGeom>
            <a:gradFill>
              <a:gsLst>
                <a:gs pos="0">
                  <a:srgbClr val="4380CB">
                    <a:alpha val="32134"/>
                  </a:srgbClr>
                </a:gs>
                <a:gs pos="14286">
                  <a:srgbClr val="4380CB">
                    <a:alpha val="29973"/>
                  </a:srgbClr>
                </a:gs>
                <a:gs pos="28571">
                  <a:srgbClr val="4380CB">
                    <a:alpha val="24167"/>
                  </a:srgbClr>
                </a:gs>
                <a:gs pos="42857">
                  <a:srgbClr val="4380CB">
                    <a:alpha val="16594"/>
                  </a:srgbClr>
                </a:gs>
                <a:gs pos="57143">
                  <a:srgbClr val="4380CB">
                    <a:alpha val="9565"/>
                  </a:srgbClr>
                </a:gs>
                <a:gs pos="71429">
                  <a:srgbClr val="4380CB">
                    <a:alpha val="4597"/>
                  </a:srgbClr>
                </a:gs>
                <a:gs pos="85714">
                  <a:srgbClr val="4380CB">
                    <a:alpha val="1844"/>
                  </a:srgbClr>
                </a:gs>
                <a:gs pos="100000">
                  <a:srgbClr val="4380CB">
                    <a:alpha val="6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Splat 353"/>
            <p:cNvSpPr>
              <a:spLocks noGrp="1"/>
            </p:cNvSpPr>
            <p:nvPr/>
          </p:nvSpPr>
          <p:spPr>
            <a:xfrm rot="5498752">
              <a:off x="765035" y="1790361"/>
              <a:ext cx="725710" cy="30805"/>
            </a:xfrm>
            <a:prstGeom prst="ellipse">
              <a:avLst/>
            </a:prstGeom>
            <a:gradFill>
              <a:gsLst>
                <a:gs pos="0">
                  <a:srgbClr val="451E00">
                    <a:alpha val="32968"/>
                  </a:srgbClr>
                </a:gs>
                <a:gs pos="14286">
                  <a:srgbClr val="451E00">
                    <a:alpha val="30764"/>
                  </a:srgbClr>
                </a:gs>
                <a:gs pos="28571">
                  <a:srgbClr val="451E00">
                    <a:alpha val="24833"/>
                  </a:srgbClr>
                </a:gs>
                <a:gs pos="42857">
                  <a:srgbClr val="451E00">
                    <a:alpha val="17075"/>
                  </a:srgbClr>
                </a:gs>
                <a:gs pos="57143">
                  <a:srgbClr val="451E00">
                    <a:alpha val="9855"/>
                  </a:srgbClr>
                </a:gs>
                <a:gs pos="71429">
                  <a:srgbClr val="451E00">
                    <a:alpha val="4740"/>
                  </a:srgbClr>
                </a:gs>
                <a:gs pos="85714">
                  <a:srgbClr val="451E00">
                    <a:alpha val="1902"/>
                  </a:srgbClr>
                </a:gs>
                <a:gs pos="100000">
                  <a:srgbClr val="451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Splat 354"/>
            <p:cNvSpPr>
              <a:spLocks noGrp="1"/>
            </p:cNvSpPr>
            <p:nvPr/>
          </p:nvSpPr>
          <p:spPr>
            <a:xfrm rot="7895001">
              <a:off x="866946" y="1537067"/>
              <a:ext cx="583665" cy="493898"/>
            </a:xfrm>
            <a:prstGeom prst="ellipse">
              <a:avLst/>
            </a:prstGeom>
            <a:gradFill>
              <a:gsLst>
                <a:gs pos="0">
                  <a:srgbClr val="A35A00">
                    <a:alpha val="4371"/>
                  </a:srgbClr>
                </a:gs>
                <a:gs pos="14286">
                  <a:srgbClr val="A35A00">
                    <a:alpha val="4024"/>
                  </a:srgbClr>
                </a:gs>
                <a:gs pos="28571">
                  <a:srgbClr val="A35A00">
                    <a:alpha val="3139"/>
                  </a:srgbClr>
                </a:gs>
                <a:gs pos="42857">
                  <a:srgbClr val="A35A00">
                    <a:alpha val="2070"/>
                  </a:srgbClr>
                </a:gs>
                <a:gs pos="57143">
                  <a:srgbClr val="A35A00">
                    <a:alpha val="1152"/>
                  </a:srgbClr>
                </a:gs>
                <a:gs pos="71429">
                  <a:srgbClr val="A35A00">
                    <a:alpha val="541"/>
                  </a:srgbClr>
                </a:gs>
                <a:gs pos="85714">
                  <a:srgbClr val="A35A00">
                    <a:alpha val="214"/>
                  </a:srgbClr>
                </a:gs>
                <a:gs pos="100000">
                  <a:srgbClr val="A35A00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Splat 355"/>
            <p:cNvSpPr>
              <a:spLocks noGrp="1"/>
            </p:cNvSpPr>
            <p:nvPr/>
          </p:nvSpPr>
          <p:spPr>
            <a:xfrm rot="-10201866">
              <a:off x="31834" y="2040728"/>
              <a:ext cx="271455" cy="65139"/>
            </a:xfrm>
            <a:prstGeom prst="ellipse">
              <a:avLst/>
            </a:prstGeom>
            <a:gradFill>
              <a:gsLst>
                <a:gs pos="0">
                  <a:srgbClr val="CAE1F8">
                    <a:alpha val="32968"/>
                  </a:srgbClr>
                </a:gs>
                <a:gs pos="14286">
                  <a:srgbClr val="CAE1F8">
                    <a:alpha val="30764"/>
                  </a:srgbClr>
                </a:gs>
                <a:gs pos="28571">
                  <a:srgbClr val="CAE1F8">
                    <a:alpha val="24833"/>
                  </a:srgbClr>
                </a:gs>
                <a:gs pos="42857">
                  <a:srgbClr val="CAE1F8">
                    <a:alpha val="17075"/>
                  </a:srgbClr>
                </a:gs>
                <a:gs pos="57143">
                  <a:srgbClr val="CAE1F8">
                    <a:alpha val="9855"/>
                  </a:srgbClr>
                </a:gs>
                <a:gs pos="71429">
                  <a:srgbClr val="CAE1F8">
                    <a:alpha val="4740"/>
                  </a:srgbClr>
                </a:gs>
                <a:gs pos="85714">
                  <a:srgbClr val="CAE1F8">
                    <a:alpha val="1902"/>
                  </a:srgbClr>
                </a:gs>
                <a:gs pos="100000">
                  <a:srgbClr val="CAE1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Splat 356"/>
            <p:cNvSpPr>
              <a:spLocks noGrp="1"/>
            </p:cNvSpPr>
            <p:nvPr/>
          </p:nvSpPr>
          <p:spPr>
            <a:xfrm rot="4539251">
              <a:off x="1811313" y="2170642"/>
              <a:ext cx="128904" cy="28457"/>
            </a:xfrm>
            <a:prstGeom prst="ellipse">
              <a:avLst/>
            </a:prstGeom>
            <a:gradFill>
              <a:gsLst>
                <a:gs pos="0">
                  <a:srgbClr val="FFE6A7">
                    <a:alpha val="32968"/>
                  </a:srgbClr>
                </a:gs>
                <a:gs pos="14286">
                  <a:srgbClr val="FFE6A7">
                    <a:alpha val="30764"/>
                  </a:srgbClr>
                </a:gs>
                <a:gs pos="28571">
                  <a:srgbClr val="FFE6A7">
                    <a:alpha val="24833"/>
                  </a:srgbClr>
                </a:gs>
                <a:gs pos="42857">
                  <a:srgbClr val="FFE6A7">
                    <a:alpha val="17075"/>
                  </a:srgbClr>
                </a:gs>
                <a:gs pos="57143">
                  <a:srgbClr val="FFE6A7">
                    <a:alpha val="9855"/>
                  </a:srgbClr>
                </a:gs>
                <a:gs pos="71429">
                  <a:srgbClr val="FFE6A7">
                    <a:alpha val="4740"/>
                  </a:srgbClr>
                </a:gs>
                <a:gs pos="85714">
                  <a:srgbClr val="FFE6A7">
                    <a:alpha val="1902"/>
                  </a:srgbClr>
                </a:gs>
                <a:gs pos="100000">
                  <a:srgbClr val="FFE6A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Splat 357"/>
            <p:cNvSpPr>
              <a:spLocks noGrp="1"/>
            </p:cNvSpPr>
            <p:nvPr/>
          </p:nvSpPr>
          <p:spPr>
            <a:xfrm rot="-9627744">
              <a:off x="2443431" y="2377137"/>
              <a:ext cx="281533" cy="36779"/>
            </a:xfrm>
            <a:prstGeom prst="ellipse">
              <a:avLst/>
            </a:prstGeom>
            <a:gradFill>
              <a:gsLst>
                <a:gs pos="0">
                  <a:srgbClr val="FFFFCE">
                    <a:alpha val="31674"/>
                  </a:srgbClr>
                </a:gs>
                <a:gs pos="14286">
                  <a:srgbClr val="FFFFCE">
                    <a:alpha val="29536"/>
                  </a:srgbClr>
                </a:gs>
                <a:gs pos="28571">
                  <a:srgbClr val="FFFFCE">
                    <a:alpha val="23800"/>
                  </a:srgbClr>
                </a:gs>
                <a:gs pos="42857">
                  <a:srgbClr val="FFFFCE">
                    <a:alpha val="16330"/>
                  </a:srgbClr>
                </a:gs>
                <a:gs pos="57143">
                  <a:srgbClr val="FFFFCE">
                    <a:alpha val="9407"/>
                  </a:srgbClr>
                </a:gs>
                <a:gs pos="71429">
                  <a:srgbClr val="FFFFCE">
                    <a:alpha val="4519"/>
                  </a:srgbClr>
                </a:gs>
                <a:gs pos="85714">
                  <a:srgbClr val="FFFFCE">
                    <a:alpha val="1812"/>
                  </a:srgbClr>
                </a:gs>
                <a:gs pos="100000">
                  <a:srgbClr val="FFFFCE">
                    <a:alpha val="6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Splat 358"/>
            <p:cNvSpPr>
              <a:spLocks noGrp="1"/>
            </p:cNvSpPr>
            <p:nvPr/>
          </p:nvSpPr>
          <p:spPr>
            <a:xfrm rot="5392071">
              <a:off x="950726" y="1206952"/>
              <a:ext cx="440982" cy="35210"/>
            </a:xfrm>
            <a:prstGeom prst="ellipse">
              <a:avLst/>
            </a:prstGeom>
            <a:gradFill>
              <a:gsLst>
                <a:gs pos="0">
                  <a:srgbClr val="619BFC">
                    <a:alpha val="32968"/>
                  </a:srgbClr>
                </a:gs>
                <a:gs pos="14286">
                  <a:srgbClr val="619BFC">
                    <a:alpha val="30764"/>
                  </a:srgbClr>
                </a:gs>
                <a:gs pos="28571">
                  <a:srgbClr val="619BFC">
                    <a:alpha val="24833"/>
                  </a:srgbClr>
                </a:gs>
                <a:gs pos="42857">
                  <a:srgbClr val="619BFC">
                    <a:alpha val="17075"/>
                  </a:srgbClr>
                </a:gs>
                <a:gs pos="57143">
                  <a:srgbClr val="619BFC">
                    <a:alpha val="9855"/>
                  </a:srgbClr>
                </a:gs>
                <a:gs pos="71429">
                  <a:srgbClr val="619BFC">
                    <a:alpha val="4740"/>
                  </a:srgbClr>
                </a:gs>
                <a:gs pos="85714">
                  <a:srgbClr val="619BFC">
                    <a:alpha val="1902"/>
                  </a:srgbClr>
                </a:gs>
                <a:gs pos="100000">
                  <a:srgbClr val="619B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Splat 359"/>
            <p:cNvSpPr>
              <a:spLocks noGrp="1"/>
            </p:cNvSpPr>
            <p:nvPr/>
          </p:nvSpPr>
          <p:spPr>
            <a:xfrm rot="5497607">
              <a:off x="135442" y="1756653"/>
              <a:ext cx="579004" cy="16954"/>
            </a:xfrm>
            <a:prstGeom prst="ellipse">
              <a:avLst/>
            </a:prstGeom>
            <a:gradFill>
              <a:gsLst>
                <a:gs pos="0">
                  <a:srgbClr val="75ACFF">
                    <a:alpha val="14030"/>
                  </a:srgbClr>
                </a:gs>
                <a:gs pos="14286">
                  <a:srgbClr val="75ACFF">
                    <a:alpha val="12972"/>
                  </a:srgbClr>
                </a:gs>
                <a:gs pos="28571">
                  <a:srgbClr val="75ACFF">
                    <a:alpha val="10227"/>
                  </a:srgbClr>
                </a:gs>
                <a:gs pos="42857">
                  <a:srgbClr val="75ACFF">
                    <a:alpha val="6832"/>
                  </a:srgbClr>
                </a:gs>
                <a:gs pos="57143">
                  <a:srgbClr val="75ACFF">
                    <a:alpha val="3845"/>
                  </a:srgbClr>
                </a:gs>
                <a:gs pos="71429">
                  <a:srgbClr val="75ACFF">
                    <a:alpha val="1819"/>
                  </a:srgbClr>
                </a:gs>
                <a:gs pos="85714">
                  <a:srgbClr val="75ACFF">
                    <a:alpha val="723"/>
                  </a:srgbClr>
                </a:gs>
                <a:gs pos="100000">
                  <a:srgbClr val="75ACFF">
                    <a:alpha val="2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Splat 360"/>
            <p:cNvSpPr>
              <a:spLocks noGrp="1"/>
            </p:cNvSpPr>
            <p:nvPr/>
          </p:nvSpPr>
          <p:spPr>
            <a:xfrm rot="-9917525">
              <a:off x="32314" y="1303526"/>
              <a:ext cx="406674" cy="2011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Splat 361"/>
            <p:cNvSpPr>
              <a:spLocks noGrp="1"/>
            </p:cNvSpPr>
            <p:nvPr/>
          </p:nvSpPr>
          <p:spPr>
            <a:xfrm rot="4741660">
              <a:off x="185886" y="-50816"/>
              <a:ext cx="688301" cy="606271"/>
            </a:xfrm>
            <a:prstGeom prst="ellipse">
              <a:avLst/>
            </a:prstGeom>
            <a:gradFill>
              <a:gsLst>
                <a:gs pos="0">
                  <a:srgbClr val="002B5E">
                    <a:alpha val="17503"/>
                  </a:srgbClr>
                </a:gs>
                <a:gs pos="14286">
                  <a:srgbClr val="002B5E">
                    <a:alpha val="16209"/>
                  </a:srgbClr>
                </a:gs>
                <a:gs pos="28571">
                  <a:srgbClr val="002B5E">
                    <a:alpha val="12830"/>
                  </a:srgbClr>
                </a:gs>
                <a:gs pos="42857">
                  <a:srgbClr val="002B5E">
                    <a:alpha val="8613"/>
                  </a:srgbClr>
                </a:gs>
                <a:gs pos="57143">
                  <a:srgbClr val="002B5E">
                    <a:alpha val="4868"/>
                  </a:srgbClr>
                </a:gs>
                <a:gs pos="71429">
                  <a:srgbClr val="002B5E">
                    <a:alpha val="2309"/>
                  </a:srgbClr>
                </a:gs>
                <a:gs pos="85714">
                  <a:srgbClr val="002B5E">
                    <a:alpha val="919"/>
                  </a:srgbClr>
                </a:gs>
                <a:gs pos="100000">
                  <a:srgbClr val="002B5E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Splat 362"/>
            <p:cNvSpPr>
              <a:spLocks noGrp="1"/>
            </p:cNvSpPr>
            <p:nvPr/>
          </p:nvSpPr>
          <p:spPr>
            <a:xfrm rot="8652398">
              <a:off x="-2023" y="848348"/>
              <a:ext cx="711089" cy="22364"/>
            </a:xfrm>
            <a:prstGeom prst="ellipse">
              <a:avLst/>
            </a:prstGeom>
            <a:gradFill>
              <a:gsLst>
                <a:gs pos="0">
                  <a:srgbClr val="180000">
                    <a:alpha val="32968"/>
                  </a:srgbClr>
                </a:gs>
                <a:gs pos="14286">
                  <a:srgbClr val="180000">
                    <a:alpha val="30764"/>
                  </a:srgbClr>
                </a:gs>
                <a:gs pos="28571">
                  <a:srgbClr val="180000">
                    <a:alpha val="24833"/>
                  </a:srgbClr>
                </a:gs>
                <a:gs pos="42857">
                  <a:srgbClr val="180000">
                    <a:alpha val="17075"/>
                  </a:srgbClr>
                </a:gs>
                <a:gs pos="57143">
                  <a:srgbClr val="180000">
                    <a:alpha val="9855"/>
                  </a:srgbClr>
                </a:gs>
                <a:gs pos="71429">
                  <a:srgbClr val="180000">
                    <a:alpha val="4740"/>
                  </a:srgbClr>
                </a:gs>
                <a:gs pos="85714">
                  <a:srgbClr val="180000">
                    <a:alpha val="1902"/>
                  </a:srgbClr>
                </a:gs>
                <a:gs pos="100000">
                  <a:srgbClr val="1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Splat 363"/>
            <p:cNvSpPr>
              <a:spLocks noGrp="1"/>
            </p:cNvSpPr>
            <p:nvPr/>
          </p:nvSpPr>
          <p:spPr>
            <a:xfrm rot="5581543">
              <a:off x="-63127" y="293868"/>
              <a:ext cx="578365" cy="475491"/>
            </a:xfrm>
            <a:prstGeom prst="ellipse">
              <a:avLst/>
            </a:prstGeom>
            <a:gradFill>
              <a:gsLst>
                <a:gs pos="0">
                  <a:srgbClr val="3D5856">
                    <a:alpha val="4908"/>
                  </a:srgbClr>
                </a:gs>
                <a:gs pos="14286">
                  <a:srgbClr val="3D5856">
                    <a:alpha val="4520"/>
                  </a:srgbClr>
                </a:gs>
                <a:gs pos="28571">
                  <a:srgbClr val="3D5856">
                    <a:alpha val="3527"/>
                  </a:srgbClr>
                </a:gs>
                <a:gs pos="42857">
                  <a:srgbClr val="3D5856">
                    <a:alpha val="2328"/>
                  </a:srgbClr>
                </a:gs>
                <a:gs pos="57143">
                  <a:srgbClr val="3D5856">
                    <a:alpha val="1297"/>
                  </a:srgbClr>
                </a:gs>
                <a:gs pos="71429">
                  <a:srgbClr val="3D5856">
                    <a:alpha val="609"/>
                  </a:srgbClr>
                </a:gs>
                <a:gs pos="85714">
                  <a:srgbClr val="3D5856">
                    <a:alpha val="241"/>
                  </a:srgbClr>
                </a:gs>
                <a:gs pos="100000">
                  <a:srgbClr val="3D5856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Splat 364"/>
            <p:cNvSpPr>
              <a:spLocks noGrp="1"/>
            </p:cNvSpPr>
            <p:nvPr/>
          </p:nvSpPr>
          <p:spPr>
            <a:xfrm rot="10481458">
              <a:off x="1708347" y="1820869"/>
              <a:ext cx="76713" cy="20499"/>
            </a:xfrm>
            <a:prstGeom prst="ellipse">
              <a:avLst/>
            </a:prstGeom>
            <a:gradFill>
              <a:gsLst>
                <a:gs pos="0">
                  <a:srgbClr val="CFA700">
                    <a:alpha val="32968"/>
                  </a:srgbClr>
                </a:gs>
                <a:gs pos="14286">
                  <a:srgbClr val="CFA700">
                    <a:alpha val="30764"/>
                  </a:srgbClr>
                </a:gs>
                <a:gs pos="28571">
                  <a:srgbClr val="CFA700">
                    <a:alpha val="24833"/>
                  </a:srgbClr>
                </a:gs>
                <a:gs pos="42857">
                  <a:srgbClr val="CFA700">
                    <a:alpha val="17075"/>
                  </a:srgbClr>
                </a:gs>
                <a:gs pos="57143">
                  <a:srgbClr val="CFA700">
                    <a:alpha val="9855"/>
                  </a:srgbClr>
                </a:gs>
                <a:gs pos="71429">
                  <a:srgbClr val="CFA700">
                    <a:alpha val="4740"/>
                  </a:srgbClr>
                </a:gs>
                <a:gs pos="85714">
                  <a:srgbClr val="CFA700">
                    <a:alpha val="1902"/>
                  </a:srgbClr>
                </a:gs>
                <a:gs pos="100000">
                  <a:srgbClr val="CFA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Splat 365"/>
            <p:cNvSpPr>
              <a:spLocks noGrp="1"/>
            </p:cNvSpPr>
            <p:nvPr/>
          </p:nvSpPr>
          <p:spPr>
            <a:xfrm rot="5091106">
              <a:off x="3144314" y="2352116"/>
              <a:ext cx="336262" cy="30417"/>
            </a:xfrm>
            <a:prstGeom prst="ellipse">
              <a:avLst/>
            </a:prstGeom>
            <a:gradFill>
              <a:gsLst>
                <a:gs pos="0">
                  <a:srgbClr val="C99800">
                    <a:alpha val="32968"/>
                  </a:srgbClr>
                </a:gs>
                <a:gs pos="14286">
                  <a:srgbClr val="C99800">
                    <a:alpha val="30764"/>
                  </a:srgbClr>
                </a:gs>
                <a:gs pos="28571">
                  <a:srgbClr val="C99800">
                    <a:alpha val="24833"/>
                  </a:srgbClr>
                </a:gs>
                <a:gs pos="42857">
                  <a:srgbClr val="C99800">
                    <a:alpha val="17075"/>
                  </a:srgbClr>
                </a:gs>
                <a:gs pos="57143">
                  <a:srgbClr val="C99800">
                    <a:alpha val="9855"/>
                  </a:srgbClr>
                </a:gs>
                <a:gs pos="71429">
                  <a:srgbClr val="C99800">
                    <a:alpha val="4740"/>
                  </a:srgbClr>
                </a:gs>
                <a:gs pos="85714">
                  <a:srgbClr val="C99800">
                    <a:alpha val="1902"/>
                  </a:srgbClr>
                </a:gs>
                <a:gs pos="100000">
                  <a:srgbClr val="C99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Splat 366"/>
            <p:cNvSpPr>
              <a:spLocks noGrp="1"/>
            </p:cNvSpPr>
            <p:nvPr/>
          </p:nvSpPr>
          <p:spPr>
            <a:xfrm rot="5951972">
              <a:off x="-118518" y="725213"/>
              <a:ext cx="650741" cy="6499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Splat 367"/>
            <p:cNvSpPr>
              <a:spLocks noGrp="1"/>
            </p:cNvSpPr>
            <p:nvPr/>
          </p:nvSpPr>
          <p:spPr>
            <a:xfrm rot="3029745">
              <a:off x="3145722" y="2025076"/>
              <a:ext cx="432617" cy="19278"/>
            </a:xfrm>
            <a:prstGeom prst="ellipse">
              <a:avLst/>
            </a:prstGeom>
            <a:gradFill>
              <a:gsLst>
                <a:gs pos="0">
                  <a:srgbClr val="85662E">
                    <a:alpha val="32413"/>
                  </a:srgbClr>
                </a:gs>
                <a:gs pos="14286">
                  <a:srgbClr val="85662E">
                    <a:alpha val="30237"/>
                  </a:srgbClr>
                </a:gs>
                <a:gs pos="28571">
                  <a:srgbClr val="85662E">
                    <a:alpha val="24390"/>
                  </a:srgbClr>
                </a:gs>
                <a:gs pos="42857">
                  <a:srgbClr val="85662E">
                    <a:alpha val="16755"/>
                  </a:srgbClr>
                </a:gs>
                <a:gs pos="57143">
                  <a:srgbClr val="85662E">
                    <a:alpha val="9662"/>
                  </a:srgbClr>
                </a:gs>
                <a:gs pos="71429">
                  <a:srgbClr val="85662E">
                    <a:alpha val="4645"/>
                  </a:srgbClr>
                </a:gs>
                <a:gs pos="85714">
                  <a:srgbClr val="85662E">
                    <a:alpha val="1863"/>
                  </a:srgbClr>
                </a:gs>
                <a:gs pos="100000">
                  <a:srgbClr val="85662E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Splat 368"/>
            <p:cNvSpPr>
              <a:spLocks noGrp="1"/>
            </p:cNvSpPr>
            <p:nvPr/>
          </p:nvSpPr>
          <p:spPr>
            <a:xfrm rot="-10685301">
              <a:off x="3207541" y="2023686"/>
              <a:ext cx="539172" cy="999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Splat 369"/>
            <p:cNvSpPr>
              <a:spLocks noGrp="1"/>
            </p:cNvSpPr>
            <p:nvPr/>
          </p:nvSpPr>
          <p:spPr>
            <a:xfrm rot="10339322">
              <a:off x="856031" y="1368379"/>
              <a:ext cx="592557" cy="518805"/>
            </a:xfrm>
            <a:prstGeom prst="ellipse">
              <a:avLst/>
            </a:prstGeom>
            <a:gradFill>
              <a:gsLst>
                <a:gs pos="0">
                  <a:srgbClr val="320100">
                    <a:alpha val="11093"/>
                  </a:srgbClr>
                </a:gs>
                <a:gs pos="14286">
                  <a:srgbClr val="320100">
                    <a:alpha val="10244"/>
                  </a:srgbClr>
                </a:gs>
                <a:gs pos="28571">
                  <a:srgbClr val="320100">
                    <a:alpha val="8049"/>
                  </a:srgbClr>
                </a:gs>
                <a:gs pos="42857">
                  <a:srgbClr val="320100">
                    <a:alpha val="5355"/>
                  </a:srgbClr>
                </a:gs>
                <a:gs pos="57143">
                  <a:srgbClr val="320100">
                    <a:alpha val="3004"/>
                  </a:srgbClr>
                </a:gs>
                <a:gs pos="71429">
                  <a:srgbClr val="320100">
                    <a:alpha val="1417"/>
                  </a:srgbClr>
                </a:gs>
                <a:gs pos="85714">
                  <a:srgbClr val="320100">
                    <a:alpha val="563"/>
                  </a:srgbClr>
                </a:gs>
                <a:gs pos="100000">
                  <a:srgbClr val="320100">
                    <a:alpha val="1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Splat 370"/>
            <p:cNvSpPr>
              <a:spLocks noGrp="1"/>
            </p:cNvSpPr>
            <p:nvPr/>
          </p:nvSpPr>
          <p:spPr>
            <a:xfrm rot="5547532">
              <a:off x="87943" y="1662205"/>
              <a:ext cx="716092" cy="289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Splat 371"/>
            <p:cNvSpPr>
              <a:spLocks noGrp="1"/>
            </p:cNvSpPr>
            <p:nvPr/>
          </p:nvSpPr>
          <p:spPr>
            <a:xfrm rot="5596823">
              <a:off x="1514012" y="1667938"/>
              <a:ext cx="531842" cy="40594"/>
            </a:xfrm>
            <a:prstGeom prst="ellipse">
              <a:avLst/>
            </a:prstGeom>
            <a:gradFill>
              <a:gsLst>
                <a:gs pos="0">
                  <a:srgbClr val="C19500">
                    <a:alpha val="32968"/>
                  </a:srgbClr>
                </a:gs>
                <a:gs pos="14286">
                  <a:srgbClr val="C19500">
                    <a:alpha val="30764"/>
                  </a:srgbClr>
                </a:gs>
                <a:gs pos="28571">
                  <a:srgbClr val="C19500">
                    <a:alpha val="24833"/>
                  </a:srgbClr>
                </a:gs>
                <a:gs pos="42857">
                  <a:srgbClr val="C19500">
                    <a:alpha val="17075"/>
                  </a:srgbClr>
                </a:gs>
                <a:gs pos="57143">
                  <a:srgbClr val="C19500">
                    <a:alpha val="9855"/>
                  </a:srgbClr>
                </a:gs>
                <a:gs pos="71429">
                  <a:srgbClr val="C19500">
                    <a:alpha val="4740"/>
                  </a:srgbClr>
                </a:gs>
                <a:gs pos="85714">
                  <a:srgbClr val="C19500">
                    <a:alpha val="1902"/>
                  </a:srgbClr>
                </a:gs>
                <a:gs pos="100000">
                  <a:srgbClr val="C19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Splat 372"/>
            <p:cNvSpPr>
              <a:spLocks noGrp="1"/>
            </p:cNvSpPr>
            <p:nvPr/>
          </p:nvSpPr>
          <p:spPr>
            <a:xfrm rot="5820491">
              <a:off x="666461" y="1889225"/>
              <a:ext cx="622656" cy="16404"/>
            </a:xfrm>
            <a:prstGeom prst="ellipse">
              <a:avLst/>
            </a:prstGeom>
            <a:gradFill>
              <a:gsLst>
                <a:gs pos="0">
                  <a:srgbClr val="94BAFF">
                    <a:alpha val="21807"/>
                  </a:srgbClr>
                </a:gs>
                <a:gs pos="14286">
                  <a:srgbClr val="94BAFF">
                    <a:alpha val="20236"/>
                  </a:srgbClr>
                </a:gs>
                <a:gs pos="28571">
                  <a:srgbClr val="94BAFF">
                    <a:alpha val="16100"/>
                  </a:srgbClr>
                </a:gs>
                <a:gs pos="42857">
                  <a:srgbClr val="94BAFF">
                    <a:alpha val="10876"/>
                  </a:srgbClr>
                </a:gs>
                <a:gs pos="57143">
                  <a:srgbClr val="94BAFF">
                    <a:alpha val="6181"/>
                  </a:srgbClr>
                </a:gs>
                <a:gs pos="71429">
                  <a:srgbClr val="94BAFF">
                    <a:alpha val="2942"/>
                  </a:srgbClr>
                </a:gs>
                <a:gs pos="85714">
                  <a:srgbClr val="94BAFF">
                    <a:alpha val="1174"/>
                  </a:srgbClr>
                </a:gs>
                <a:gs pos="100000">
                  <a:srgbClr val="94BAFF">
                    <a:alpha val="3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Splat 373"/>
            <p:cNvSpPr>
              <a:spLocks noGrp="1"/>
            </p:cNvSpPr>
            <p:nvPr/>
          </p:nvSpPr>
          <p:spPr>
            <a:xfrm rot="-9931615">
              <a:off x="3072331" y="2049747"/>
              <a:ext cx="452467" cy="124998"/>
            </a:xfrm>
            <a:prstGeom prst="ellipse">
              <a:avLst/>
            </a:prstGeom>
            <a:gradFill>
              <a:gsLst>
                <a:gs pos="0">
                  <a:srgbClr val="000503">
                    <a:alpha val="32968"/>
                  </a:srgbClr>
                </a:gs>
                <a:gs pos="14286">
                  <a:srgbClr val="000503">
                    <a:alpha val="30764"/>
                  </a:srgbClr>
                </a:gs>
                <a:gs pos="28571">
                  <a:srgbClr val="000503">
                    <a:alpha val="24833"/>
                  </a:srgbClr>
                </a:gs>
                <a:gs pos="42857">
                  <a:srgbClr val="000503">
                    <a:alpha val="17075"/>
                  </a:srgbClr>
                </a:gs>
                <a:gs pos="57143">
                  <a:srgbClr val="000503">
                    <a:alpha val="9855"/>
                  </a:srgbClr>
                </a:gs>
                <a:gs pos="71429">
                  <a:srgbClr val="000503">
                    <a:alpha val="4740"/>
                  </a:srgbClr>
                </a:gs>
                <a:gs pos="85714">
                  <a:srgbClr val="000503">
                    <a:alpha val="1902"/>
                  </a:srgbClr>
                </a:gs>
                <a:gs pos="100000">
                  <a:srgbClr val="0005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Splat 374"/>
            <p:cNvSpPr>
              <a:spLocks noGrp="1"/>
            </p:cNvSpPr>
            <p:nvPr/>
          </p:nvSpPr>
          <p:spPr>
            <a:xfrm rot="5236890">
              <a:off x="3093385" y="2021926"/>
              <a:ext cx="359127" cy="34705"/>
            </a:xfrm>
            <a:prstGeom prst="ellipse">
              <a:avLst/>
            </a:prstGeom>
            <a:gradFill>
              <a:gsLst>
                <a:gs pos="0">
                  <a:srgbClr val="445688">
                    <a:alpha val="8005"/>
                  </a:srgbClr>
                </a:gs>
                <a:gs pos="14286">
                  <a:srgbClr val="445688">
                    <a:alpha val="7382"/>
                  </a:srgbClr>
                </a:gs>
                <a:gs pos="28571">
                  <a:srgbClr val="445688">
                    <a:alpha val="5780"/>
                  </a:srgbClr>
                </a:gs>
                <a:gs pos="42857">
                  <a:srgbClr val="445688">
                    <a:alpha val="3830"/>
                  </a:srgbClr>
                </a:gs>
                <a:gs pos="57143">
                  <a:srgbClr val="445688">
                    <a:alpha val="2141"/>
                  </a:srgbClr>
                </a:gs>
                <a:gs pos="71429">
                  <a:srgbClr val="445688">
                    <a:alpha val="1008"/>
                  </a:srgbClr>
                </a:gs>
                <a:gs pos="85714">
                  <a:srgbClr val="445688">
                    <a:alpha val="400"/>
                  </a:srgbClr>
                </a:gs>
                <a:gs pos="100000">
                  <a:srgbClr val="445688">
                    <a:alpha val="1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Splat 375"/>
            <p:cNvSpPr>
              <a:spLocks noGrp="1"/>
            </p:cNvSpPr>
            <p:nvPr/>
          </p:nvSpPr>
          <p:spPr>
            <a:xfrm rot="5430321">
              <a:off x="1636645" y="1203685"/>
              <a:ext cx="270107" cy="12759"/>
            </a:xfrm>
            <a:prstGeom prst="ellipse">
              <a:avLst/>
            </a:prstGeom>
            <a:gradFill>
              <a:gsLst>
                <a:gs pos="0">
                  <a:srgbClr val="FFDD7E">
                    <a:alpha val="32968"/>
                  </a:srgbClr>
                </a:gs>
                <a:gs pos="14286">
                  <a:srgbClr val="FFDD7E">
                    <a:alpha val="30764"/>
                  </a:srgbClr>
                </a:gs>
                <a:gs pos="28571">
                  <a:srgbClr val="FFDD7E">
                    <a:alpha val="24833"/>
                  </a:srgbClr>
                </a:gs>
                <a:gs pos="42857">
                  <a:srgbClr val="FFDD7E">
                    <a:alpha val="17075"/>
                  </a:srgbClr>
                </a:gs>
                <a:gs pos="57143">
                  <a:srgbClr val="FFDD7E">
                    <a:alpha val="9855"/>
                  </a:srgbClr>
                </a:gs>
                <a:gs pos="71429">
                  <a:srgbClr val="FFDD7E">
                    <a:alpha val="4740"/>
                  </a:srgbClr>
                </a:gs>
                <a:gs pos="85714">
                  <a:srgbClr val="FFDD7E">
                    <a:alpha val="1902"/>
                  </a:srgbClr>
                </a:gs>
                <a:gs pos="100000">
                  <a:srgbClr val="FFDD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Splat 376"/>
            <p:cNvSpPr>
              <a:spLocks noGrp="1"/>
            </p:cNvSpPr>
            <p:nvPr/>
          </p:nvSpPr>
          <p:spPr>
            <a:xfrm rot="9604389">
              <a:off x="1172506" y="2068355"/>
              <a:ext cx="363085" cy="105863"/>
            </a:xfrm>
            <a:prstGeom prst="ellipse">
              <a:avLst/>
            </a:prstGeom>
            <a:gradFill>
              <a:gsLst>
                <a:gs pos="0">
                  <a:srgbClr val="928687">
                    <a:alpha val="32968"/>
                  </a:srgbClr>
                </a:gs>
                <a:gs pos="14286">
                  <a:srgbClr val="928687">
                    <a:alpha val="30764"/>
                  </a:srgbClr>
                </a:gs>
                <a:gs pos="28571">
                  <a:srgbClr val="928687">
                    <a:alpha val="24833"/>
                  </a:srgbClr>
                </a:gs>
                <a:gs pos="42857">
                  <a:srgbClr val="928687">
                    <a:alpha val="17075"/>
                  </a:srgbClr>
                </a:gs>
                <a:gs pos="57143">
                  <a:srgbClr val="928687">
                    <a:alpha val="9855"/>
                  </a:srgbClr>
                </a:gs>
                <a:gs pos="71429">
                  <a:srgbClr val="928687">
                    <a:alpha val="4740"/>
                  </a:srgbClr>
                </a:gs>
                <a:gs pos="85714">
                  <a:srgbClr val="928687">
                    <a:alpha val="1902"/>
                  </a:srgbClr>
                </a:gs>
                <a:gs pos="100000">
                  <a:srgbClr val="92868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Splat 377"/>
            <p:cNvSpPr>
              <a:spLocks noGrp="1"/>
            </p:cNvSpPr>
            <p:nvPr/>
          </p:nvSpPr>
          <p:spPr>
            <a:xfrm rot="4757599">
              <a:off x="786828" y="1364838"/>
              <a:ext cx="505942" cy="503978"/>
            </a:xfrm>
            <a:prstGeom prst="ellipse">
              <a:avLst/>
            </a:prstGeom>
            <a:gradFill>
              <a:gsLst>
                <a:gs pos="0">
                  <a:srgbClr val="001B00">
                    <a:alpha val="4764"/>
                  </a:srgbClr>
                </a:gs>
                <a:gs pos="14286">
                  <a:srgbClr val="001B00">
                    <a:alpha val="4388"/>
                  </a:srgbClr>
                </a:gs>
                <a:gs pos="28571">
                  <a:srgbClr val="001B00">
                    <a:alpha val="3424"/>
                  </a:srgbClr>
                </a:gs>
                <a:gs pos="42857">
                  <a:srgbClr val="001B00">
                    <a:alpha val="2259"/>
                  </a:srgbClr>
                </a:gs>
                <a:gs pos="57143">
                  <a:srgbClr val="001B00">
                    <a:alpha val="1258"/>
                  </a:srgbClr>
                </a:gs>
                <a:gs pos="71429">
                  <a:srgbClr val="001B00">
                    <a:alpha val="591"/>
                  </a:srgbClr>
                </a:gs>
                <a:gs pos="85714">
                  <a:srgbClr val="001B00">
                    <a:alpha val="234"/>
                  </a:srgbClr>
                </a:gs>
                <a:gs pos="100000">
                  <a:srgbClr val="001B00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Splat 378"/>
            <p:cNvSpPr>
              <a:spLocks noGrp="1"/>
            </p:cNvSpPr>
            <p:nvPr/>
          </p:nvSpPr>
          <p:spPr>
            <a:xfrm rot="3224411">
              <a:off x="858596" y="2280021"/>
              <a:ext cx="220021" cy="113516"/>
            </a:xfrm>
            <a:prstGeom prst="ellipse">
              <a:avLst/>
            </a:prstGeom>
            <a:gradFill>
              <a:gsLst>
                <a:gs pos="0">
                  <a:srgbClr val="A97100">
                    <a:alpha val="4852"/>
                  </a:srgbClr>
                </a:gs>
                <a:gs pos="14286">
                  <a:srgbClr val="A97100">
                    <a:alpha val="4468"/>
                  </a:srgbClr>
                </a:gs>
                <a:gs pos="28571">
                  <a:srgbClr val="A97100">
                    <a:alpha val="3487"/>
                  </a:srgbClr>
                </a:gs>
                <a:gs pos="42857">
                  <a:srgbClr val="A97100">
                    <a:alpha val="2301"/>
                  </a:srgbClr>
                </a:gs>
                <a:gs pos="57143">
                  <a:srgbClr val="A97100">
                    <a:alpha val="1282"/>
                  </a:srgbClr>
                </a:gs>
                <a:gs pos="71429">
                  <a:srgbClr val="A97100">
                    <a:alpha val="602"/>
                  </a:srgbClr>
                </a:gs>
                <a:gs pos="85714">
                  <a:srgbClr val="A97100">
                    <a:alpha val="239"/>
                  </a:srgbClr>
                </a:gs>
                <a:gs pos="100000">
                  <a:srgbClr val="A97100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Splat 379"/>
            <p:cNvSpPr>
              <a:spLocks noGrp="1"/>
            </p:cNvSpPr>
            <p:nvPr/>
          </p:nvSpPr>
          <p:spPr>
            <a:xfrm rot="6542513">
              <a:off x="-21878" y="622382"/>
              <a:ext cx="522505" cy="487208"/>
            </a:xfrm>
            <a:prstGeom prst="ellipse">
              <a:avLst/>
            </a:prstGeom>
            <a:gradFill>
              <a:gsLst>
                <a:gs pos="0">
                  <a:srgbClr val="000000">
                    <a:alpha val="26161"/>
                  </a:srgbClr>
                </a:gs>
                <a:gs pos="14286">
                  <a:srgbClr val="000000">
                    <a:alpha val="24327"/>
                  </a:srgbClr>
                </a:gs>
                <a:gs pos="28571">
                  <a:srgbClr val="000000">
                    <a:alpha val="19461"/>
                  </a:srgbClr>
                </a:gs>
                <a:gs pos="42857">
                  <a:srgbClr val="000000">
                    <a:alpha val="13235"/>
                  </a:srgbClr>
                </a:gs>
                <a:gs pos="57143">
                  <a:srgbClr val="000000">
                    <a:alpha val="7565"/>
                  </a:srgbClr>
                </a:gs>
                <a:gs pos="71429">
                  <a:srgbClr val="000000">
                    <a:alpha val="3615"/>
                  </a:srgbClr>
                </a:gs>
                <a:gs pos="85714">
                  <a:srgbClr val="000000">
                    <a:alpha val="1445"/>
                  </a:srgbClr>
                </a:gs>
                <a:gs pos="100000">
                  <a:srgbClr val="000000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Splat 380"/>
            <p:cNvSpPr>
              <a:spLocks noGrp="1"/>
            </p:cNvSpPr>
            <p:nvPr/>
          </p:nvSpPr>
          <p:spPr>
            <a:xfrm rot="7668752">
              <a:off x="-115091" y="1449172"/>
              <a:ext cx="411685" cy="386448"/>
            </a:xfrm>
            <a:prstGeom prst="ellipse">
              <a:avLst/>
            </a:prstGeom>
            <a:gradFill>
              <a:gsLst>
                <a:gs pos="0">
                  <a:srgbClr val="000000">
                    <a:alpha val="32035"/>
                  </a:srgbClr>
                </a:gs>
                <a:gs pos="14286">
                  <a:srgbClr val="000000">
                    <a:alpha val="29879"/>
                  </a:srgbClr>
                </a:gs>
                <a:gs pos="28571">
                  <a:srgbClr val="000000">
                    <a:alpha val="24088"/>
                  </a:srgbClr>
                </a:gs>
                <a:gs pos="42857">
                  <a:srgbClr val="000000">
                    <a:alpha val="16537"/>
                  </a:srgbClr>
                </a:gs>
                <a:gs pos="57143">
                  <a:srgbClr val="000000">
                    <a:alpha val="9531"/>
                  </a:srgbClr>
                </a:gs>
                <a:gs pos="71429">
                  <a:srgbClr val="000000">
                    <a:alpha val="4580"/>
                  </a:srgbClr>
                </a:gs>
                <a:gs pos="85714">
                  <a:srgbClr val="000000">
                    <a:alpha val="1837"/>
                  </a:srgbClr>
                </a:gs>
                <a:gs pos="100000">
                  <a:srgbClr val="000000">
                    <a:alpha val="6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Splat 381"/>
            <p:cNvSpPr>
              <a:spLocks noGrp="1"/>
            </p:cNvSpPr>
            <p:nvPr/>
          </p:nvSpPr>
          <p:spPr>
            <a:xfrm rot="5364996">
              <a:off x="806513" y="1357522"/>
              <a:ext cx="505781" cy="491734"/>
            </a:xfrm>
            <a:prstGeom prst="ellipse">
              <a:avLst/>
            </a:prstGeom>
            <a:gradFill>
              <a:gsLst>
                <a:gs pos="0">
                  <a:srgbClr val="001500">
                    <a:alpha val="6312"/>
                  </a:srgbClr>
                </a:gs>
                <a:gs pos="14286">
                  <a:srgbClr val="001500">
                    <a:alpha val="5817"/>
                  </a:srgbClr>
                </a:gs>
                <a:gs pos="28571">
                  <a:srgbClr val="001500">
                    <a:alpha val="4546"/>
                  </a:srgbClr>
                </a:gs>
                <a:gs pos="42857">
                  <a:srgbClr val="001500">
                    <a:alpha val="3006"/>
                  </a:srgbClr>
                </a:gs>
                <a:gs pos="57143">
                  <a:srgbClr val="001500">
                    <a:alpha val="1677"/>
                  </a:srgbClr>
                </a:gs>
                <a:gs pos="71429">
                  <a:srgbClr val="001500">
                    <a:alpha val="788"/>
                  </a:srgbClr>
                </a:gs>
                <a:gs pos="85714">
                  <a:srgbClr val="001500">
                    <a:alpha val="313"/>
                  </a:srgbClr>
                </a:gs>
                <a:gs pos="100000">
                  <a:srgbClr val="001500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Splat 382"/>
            <p:cNvSpPr>
              <a:spLocks noGrp="1"/>
            </p:cNvSpPr>
            <p:nvPr/>
          </p:nvSpPr>
          <p:spPr>
            <a:xfrm rot="6574167">
              <a:off x="376496" y="1980008"/>
              <a:ext cx="181363" cy="33871"/>
            </a:xfrm>
            <a:prstGeom prst="ellipse">
              <a:avLst/>
            </a:prstGeom>
            <a:gradFill>
              <a:gsLst>
                <a:gs pos="0">
                  <a:srgbClr val="FFFFC3">
                    <a:alpha val="32968"/>
                  </a:srgbClr>
                </a:gs>
                <a:gs pos="14286">
                  <a:srgbClr val="FFFFC3">
                    <a:alpha val="30764"/>
                  </a:srgbClr>
                </a:gs>
                <a:gs pos="28571">
                  <a:srgbClr val="FFFFC3">
                    <a:alpha val="24833"/>
                  </a:srgbClr>
                </a:gs>
                <a:gs pos="42857">
                  <a:srgbClr val="FFFFC3">
                    <a:alpha val="17075"/>
                  </a:srgbClr>
                </a:gs>
                <a:gs pos="57143">
                  <a:srgbClr val="FFFFC3">
                    <a:alpha val="9855"/>
                  </a:srgbClr>
                </a:gs>
                <a:gs pos="71429">
                  <a:srgbClr val="FFFFC3">
                    <a:alpha val="4740"/>
                  </a:srgbClr>
                </a:gs>
                <a:gs pos="85714">
                  <a:srgbClr val="FFFFC3">
                    <a:alpha val="1902"/>
                  </a:srgbClr>
                </a:gs>
                <a:gs pos="100000">
                  <a:srgbClr val="FFFFC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Splat 383"/>
            <p:cNvSpPr>
              <a:spLocks noGrp="1"/>
            </p:cNvSpPr>
            <p:nvPr/>
          </p:nvSpPr>
          <p:spPr>
            <a:xfrm rot="5400000">
              <a:off x="2510191" y="2329621"/>
              <a:ext cx="51706" cy="51706"/>
            </a:xfrm>
            <a:prstGeom prst="ellipse">
              <a:avLst/>
            </a:prstGeom>
            <a:gradFill>
              <a:gsLst>
                <a:gs pos="0">
                  <a:srgbClr val="E1C7A2">
                    <a:alpha val="16039"/>
                  </a:srgbClr>
                </a:gs>
                <a:gs pos="14286">
                  <a:srgbClr val="E1C7A2">
                    <a:alpha val="14843"/>
                  </a:srgbClr>
                </a:gs>
                <a:gs pos="28571">
                  <a:srgbClr val="E1C7A2">
                    <a:alpha val="11729"/>
                  </a:srgbClr>
                </a:gs>
                <a:gs pos="42857">
                  <a:srgbClr val="E1C7A2">
                    <a:alpha val="7857"/>
                  </a:srgbClr>
                </a:gs>
                <a:gs pos="57143">
                  <a:srgbClr val="E1C7A2">
                    <a:alpha val="4433"/>
                  </a:srgbClr>
                </a:gs>
                <a:gs pos="71429">
                  <a:srgbClr val="E1C7A2">
                    <a:alpha val="2100"/>
                  </a:srgbClr>
                </a:gs>
                <a:gs pos="85714">
                  <a:srgbClr val="E1C7A2">
                    <a:alpha val="836"/>
                  </a:srgbClr>
                </a:gs>
                <a:gs pos="100000">
                  <a:srgbClr val="E1C7A2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Splat 384"/>
            <p:cNvSpPr>
              <a:spLocks noGrp="1"/>
            </p:cNvSpPr>
            <p:nvPr/>
          </p:nvSpPr>
          <p:spPr>
            <a:xfrm rot="9907122">
              <a:off x="1626335" y="779005"/>
              <a:ext cx="486637" cy="428754"/>
            </a:xfrm>
            <a:prstGeom prst="ellipse">
              <a:avLst/>
            </a:prstGeom>
            <a:gradFill>
              <a:gsLst>
                <a:gs pos="0">
                  <a:srgbClr val="817500">
                    <a:alpha val="4832"/>
                  </a:srgbClr>
                </a:gs>
                <a:gs pos="14286">
                  <a:srgbClr val="817500">
                    <a:alpha val="4450"/>
                  </a:srgbClr>
                </a:gs>
                <a:gs pos="28571">
                  <a:srgbClr val="817500">
                    <a:alpha val="3473"/>
                  </a:srgbClr>
                </a:gs>
                <a:gs pos="42857">
                  <a:srgbClr val="817500">
                    <a:alpha val="2292"/>
                  </a:srgbClr>
                </a:gs>
                <a:gs pos="57143">
                  <a:srgbClr val="817500">
                    <a:alpha val="1276"/>
                  </a:srgbClr>
                </a:gs>
                <a:gs pos="71429">
                  <a:srgbClr val="817500">
                    <a:alpha val="600"/>
                  </a:srgbClr>
                </a:gs>
                <a:gs pos="85714">
                  <a:srgbClr val="817500">
                    <a:alpha val="237"/>
                  </a:srgbClr>
                </a:gs>
                <a:gs pos="100000">
                  <a:srgbClr val="817500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Splat 385"/>
            <p:cNvSpPr>
              <a:spLocks noGrp="1"/>
            </p:cNvSpPr>
            <p:nvPr/>
          </p:nvSpPr>
          <p:spPr>
            <a:xfrm rot="8666208">
              <a:off x="748779" y="2035382"/>
              <a:ext cx="355107" cy="100364"/>
            </a:xfrm>
            <a:prstGeom prst="ellipse">
              <a:avLst/>
            </a:prstGeom>
            <a:gradFill>
              <a:gsLst>
                <a:gs pos="0">
                  <a:srgbClr val="FFE8DD">
                    <a:alpha val="4875"/>
                  </a:srgbClr>
                </a:gs>
                <a:gs pos="14286">
                  <a:srgbClr val="FFE8DD">
                    <a:alpha val="4490"/>
                  </a:srgbClr>
                </a:gs>
                <a:gs pos="28571">
                  <a:srgbClr val="FFE8DD">
                    <a:alpha val="3504"/>
                  </a:srgbClr>
                </a:gs>
                <a:gs pos="42857">
                  <a:srgbClr val="FFE8DD">
                    <a:alpha val="2312"/>
                  </a:srgbClr>
                </a:gs>
                <a:gs pos="57143">
                  <a:srgbClr val="FFE8DD">
                    <a:alpha val="1288"/>
                  </a:srgbClr>
                </a:gs>
                <a:gs pos="71429">
                  <a:srgbClr val="FFE8DD">
                    <a:alpha val="605"/>
                  </a:srgbClr>
                </a:gs>
                <a:gs pos="85714">
                  <a:srgbClr val="FFE8DD">
                    <a:alpha val="240"/>
                  </a:srgbClr>
                </a:gs>
                <a:gs pos="100000">
                  <a:srgbClr val="FFE8DD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Splat 386"/>
            <p:cNvSpPr>
              <a:spLocks noGrp="1"/>
            </p:cNvSpPr>
            <p:nvPr/>
          </p:nvSpPr>
          <p:spPr>
            <a:xfrm rot="-10746090">
              <a:off x="860542" y="1420062"/>
              <a:ext cx="551609" cy="492034"/>
            </a:xfrm>
            <a:prstGeom prst="ellipse">
              <a:avLst/>
            </a:prstGeom>
            <a:gradFill>
              <a:gsLst>
                <a:gs pos="0">
                  <a:srgbClr val="042500">
                    <a:alpha val="19872"/>
                  </a:srgbClr>
                </a:gs>
                <a:gs pos="14286">
                  <a:srgbClr val="042500">
                    <a:alpha val="18423"/>
                  </a:srgbClr>
                </a:gs>
                <a:gs pos="28571">
                  <a:srgbClr val="042500">
                    <a:alpha val="14624"/>
                  </a:srgbClr>
                </a:gs>
                <a:gs pos="42857">
                  <a:srgbClr val="042500">
                    <a:alpha val="9851"/>
                  </a:srgbClr>
                </a:gs>
                <a:gs pos="57143">
                  <a:srgbClr val="042500">
                    <a:alpha val="5584"/>
                  </a:srgbClr>
                </a:gs>
                <a:gs pos="71429">
                  <a:srgbClr val="042500">
                    <a:alpha val="2654"/>
                  </a:srgbClr>
                </a:gs>
                <a:gs pos="85714">
                  <a:srgbClr val="042500">
                    <a:alpha val="1058"/>
                  </a:srgbClr>
                </a:gs>
                <a:gs pos="100000">
                  <a:srgbClr val="042500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Splat 387"/>
            <p:cNvSpPr>
              <a:spLocks noGrp="1"/>
            </p:cNvSpPr>
            <p:nvPr/>
          </p:nvSpPr>
          <p:spPr>
            <a:xfrm rot="-9663292">
              <a:off x="846850" y="891308"/>
              <a:ext cx="482317" cy="446687"/>
            </a:xfrm>
            <a:prstGeom prst="ellipse">
              <a:avLst/>
            </a:prstGeom>
            <a:gradFill>
              <a:gsLst>
                <a:gs pos="0">
                  <a:srgbClr val="2F1C00">
                    <a:alpha val="10843"/>
                  </a:srgbClr>
                </a:gs>
                <a:gs pos="14286">
                  <a:srgbClr val="2F1C00">
                    <a:alpha val="10012"/>
                  </a:srgbClr>
                </a:gs>
                <a:gs pos="28571">
                  <a:srgbClr val="2F1C00">
                    <a:alpha val="7864"/>
                  </a:srgbClr>
                </a:gs>
                <a:gs pos="42857">
                  <a:srgbClr val="2F1C00">
                    <a:alpha val="5231"/>
                  </a:srgbClr>
                </a:gs>
                <a:gs pos="57143">
                  <a:srgbClr val="2F1C00">
                    <a:alpha val="2933"/>
                  </a:srgbClr>
                </a:gs>
                <a:gs pos="71429">
                  <a:srgbClr val="2F1C00">
                    <a:alpha val="1384"/>
                  </a:srgbClr>
                </a:gs>
                <a:gs pos="85714">
                  <a:srgbClr val="2F1C00">
                    <a:alpha val="550"/>
                  </a:srgbClr>
                </a:gs>
                <a:gs pos="100000">
                  <a:srgbClr val="2F1C00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Splat 388"/>
            <p:cNvSpPr>
              <a:spLocks noGrp="1"/>
            </p:cNvSpPr>
            <p:nvPr/>
          </p:nvSpPr>
          <p:spPr>
            <a:xfrm rot="4948498">
              <a:off x="-250130" y="1919746"/>
              <a:ext cx="623097" cy="478522"/>
            </a:xfrm>
            <a:prstGeom prst="ellipse">
              <a:avLst/>
            </a:prstGeom>
            <a:gradFill>
              <a:gsLst>
                <a:gs pos="0">
                  <a:srgbClr val="685453">
                    <a:alpha val="7161"/>
                  </a:srgbClr>
                </a:gs>
                <a:gs pos="14286">
                  <a:srgbClr val="685453">
                    <a:alpha val="6601"/>
                  </a:srgbClr>
                </a:gs>
                <a:gs pos="28571">
                  <a:srgbClr val="685453">
                    <a:alpha val="5164"/>
                  </a:srgbClr>
                </a:gs>
                <a:gs pos="42857">
                  <a:srgbClr val="685453">
                    <a:alpha val="3418"/>
                  </a:srgbClr>
                </a:gs>
                <a:gs pos="57143">
                  <a:srgbClr val="685453">
                    <a:alpha val="1909"/>
                  </a:srgbClr>
                </a:gs>
                <a:gs pos="71429">
                  <a:srgbClr val="685453">
                    <a:alpha val="898"/>
                  </a:srgbClr>
                </a:gs>
                <a:gs pos="85714">
                  <a:srgbClr val="685453">
                    <a:alpha val="356"/>
                  </a:srgbClr>
                </a:gs>
                <a:gs pos="100000">
                  <a:srgbClr val="685453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Splat 389"/>
            <p:cNvSpPr>
              <a:spLocks noGrp="1"/>
            </p:cNvSpPr>
            <p:nvPr/>
          </p:nvSpPr>
          <p:spPr>
            <a:xfrm rot="5316552">
              <a:off x="1698013" y="1672071"/>
              <a:ext cx="464513" cy="459446"/>
            </a:xfrm>
            <a:prstGeom prst="ellipse">
              <a:avLst/>
            </a:prstGeom>
            <a:gradFill>
              <a:gsLst>
                <a:gs pos="0">
                  <a:srgbClr val="656A61">
                    <a:alpha val="2420"/>
                  </a:srgbClr>
                </a:gs>
                <a:gs pos="14286">
                  <a:srgbClr val="656A61">
                    <a:alpha val="2227"/>
                  </a:srgbClr>
                </a:gs>
                <a:gs pos="28571">
                  <a:srgbClr val="656A61">
                    <a:alpha val="1733"/>
                  </a:srgbClr>
                </a:gs>
                <a:gs pos="42857">
                  <a:srgbClr val="656A61">
                    <a:alpha val="1140"/>
                  </a:srgbClr>
                </a:gs>
                <a:gs pos="57143">
                  <a:srgbClr val="656A61">
                    <a:alpha val="633"/>
                  </a:srgbClr>
                </a:gs>
                <a:gs pos="71429">
                  <a:srgbClr val="656A61">
                    <a:alpha val="297"/>
                  </a:srgbClr>
                </a:gs>
                <a:gs pos="85714">
                  <a:srgbClr val="656A61">
                    <a:alpha val="118"/>
                  </a:srgbClr>
                </a:gs>
                <a:gs pos="100000">
                  <a:srgbClr val="656A61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Splat 390"/>
            <p:cNvSpPr>
              <a:spLocks noGrp="1"/>
            </p:cNvSpPr>
            <p:nvPr/>
          </p:nvSpPr>
          <p:spPr>
            <a:xfrm rot="7191852">
              <a:off x="3125190" y="1183931"/>
              <a:ext cx="561408" cy="434545"/>
            </a:xfrm>
            <a:prstGeom prst="ellipse">
              <a:avLst/>
            </a:prstGeom>
            <a:gradFill>
              <a:gsLst>
                <a:gs pos="0">
                  <a:srgbClr val="001700">
                    <a:alpha val="24829"/>
                  </a:srgbClr>
                </a:gs>
                <a:gs pos="14286">
                  <a:srgbClr val="001700">
                    <a:alpha val="23074"/>
                  </a:srgbClr>
                </a:gs>
                <a:gs pos="28571">
                  <a:srgbClr val="001700">
                    <a:alpha val="18428"/>
                  </a:srgbClr>
                </a:gs>
                <a:gs pos="42857">
                  <a:srgbClr val="001700">
                    <a:alpha val="12506"/>
                  </a:srgbClr>
                </a:gs>
                <a:gs pos="57143">
                  <a:srgbClr val="001700">
                    <a:alpha val="7135"/>
                  </a:srgbClr>
                </a:gs>
                <a:gs pos="71429">
                  <a:srgbClr val="001700">
                    <a:alpha val="3406"/>
                  </a:srgbClr>
                </a:gs>
                <a:gs pos="85714">
                  <a:srgbClr val="001700">
                    <a:alpha val="1361"/>
                  </a:srgbClr>
                </a:gs>
                <a:gs pos="100000">
                  <a:srgbClr val="001700">
                    <a:alpha val="4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Splat 391"/>
            <p:cNvSpPr>
              <a:spLocks noGrp="1"/>
            </p:cNvSpPr>
            <p:nvPr/>
          </p:nvSpPr>
          <p:spPr>
            <a:xfrm rot="6004562">
              <a:off x="773909" y="1544983"/>
              <a:ext cx="507685" cy="507013"/>
            </a:xfrm>
            <a:prstGeom prst="ellipse">
              <a:avLst/>
            </a:prstGeom>
            <a:gradFill>
              <a:gsLst>
                <a:gs pos="0">
                  <a:srgbClr val="6B0100">
                    <a:alpha val="4698"/>
                  </a:srgbClr>
                </a:gs>
                <a:gs pos="14286">
                  <a:srgbClr val="6B0100">
                    <a:alpha val="4326"/>
                  </a:srgbClr>
                </a:gs>
                <a:gs pos="28571">
                  <a:srgbClr val="6B0100">
                    <a:alpha val="3375"/>
                  </a:srgbClr>
                </a:gs>
                <a:gs pos="42857">
                  <a:srgbClr val="6B0100">
                    <a:alpha val="2227"/>
                  </a:srgbClr>
                </a:gs>
                <a:gs pos="57143">
                  <a:srgbClr val="6B0100">
                    <a:alpha val="1240"/>
                  </a:srgbClr>
                </a:gs>
                <a:gs pos="71429">
                  <a:srgbClr val="6B0100">
                    <a:alpha val="582"/>
                  </a:srgbClr>
                </a:gs>
                <a:gs pos="85714">
                  <a:srgbClr val="6B0100">
                    <a:alpha val="231"/>
                  </a:srgbClr>
                </a:gs>
                <a:gs pos="100000">
                  <a:srgbClr val="6B0100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Splat 392"/>
            <p:cNvSpPr>
              <a:spLocks noGrp="1"/>
            </p:cNvSpPr>
            <p:nvPr/>
          </p:nvSpPr>
          <p:spPr>
            <a:xfrm rot="-10416255">
              <a:off x="2243197" y="933727"/>
              <a:ext cx="583336" cy="551935"/>
            </a:xfrm>
            <a:prstGeom prst="ellipse">
              <a:avLst/>
            </a:prstGeom>
            <a:gradFill>
              <a:gsLst>
                <a:gs pos="0">
                  <a:srgbClr val="252FA0">
                    <a:alpha val="2251"/>
                  </a:srgbClr>
                </a:gs>
                <a:gs pos="14286">
                  <a:srgbClr val="252FA0">
                    <a:alpha val="2071"/>
                  </a:srgbClr>
                </a:gs>
                <a:gs pos="28571">
                  <a:srgbClr val="252FA0">
                    <a:alpha val="1612"/>
                  </a:srgbClr>
                </a:gs>
                <a:gs pos="42857">
                  <a:srgbClr val="252FA0">
                    <a:alpha val="1060"/>
                  </a:srgbClr>
                </a:gs>
                <a:gs pos="57143">
                  <a:srgbClr val="252FA0">
                    <a:alpha val="589"/>
                  </a:srgbClr>
                </a:gs>
                <a:gs pos="71429">
                  <a:srgbClr val="252FA0">
                    <a:alpha val="276"/>
                  </a:srgbClr>
                </a:gs>
                <a:gs pos="85714">
                  <a:srgbClr val="252FA0">
                    <a:alpha val="109"/>
                  </a:srgbClr>
                </a:gs>
                <a:gs pos="100000">
                  <a:srgbClr val="252FA0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Splat 393"/>
            <p:cNvSpPr>
              <a:spLocks noGrp="1"/>
            </p:cNvSpPr>
            <p:nvPr/>
          </p:nvSpPr>
          <p:spPr>
            <a:xfrm rot="8685372">
              <a:off x="282119" y="65359"/>
              <a:ext cx="533857" cy="485094"/>
            </a:xfrm>
            <a:prstGeom prst="ellipse">
              <a:avLst/>
            </a:prstGeom>
            <a:gradFill>
              <a:gsLst>
                <a:gs pos="0">
                  <a:srgbClr val="3C446B">
                    <a:alpha val="6384"/>
                  </a:srgbClr>
                </a:gs>
                <a:gs pos="14286">
                  <a:srgbClr val="3C446B">
                    <a:alpha val="5884"/>
                  </a:srgbClr>
                </a:gs>
                <a:gs pos="28571">
                  <a:srgbClr val="3C446B">
                    <a:alpha val="4599"/>
                  </a:srgbClr>
                </a:gs>
                <a:gs pos="42857">
                  <a:srgbClr val="3C446B">
                    <a:alpha val="3041"/>
                  </a:srgbClr>
                </a:gs>
                <a:gs pos="57143">
                  <a:srgbClr val="3C446B">
                    <a:alpha val="1697"/>
                  </a:srgbClr>
                </a:gs>
                <a:gs pos="71429">
                  <a:srgbClr val="3C446B">
                    <a:alpha val="798"/>
                  </a:srgbClr>
                </a:gs>
                <a:gs pos="85714">
                  <a:srgbClr val="3C446B">
                    <a:alpha val="316"/>
                  </a:srgbClr>
                </a:gs>
                <a:gs pos="100000">
                  <a:srgbClr val="3C446B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Splat 394"/>
            <p:cNvSpPr>
              <a:spLocks noGrp="1"/>
            </p:cNvSpPr>
            <p:nvPr/>
          </p:nvSpPr>
          <p:spPr>
            <a:xfrm rot="-10790951">
              <a:off x="1570407" y="735497"/>
              <a:ext cx="439242" cy="412204"/>
            </a:xfrm>
            <a:prstGeom prst="ellipse">
              <a:avLst/>
            </a:prstGeom>
            <a:gradFill>
              <a:gsLst>
                <a:gs pos="0">
                  <a:srgbClr val="10599F">
                    <a:alpha val="4998"/>
                  </a:srgbClr>
                </a:gs>
                <a:gs pos="14286">
                  <a:srgbClr val="10599F">
                    <a:alpha val="4603"/>
                  </a:srgbClr>
                </a:gs>
                <a:gs pos="28571">
                  <a:srgbClr val="10599F">
                    <a:alpha val="3593"/>
                  </a:srgbClr>
                </a:gs>
                <a:gs pos="42857">
                  <a:srgbClr val="10599F">
                    <a:alpha val="2372"/>
                  </a:srgbClr>
                </a:gs>
                <a:gs pos="57143">
                  <a:srgbClr val="10599F">
                    <a:alpha val="1321"/>
                  </a:srgbClr>
                </a:gs>
                <a:gs pos="71429">
                  <a:srgbClr val="10599F">
                    <a:alpha val="621"/>
                  </a:srgbClr>
                </a:gs>
                <a:gs pos="85714">
                  <a:srgbClr val="10599F">
                    <a:alpha val="246"/>
                  </a:srgbClr>
                </a:gs>
                <a:gs pos="100000">
                  <a:srgbClr val="10599F">
                    <a:alpha val="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Splat 395"/>
            <p:cNvSpPr>
              <a:spLocks noGrp="1"/>
            </p:cNvSpPr>
            <p:nvPr/>
          </p:nvSpPr>
          <p:spPr>
            <a:xfrm rot="9762956">
              <a:off x="-84460" y="1959274"/>
              <a:ext cx="499758" cy="354905"/>
            </a:xfrm>
            <a:prstGeom prst="ellipse">
              <a:avLst/>
            </a:prstGeom>
            <a:gradFill>
              <a:gsLst>
                <a:gs pos="0">
                  <a:srgbClr val="000128">
                    <a:alpha val="32968"/>
                  </a:srgbClr>
                </a:gs>
                <a:gs pos="14286">
                  <a:srgbClr val="000128">
                    <a:alpha val="30764"/>
                  </a:srgbClr>
                </a:gs>
                <a:gs pos="28571">
                  <a:srgbClr val="000128">
                    <a:alpha val="24833"/>
                  </a:srgbClr>
                </a:gs>
                <a:gs pos="42857">
                  <a:srgbClr val="000128">
                    <a:alpha val="17075"/>
                  </a:srgbClr>
                </a:gs>
                <a:gs pos="57143">
                  <a:srgbClr val="000128">
                    <a:alpha val="9855"/>
                  </a:srgbClr>
                </a:gs>
                <a:gs pos="71429">
                  <a:srgbClr val="000128">
                    <a:alpha val="4740"/>
                  </a:srgbClr>
                </a:gs>
                <a:gs pos="85714">
                  <a:srgbClr val="000128">
                    <a:alpha val="1902"/>
                  </a:srgbClr>
                </a:gs>
                <a:gs pos="100000">
                  <a:srgbClr val="00012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Splat 396"/>
            <p:cNvSpPr>
              <a:spLocks noGrp="1"/>
            </p:cNvSpPr>
            <p:nvPr/>
          </p:nvSpPr>
          <p:spPr>
            <a:xfrm rot="2977901">
              <a:off x="1202687" y="2195720"/>
              <a:ext cx="490693" cy="396626"/>
            </a:xfrm>
            <a:prstGeom prst="ellipse">
              <a:avLst/>
            </a:prstGeom>
            <a:gradFill>
              <a:gsLst>
                <a:gs pos="0">
                  <a:srgbClr val="8B6C49">
                    <a:alpha val="5070"/>
                  </a:srgbClr>
                </a:gs>
                <a:gs pos="14286">
                  <a:srgbClr val="8B6C49">
                    <a:alpha val="4670"/>
                  </a:srgbClr>
                </a:gs>
                <a:gs pos="28571">
                  <a:srgbClr val="8B6C49">
                    <a:alpha val="3645"/>
                  </a:srgbClr>
                </a:gs>
                <a:gs pos="42857">
                  <a:srgbClr val="8B6C49">
                    <a:alpha val="2406"/>
                  </a:srgbClr>
                </a:gs>
                <a:gs pos="57143">
                  <a:srgbClr val="8B6C49">
                    <a:alpha val="1341"/>
                  </a:srgbClr>
                </a:gs>
                <a:gs pos="71429">
                  <a:srgbClr val="8B6C49">
                    <a:alpha val="630"/>
                  </a:srgbClr>
                </a:gs>
                <a:gs pos="85714">
                  <a:srgbClr val="8B6C49">
                    <a:alpha val="249"/>
                  </a:srgbClr>
                </a:gs>
                <a:gs pos="100000">
                  <a:srgbClr val="8B6C49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Splat 397"/>
            <p:cNvSpPr>
              <a:spLocks noGrp="1"/>
            </p:cNvSpPr>
            <p:nvPr/>
          </p:nvSpPr>
          <p:spPr>
            <a:xfrm rot="9460094">
              <a:off x="698796" y="1414538"/>
              <a:ext cx="534504" cy="433102"/>
            </a:xfrm>
            <a:prstGeom prst="ellipse">
              <a:avLst/>
            </a:prstGeom>
            <a:gradFill>
              <a:gsLst>
                <a:gs pos="0">
                  <a:srgbClr val="557947">
                    <a:alpha val="3121"/>
                  </a:srgbClr>
                </a:gs>
                <a:gs pos="14286">
                  <a:srgbClr val="557947">
                    <a:alpha val="2872"/>
                  </a:srgbClr>
                </a:gs>
                <a:gs pos="28571">
                  <a:srgbClr val="557947">
                    <a:alpha val="2237"/>
                  </a:srgbClr>
                </a:gs>
                <a:gs pos="42857">
                  <a:srgbClr val="557947">
                    <a:alpha val="1473"/>
                  </a:srgbClr>
                </a:gs>
                <a:gs pos="57143">
                  <a:srgbClr val="557947">
                    <a:alpha val="819"/>
                  </a:srgbClr>
                </a:gs>
                <a:gs pos="71429">
                  <a:srgbClr val="557947">
                    <a:alpha val="384"/>
                  </a:srgbClr>
                </a:gs>
                <a:gs pos="85714">
                  <a:srgbClr val="557947">
                    <a:alpha val="152"/>
                  </a:srgbClr>
                </a:gs>
                <a:gs pos="100000">
                  <a:srgbClr val="557947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Splat 398"/>
            <p:cNvSpPr>
              <a:spLocks noGrp="1"/>
            </p:cNvSpPr>
            <p:nvPr/>
          </p:nvSpPr>
          <p:spPr>
            <a:xfrm rot="8099607">
              <a:off x="707163" y="1403113"/>
              <a:ext cx="498517" cy="435683"/>
            </a:xfrm>
            <a:prstGeom prst="ellipse">
              <a:avLst/>
            </a:prstGeom>
            <a:gradFill>
              <a:gsLst>
                <a:gs pos="0">
                  <a:srgbClr val="7073AB">
                    <a:alpha val="3848"/>
                  </a:srgbClr>
                </a:gs>
                <a:gs pos="14286">
                  <a:srgbClr val="7073AB">
                    <a:alpha val="3542"/>
                  </a:srgbClr>
                </a:gs>
                <a:gs pos="28571">
                  <a:srgbClr val="7073AB">
                    <a:alpha val="2761"/>
                  </a:srgbClr>
                </a:gs>
                <a:gs pos="42857">
                  <a:srgbClr val="7073AB">
                    <a:alpha val="1820"/>
                  </a:srgbClr>
                </a:gs>
                <a:gs pos="57143">
                  <a:srgbClr val="7073AB">
                    <a:alpha val="1013"/>
                  </a:srgbClr>
                </a:gs>
                <a:gs pos="71429">
                  <a:srgbClr val="7073AB">
                    <a:alpha val="475"/>
                  </a:srgbClr>
                </a:gs>
                <a:gs pos="85714">
                  <a:srgbClr val="7073AB">
                    <a:alpha val="188"/>
                  </a:srgbClr>
                </a:gs>
                <a:gs pos="100000">
                  <a:srgbClr val="7073AB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Splat 399"/>
            <p:cNvSpPr>
              <a:spLocks noGrp="1"/>
            </p:cNvSpPr>
            <p:nvPr/>
          </p:nvSpPr>
          <p:spPr>
            <a:xfrm rot="10335289">
              <a:off x="948174" y="1220622"/>
              <a:ext cx="522598" cy="494790"/>
            </a:xfrm>
            <a:prstGeom prst="ellipse">
              <a:avLst/>
            </a:prstGeom>
            <a:gradFill>
              <a:gsLst>
                <a:gs pos="0">
                  <a:srgbClr val="5E87A5">
                    <a:alpha val="16219"/>
                  </a:srgbClr>
                </a:gs>
                <a:gs pos="14286">
                  <a:srgbClr val="5E87A5">
                    <a:alpha val="15011"/>
                  </a:srgbClr>
                </a:gs>
                <a:gs pos="28571">
                  <a:srgbClr val="5E87A5">
                    <a:alpha val="11864"/>
                  </a:srgbClr>
                </a:gs>
                <a:gs pos="42857">
                  <a:srgbClr val="5E87A5">
                    <a:alpha val="7950"/>
                  </a:srgbClr>
                </a:gs>
                <a:gs pos="57143">
                  <a:srgbClr val="5E87A5">
                    <a:alpha val="4486"/>
                  </a:srgbClr>
                </a:gs>
                <a:gs pos="71429">
                  <a:srgbClr val="5E87A5">
                    <a:alpha val="2126"/>
                  </a:srgbClr>
                </a:gs>
                <a:gs pos="85714">
                  <a:srgbClr val="5E87A5">
                    <a:alpha val="846"/>
                  </a:srgbClr>
                </a:gs>
                <a:gs pos="100000">
                  <a:srgbClr val="5E87A5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Splat 400"/>
            <p:cNvSpPr>
              <a:spLocks noGrp="1"/>
            </p:cNvSpPr>
            <p:nvPr/>
          </p:nvSpPr>
          <p:spPr>
            <a:xfrm rot="5667018">
              <a:off x="1545873" y="1129318"/>
              <a:ext cx="489518" cy="123032"/>
            </a:xfrm>
            <a:prstGeom prst="ellipse">
              <a:avLst/>
            </a:prstGeom>
            <a:gradFill>
              <a:gsLst>
                <a:gs pos="0">
                  <a:srgbClr val="880000">
                    <a:alpha val="8765"/>
                  </a:srgbClr>
                </a:gs>
                <a:gs pos="14286">
                  <a:srgbClr val="880000">
                    <a:alpha val="8086"/>
                  </a:srgbClr>
                </a:gs>
                <a:gs pos="28571">
                  <a:srgbClr val="880000">
                    <a:alpha val="6337"/>
                  </a:srgbClr>
                </a:gs>
                <a:gs pos="42857">
                  <a:srgbClr val="880000">
                    <a:alpha val="4203"/>
                  </a:srgbClr>
                </a:gs>
                <a:gs pos="57143">
                  <a:srgbClr val="880000">
                    <a:alpha val="2351"/>
                  </a:srgbClr>
                </a:gs>
                <a:gs pos="71429">
                  <a:srgbClr val="880000">
                    <a:alpha val="1108"/>
                  </a:srgbClr>
                </a:gs>
                <a:gs pos="85714">
                  <a:srgbClr val="880000">
                    <a:alpha val="439"/>
                  </a:srgbClr>
                </a:gs>
                <a:gs pos="100000">
                  <a:srgbClr val="880000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Splat 401"/>
            <p:cNvSpPr>
              <a:spLocks noGrp="1"/>
            </p:cNvSpPr>
            <p:nvPr/>
          </p:nvSpPr>
          <p:spPr>
            <a:xfrm rot="-8374220">
              <a:off x="86709" y="1953992"/>
              <a:ext cx="453449" cy="432630"/>
            </a:xfrm>
            <a:prstGeom prst="ellipse">
              <a:avLst/>
            </a:prstGeom>
            <a:gradFill>
              <a:gsLst>
                <a:gs pos="0">
                  <a:srgbClr val="4B4260">
                    <a:alpha val="3309"/>
                  </a:srgbClr>
                </a:gs>
                <a:gs pos="14286">
                  <a:srgbClr val="4B4260">
                    <a:alpha val="3046"/>
                  </a:srgbClr>
                </a:gs>
                <a:gs pos="28571">
                  <a:srgbClr val="4B4260">
                    <a:alpha val="2373"/>
                  </a:srgbClr>
                </a:gs>
                <a:gs pos="42857">
                  <a:srgbClr val="4B4260">
                    <a:alpha val="1563"/>
                  </a:srgbClr>
                </a:gs>
                <a:gs pos="57143">
                  <a:srgbClr val="4B4260">
                    <a:alpha val="869"/>
                  </a:srgbClr>
                </a:gs>
                <a:gs pos="71429">
                  <a:srgbClr val="4B4260">
                    <a:alpha val="408"/>
                  </a:srgbClr>
                </a:gs>
                <a:gs pos="85714">
                  <a:srgbClr val="4B4260">
                    <a:alpha val="161"/>
                  </a:srgbClr>
                </a:gs>
                <a:gs pos="100000">
                  <a:srgbClr val="4B4260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Splat 402"/>
            <p:cNvSpPr>
              <a:spLocks noGrp="1"/>
            </p:cNvSpPr>
            <p:nvPr/>
          </p:nvSpPr>
          <p:spPr>
            <a:xfrm rot="9104217">
              <a:off x="2387496" y="2368919"/>
              <a:ext cx="376086" cy="51860"/>
            </a:xfrm>
            <a:prstGeom prst="ellipse">
              <a:avLst/>
            </a:prstGeom>
            <a:gradFill>
              <a:gsLst>
                <a:gs pos="0">
                  <a:srgbClr val="FFFFD8">
                    <a:alpha val="32968"/>
                  </a:srgbClr>
                </a:gs>
                <a:gs pos="14286">
                  <a:srgbClr val="FFFFD8">
                    <a:alpha val="30764"/>
                  </a:srgbClr>
                </a:gs>
                <a:gs pos="28571">
                  <a:srgbClr val="FFFFD8">
                    <a:alpha val="24833"/>
                  </a:srgbClr>
                </a:gs>
                <a:gs pos="42857">
                  <a:srgbClr val="FFFFD8">
                    <a:alpha val="17075"/>
                  </a:srgbClr>
                </a:gs>
                <a:gs pos="57143">
                  <a:srgbClr val="FFFFD8">
                    <a:alpha val="9855"/>
                  </a:srgbClr>
                </a:gs>
                <a:gs pos="71429">
                  <a:srgbClr val="FFFFD8">
                    <a:alpha val="4740"/>
                  </a:srgbClr>
                </a:gs>
                <a:gs pos="85714">
                  <a:srgbClr val="FFFFD8">
                    <a:alpha val="1902"/>
                  </a:srgbClr>
                </a:gs>
                <a:gs pos="100000">
                  <a:srgbClr val="FFFFD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Splat 403"/>
            <p:cNvSpPr>
              <a:spLocks noGrp="1"/>
            </p:cNvSpPr>
            <p:nvPr/>
          </p:nvSpPr>
          <p:spPr>
            <a:xfrm rot="6901006">
              <a:off x="3065625" y="1552342"/>
              <a:ext cx="498731" cy="467253"/>
            </a:xfrm>
            <a:prstGeom prst="ellipse">
              <a:avLst/>
            </a:prstGeom>
            <a:gradFill>
              <a:gsLst>
                <a:gs pos="0">
                  <a:srgbClr val="68573D">
                    <a:alpha val="13998"/>
                  </a:srgbClr>
                </a:gs>
                <a:gs pos="14286">
                  <a:srgbClr val="68573D">
                    <a:alpha val="12942"/>
                  </a:srgbClr>
                </a:gs>
                <a:gs pos="28571">
                  <a:srgbClr val="68573D">
                    <a:alpha val="10203"/>
                  </a:srgbClr>
                </a:gs>
                <a:gs pos="42857">
                  <a:srgbClr val="68573D">
                    <a:alpha val="6815"/>
                  </a:srgbClr>
                </a:gs>
                <a:gs pos="57143">
                  <a:srgbClr val="68573D">
                    <a:alpha val="3836"/>
                  </a:srgbClr>
                </a:gs>
                <a:gs pos="71429">
                  <a:srgbClr val="68573D">
                    <a:alpha val="1814"/>
                  </a:srgbClr>
                </a:gs>
                <a:gs pos="85714">
                  <a:srgbClr val="68573D">
                    <a:alpha val="721"/>
                  </a:srgbClr>
                </a:gs>
                <a:gs pos="100000">
                  <a:srgbClr val="68573D">
                    <a:alpha val="2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Splat 404"/>
            <p:cNvSpPr>
              <a:spLocks noGrp="1"/>
            </p:cNvSpPr>
            <p:nvPr/>
          </p:nvSpPr>
          <p:spPr>
            <a:xfrm rot="-8286623">
              <a:off x="970006" y="1243208"/>
              <a:ext cx="499938" cy="484329"/>
            </a:xfrm>
            <a:prstGeom prst="ellipse">
              <a:avLst/>
            </a:prstGeom>
            <a:gradFill>
              <a:gsLst>
                <a:gs pos="0">
                  <a:srgbClr val="1A1F72">
                    <a:alpha val="15277"/>
                  </a:srgbClr>
                </a:gs>
                <a:gs pos="14286">
                  <a:srgbClr val="1A1F72">
                    <a:alpha val="14134"/>
                  </a:srgbClr>
                </a:gs>
                <a:gs pos="28571">
                  <a:srgbClr val="1A1F72">
                    <a:alpha val="11158"/>
                  </a:srgbClr>
                </a:gs>
                <a:gs pos="42857">
                  <a:srgbClr val="1A1F72">
                    <a:alpha val="7467"/>
                  </a:srgbClr>
                </a:gs>
                <a:gs pos="57143">
                  <a:srgbClr val="1A1F72">
                    <a:alpha val="4209"/>
                  </a:srgbClr>
                </a:gs>
                <a:gs pos="71429">
                  <a:srgbClr val="1A1F72">
                    <a:alpha val="1993"/>
                  </a:srgbClr>
                </a:gs>
                <a:gs pos="85714">
                  <a:srgbClr val="1A1F72">
                    <a:alpha val="793"/>
                  </a:srgbClr>
                </a:gs>
                <a:gs pos="100000">
                  <a:srgbClr val="1A1F72">
                    <a:alpha val="2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Splat 405"/>
            <p:cNvSpPr>
              <a:spLocks noGrp="1"/>
            </p:cNvSpPr>
            <p:nvPr/>
          </p:nvSpPr>
          <p:spPr>
            <a:xfrm rot="3978567">
              <a:off x="705178" y="1361170"/>
              <a:ext cx="492203" cy="439167"/>
            </a:xfrm>
            <a:prstGeom prst="ellipse">
              <a:avLst/>
            </a:prstGeom>
            <a:gradFill>
              <a:gsLst>
                <a:gs pos="0">
                  <a:srgbClr val="3C69C0">
                    <a:alpha val="8486"/>
                  </a:srgbClr>
                </a:gs>
                <a:gs pos="14286">
                  <a:srgbClr val="3C69C0">
                    <a:alpha val="7827"/>
                  </a:srgbClr>
                </a:gs>
                <a:gs pos="28571">
                  <a:srgbClr val="3C69C0">
                    <a:alpha val="6132"/>
                  </a:srgbClr>
                </a:gs>
                <a:gs pos="42857">
                  <a:srgbClr val="3C69C0">
                    <a:alpha val="4066"/>
                  </a:srgbClr>
                </a:gs>
                <a:gs pos="57143">
                  <a:srgbClr val="3C69C0">
                    <a:alpha val="2274"/>
                  </a:srgbClr>
                </a:gs>
                <a:gs pos="71429">
                  <a:srgbClr val="3C69C0">
                    <a:alpha val="1071"/>
                  </a:srgbClr>
                </a:gs>
                <a:gs pos="85714">
                  <a:srgbClr val="3C69C0">
                    <a:alpha val="425"/>
                  </a:srgbClr>
                </a:gs>
                <a:gs pos="100000">
                  <a:srgbClr val="3C69C0">
                    <a:alpha val="1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Splat 406"/>
            <p:cNvSpPr>
              <a:spLocks noGrp="1"/>
            </p:cNvSpPr>
            <p:nvPr/>
          </p:nvSpPr>
          <p:spPr>
            <a:xfrm rot="8533337">
              <a:off x="947390" y="2160374"/>
              <a:ext cx="275476" cy="142508"/>
            </a:xfrm>
            <a:prstGeom prst="ellipse">
              <a:avLst/>
            </a:prstGeom>
            <a:gradFill>
              <a:gsLst>
                <a:gs pos="0">
                  <a:srgbClr val="FFFF8A">
                    <a:alpha val="2244"/>
                  </a:srgbClr>
                </a:gs>
                <a:gs pos="14286">
                  <a:srgbClr val="FFFF8A">
                    <a:alpha val="2064"/>
                  </a:srgbClr>
                </a:gs>
                <a:gs pos="28571">
                  <a:srgbClr val="FFFF8A">
                    <a:alpha val="1606"/>
                  </a:srgbClr>
                </a:gs>
                <a:gs pos="42857">
                  <a:srgbClr val="FFFF8A">
                    <a:alpha val="1057"/>
                  </a:srgbClr>
                </a:gs>
                <a:gs pos="57143">
                  <a:srgbClr val="FFFF8A">
                    <a:alpha val="587"/>
                  </a:srgbClr>
                </a:gs>
                <a:gs pos="71429">
                  <a:srgbClr val="FFFF8A">
                    <a:alpha val="275"/>
                  </a:srgbClr>
                </a:gs>
                <a:gs pos="85714">
                  <a:srgbClr val="FFFF8A">
                    <a:alpha val="109"/>
                  </a:srgbClr>
                </a:gs>
                <a:gs pos="100000">
                  <a:srgbClr val="FFFF8A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Splat 407"/>
            <p:cNvSpPr>
              <a:spLocks noGrp="1"/>
            </p:cNvSpPr>
            <p:nvPr/>
          </p:nvSpPr>
          <p:spPr>
            <a:xfrm rot="8071753">
              <a:off x="32631" y="1078854"/>
              <a:ext cx="514297" cy="493982"/>
            </a:xfrm>
            <a:prstGeom prst="ellipse">
              <a:avLst/>
            </a:prstGeom>
            <a:gradFill>
              <a:gsLst>
                <a:gs pos="0">
                  <a:srgbClr val="883300">
                    <a:alpha val="6035"/>
                  </a:srgbClr>
                </a:gs>
                <a:gs pos="14286">
                  <a:srgbClr val="883300">
                    <a:alpha val="5561"/>
                  </a:srgbClr>
                </a:gs>
                <a:gs pos="28571">
                  <a:srgbClr val="883300">
                    <a:alpha val="4345"/>
                  </a:srgbClr>
                </a:gs>
                <a:gs pos="42857">
                  <a:srgbClr val="883300">
                    <a:alpha val="2872"/>
                  </a:srgbClr>
                </a:gs>
                <a:gs pos="57143">
                  <a:srgbClr val="883300">
                    <a:alpha val="1602"/>
                  </a:srgbClr>
                </a:gs>
                <a:gs pos="71429">
                  <a:srgbClr val="883300">
                    <a:alpha val="753"/>
                  </a:srgbClr>
                </a:gs>
                <a:gs pos="85714">
                  <a:srgbClr val="883300">
                    <a:alpha val="298"/>
                  </a:srgbClr>
                </a:gs>
                <a:gs pos="100000">
                  <a:srgbClr val="883300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Splat 408"/>
            <p:cNvSpPr>
              <a:spLocks noGrp="1"/>
            </p:cNvSpPr>
            <p:nvPr/>
          </p:nvSpPr>
          <p:spPr>
            <a:xfrm rot="9101672">
              <a:off x="3045937" y="1598429"/>
              <a:ext cx="529863" cy="439621"/>
            </a:xfrm>
            <a:prstGeom prst="ellipse">
              <a:avLst/>
            </a:prstGeom>
            <a:gradFill>
              <a:gsLst>
                <a:gs pos="0">
                  <a:srgbClr val="005093">
                    <a:alpha val="16701"/>
                  </a:srgbClr>
                </a:gs>
                <a:gs pos="14286">
                  <a:srgbClr val="005093">
                    <a:alpha val="15461"/>
                  </a:srgbClr>
                </a:gs>
                <a:gs pos="28571">
                  <a:srgbClr val="005093">
                    <a:alpha val="12226"/>
                  </a:srgbClr>
                </a:gs>
                <a:gs pos="42857">
                  <a:srgbClr val="005093">
                    <a:alpha val="8198"/>
                  </a:srgbClr>
                </a:gs>
                <a:gs pos="57143">
                  <a:srgbClr val="005093">
                    <a:alpha val="4629"/>
                  </a:srgbClr>
                </a:gs>
                <a:gs pos="71429">
                  <a:srgbClr val="005093">
                    <a:alpha val="2194"/>
                  </a:srgbClr>
                </a:gs>
                <a:gs pos="85714">
                  <a:srgbClr val="005093">
                    <a:alpha val="873"/>
                  </a:srgbClr>
                </a:gs>
                <a:gs pos="100000">
                  <a:srgbClr val="005093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Splat 409"/>
            <p:cNvSpPr>
              <a:spLocks noGrp="1"/>
            </p:cNvSpPr>
            <p:nvPr/>
          </p:nvSpPr>
          <p:spPr>
            <a:xfrm rot="5760019">
              <a:off x="3150275" y="1339135"/>
              <a:ext cx="596657" cy="468093"/>
            </a:xfrm>
            <a:prstGeom prst="ellipse">
              <a:avLst/>
            </a:prstGeom>
            <a:gradFill>
              <a:gsLst>
                <a:gs pos="0">
                  <a:srgbClr val="003268">
                    <a:alpha val="32968"/>
                  </a:srgbClr>
                </a:gs>
                <a:gs pos="14286">
                  <a:srgbClr val="003268">
                    <a:alpha val="30764"/>
                  </a:srgbClr>
                </a:gs>
                <a:gs pos="28571">
                  <a:srgbClr val="003268">
                    <a:alpha val="24833"/>
                  </a:srgbClr>
                </a:gs>
                <a:gs pos="42857">
                  <a:srgbClr val="003268">
                    <a:alpha val="17075"/>
                  </a:srgbClr>
                </a:gs>
                <a:gs pos="57143">
                  <a:srgbClr val="003268">
                    <a:alpha val="9855"/>
                  </a:srgbClr>
                </a:gs>
                <a:gs pos="71429">
                  <a:srgbClr val="003268">
                    <a:alpha val="4740"/>
                  </a:srgbClr>
                </a:gs>
                <a:gs pos="85714">
                  <a:srgbClr val="003268">
                    <a:alpha val="1902"/>
                  </a:srgbClr>
                </a:gs>
                <a:gs pos="100000">
                  <a:srgbClr val="00326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Splat 410"/>
            <p:cNvSpPr>
              <a:spLocks noGrp="1"/>
            </p:cNvSpPr>
            <p:nvPr/>
          </p:nvSpPr>
          <p:spPr>
            <a:xfrm rot="4960271">
              <a:off x="1952076" y="2255915"/>
              <a:ext cx="256326" cy="99302"/>
            </a:xfrm>
            <a:prstGeom prst="ellipse">
              <a:avLst/>
            </a:prstGeom>
            <a:gradFill>
              <a:gsLst>
                <a:gs pos="0">
                  <a:srgbClr val="FFFF60">
                    <a:alpha val="7000"/>
                  </a:srgbClr>
                </a:gs>
                <a:gs pos="14286">
                  <a:srgbClr val="FFFF60">
                    <a:alpha val="6452"/>
                  </a:srgbClr>
                </a:gs>
                <a:gs pos="28571">
                  <a:srgbClr val="FFFF60">
                    <a:alpha val="5047"/>
                  </a:srgbClr>
                </a:gs>
                <a:gs pos="42857">
                  <a:srgbClr val="FFFF60">
                    <a:alpha val="3340"/>
                  </a:srgbClr>
                </a:gs>
                <a:gs pos="57143">
                  <a:srgbClr val="FFFF60">
                    <a:alpha val="1865"/>
                  </a:srgbClr>
                </a:gs>
                <a:gs pos="71429">
                  <a:srgbClr val="FFFF60">
                    <a:alpha val="877"/>
                  </a:srgbClr>
                </a:gs>
                <a:gs pos="85714">
                  <a:srgbClr val="FFFF60">
                    <a:alpha val="348"/>
                  </a:srgbClr>
                </a:gs>
                <a:gs pos="100000">
                  <a:srgbClr val="FFFF60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Splat 411"/>
            <p:cNvSpPr>
              <a:spLocks noGrp="1"/>
            </p:cNvSpPr>
            <p:nvPr/>
          </p:nvSpPr>
          <p:spPr>
            <a:xfrm rot="4615008">
              <a:off x="634733" y="2173842"/>
              <a:ext cx="450560" cy="444760"/>
            </a:xfrm>
            <a:prstGeom prst="ellipse">
              <a:avLst/>
            </a:prstGeom>
            <a:gradFill>
              <a:gsLst>
                <a:gs pos="0">
                  <a:srgbClr val="644A5C">
                    <a:alpha val="1595"/>
                  </a:srgbClr>
                </a:gs>
                <a:gs pos="14286">
                  <a:srgbClr val="644A5C">
                    <a:alpha val="1467"/>
                  </a:srgbClr>
                </a:gs>
                <a:gs pos="28571">
                  <a:srgbClr val="644A5C">
                    <a:alpha val="1141"/>
                  </a:srgbClr>
                </a:gs>
                <a:gs pos="42857">
                  <a:srgbClr val="644A5C">
                    <a:alpha val="750"/>
                  </a:srgbClr>
                </a:gs>
                <a:gs pos="57143">
                  <a:srgbClr val="644A5C">
                    <a:alpha val="416"/>
                  </a:srgbClr>
                </a:gs>
                <a:gs pos="71429">
                  <a:srgbClr val="644A5C">
                    <a:alpha val="195"/>
                  </a:srgbClr>
                </a:gs>
                <a:gs pos="85714">
                  <a:srgbClr val="644A5C">
                    <a:alpha val="77"/>
                  </a:srgbClr>
                </a:gs>
                <a:gs pos="100000">
                  <a:srgbClr val="644A5C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Splat 412"/>
            <p:cNvSpPr>
              <a:spLocks noGrp="1"/>
            </p:cNvSpPr>
            <p:nvPr/>
          </p:nvSpPr>
          <p:spPr>
            <a:xfrm rot="-8588447">
              <a:off x="250973" y="453740"/>
              <a:ext cx="512732" cy="415949"/>
            </a:xfrm>
            <a:prstGeom prst="ellipse">
              <a:avLst/>
            </a:prstGeom>
            <a:gradFill>
              <a:gsLst>
                <a:gs pos="0">
                  <a:srgbClr val="304366">
                    <a:alpha val="14634"/>
                  </a:srgbClr>
                </a:gs>
                <a:gs pos="14286">
                  <a:srgbClr val="304366">
                    <a:alpha val="13534"/>
                  </a:srgbClr>
                </a:gs>
                <a:gs pos="28571">
                  <a:srgbClr val="304366">
                    <a:alpha val="10677"/>
                  </a:srgbClr>
                </a:gs>
                <a:gs pos="42857">
                  <a:srgbClr val="304366">
                    <a:alpha val="7139"/>
                  </a:srgbClr>
                </a:gs>
                <a:gs pos="57143">
                  <a:srgbClr val="304366">
                    <a:alpha val="4021"/>
                  </a:srgbClr>
                </a:gs>
                <a:gs pos="71429">
                  <a:srgbClr val="304366">
                    <a:alpha val="1903"/>
                  </a:srgbClr>
                </a:gs>
                <a:gs pos="85714">
                  <a:srgbClr val="304366">
                    <a:alpha val="757"/>
                  </a:srgbClr>
                </a:gs>
                <a:gs pos="100000">
                  <a:srgbClr val="304366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Splat 413"/>
            <p:cNvSpPr>
              <a:spLocks noGrp="1"/>
            </p:cNvSpPr>
            <p:nvPr/>
          </p:nvSpPr>
          <p:spPr>
            <a:xfrm rot="4500185">
              <a:off x="1605698" y="1464308"/>
              <a:ext cx="542896" cy="166915"/>
            </a:xfrm>
            <a:prstGeom prst="ellipse">
              <a:avLst/>
            </a:prstGeom>
            <a:gradFill>
              <a:gsLst>
                <a:gs pos="0">
                  <a:srgbClr val="604800">
                    <a:alpha val="19634"/>
                  </a:srgbClr>
                </a:gs>
                <a:gs pos="14286">
                  <a:srgbClr val="604800">
                    <a:alpha val="18201"/>
                  </a:srgbClr>
                </a:gs>
                <a:gs pos="28571">
                  <a:srgbClr val="604800">
                    <a:alpha val="14443"/>
                  </a:srgbClr>
                </a:gs>
                <a:gs pos="42857">
                  <a:srgbClr val="604800">
                    <a:alpha val="9726"/>
                  </a:srgbClr>
                </a:gs>
                <a:gs pos="57143">
                  <a:srgbClr val="604800">
                    <a:alpha val="5512"/>
                  </a:srgbClr>
                </a:gs>
                <a:gs pos="71429">
                  <a:srgbClr val="604800">
                    <a:alpha val="2619"/>
                  </a:srgbClr>
                </a:gs>
                <a:gs pos="85714">
                  <a:srgbClr val="604800">
                    <a:alpha val="1044"/>
                  </a:srgbClr>
                </a:gs>
                <a:gs pos="100000">
                  <a:srgbClr val="604800">
                    <a:alpha val="3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Splat 414"/>
            <p:cNvSpPr>
              <a:spLocks noGrp="1"/>
            </p:cNvSpPr>
            <p:nvPr/>
          </p:nvSpPr>
          <p:spPr>
            <a:xfrm rot="4495694">
              <a:off x="1546424" y="2082583"/>
              <a:ext cx="452900" cy="86340"/>
            </a:xfrm>
            <a:prstGeom prst="ellipse">
              <a:avLst/>
            </a:prstGeom>
            <a:gradFill>
              <a:gsLst>
                <a:gs pos="0">
                  <a:srgbClr val="7AC474">
                    <a:alpha val="3649"/>
                  </a:srgbClr>
                </a:gs>
                <a:gs pos="14286">
                  <a:srgbClr val="7AC474">
                    <a:alpha val="3359"/>
                  </a:srgbClr>
                </a:gs>
                <a:gs pos="28571">
                  <a:srgbClr val="7AC474">
                    <a:alpha val="2618"/>
                  </a:srgbClr>
                </a:gs>
                <a:gs pos="42857">
                  <a:srgbClr val="7AC474">
                    <a:alpha val="1725"/>
                  </a:srgbClr>
                </a:gs>
                <a:gs pos="57143">
                  <a:srgbClr val="7AC474">
                    <a:alpha val="960"/>
                  </a:srgbClr>
                </a:gs>
                <a:gs pos="71429">
                  <a:srgbClr val="7AC474">
                    <a:alpha val="450"/>
                  </a:srgbClr>
                </a:gs>
                <a:gs pos="85714">
                  <a:srgbClr val="7AC474">
                    <a:alpha val="178"/>
                  </a:srgbClr>
                </a:gs>
                <a:gs pos="100000">
                  <a:srgbClr val="7AC474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Splat 415"/>
            <p:cNvSpPr>
              <a:spLocks noGrp="1"/>
            </p:cNvSpPr>
            <p:nvPr/>
          </p:nvSpPr>
          <p:spPr>
            <a:xfrm rot="6267784">
              <a:off x="604251" y="2189925"/>
              <a:ext cx="433093" cy="94837"/>
            </a:xfrm>
            <a:prstGeom prst="ellipse">
              <a:avLst/>
            </a:prstGeom>
            <a:gradFill>
              <a:gsLst>
                <a:gs pos="0">
                  <a:srgbClr val="FF0000">
                    <a:alpha val="1208"/>
                  </a:srgbClr>
                </a:gs>
                <a:gs pos="14286">
                  <a:srgbClr val="FF0000">
                    <a:alpha val="1111"/>
                  </a:srgbClr>
                </a:gs>
                <a:gs pos="28571">
                  <a:srgbClr val="FF0000">
                    <a:alpha val="864"/>
                  </a:srgbClr>
                </a:gs>
                <a:gs pos="42857">
                  <a:srgbClr val="FF0000">
                    <a:alpha val="567"/>
                  </a:srgbClr>
                </a:gs>
                <a:gs pos="57143">
                  <a:srgbClr val="FF0000">
                    <a:alpha val="315"/>
                  </a:srgbClr>
                </a:gs>
                <a:gs pos="71429">
                  <a:srgbClr val="FF0000">
                    <a:alpha val="147"/>
                  </a:srgbClr>
                </a:gs>
                <a:gs pos="85714">
                  <a:srgbClr val="FF0000">
                    <a:alpha val="58"/>
                  </a:srgbClr>
                </a:gs>
                <a:gs pos="100000">
                  <a:srgbClr val="FF0000">
                    <a:alpha val="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Splat 416"/>
            <p:cNvSpPr>
              <a:spLocks noGrp="1"/>
            </p:cNvSpPr>
            <p:nvPr/>
          </p:nvSpPr>
          <p:spPr>
            <a:xfrm rot="9653455">
              <a:off x="875687" y="1319699"/>
              <a:ext cx="562634" cy="484686"/>
            </a:xfrm>
            <a:prstGeom prst="ellipse">
              <a:avLst/>
            </a:prstGeom>
            <a:gradFill>
              <a:gsLst>
                <a:gs pos="0">
                  <a:srgbClr val="341E00">
                    <a:alpha val="8442"/>
                  </a:srgbClr>
                </a:gs>
                <a:gs pos="14286">
                  <a:srgbClr val="341E00">
                    <a:alpha val="7786"/>
                  </a:srgbClr>
                </a:gs>
                <a:gs pos="28571">
                  <a:srgbClr val="341E00">
                    <a:alpha val="6100"/>
                  </a:srgbClr>
                </a:gs>
                <a:gs pos="42857">
                  <a:srgbClr val="341E00">
                    <a:alpha val="4044"/>
                  </a:srgbClr>
                </a:gs>
                <a:gs pos="57143">
                  <a:srgbClr val="341E00">
                    <a:alpha val="2262"/>
                  </a:srgbClr>
                </a:gs>
                <a:gs pos="71429">
                  <a:srgbClr val="341E00">
                    <a:alpha val="1065"/>
                  </a:srgbClr>
                </a:gs>
                <a:gs pos="85714">
                  <a:srgbClr val="341E00">
                    <a:alpha val="423"/>
                  </a:srgbClr>
                </a:gs>
                <a:gs pos="100000">
                  <a:srgbClr val="341E00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Splat 417"/>
            <p:cNvSpPr>
              <a:spLocks noGrp="1"/>
            </p:cNvSpPr>
            <p:nvPr/>
          </p:nvSpPr>
          <p:spPr>
            <a:xfrm rot="6339562">
              <a:off x="3139731" y="1540774"/>
              <a:ext cx="467585" cy="396208"/>
            </a:xfrm>
            <a:prstGeom prst="ellipse">
              <a:avLst/>
            </a:prstGeom>
            <a:gradFill>
              <a:gsLst>
                <a:gs pos="0">
                  <a:srgbClr val="000402">
                    <a:alpha val="26577"/>
                  </a:srgbClr>
                </a:gs>
                <a:gs pos="14286">
                  <a:srgbClr val="000402">
                    <a:alpha val="24719"/>
                  </a:srgbClr>
                </a:gs>
                <a:gs pos="28571">
                  <a:srgbClr val="000402">
                    <a:alpha val="19785"/>
                  </a:srgbClr>
                </a:gs>
                <a:gs pos="42857">
                  <a:srgbClr val="000402">
                    <a:alpha val="13464"/>
                  </a:srgbClr>
                </a:gs>
                <a:gs pos="57143">
                  <a:srgbClr val="000402">
                    <a:alpha val="7700"/>
                  </a:srgbClr>
                </a:gs>
                <a:gs pos="71429">
                  <a:srgbClr val="000402">
                    <a:alpha val="3681"/>
                  </a:srgbClr>
                </a:gs>
                <a:gs pos="85714">
                  <a:srgbClr val="000402">
                    <a:alpha val="1472"/>
                  </a:srgbClr>
                </a:gs>
                <a:gs pos="100000">
                  <a:srgbClr val="000402">
                    <a:alpha val="4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Splat 418"/>
            <p:cNvSpPr>
              <a:spLocks noGrp="1"/>
            </p:cNvSpPr>
            <p:nvPr/>
          </p:nvSpPr>
          <p:spPr>
            <a:xfrm rot="4487645">
              <a:off x="1604791" y="1196833"/>
              <a:ext cx="419980" cy="128842"/>
            </a:xfrm>
            <a:prstGeom prst="ellipse">
              <a:avLst/>
            </a:prstGeom>
            <a:gradFill>
              <a:gsLst>
                <a:gs pos="0">
                  <a:srgbClr val="CCB76E">
                    <a:alpha val="24709"/>
                  </a:srgbClr>
                </a:gs>
                <a:gs pos="14286">
                  <a:srgbClr val="CCB76E">
                    <a:alpha val="22961"/>
                  </a:srgbClr>
                </a:gs>
                <a:gs pos="28571">
                  <a:srgbClr val="CCB76E">
                    <a:alpha val="18335"/>
                  </a:srgbClr>
                </a:gs>
                <a:gs pos="42857">
                  <a:srgbClr val="CCB76E">
                    <a:alpha val="12440"/>
                  </a:srgbClr>
                </a:gs>
                <a:gs pos="57143">
                  <a:srgbClr val="CCB76E">
                    <a:alpha val="7097"/>
                  </a:srgbClr>
                </a:gs>
                <a:gs pos="71429">
                  <a:srgbClr val="CCB76E">
                    <a:alpha val="3387"/>
                  </a:srgbClr>
                </a:gs>
                <a:gs pos="85714">
                  <a:srgbClr val="CCB76E">
                    <a:alpha val="1353"/>
                  </a:srgbClr>
                </a:gs>
                <a:gs pos="100000">
                  <a:srgbClr val="CCB76E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Splat 419"/>
            <p:cNvSpPr>
              <a:spLocks noGrp="1"/>
            </p:cNvSpPr>
            <p:nvPr/>
          </p:nvSpPr>
          <p:spPr>
            <a:xfrm rot="5400000">
              <a:off x="2000497" y="2244810"/>
              <a:ext cx="60418" cy="60418"/>
            </a:xfrm>
            <a:prstGeom prst="ellipse">
              <a:avLst/>
            </a:prstGeom>
            <a:gradFill>
              <a:gsLst>
                <a:gs pos="0">
                  <a:srgbClr val="F7D669">
                    <a:alpha val="13732"/>
                  </a:srgbClr>
                </a:gs>
                <a:gs pos="14286">
                  <a:srgbClr val="F7D669">
                    <a:alpha val="12695"/>
                  </a:srgbClr>
                </a:gs>
                <a:gs pos="28571">
                  <a:srgbClr val="F7D669">
                    <a:alpha val="10004"/>
                  </a:srgbClr>
                </a:gs>
                <a:gs pos="42857">
                  <a:srgbClr val="F7D669">
                    <a:alpha val="6680"/>
                  </a:srgbClr>
                </a:gs>
                <a:gs pos="57143">
                  <a:srgbClr val="F7D669">
                    <a:alpha val="3759"/>
                  </a:srgbClr>
                </a:gs>
                <a:gs pos="71429">
                  <a:srgbClr val="F7D669">
                    <a:alpha val="1777"/>
                  </a:srgbClr>
                </a:gs>
                <a:gs pos="85714">
                  <a:srgbClr val="F7D669">
                    <a:alpha val="707"/>
                  </a:srgbClr>
                </a:gs>
                <a:gs pos="100000">
                  <a:srgbClr val="F7D669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Splat 420"/>
            <p:cNvSpPr>
              <a:spLocks noGrp="1"/>
            </p:cNvSpPr>
            <p:nvPr/>
          </p:nvSpPr>
          <p:spPr>
            <a:xfrm rot="5400000">
              <a:off x="3560431" y="1986946"/>
              <a:ext cx="58963" cy="58963"/>
            </a:xfrm>
            <a:prstGeom prst="ellipse">
              <a:avLst/>
            </a:prstGeom>
            <a:gradFill>
              <a:gsLst>
                <a:gs pos="0">
                  <a:srgbClr val="8E8C6F">
                    <a:alpha val="14121"/>
                  </a:srgbClr>
                </a:gs>
                <a:gs pos="14286">
                  <a:srgbClr val="8E8C6F">
                    <a:alpha val="13057"/>
                  </a:srgbClr>
                </a:gs>
                <a:gs pos="28571">
                  <a:srgbClr val="8E8C6F">
                    <a:alpha val="10295"/>
                  </a:srgbClr>
                </a:gs>
                <a:gs pos="42857">
                  <a:srgbClr val="8E8C6F">
                    <a:alpha val="6878"/>
                  </a:srgbClr>
                </a:gs>
                <a:gs pos="57143">
                  <a:srgbClr val="8E8C6F">
                    <a:alpha val="3872"/>
                  </a:srgbClr>
                </a:gs>
                <a:gs pos="71429">
                  <a:srgbClr val="8E8C6F">
                    <a:alpha val="1831"/>
                  </a:srgbClr>
                </a:gs>
                <a:gs pos="85714">
                  <a:srgbClr val="8E8C6F">
                    <a:alpha val="728"/>
                  </a:srgbClr>
                </a:gs>
                <a:gs pos="100000">
                  <a:srgbClr val="8E8C6F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Splat 421"/>
            <p:cNvSpPr>
              <a:spLocks noGrp="1"/>
            </p:cNvSpPr>
            <p:nvPr/>
          </p:nvSpPr>
          <p:spPr>
            <a:xfrm rot="5400000">
              <a:off x="2476548" y="2277636"/>
              <a:ext cx="59696" cy="59696"/>
            </a:xfrm>
            <a:prstGeom prst="ellipse">
              <a:avLst/>
            </a:prstGeom>
            <a:gradFill>
              <a:gsLst>
                <a:gs pos="0">
                  <a:srgbClr val="C05838">
                    <a:alpha val="13925"/>
                  </a:srgbClr>
                </a:gs>
                <a:gs pos="14286">
                  <a:srgbClr val="C05838">
                    <a:alpha val="12875"/>
                  </a:srgbClr>
                </a:gs>
                <a:gs pos="28571">
                  <a:srgbClr val="C05838">
                    <a:alpha val="10149"/>
                  </a:srgbClr>
                </a:gs>
                <a:gs pos="42857">
                  <a:srgbClr val="C05838">
                    <a:alpha val="6779"/>
                  </a:srgbClr>
                </a:gs>
                <a:gs pos="57143">
                  <a:srgbClr val="C05838">
                    <a:alpha val="3815"/>
                  </a:srgbClr>
                </a:gs>
                <a:gs pos="71429">
                  <a:srgbClr val="C05838">
                    <a:alpha val="1804"/>
                  </a:srgbClr>
                </a:gs>
                <a:gs pos="85714">
                  <a:srgbClr val="C05838">
                    <a:alpha val="717"/>
                  </a:srgbClr>
                </a:gs>
                <a:gs pos="100000">
                  <a:srgbClr val="C05838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Splat 422"/>
            <p:cNvSpPr>
              <a:spLocks noGrp="1"/>
            </p:cNvSpPr>
            <p:nvPr/>
          </p:nvSpPr>
          <p:spPr>
            <a:xfrm rot="5400000">
              <a:off x="2506571" y="2235861"/>
              <a:ext cx="59373" cy="59373"/>
            </a:xfrm>
            <a:prstGeom prst="ellipse">
              <a:avLst/>
            </a:prstGeom>
            <a:gradFill>
              <a:gsLst>
                <a:gs pos="0">
                  <a:srgbClr val="B33A1C">
                    <a:alpha val="14012"/>
                  </a:srgbClr>
                </a:gs>
                <a:gs pos="14286">
                  <a:srgbClr val="B33A1C">
                    <a:alpha val="12955"/>
                  </a:srgbClr>
                </a:gs>
                <a:gs pos="28571">
                  <a:srgbClr val="B33A1C">
                    <a:alpha val="10213"/>
                  </a:srgbClr>
                </a:gs>
                <a:gs pos="42857">
                  <a:srgbClr val="B33A1C">
                    <a:alpha val="6822"/>
                  </a:srgbClr>
                </a:gs>
                <a:gs pos="57143">
                  <a:srgbClr val="B33A1C">
                    <a:alpha val="3840"/>
                  </a:srgbClr>
                </a:gs>
                <a:gs pos="71429">
                  <a:srgbClr val="B33A1C">
                    <a:alpha val="1816"/>
                  </a:srgbClr>
                </a:gs>
                <a:gs pos="85714">
                  <a:srgbClr val="B33A1C">
                    <a:alpha val="722"/>
                  </a:srgbClr>
                </a:gs>
                <a:gs pos="100000">
                  <a:srgbClr val="B33A1C">
                    <a:alpha val="2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Splat 423"/>
            <p:cNvSpPr>
              <a:spLocks noGrp="1"/>
            </p:cNvSpPr>
            <p:nvPr/>
          </p:nvSpPr>
          <p:spPr>
            <a:xfrm rot="5826312">
              <a:off x="3374950" y="1765545"/>
              <a:ext cx="457082" cy="439373"/>
            </a:xfrm>
            <a:prstGeom prst="ellipse">
              <a:avLst/>
            </a:prstGeom>
            <a:gradFill>
              <a:gsLst>
                <a:gs pos="0">
                  <a:srgbClr val="301D00">
                    <a:alpha val="3610"/>
                  </a:srgbClr>
                </a:gs>
                <a:gs pos="14286">
                  <a:srgbClr val="301D00">
                    <a:alpha val="3323"/>
                  </a:srgbClr>
                </a:gs>
                <a:gs pos="28571">
                  <a:srgbClr val="301D00">
                    <a:alpha val="2590"/>
                  </a:srgbClr>
                </a:gs>
                <a:gs pos="42857">
                  <a:srgbClr val="301D00">
                    <a:alpha val="1706"/>
                  </a:srgbClr>
                </a:gs>
                <a:gs pos="57143">
                  <a:srgbClr val="301D00">
                    <a:alpha val="949"/>
                  </a:srgbClr>
                </a:gs>
                <a:gs pos="71429">
                  <a:srgbClr val="301D00">
                    <a:alpha val="445"/>
                  </a:srgbClr>
                </a:gs>
                <a:gs pos="85714">
                  <a:srgbClr val="301D00">
                    <a:alpha val="176"/>
                  </a:srgbClr>
                </a:gs>
                <a:gs pos="100000">
                  <a:srgbClr val="301D00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Splat 424"/>
            <p:cNvSpPr>
              <a:spLocks noGrp="1"/>
            </p:cNvSpPr>
            <p:nvPr/>
          </p:nvSpPr>
          <p:spPr>
            <a:xfrm rot="5400000">
              <a:off x="2405499" y="2158672"/>
              <a:ext cx="60261" cy="60261"/>
            </a:xfrm>
            <a:prstGeom prst="ellipse">
              <a:avLst/>
            </a:prstGeom>
            <a:gradFill>
              <a:gsLst>
                <a:gs pos="0">
                  <a:srgbClr val="B23F3A">
                    <a:alpha val="13774"/>
                  </a:srgbClr>
                </a:gs>
                <a:gs pos="14286">
                  <a:srgbClr val="B23F3A">
                    <a:alpha val="12734"/>
                  </a:srgbClr>
                </a:gs>
                <a:gs pos="28571">
                  <a:srgbClr val="B23F3A">
                    <a:alpha val="10036"/>
                  </a:srgbClr>
                </a:gs>
                <a:gs pos="42857">
                  <a:srgbClr val="B23F3A">
                    <a:alpha val="6702"/>
                  </a:srgbClr>
                </a:gs>
                <a:gs pos="57143">
                  <a:srgbClr val="B23F3A">
                    <a:alpha val="3771"/>
                  </a:srgbClr>
                </a:gs>
                <a:gs pos="71429">
                  <a:srgbClr val="B23F3A">
                    <a:alpha val="1783"/>
                  </a:srgbClr>
                </a:gs>
                <a:gs pos="85714">
                  <a:srgbClr val="B23F3A">
                    <a:alpha val="709"/>
                  </a:srgbClr>
                </a:gs>
                <a:gs pos="100000">
                  <a:srgbClr val="B23F3A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Splat 425"/>
            <p:cNvSpPr>
              <a:spLocks noGrp="1"/>
            </p:cNvSpPr>
            <p:nvPr/>
          </p:nvSpPr>
          <p:spPr>
            <a:xfrm rot="5400000">
              <a:off x="998850" y="2254798"/>
              <a:ext cx="60215" cy="60215"/>
            </a:xfrm>
            <a:prstGeom prst="ellipse">
              <a:avLst/>
            </a:prstGeom>
            <a:gradFill>
              <a:gsLst>
                <a:gs pos="0">
                  <a:srgbClr val="C0483C">
                    <a:alpha val="13786"/>
                  </a:srgbClr>
                </a:gs>
                <a:gs pos="14286">
                  <a:srgbClr val="C0483C">
                    <a:alpha val="12745"/>
                  </a:srgbClr>
                </a:gs>
                <a:gs pos="28571">
                  <a:srgbClr val="C0483C">
                    <a:alpha val="10045"/>
                  </a:srgbClr>
                </a:gs>
                <a:gs pos="42857">
                  <a:srgbClr val="C0483C">
                    <a:alpha val="6708"/>
                  </a:srgbClr>
                </a:gs>
                <a:gs pos="57143">
                  <a:srgbClr val="C0483C">
                    <a:alpha val="3774"/>
                  </a:srgbClr>
                </a:gs>
                <a:gs pos="71429">
                  <a:srgbClr val="C0483C">
                    <a:alpha val="1785"/>
                  </a:srgbClr>
                </a:gs>
                <a:gs pos="85714">
                  <a:srgbClr val="C0483C">
                    <a:alpha val="710"/>
                  </a:srgbClr>
                </a:gs>
                <a:gs pos="100000">
                  <a:srgbClr val="C0483C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Splat 426"/>
            <p:cNvSpPr>
              <a:spLocks noGrp="1"/>
            </p:cNvSpPr>
            <p:nvPr/>
          </p:nvSpPr>
          <p:spPr>
            <a:xfrm rot="5400000">
              <a:off x="2505668" y="2306380"/>
              <a:ext cx="60248" cy="60248"/>
            </a:xfrm>
            <a:prstGeom prst="ellipse">
              <a:avLst/>
            </a:prstGeom>
            <a:gradFill>
              <a:gsLst>
                <a:gs pos="0">
                  <a:srgbClr val="7C614F">
                    <a:alpha val="13777"/>
                  </a:srgbClr>
                </a:gs>
                <a:gs pos="14286">
                  <a:srgbClr val="7C614F">
                    <a:alpha val="12737"/>
                  </a:srgbClr>
                </a:gs>
                <a:gs pos="28571">
                  <a:srgbClr val="7C614F">
                    <a:alpha val="10038"/>
                  </a:srgbClr>
                </a:gs>
                <a:gs pos="42857">
                  <a:srgbClr val="7C614F">
                    <a:alpha val="6704"/>
                  </a:srgbClr>
                </a:gs>
                <a:gs pos="57143">
                  <a:srgbClr val="7C614F">
                    <a:alpha val="3772"/>
                  </a:srgbClr>
                </a:gs>
                <a:gs pos="71429">
                  <a:srgbClr val="7C614F">
                    <a:alpha val="1784"/>
                  </a:srgbClr>
                </a:gs>
                <a:gs pos="85714">
                  <a:srgbClr val="7C614F">
                    <a:alpha val="709"/>
                  </a:srgbClr>
                </a:gs>
                <a:gs pos="100000">
                  <a:srgbClr val="7C614F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Splat 427"/>
            <p:cNvSpPr>
              <a:spLocks noGrp="1"/>
            </p:cNvSpPr>
            <p:nvPr/>
          </p:nvSpPr>
          <p:spPr>
            <a:xfrm rot="6553890">
              <a:off x="3158944" y="1382927"/>
              <a:ext cx="506687" cy="447249"/>
            </a:xfrm>
            <a:prstGeom prst="ellipse">
              <a:avLst/>
            </a:prstGeom>
            <a:gradFill>
              <a:gsLst>
                <a:gs pos="0">
                  <a:srgbClr val="000000">
                    <a:alpha val="21150"/>
                  </a:srgbClr>
                </a:gs>
                <a:gs pos="14286">
                  <a:srgbClr val="000000">
                    <a:alpha val="19620"/>
                  </a:srgbClr>
                </a:gs>
                <a:gs pos="28571">
                  <a:srgbClr val="000000">
                    <a:alpha val="15598"/>
                  </a:srgbClr>
                </a:gs>
                <a:gs pos="42857">
                  <a:srgbClr val="000000">
                    <a:alpha val="10527"/>
                  </a:srgbClr>
                </a:gs>
                <a:gs pos="57143">
                  <a:srgbClr val="000000">
                    <a:alpha val="5977"/>
                  </a:srgbClr>
                </a:gs>
                <a:gs pos="71429">
                  <a:srgbClr val="000000">
                    <a:alpha val="2844"/>
                  </a:srgbClr>
                </a:gs>
                <a:gs pos="85714">
                  <a:srgbClr val="000000">
                    <a:alpha val="1134"/>
                  </a:srgbClr>
                </a:gs>
                <a:gs pos="100000">
                  <a:srgbClr val="000000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Splat 428"/>
            <p:cNvSpPr>
              <a:spLocks noGrp="1"/>
            </p:cNvSpPr>
            <p:nvPr/>
          </p:nvSpPr>
          <p:spPr>
            <a:xfrm rot="5400000">
              <a:off x="1863024" y="1277283"/>
              <a:ext cx="60228" cy="60228"/>
            </a:xfrm>
            <a:prstGeom prst="ellipse">
              <a:avLst/>
            </a:prstGeom>
            <a:gradFill>
              <a:gsLst>
                <a:gs pos="0">
                  <a:srgbClr val="70635A">
                    <a:alpha val="13783"/>
                  </a:srgbClr>
                </a:gs>
                <a:gs pos="14286">
                  <a:srgbClr val="70635A">
                    <a:alpha val="12742"/>
                  </a:srgbClr>
                </a:gs>
                <a:gs pos="28571">
                  <a:srgbClr val="70635A">
                    <a:alpha val="10042"/>
                  </a:srgbClr>
                </a:gs>
                <a:gs pos="42857">
                  <a:srgbClr val="70635A">
                    <a:alpha val="6706"/>
                  </a:srgbClr>
                </a:gs>
                <a:gs pos="57143">
                  <a:srgbClr val="70635A">
                    <a:alpha val="3773"/>
                  </a:srgbClr>
                </a:gs>
                <a:gs pos="71429">
                  <a:srgbClr val="70635A">
                    <a:alpha val="1784"/>
                  </a:srgbClr>
                </a:gs>
                <a:gs pos="85714">
                  <a:srgbClr val="70635A">
                    <a:alpha val="709"/>
                  </a:srgbClr>
                </a:gs>
                <a:gs pos="100000">
                  <a:srgbClr val="70635A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Splat 429"/>
            <p:cNvSpPr>
              <a:spLocks noGrp="1"/>
            </p:cNvSpPr>
            <p:nvPr/>
          </p:nvSpPr>
          <p:spPr>
            <a:xfrm rot="5356731">
              <a:off x="919884" y="822527"/>
              <a:ext cx="446402" cy="444550"/>
            </a:xfrm>
            <a:prstGeom prst="ellipse">
              <a:avLst/>
            </a:prstGeom>
            <a:gradFill>
              <a:gsLst>
                <a:gs pos="0">
                  <a:srgbClr val="2C1A00">
                    <a:alpha val="10409"/>
                  </a:srgbClr>
                </a:gs>
                <a:gs pos="14286">
                  <a:srgbClr val="2C1A00">
                    <a:alpha val="9609"/>
                  </a:srgbClr>
                </a:gs>
                <a:gs pos="28571">
                  <a:srgbClr val="2C1A00">
                    <a:alpha val="7544"/>
                  </a:srgbClr>
                </a:gs>
                <a:gs pos="42857">
                  <a:srgbClr val="2C1A00">
                    <a:alpha val="5015"/>
                  </a:srgbClr>
                </a:gs>
                <a:gs pos="57143">
                  <a:srgbClr val="2C1A00">
                    <a:alpha val="2811"/>
                  </a:srgbClr>
                </a:gs>
                <a:gs pos="71429">
                  <a:srgbClr val="2C1A00">
                    <a:alpha val="1326"/>
                  </a:srgbClr>
                </a:gs>
                <a:gs pos="85714">
                  <a:srgbClr val="2C1A00">
                    <a:alpha val="526"/>
                  </a:srgbClr>
                </a:gs>
                <a:gs pos="100000">
                  <a:srgbClr val="2C1A00">
                    <a:alpha val="1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Splat 430"/>
            <p:cNvSpPr>
              <a:spLocks noGrp="1"/>
            </p:cNvSpPr>
            <p:nvPr/>
          </p:nvSpPr>
          <p:spPr>
            <a:xfrm rot="4400079">
              <a:off x="2308857" y="834652"/>
              <a:ext cx="511822" cy="440561"/>
            </a:xfrm>
            <a:prstGeom prst="ellipse">
              <a:avLst/>
            </a:prstGeom>
            <a:gradFill>
              <a:gsLst>
                <a:gs pos="0">
                  <a:srgbClr val="394195">
                    <a:alpha val="10882"/>
                  </a:srgbClr>
                </a:gs>
                <a:gs pos="14286">
                  <a:srgbClr val="394195">
                    <a:alpha val="10048"/>
                  </a:srgbClr>
                </a:gs>
                <a:gs pos="28571">
                  <a:srgbClr val="394195">
                    <a:alpha val="7893"/>
                  </a:srgbClr>
                </a:gs>
                <a:gs pos="42857">
                  <a:srgbClr val="394195">
                    <a:alpha val="5250"/>
                  </a:srgbClr>
                </a:gs>
                <a:gs pos="57143">
                  <a:srgbClr val="394195">
                    <a:alpha val="2944"/>
                  </a:srgbClr>
                </a:gs>
                <a:gs pos="71429">
                  <a:srgbClr val="394195">
                    <a:alpha val="1389"/>
                  </a:srgbClr>
                </a:gs>
                <a:gs pos="85714">
                  <a:srgbClr val="394195">
                    <a:alpha val="552"/>
                  </a:srgbClr>
                </a:gs>
                <a:gs pos="100000">
                  <a:srgbClr val="394195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Splat 431"/>
            <p:cNvSpPr>
              <a:spLocks noGrp="1"/>
            </p:cNvSpPr>
            <p:nvPr/>
          </p:nvSpPr>
          <p:spPr>
            <a:xfrm rot="5147598">
              <a:off x="3015422" y="2402662"/>
              <a:ext cx="464938" cy="39621"/>
            </a:xfrm>
            <a:prstGeom prst="ellipse">
              <a:avLst/>
            </a:prstGeom>
            <a:gradFill>
              <a:gsLst>
                <a:gs pos="0">
                  <a:srgbClr val="AF9072">
                    <a:alpha val="15641"/>
                  </a:srgbClr>
                </a:gs>
                <a:gs pos="14286">
                  <a:srgbClr val="AF9072">
                    <a:alpha val="14472"/>
                  </a:srgbClr>
                </a:gs>
                <a:gs pos="28571">
                  <a:srgbClr val="AF9072">
                    <a:alpha val="11430"/>
                  </a:srgbClr>
                </a:gs>
                <a:gs pos="42857">
                  <a:srgbClr val="AF9072">
                    <a:alpha val="7653"/>
                  </a:srgbClr>
                </a:gs>
                <a:gs pos="57143">
                  <a:srgbClr val="AF9072">
                    <a:alpha val="4316"/>
                  </a:srgbClr>
                </a:gs>
                <a:gs pos="71429">
                  <a:srgbClr val="AF9072">
                    <a:alpha val="2044"/>
                  </a:srgbClr>
                </a:gs>
                <a:gs pos="85714">
                  <a:srgbClr val="AF9072">
                    <a:alpha val="813"/>
                  </a:srgbClr>
                </a:gs>
                <a:gs pos="100000">
                  <a:srgbClr val="AF9072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Splat 432"/>
            <p:cNvSpPr>
              <a:spLocks noGrp="1"/>
            </p:cNvSpPr>
            <p:nvPr/>
          </p:nvSpPr>
          <p:spPr>
            <a:xfrm rot="-9162658">
              <a:off x="3259915" y="1984990"/>
              <a:ext cx="425197" cy="108711"/>
            </a:xfrm>
            <a:prstGeom prst="ellipse">
              <a:avLst/>
            </a:prstGeom>
            <a:gradFill>
              <a:gsLst>
                <a:gs pos="0">
                  <a:srgbClr val="9C7600">
                    <a:alpha val="1981"/>
                  </a:srgbClr>
                </a:gs>
                <a:gs pos="14286">
                  <a:srgbClr val="9C7600">
                    <a:alpha val="1822"/>
                  </a:srgbClr>
                </a:gs>
                <a:gs pos="28571">
                  <a:srgbClr val="9C7600">
                    <a:alpha val="1418"/>
                  </a:srgbClr>
                </a:gs>
                <a:gs pos="42857">
                  <a:srgbClr val="9C7600">
                    <a:alpha val="932"/>
                  </a:srgbClr>
                </a:gs>
                <a:gs pos="57143">
                  <a:srgbClr val="9C7600">
                    <a:alpha val="518"/>
                  </a:srgbClr>
                </a:gs>
                <a:gs pos="71429">
                  <a:srgbClr val="9C7600">
                    <a:alpha val="243"/>
                  </a:srgbClr>
                </a:gs>
                <a:gs pos="85714">
                  <a:srgbClr val="9C7600">
                    <a:alpha val="96"/>
                  </a:srgbClr>
                </a:gs>
                <a:gs pos="100000">
                  <a:srgbClr val="9C7600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Splat 433"/>
            <p:cNvSpPr>
              <a:spLocks noGrp="1"/>
            </p:cNvSpPr>
            <p:nvPr/>
          </p:nvSpPr>
          <p:spPr>
            <a:xfrm rot="3742155">
              <a:off x="-2204" y="1234504"/>
              <a:ext cx="469967" cy="398641"/>
            </a:xfrm>
            <a:prstGeom prst="ellipse">
              <a:avLst/>
            </a:prstGeom>
            <a:gradFill>
              <a:gsLst>
                <a:gs pos="0">
                  <a:srgbClr val="270000">
                    <a:alpha val="32116"/>
                  </a:srgbClr>
                </a:gs>
                <a:gs pos="14286">
                  <a:srgbClr val="270000">
                    <a:alpha val="29955"/>
                  </a:srgbClr>
                </a:gs>
                <a:gs pos="28571">
                  <a:srgbClr val="270000">
                    <a:alpha val="24152"/>
                  </a:srgbClr>
                </a:gs>
                <a:gs pos="42857">
                  <a:srgbClr val="270000">
                    <a:alpha val="16583"/>
                  </a:srgbClr>
                </a:gs>
                <a:gs pos="57143">
                  <a:srgbClr val="270000">
                    <a:alpha val="9559"/>
                  </a:srgbClr>
                </a:gs>
                <a:gs pos="71429">
                  <a:srgbClr val="270000">
                    <a:alpha val="4594"/>
                  </a:srgbClr>
                </a:gs>
                <a:gs pos="85714">
                  <a:srgbClr val="270000">
                    <a:alpha val="1843"/>
                  </a:srgbClr>
                </a:gs>
                <a:gs pos="100000">
                  <a:srgbClr val="270000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Splat 434"/>
            <p:cNvSpPr>
              <a:spLocks noGrp="1"/>
            </p:cNvSpPr>
            <p:nvPr/>
          </p:nvSpPr>
          <p:spPr>
            <a:xfrm rot="5400000">
              <a:off x="1770207" y="987300"/>
              <a:ext cx="60980" cy="60980"/>
            </a:xfrm>
            <a:prstGeom prst="ellipse">
              <a:avLst/>
            </a:prstGeom>
            <a:gradFill>
              <a:gsLst>
                <a:gs pos="0">
                  <a:srgbClr val="515251">
                    <a:alpha val="13580"/>
                  </a:srgbClr>
                </a:gs>
                <a:gs pos="14286">
                  <a:srgbClr val="515251">
                    <a:alpha val="12554"/>
                  </a:srgbClr>
                </a:gs>
                <a:gs pos="28571">
                  <a:srgbClr val="515251">
                    <a:alpha val="9892"/>
                  </a:srgbClr>
                </a:gs>
                <a:gs pos="42857">
                  <a:srgbClr val="515251">
                    <a:alpha val="6604"/>
                  </a:srgbClr>
                </a:gs>
                <a:gs pos="57143">
                  <a:srgbClr val="515251">
                    <a:alpha val="3715"/>
                  </a:srgbClr>
                </a:gs>
                <a:gs pos="71429">
                  <a:srgbClr val="515251">
                    <a:alpha val="1756"/>
                  </a:srgbClr>
                </a:gs>
                <a:gs pos="85714">
                  <a:srgbClr val="515251">
                    <a:alpha val="698"/>
                  </a:srgbClr>
                </a:gs>
                <a:gs pos="100000">
                  <a:srgbClr val="515251">
                    <a:alpha val="2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Splat 435"/>
            <p:cNvSpPr>
              <a:spLocks noGrp="1"/>
            </p:cNvSpPr>
            <p:nvPr/>
          </p:nvSpPr>
          <p:spPr>
            <a:xfrm rot="5573048">
              <a:off x="1579768" y="2259218"/>
              <a:ext cx="426300" cy="92925"/>
            </a:xfrm>
            <a:prstGeom prst="ellipse">
              <a:avLst/>
            </a:prstGeom>
            <a:gradFill>
              <a:gsLst>
                <a:gs pos="0">
                  <a:srgbClr val="FF0000">
                    <a:alpha val="4944"/>
                  </a:srgbClr>
                </a:gs>
                <a:gs pos="14286">
                  <a:srgbClr val="FF0000">
                    <a:alpha val="4553"/>
                  </a:srgbClr>
                </a:gs>
                <a:gs pos="28571">
                  <a:srgbClr val="FF0000">
                    <a:alpha val="3554"/>
                  </a:srgbClr>
                </a:gs>
                <a:gs pos="42857">
                  <a:srgbClr val="FF0000">
                    <a:alpha val="2345"/>
                  </a:srgbClr>
                </a:gs>
                <a:gs pos="57143">
                  <a:srgbClr val="FF0000">
                    <a:alpha val="1306"/>
                  </a:srgbClr>
                </a:gs>
                <a:gs pos="71429">
                  <a:srgbClr val="FF0000">
                    <a:alpha val="614"/>
                  </a:srgbClr>
                </a:gs>
                <a:gs pos="85714">
                  <a:srgbClr val="FF0000">
                    <a:alpha val="243"/>
                  </a:srgbClr>
                </a:gs>
                <a:gs pos="100000">
                  <a:srgbClr val="FF0000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Splat 436"/>
            <p:cNvSpPr>
              <a:spLocks noGrp="1"/>
            </p:cNvSpPr>
            <p:nvPr/>
          </p:nvSpPr>
          <p:spPr>
            <a:xfrm rot="-10741872">
              <a:off x="1576883" y="1084263"/>
              <a:ext cx="414240" cy="411645"/>
            </a:xfrm>
            <a:prstGeom prst="ellipse">
              <a:avLst/>
            </a:prstGeom>
            <a:gradFill>
              <a:gsLst>
                <a:gs pos="0">
                  <a:srgbClr val="556400">
                    <a:alpha val="4718"/>
                  </a:srgbClr>
                </a:gs>
                <a:gs pos="14286">
                  <a:srgbClr val="556400">
                    <a:alpha val="4345"/>
                  </a:srgbClr>
                </a:gs>
                <a:gs pos="28571">
                  <a:srgbClr val="556400">
                    <a:alpha val="3391"/>
                  </a:srgbClr>
                </a:gs>
                <a:gs pos="42857">
                  <a:srgbClr val="556400">
                    <a:alpha val="2237"/>
                  </a:srgbClr>
                </a:gs>
                <a:gs pos="57143">
                  <a:srgbClr val="556400">
                    <a:alpha val="1246"/>
                  </a:srgbClr>
                </a:gs>
                <a:gs pos="71429">
                  <a:srgbClr val="556400">
                    <a:alpha val="585"/>
                  </a:srgbClr>
                </a:gs>
                <a:gs pos="85714">
                  <a:srgbClr val="556400">
                    <a:alpha val="232"/>
                  </a:srgbClr>
                </a:gs>
                <a:gs pos="100000">
                  <a:srgbClr val="556400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Splat 437"/>
            <p:cNvSpPr>
              <a:spLocks noGrp="1"/>
            </p:cNvSpPr>
            <p:nvPr/>
          </p:nvSpPr>
          <p:spPr>
            <a:xfrm rot="5400000">
              <a:off x="3218578" y="2366863"/>
              <a:ext cx="61685" cy="61685"/>
            </a:xfrm>
            <a:prstGeom prst="ellipse">
              <a:avLst/>
            </a:prstGeom>
            <a:gradFill>
              <a:gsLst>
                <a:gs pos="0">
                  <a:srgbClr val="896038">
                    <a:alpha val="13391"/>
                  </a:srgbClr>
                </a:gs>
                <a:gs pos="14286">
                  <a:srgbClr val="896038">
                    <a:alpha val="12378"/>
                  </a:srgbClr>
                </a:gs>
                <a:gs pos="28571">
                  <a:srgbClr val="896038">
                    <a:alpha val="9751"/>
                  </a:srgbClr>
                </a:gs>
                <a:gs pos="42857">
                  <a:srgbClr val="896038">
                    <a:alpha val="6508"/>
                  </a:srgbClr>
                </a:gs>
                <a:gs pos="57143">
                  <a:srgbClr val="896038">
                    <a:alpha val="3660"/>
                  </a:srgbClr>
                </a:gs>
                <a:gs pos="71429">
                  <a:srgbClr val="896038">
                    <a:alpha val="1730"/>
                  </a:srgbClr>
                </a:gs>
                <a:gs pos="85714">
                  <a:srgbClr val="896038">
                    <a:alpha val="688"/>
                  </a:srgbClr>
                </a:gs>
                <a:gs pos="100000">
                  <a:srgbClr val="896038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Splat 438"/>
            <p:cNvSpPr>
              <a:spLocks noGrp="1"/>
            </p:cNvSpPr>
            <p:nvPr/>
          </p:nvSpPr>
          <p:spPr>
            <a:xfrm rot="4707816">
              <a:off x="3185371" y="1394053"/>
              <a:ext cx="486294" cy="427900"/>
            </a:xfrm>
            <a:prstGeom prst="ellipse">
              <a:avLst/>
            </a:prstGeom>
            <a:gradFill>
              <a:gsLst>
                <a:gs pos="0">
                  <a:srgbClr val="3D4336">
                    <a:alpha val="20100"/>
                  </a:srgbClr>
                </a:gs>
                <a:gs pos="14286">
                  <a:srgbClr val="3D4336">
                    <a:alpha val="18637"/>
                  </a:srgbClr>
                </a:gs>
                <a:gs pos="28571">
                  <a:srgbClr val="3D4336">
                    <a:alpha val="14797"/>
                  </a:srgbClr>
                </a:gs>
                <a:gs pos="42857">
                  <a:srgbClr val="3D4336">
                    <a:alpha val="9971"/>
                  </a:srgbClr>
                </a:gs>
                <a:gs pos="57143">
                  <a:srgbClr val="3D4336">
                    <a:alpha val="5654"/>
                  </a:srgbClr>
                </a:gs>
                <a:gs pos="71429">
                  <a:srgbClr val="3D4336">
                    <a:alpha val="2688"/>
                  </a:srgbClr>
                </a:gs>
                <a:gs pos="85714">
                  <a:srgbClr val="3D4336">
                    <a:alpha val="1072"/>
                  </a:srgbClr>
                </a:gs>
                <a:gs pos="100000">
                  <a:srgbClr val="3D4336">
                    <a:alpha val="3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Splat 439"/>
            <p:cNvSpPr>
              <a:spLocks noGrp="1"/>
            </p:cNvSpPr>
            <p:nvPr/>
          </p:nvSpPr>
          <p:spPr>
            <a:xfrm rot="4243439">
              <a:off x="1538425" y="928756"/>
              <a:ext cx="468308" cy="131707"/>
            </a:xfrm>
            <a:prstGeom prst="ellipse">
              <a:avLst/>
            </a:prstGeom>
            <a:gradFill>
              <a:gsLst>
                <a:gs pos="0">
                  <a:srgbClr val="896800">
                    <a:alpha val="4203"/>
                  </a:srgbClr>
                </a:gs>
                <a:gs pos="14286">
                  <a:srgbClr val="896800">
                    <a:alpha val="3869"/>
                  </a:srgbClr>
                </a:gs>
                <a:gs pos="28571">
                  <a:srgbClr val="896800">
                    <a:alpha val="3018"/>
                  </a:srgbClr>
                </a:gs>
                <a:gs pos="42857">
                  <a:srgbClr val="896800">
                    <a:alpha val="1990"/>
                  </a:srgbClr>
                </a:gs>
                <a:gs pos="57143">
                  <a:srgbClr val="896800">
                    <a:alpha val="1107"/>
                  </a:srgbClr>
                </a:gs>
                <a:gs pos="71429">
                  <a:srgbClr val="896800">
                    <a:alpha val="520"/>
                  </a:srgbClr>
                </a:gs>
                <a:gs pos="85714">
                  <a:srgbClr val="896800">
                    <a:alpha val="206"/>
                  </a:srgbClr>
                </a:gs>
                <a:gs pos="100000">
                  <a:srgbClr val="896800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Splat 440"/>
            <p:cNvSpPr>
              <a:spLocks noGrp="1"/>
            </p:cNvSpPr>
            <p:nvPr/>
          </p:nvSpPr>
          <p:spPr>
            <a:xfrm rot="4670349">
              <a:off x="1593526" y="862007"/>
              <a:ext cx="394576" cy="41746"/>
            </a:xfrm>
            <a:prstGeom prst="ellipse">
              <a:avLst/>
            </a:prstGeom>
            <a:gradFill>
              <a:gsLst>
                <a:gs pos="0">
                  <a:srgbClr val="F8F0CC">
                    <a:alpha val="7599"/>
                  </a:srgbClr>
                </a:gs>
                <a:gs pos="14286">
                  <a:srgbClr val="F8F0CC">
                    <a:alpha val="7006"/>
                  </a:srgbClr>
                </a:gs>
                <a:gs pos="28571">
                  <a:srgbClr val="F8F0CC">
                    <a:alpha val="5484"/>
                  </a:srgbClr>
                </a:gs>
                <a:gs pos="42857">
                  <a:srgbClr val="F8F0CC">
                    <a:alpha val="3632"/>
                  </a:srgbClr>
                </a:gs>
                <a:gs pos="57143">
                  <a:srgbClr val="F8F0CC">
                    <a:alpha val="2029"/>
                  </a:srgbClr>
                </a:gs>
                <a:gs pos="71429">
                  <a:srgbClr val="F8F0CC">
                    <a:alpha val="955"/>
                  </a:srgbClr>
                </a:gs>
                <a:gs pos="85714">
                  <a:srgbClr val="F8F0CC">
                    <a:alpha val="379"/>
                  </a:srgbClr>
                </a:gs>
                <a:gs pos="100000">
                  <a:srgbClr val="F8F0CC">
                    <a:alpha val="1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Splat 441"/>
            <p:cNvSpPr>
              <a:spLocks noGrp="1"/>
            </p:cNvSpPr>
            <p:nvPr/>
          </p:nvSpPr>
          <p:spPr>
            <a:xfrm rot="6795900">
              <a:off x="154185" y="649188"/>
              <a:ext cx="489252" cy="409816"/>
            </a:xfrm>
            <a:prstGeom prst="ellipse">
              <a:avLst/>
            </a:prstGeom>
            <a:gradFill>
              <a:gsLst>
                <a:gs pos="0">
                  <a:srgbClr val="000000">
                    <a:alpha val="15649"/>
                  </a:srgbClr>
                </a:gs>
                <a:gs pos="14286">
                  <a:srgbClr val="000000">
                    <a:alpha val="14480"/>
                  </a:srgbClr>
                </a:gs>
                <a:gs pos="28571">
                  <a:srgbClr val="000000">
                    <a:alpha val="11437"/>
                  </a:srgbClr>
                </a:gs>
                <a:gs pos="42857">
                  <a:srgbClr val="000000">
                    <a:alpha val="7657"/>
                  </a:srgbClr>
                </a:gs>
                <a:gs pos="57143">
                  <a:srgbClr val="000000">
                    <a:alpha val="4318"/>
                  </a:srgbClr>
                </a:gs>
                <a:gs pos="71429">
                  <a:srgbClr val="000000">
                    <a:alpha val="2045"/>
                  </a:srgbClr>
                </a:gs>
                <a:gs pos="85714">
                  <a:srgbClr val="000000">
                    <a:alpha val="814"/>
                  </a:srgbClr>
                </a:gs>
                <a:gs pos="100000">
                  <a:srgbClr val="000000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Splat 442"/>
            <p:cNvSpPr>
              <a:spLocks noGrp="1"/>
            </p:cNvSpPr>
            <p:nvPr/>
          </p:nvSpPr>
          <p:spPr>
            <a:xfrm rot="5400000">
              <a:off x="2483524" y="2280248"/>
              <a:ext cx="63135" cy="63135"/>
            </a:xfrm>
            <a:prstGeom prst="ellipse">
              <a:avLst/>
            </a:prstGeom>
            <a:gradFill>
              <a:gsLst>
                <a:gs pos="0">
                  <a:srgbClr val="AE6434">
                    <a:alpha val="12999"/>
                  </a:srgbClr>
                </a:gs>
                <a:gs pos="14286">
                  <a:srgbClr val="AE6434">
                    <a:alpha val="12014"/>
                  </a:srgbClr>
                </a:gs>
                <a:gs pos="28571">
                  <a:srgbClr val="AE6434">
                    <a:alpha val="9460"/>
                  </a:srgbClr>
                </a:gs>
                <a:gs pos="42857">
                  <a:srgbClr val="AE6434">
                    <a:alpha val="6310"/>
                  </a:srgbClr>
                </a:gs>
                <a:gs pos="57143">
                  <a:srgbClr val="AE6434">
                    <a:alpha val="3547"/>
                  </a:srgbClr>
                </a:gs>
                <a:gs pos="71429">
                  <a:srgbClr val="AE6434">
                    <a:alpha val="1676"/>
                  </a:srgbClr>
                </a:gs>
                <a:gs pos="85714">
                  <a:srgbClr val="AE6434">
                    <a:alpha val="666"/>
                  </a:srgbClr>
                </a:gs>
                <a:gs pos="100000">
                  <a:srgbClr val="AE6434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Splat 443"/>
            <p:cNvSpPr>
              <a:spLocks noGrp="1"/>
            </p:cNvSpPr>
            <p:nvPr/>
          </p:nvSpPr>
          <p:spPr>
            <a:xfrm rot="3052095">
              <a:off x="2381907" y="942092"/>
              <a:ext cx="416803" cy="383921"/>
            </a:xfrm>
            <a:prstGeom prst="ellipse">
              <a:avLst/>
            </a:prstGeom>
            <a:gradFill>
              <a:gsLst>
                <a:gs pos="0">
                  <a:srgbClr val="00252D">
                    <a:alpha val="8299"/>
                  </a:srgbClr>
                </a:gs>
                <a:gs pos="14286">
                  <a:srgbClr val="00252D">
                    <a:alpha val="7654"/>
                  </a:srgbClr>
                </a:gs>
                <a:gs pos="28571">
                  <a:srgbClr val="00252D">
                    <a:alpha val="5995"/>
                  </a:srgbClr>
                </a:gs>
                <a:gs pos="42857">
                  <a:srgbClr val="00252D">
                    <a:alpha val="3974"/>
                  </a:srgbClr>
                </a:gs>
                <a:gs pos="57143">
                  <a:srgbClr val="00252D">
                    <a:alpha val="2222"/>
                  </a:srgbClr>
                </a:gs>
                <a:gs pos="71429">
                  <a:srgbClr val="00252D">
                    <a:alpha val="1046"/>
                  </a:srgbClr>
                </a:gs>
                <a:gs pos="85714">
                  <a:srgbClr val="00252D">
                    <a:alpha val="415"/>
                  </a:srgbClr>
                </a:gs>
                <a:gs pos="100000">
                  <a:srgbClr val="00252D">
                    <a:alpha val="1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Splat 444"/>
            <p:cNvSpPr>
              <a:spLocks noGrp="1"/>
            </p:cNvSpPr>
            <p:nvPr/>
          </p:nvSpPr>
          <p:spPr>
            <a:xfrm rot="4376645">
              <a:off x="-121128" y="865779"/>
              <a:ext cx="493899" cy="3491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Splat 445"/>
            <p:cNvSpPr>
              <a:spLocks noGrp="1"/>
            </p:cNvSpPr>
            <p:nvPr/>
          </p:nvSpPr>
          <p:spPr>
            <a:xfrm rot="5400000">
              <a:off x="205817" y="1036774"/>
              <a:ext cx="63557" cy="63557"/>
            </a:xfrm>
            <a:prstGeom prst="ellipse">
              <a:avLst/>
            </a:prstGeom>
            <a:gradFill>
              <a:gsLst>
                <a:gs pos="0">
                  <a:srgbClr val="344F83">
                    <a:alpha val="12885"/>
                  </a:srgbClr>
                </a:gs>
                <a:gs pos="14286">
                  <a:srgbClr val="344F83">
                    <a:alpha val="11907"/>
                  </a:srgbClr>
                </a:gs>
                <a:gs pos="28571">
                  <a:srgbClr val="344F83">
                    <a:alpha val="9375"/>
                  </a:srgbClr>
                </a:gs>
                <a:gs pos="42857">
                  <a:srgbClr val="344F83">
                    <a:alpha val="6253"/>
                  </a:srgbClr>
                </a:gs>
                <a:gs pos="57143">
                  <a:srgbClr val="344F83">
                    <a:alpha val="3515"/>
                  </a:srgbClr>
                </a:gs>
                <a:gs pos="71429">
                  <a:srgbClr val="344F83">
                    <a:alpha val="1661"/>
                  </a:srgbClr>
                </a:gs>
                <a:gs pos="85714">
                  <a:srgbClr val="344F83">
                    <a:alpha val="660"/>
                  </a:srgbClr>
                </a:gs>
                <a:gs pos="100000">
                  <a:srgbClr val="344F83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Splat 446"/>
            <p:cNvSpPr>
              <a:spLocks noGrp="1"/>
            </p:cNvSpPr>
            <p:nvPr/>
          </p:nvSpPr>
          <p:spPr>
            <a:xfrm rot="5400000">
              <a:off x="1866333" y="961800"/>
              <a:ext cx="63917" cy="63917"/>
            </a:xfrm>
            <a:prstGeom prst="ellipse">
              <a:avLst/>
            </a:prstGeom>
            <a:gradFill>
              <a:gsLst>
                <a:gs pos="0">
                  <a:srgbClr val="84725A">
                    <a:alpha val="12787"/>
                  </a:srgbClr>
                </a:gs>
                <a:gs pos="14286">
                  <a:srgbClr val="84725A">
                    <a:alpha val="11817"/>
                  </a:srgbClr>
                </a:gs>
                <a:gs pos="28571">
                  <a:srgbClr val="84725A">
                    <a:alpha val="9302"/>
                  </a:srgbClr>
                </a:gs>
                <a:gs pos="42857">
                  <a:srgbClr val="84725A">
                    <a:alpha val="6204"/>
                  </a:srgbClr>
                </a:gs>
                <a:gs pos="57143">
                  <a:srgbClr val="84725A">
                    <a:alpha val="3486"/>
                  </a:srgbClr>
                </a:gs>
                <a:gs pos="71429">
                  <a:srgbClr val="84725A">
                    <a:alpha val="1647"/>
                  </a:srgbClr>
                </a:gs>
                <a:gs pos="85714">
                  <a:srgbClr val="84725A">
                    <a:alpha val="655"/>
                  </a:srgbClr>
                </a:gs>
                <a:gs pos="100000">
                  <a:srgbClr val="84725A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Splat 447"/>
            <p:cNvSpPr>
              <a:spLocks noGrp="1"/>
            </p:cNvSpPr>
            <p:nvPr/>
          </p:nvSpPr>
          <p:spPr>
            <a:xfrm rot="5400000">
              <a:off x="2366010" y="2252179"/>
              <a:ext cx="64032" cy="64032"/>
            </a:xfrm>
            <a:prstGeom prst="ellipse">
              <a:avLst/>
            </a:prstGeom>
            <a:gradFill>
              <a:gsLst>
                <a:gs pos="0">
                  <a:srgbClr val="8D3338">
                    <a:alpha val="12756"/>
                  </a:srgbClr>
                </a:gs>
                <a:gs pos="14286">
                  <a:srgbClr val="8D3338">
                    <a:alpha val="11788"/>
                  </a:srgbClr>
                </a:gs>
                <a:gs pos="28571">
                  <a:srgbClr val="8D3338">
                    <a:alpha val="9279"/>
                  </a:srgbClr>
                </a:gs>
                <a:gs pos="42857">
                  <a:srgbClr val="8D3338">
                    <a:alpha val="6188"/>
                  </a:srgbClr>
                </a:gs>
                <a:gs pos="57143">
                  <a:srgbClr val="8D3338">
                    <a:alpha val="3478"/>
                  </a:srgbClr>
                </a:gs>
                <a:gs pos="71429">
                  <a:srgbClr val="8D3338">
                    <a:alpha val="1643"/>
                  </a:srgbClr>
                </a:gs>
                <a:gs pos="85714">
                  <a:srgbClr val="8D3338">
                    <a:alpha val="653"/>
                  </a:srgbClr>
                </a:gs>
                <a:gs pos="100000">
                  <a:srgbClr val="8D3338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Splat 448"/>
            <p:cNvSpPr>
              <a:spLocks noGrp="1"/>
            </p:cNvSpPr>
            <p:nvPr/>
          </p:nvSpPr>
          <p:spPr>
            <a:xfrm rot="5400000">
              <a:off x="132637" y="1644013"/>
              <a:ext cx="64203" cy="64203"/>
            </a:xfrm>
            <a:prstGeom prst="ellipse">
              <a:avLst/>
            </a:prstGeom>
            <a:gradFill>
              <a:gsLst>
                <a:gs pos="0">
                  <a:srgbClr val="3F3D3F">
                    <a:alpha val="12709"/>
                  </a:srgbClr>
                </a:gs>
                <a:gs pos="14286">
                  <a:srgbClr val="3F3D3F">
                    <a:alpha val="11744"/>
                  </a:srgbClr>
                </a:gs>
                <a:gs pos="28571">
                  <a:srgbClr val="3F3D3F">
                    <a:alpha val="9245"/>
                  </a:srgbClr>
                </a:gs>
                <a:gs pos="42857">
                  <a:srgbClr val="3F3D3F">
                    <a:alpha val="6164"/>
                  </a:srgbClr>
                </a:gs>
                <a:gs pos="57143">
                  <a:srgbClr val="3F3D3F">
                    <a:alpha val="3464"/>
                  </a:srgbClr>
                </a:gs>
                <a:gs pos="71429">
                  <a:srgbClr val="3F3D3F">
                    <a:alpha val="1637"/>
                  </a:srgbClr>
                </a:gs>
                <a:gs pos="85714">
                  <a:srgbClr val="3F3D3F">
                    <a:alpha val="650"/>
                  </a:srgbClr>
                </a:gs>
                <a:gs pos="100000">
                  <a:srgbClr val="3F3D3F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Splat 449"/>
            <p:cNvSpPr>
              <a:spLocks noGrp="1"/>
            </p:cNvSpPr>
            <p:nvPr/>
          </p:nvSpPr>
          <p:spPr>
            <a:xfrm rot="5400000">
              <a:off x="6790" y="1795679"/>
              <a:ext cx="64923" cy="64923"/>
            </a:xfrm>
            <a:prstGeom prst="ellipse">
              <a:avLst/>
            </a:prstGeom>
            <a:gradFill>
              <a:gsLst>
                <a:gs pos="0">
                  <a:srgbClr val="424B58">
                    <a:alpha val="12514"/>
                  </a:srgbClr>
                </a:gs>
                <a:gs pos="14286">
                  <a:srgbClr val="424B58">
                    <a:alpha val="11563"/>
                  </a:srgbClr>
                </a:gs>
                <a:gs pos="28571">
                  <a:srgbClr val="424B58">
                    <a:alpha val="9100"/>
                  </a:srgbClr>
                </a:gs>
                <a:gs pos="42857">
                  <a:srgbClr val="424B58">
                    <a:alpha val="6066"/>
                  </a:srgbClr>
                </a:gs>
                <a:gs pos="57143">
                  <a:srgbClr val="424B58">
                    <a:alpha val="3408"/>
                  </a:srgbClr>
                </a:gs>
                <a:gs pos="71429">
                  <a:srgbClr val="424B58">
                    <a:alpha val="1610"/>
                  </a:srgbClr>
                </a:gs>
                <a:gs pos="85714">
                  <a:srgbClr val="424B58">
                    <a:alpha val="640"/>
                  </a:srgbClr>
                </a:gs>
                <a:gs pos="100000">
                  <a:srgbClr val="424B58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Splat 450"/>
            <p:cNvSpPr>
              <a:spLocks noGrp="1"/>
            </p:cNvSpPr>
            <p:nvPr/>
          </p:nvSpPr>
          <p:spPr>
            <a:xfrm rot="5463936">
              <a:off x="1583462" y="1729897"/>
              <a:ext cx="407691" cy="68865"/>
            </a:xfrm>
            <a:prstGeom prst="ellipse">
              <a:avLst/>
            </a:prstGeom>
            <a:gradFill>
              <a:gsLst>
                <a:gs pos="0">
                  <a:srgbClr val="E39500">
                    <a:alpha val="12481"/>
                  </a:srgbClr>
                </a:gs>
                <a:gs pos="14286">
                  <a:srgbClr val="E39500">
                    <a:alpha val="11532"/>
                  </a:srgbClr>
                </a:gs>
                <a:gs pos="28571">
                  <a:srgbClr val="E39500">
                    <a:alpha val="9075"/>
                  </a:srgbClr>
                </a:gs>
                <a:gs pos="42857">
                  <a:srgbClr val="E39500">
                    <a:alpha val="6050"/>
                  </a:srgbClr>
                </a:gs>
                <a:gs pos="57143">
                  <a:srgbClr val="E39500">
                    <a:alpha val="3399"/>
                  </a:srgbClr>
                </a:gs>
                <a:gs pos="71429">
                  <a:srgbClr val="E39500">
                    <a:alpha val="1606"/>
                  </a:srgbClr>
                </a:gs>
                <a:gs pos="85714">
                  <a:srgbClr val="E39500">
                    <a:alpha val="638"/>
                  </a:srgbClr>
                </a:gs>
                <a:gs pos="100000">
                  <a:srgbClr val="E39500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Splat 451"/>
            <p:cNvSpPr>
              <a:spLocks noGrp="1"/>
            </p:cNvSpPr>
            <p:nvPr/>
          </p:nvSpPr>
          <p:spPr>
            <a:xfrm rot="5400000">
              <a:off x="265110" y="2090746"/>
              <a:ext cx="65060" cy="65060"/>
            </a:xfrm>
            <a:prstGeom prst="ellipse">
              <a:avLst/>
            </a:prstGeom>
            <a:gradFill>
              <a:gsLst>
                <a:gs pos="0">
                  <a:srgbClr val="62646E">
                    <a:alpha val="12476"/>
                  </a:srgbClr>
                </a:gs>
                <a:gs pos="14286">
                  <a:srgbClr val="62646E">
                    <a:alpha val="11528"/>
                  </a:srgbClr>
                </a:gs>
                <a:gs pos="28571">
                  <a:srgbClr val="62646E">
                    <a:alpha val="9072"/>
                  </a:srgbClr>
                </a:gs>
                <a:gs pos="42857">
                  <a:srgbClr val="62646E">
                    <a:alpha val="6047"/>
                  </a:srgbClr>
                </a:gs>
                <a:gs pos="57143">
                  <a:srgbClr val="62646E">
                    <a:alpha val="3397"/>
                  </a:srgbClr>
                </a:gs>
                <a:gs pos="71429">
                  <a:srgbClr val="62646E">
                    <a:alpha val="1605"/>
                  </a:srgbClr>
                </a:gs>
                <a:gs pos="85714">
                  <a:srgbClr val="62646E">
                    <a:alpha val="638"/>
                  </a:srgbClr>
                </a:gs>
                <a:gs pos="100000">
                  <a:srgbClr val="62646E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Splat 452"/>
            <p:cNvSpPr>
              <a:spLocks noGrp="1"/>
            </p:cNvSpPr>
            <p:nvPr/>
          </p:nvSpPr>
          <p:spPr>
            <a:xfrm rot="5400000">
              <a:off x="1097730" y="2170497"/>
              <a:ext cx="65092" cy="65092"/>
            </a:xfrm>
            <a:prstGeom prst="ellipse">
              <a:avLst/>
            </a:prstGeom>
            <a:gradFill>
              <a:gsLst>
                <a:gs pos="0">
                  <a:srgbClr val="B18D42">
                    <a:alpha val="12468"/>
                  </a:srgbClr>
                </a:gs>
                <a:gs pos="14286">
                  <a:srgbClr val="B18D42">
                    <a:alpha val="11520"/>
                  </a:srgbClr>
                </a:gs>
                <a:gs pos="28571">
                  <a:srgbClr val="B18D42">
                    <a:alpha val="9065"/>
                  </a:srgbClr>
                </a:gs>
                <a:gs pos="42857">
                  <a:srgbClr val="B18D42">
                    <a:alpha val="6043"/>
                  </a:srgbClr>
                </a:gs>
                <a:gs pos="57143">
                  <a:srgbClr val="B18D42">
                    <a:alpha val="3395"/>
                  </a:srgbClr>
                </a:gs>
                <a:gs pos="71429">
                  <a:srgbClr val="B18D42">
                    <a:alpha val="1604"/>
                  </a:srgbClr>
                </a:gs>
                <a:gs pos="85714">
                  <a:srgbClr val="B18D42">
                    <a:alpha val="637"/>
                  </a:srgbClr>
                </a:gs>
                <a:gs pos="100000">
                  <a:srgbClr val="B18D42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Splat 453"/>
            <p:cNvSpPr>
              <a:spLocks noGrp="1"/>
            </p:cNvSpPr>
            <p:nvPr/>
          </p:nvSpPr>
          <p:spPr>
            <a:xfrm rot="2893491">
              <a:off x="142969" y="1943843"/>
              <a:ext cx="388888" cy="305507"/>
            </a:xfrm>
            <a:prstGeom prst="ellipse">
              <a:avLst/>
            </a:prstGeom>
            <a:gradFill>
              <a:gsLst>
                <a:gs pos="0">
                  <a:srgbClr val="3D1400">
                    <a:alpha val="3458"/>
                  </a:srgbClr>
                </a:gs>
                <a:gs pos="14286">
                  <a:srgbClr val="3D1400">
                    <a:alpha val="3182"/>
                  </a:srgbClr>
                </a:gs>
                <a:gs pos="28571">
                  <a:srgbClr val="3D1400">
                    <a:alpha val="2480"/>
                  </a:srgbClr>
                </a:gs>
                <a:gs pos="42857">
                  <a:srgbClr val="3D1400">
                    <a:alpha val="1634"/>
                  </a:srgbClr>
                </a:gs>
                <a:gs pos="57143">
                  <a:srgbClr val="3D1400">
                    <a:alpha val="908"/>
                  </a:srgbClr>
                </a:gs>
                <a:gs pos="71429">
                  <a:srgbClr val="3D1400">
                    <a:alpha val="426"/>
                  </a:srgbClr>
                </a:gs>
                <a:gs pos="85714">
                  <a:srgbClr val="3D1400">
                    <a:alpha val="169"/>
                  </a:srgbClr>
                </a:gs>
                <a:gs pos="100000">
                  <a:srgbClr val="3D1400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Splat 454"/>
            <p:cNvSpPr>
              <a:spLocks noGrp="1"/>
            </p:cNvSpPr>
            <p:nvPr/>
          </p:nvSpPr>
          <p:spPr>
            <a:xfrm rot="5400000">
              <a:off x="881418" y="2217022"/>
              <a:ext cx="65339" cy="65339"/>
            </a:xfrm>
            <a:prstGeom prst="ellipse">
              <a:avLst/>
            </a:prstGeom>
            <a:gradFill>
              <a:gsLst>
                <a:gs pos="0">
                  <a:srgbClr val="773D48">
                    <a:alpha val="12400"/>
                  </a:srgbClr>
                </a:gs>
                <a:gs pos="14286">
                  <a:srgbClr val="773D48">
                    <a:alpha val="11457"/>
                  </a:srgbClr>
                </a:gs>
                <a:gs pos="28571">
                  <a:srgbClr val="773D48">
                    <a:alpha val="9016"/>
                  </a:srgbClr>
                </a:gs>
                <a:gs pos="42857">
                  <a:srgbClr val="773D48">
                    <a:alpha val="6009"/>
                  </a:srgbClr>
                </a:gs>
                <a:gs pos="57143">
                  <a:srgbClr val="773D48">
                    <a:alpha val="3376"/>
                  </a:srgbClr>
                </a:gs>
                <a:gs pos="71429">
                  <a:srgbClr val="773D48">
                    <a:alpha val="1595"/>
                  </a:srgbClr>
                </a:gs>
                <a:gs pos="85714">
                  <a:srgbClr val="773D48">
                    <a:alpha val="634"/>
                  </a:srgbClr>
                </a:gs>
                <a:gs pos="100000">
                  <a:srgbClr val="773D48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Splat 455"/>
            <p:cNvSpPr>
              <a:spLocks noGrp="1"/>
            </p:cNvSpPr>
            <p:nvPr/>
          </p:nvSpPr>
          <p:spPr>
            <a:xfrm rot="5400000">
              <a:off x="168831" y="1212167"/>
              <a:ext cx="65313" cy="65313"/>
            </a:xfrm>
            <a:prstGeom prst="ellipse">
              <a:avLst/>
            </a:prstGeom>
            <a:gradFill>
              <a:gsLst>
                <a:gs pos="0">
                  <a:srgbClr val="362825">
                    <a:alpha val="12407"/>
                  </a:srgbClr>
                </a:gs>
                <a:gs pos="14286">
                  <a:srgbClr val="362825">
                    <a:alpha val="11464"/>
                  </a:srgbClr>
                </a:gs>
                <a:gs pos="28571">
                  <a:srgbClr val="362825">
                    <a:alpha val="9021"/>
                  </a:srgbClr>
                </a:gs>
                <a:gs pos="42857">
                  <a:srgbClr val="362825">
                    <a:alpha val="6013"/>
                  </a:srgbClr>
                </a:gs>
                <a:gs pos="57143">
                  <a:srgbClr val="362825">
                    <a:alpha val="3378"/>
                  </a:srgbClr>
                </a:gs>
                <a:gs pos="71429">
                  <a:srgbClr val="362825">
                    <a:alpha val="1596"/>
                  </a:srgbClr>
                </a:gs>
                <a:gs pos="85714">
                  <a:srgbClr val="362825">
                    <a:alpha val="634"/>
                  </a:srgbClr>
                </a:gs>
                <a:gs pos="100000">
                  <a:srgbClr val="362825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Splat 456"/>
            <p:cNvSpPr>
              <a:spLocks noGrp="1"/>
            </p:cNvSpPr>
            <p:nvPr/>
          </p:nvSpPr>
          <p:spPr>
            <a:xfrm rot="5400000">
              <a:off x="338722" y="1698378"/>
              <a:ext cx="65430" cy="65430"/>
            </a:xfrm>
            <a:prstGeom prst="ellipse">
              <a:avLst/>
            </a:prstGeom>
            <a:gradFill>
              <a:gsLst>
                <a:gs pos="0">
                  <a:srgbClr val="556281">
                    <a:alpha val="12376"/>
                  </a:srgbClr>
                </a:gs>
                <a:gs pos="14286">
                  <a:srgbClr val="556281">
                    <a:alpha val="11434"/>
                  </a:srgbClr>
                </a:gs>
                <a:gs pos="28571">
                  <a:srgbClr val="556281">
                    <a:alpha val="8997"/>
                  </a:srgbClr>
                </a:gs>
                <a:gs pos="42857">
                  <a:srgbClr val="556281">
                    <a:alpha val="5997"/>
                  </a:srgbClr>
                </a:gs>
                <a:gs pos="57143">
                  <a:srgbClr val="556281">
                    <a:alpha val="3369"/>
                  </a:srgbClr>
                </a:gs>
                <a:gs pos="71429">
                  <a:srgbClr val="556281">
                    <a:alpha val="1591"/>
                  </a:srgbClr>
                </a:gs>
                <a:gs pos="85714">
                  <a:srgbClr val="556281">
                    <a:alpha val="632"/>
                  </a:srgbClr>
                </a:gs>
                <a:gs pos="100000">
                  <a:srgbClr val="556281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Splat 457"/>
            <p:cNvSpPr>
              <a:spLocks noGrp="1"/>
            </p:cNvSpPr>
            <p:nvPr/>
          </p:nvSpPr>
          <p:spPr>
            <a:xfrm rot="5400000">
              <a:off x="1099515" y="1177774"/>
              <a:ext cx="65426" cy="65426"/>
            </a:xfrm>
            <a:prstGeom prst="ellipse">
              <a:avLst/>
            </a:prstGeom>
            <a:gradFill>
              <a:gsLst>
                <a:gs pos="0">
                  <a:srgbClr val="57504E">
                    <a:alpha val="12377"/>
                  </a:srgbClr>
                </a:gs>
                <a:gs pos="14286">
                  <a:srgbClr val="57504E">
                    <a:alpha val="11435"/>
                  </a:srgbClr>
                </a:gs>
                <a:gs pos="28571">
                  <a:srgbClr val="57504E">
                    <a:alpha val="8998"/>
                  </a:srgbClr>
                </a:gs>
                <a:gs pos="42857">
                  <a:srgbClr val="57504E">
                    <a:alpha val="5997"/>
                  </a:srgbClr>
                </a:gs>
                <a:gs pos="57143">
                  <a:srgbClr val="57504E">
                    <a:alpha val="3369"/>
                  </a:srgbClr>
                </a:gs>
                <a:gs pos="71429">
                  <a:srgbClr val="57504E">
                    <a:alpha val="1591"/>
                  </a:srgbClr>
                </a:gs>
                <a:gs pos="85714">
                  <a:srgbClr val="57504E">
                    <a:alpha val="632"/>
                  </a:srgbClr>
                </a:gs>
                <a:gs pos="100000">
                  <a:srgbClr val="57504E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Splat 458"/>
            <p:cNvSpPr>
              <a:spLocks noGrp="1"/>
            </p:cNvSpPr>
            <p:nvPr/>
          </p:nvSpPr>
          <p:spPr>
            <a:xfrm rot="5400000">
              <a:off x="179256" y="1127923"/>
              <a:ext cx="65437" cy="65437"/>
            </a:xfrm>
            <a:prstGeom prst="ellipse">
              <a:avLst/>
            </a:prstGeom>
            <a:gradFill>
              <a:gsLst>
                <a:gs pos="0">
                  <a:srgbClr val="272B41">
                    <a:alpha val="12374"/>
                  </a:srgbClr>
                </a:gs>
                <a:gs pos="14286">
                  <a:srgbClr val="272B41">
                    <a:alpha val="11432"/>
                  </a:srgbClr>
                </a:gs>
                <a:gs pos="28571">
                  <a:srgbClr val="272B41">
                    <a:alpha val="8996"/>
                  </a:srgbClr>
                </a:gs>
                <a:gs pos="42857">
                  <a:srgbClr val="272B41">
                    <a:alpha val="5996"/>
                  </a:srgbClr>
                </a:gs>
                <a:gs pos="57143">
                  <a:srgbClr val="272B41">
                    <a:alpha val="3368"/>
                  </a:srgbClr>
                </a:gs>
                <a:gs pos="71429">
                  <a:srgbClr val="272B41">
                    <a:alpha val="1591"/>
                  </a:srgbClr>
                </a:gs>
                <a:gs pos="85714">
                  <a:srgbClr val="272B41">
                    <a:alpha val="632"/>
                  </a:srgbClr>
                </a:gs>
                <a:gs pos="100000">
                  <a:srgbClr val="272B41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Splat 459"/>
            <p:cNvSpPr>
              <a:spLocks noGrp="1"/>
            </p:cNvSpPr>
            <p:nvPr/>
          </p:nvSpPr>
          <p:spPr>
            <a:xfrm rot="5400000">
              <a:off x="347187" y="1595165"/>
              <a:ext cx="65496" cy="65496"/>
            </a:xfrm>
            <a:prstGeom prst="ellipse">
              <a:avLst/>
            </a:prstGeom>
            <a:gradFill>
              <a:gsLst>
                <a:gs pos="0">
                  <a:srgbClr val="455E7E">
                    <a:alpha val="12358"/>
                  </a:srgbClr>
                </a:gs>
                <a:gs pos="14286">
                  <a:srgbClr val="455E7E">
                    <a:alpha val="11418"/>
                  </a:srgbClr>
                </a:gs>
                <a:gs pos="28571">
                  <a:srgbClr val="455E7E">
                    <a:alpha val="8984"/>
                  </a:srgbClr>
                </a:gs>
                <a:gs pos="42857">
                  <a:srgbClr val="455E7E">
                    <a:alpha val="5988"/>
                  </a:srgbClr>
                </a:gs>
                <a:gs pos="57143">
                  <a:srgbClr val="455E7E">
                    <a:alpha val="3363"/>
                  </a:srgbClr>
                </a:gs>
                <a:gs pos="71429">
                  <a:srgbClr val="455E7E">
                    <a:alpha val="1589"/>
                  </a:srgbClr>
                </a:gs>
                <a:gs pos="85714">
                  <a:srgbClr val="455E7E">
                    <a:alpha val="631"/>
                  </a:srgbClr>
                </a:gs>
                <a:gs pos="100000">
                  <a:srgbClr val="455E7E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Splat 460"/>
            <p:cNvSpPr>
              <a:spLocks noGrp="1"/>
            </p:cNvSpPr>
            <p:nvPr/>
          </p:nvSpPr>
          <p:spPr>
            <a:xfrm rot="5400000">
              <a:off x="396782" y="1121119"/>
              <a:ext cx="65517" cy="65517"/>
            </a:xfrm>
            <a:prstGeom prst="ellipse">
              <a:avLst/>
            </a:prstGeom>
            <a:gradFill>
              <a:gsLst>
                <a:gs pos="0">
                  <a:srgbClr val="354E7B">
                    <a:alpha val="12352"/>
                  </a:srgbClr>
                </a:gs>
                <a:gs pos="14286">
                  <a:srgbClr val="354E7B">
                    <a:alpha val="11412"/>
                  </a:srgbClr>
                </a:gs>
                <a:gs pos="28571">
                  <a:srgbClr val="354E7B">
                    <a:alpha val="8980"/>
                  </a:srgbClr>
                </a:gs>
                <a:gs pos="42857">
                  <a:srgbClr val="354E7B">
                    <a:alpha val="5985"/>
                  </a:srgbClr>
                </a:gs>
                <a:gs pos="57143">
                  <a:srgbClr val="354E7B">
                    <a:alpha val="3362"/>
                  </a:srgbClr>
                </a:gs>
                <a:gs pos="71429">
                  <a:srgbClr val="354E7B">
                    <a:alpha val="1588"/>
                  </a:srgbClr>
                </a:gs>
                <a:gs pos="85714">
                  <a:srgbClr val="354E7B">
                    <a:alpha val="631"/>
                  </a:srgbClr>
                </a:gs>
                <a:gs pos="100000">
                  <a:srgbClr val="354E7B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Splat 461"/>
            <p:cNvSpPr>
              <a:spLocks noGrp="1"/>
            </p:cNvSpPr>
            <p:nvPr/>
          </p:nvSpPr>
          <p:spPr>
            <a:xfrm rot="5400000">
              <a:off x="2415946" y="2319762"/>
              <a:ext cx="65604" cy="65604"/>
            </a:xfrm>
            <a:prstGeom prst="ellipse">
              <a:avLst/>
            </a:prstGeom>
            <a:gradFill>
              <a:gsLst>
                <a:gs pos="0">
                  <a:srgbClr val="765B4D">
                    <a:alpha val="12328"/>
                  </a:srgbClr>
                </a:gs>
                <a:gs pos="14286">
                  <a:srgbClr val="765B4D">
                    <a:alpha val="11390"/>
                  </a:srgbClr>
                </a:gs>
                <a:gs pos="28571">
                  <a:srgbClr val="765B4D">
                    <a:alpha val="8962"/>
                  </a:srgbClr>
                </a:gs>
                <a:gs pos="42857">
                  <a:srgbClr val="765B4D">
                    <a:alpha val="5973"/>
                  </a:srgbClr>
                </a:gs>
                <a:gs pos="57143">
                  <a:srgbClr val="765B4D">
                    <a:alpha val="3355"/>
                  </a:srgbClr>
                </a:gs>
                <a:gs pos="71429">
                  <a:srgbClr val="765B4D">
                    <a:alpha val="1585"/>
                  </a:srgbClr>
                </a:gs>
                <a:gs pos="85714">
                  <a:srgbClr val="765B4D">
                    <a:alpha val="630"/>
                  </a:srgbClr>
                </a:gs>
                <a:gs pos="100000">
                  <a:srgbClr val="765B4D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Splat 462"/>
            <p:cNvSpPr>
              <a:spLocks noGrp="1"/>
            </p:cNvSpPr>
            <p:nvPr/>
          </p:nvSpPr>
          <p:spPr>
            <a:xfrm rot="5400000">
              <a:off x="1062189" y="1393941"/>
              <a:ext cx="65244" cy="65244"/>
            </a:xfrm>
            <a:prstGeom prst="ellipse">
              <a:avLst/>
            </a:prstGeom>
            <a:gradFill>
              <a:gsLst>
                <a:gs pos="0">
                  <a:srgbClr val="3D5788">
                    <a:alpha val="12426"/>
                  </a:srgbClr>
                </a:gs>
                <a:gs pos="14286">
                  <a:srgbClr val="3D5788">
                    <a:alpha val="11481"/>
                  </a:srgbClr>
                </a:gs>
                <a:gs pos="28571">
                  <a:srgbClr val="3D5788">
                    <a:alpha val="9035"/>
                  </a:srgbClr>
                </a:gs>
                <a:gs pos="42857">
                  <a:srgbClr val="3D5788">
                    <a:alpha val="6022"/>
                  </a:srgbClr>
                </a:gs>
                <a:gs pos="57143">
                  <a:srgbClr val="3D5788">
                    <a:alpha val="3383"/>
                  </a:srgbClr>
                </a:gs>
                <a:gs pos="71429">
                  <a:srgbClr val="3D5788">
                    <a:alpha val="1598"/>
                  </a:srgbClr>
                </a:gs>
                <a:gs pos="85714">
                  <a:srgbClr val="3D5788">
                    <a:alpha val="635"/>
                  </a:srgbClr>
                </a:gs>
                <a:gs pos="100000">
                  <a:srgbClr val="3D5788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Splat 463"/>
            <p:cNvSpPr>
              <a:spLocks noGrp="1"/>
            </p:cNvSpPr>
            <p:nvPr/>
          </p:nvSpPr>
          <p:spPr>
            <a:xfrm rot="5400000">
              <a:off x="2596357" y="1731888"/>
              <a:ext cx="65403" cy="65403"/>
            </a:xfrm>
            <a:prstGeom prst="ellipse">
              <a:avLst/>
            </a:prstGeom>
            <a:gradFill>
              <a:gsLst>
                <a:gs pos="0">
                  <a:srgbClr val="3C4561">
                    <a:alpha val="12383"/>
                  </a:srgbClr>
                </a:gs>
                <a:gs pos="14286">
                  <a:srgbClr val="3C4561">
                    <a:alpha val="11441"/>
                  </a:srgbClr>
                </a:gs>
                <a:gs pos="28571">
                  <a:srgbClr val="3C4561">
                    <a:alpha val="9003"/>
                  </a:srgbClr>
                </a:gs>
                <a:gs pos="42857">
                  <a:srgbClr val="3C4561">
                    <a:alpha val="6000"/>
                  </a:srgbClr>
                </a:gs>
                <a:gs pos="57143">
                  <a:srgbClr val="3C4561">
                    <a:alpha val="3371"/>
                  </a:srgbClr>
                </a:gs>
                <a:gs pos="71429">
                  <a:srgbClr val="3C4561">
                    <a:alpha val="1592"/>
                  </a:srgbClr>
                </a:gs>
                <a:gs pos="85714">
                  <a:srgbClr val="3C4561">
                    <a:alpha val="633"/>
                  </a:srgbClr>
                </a:gs>
                <a:gs pos="100000">
                  <a:srgbClr val="3C4561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Splat 464"/>
            <p:cNvSpPr>
              <a:spLocks noGrp="1"/>
            </p:cNvSpPr>
            <p:nvPr/>
          </p:nvSpPr>
          <p:spPr>
            <a:xfrm rot="9448615">
              <a:off x="3324923" y="1910386"/>
              <a:ext cx="424953" cy="416850"/>
            </a:xfrm>
            <a:prstGeom prst="ellipse">
              <a:avLst/>
            </a:prstGeom>
            <a:gradFill>
              <a:gsLst>
                <a:gs pos="0">
                  <a:srgbClr val="004300">
                    <a:alpha val="3074"/>
                  </a:srgbClr>
                </a:gs>
                <a:gs pos="14286">
                  <a:srgbClr val="004300">
                    <a:alpha val="2829"/>
                  </a:srgbClr>
                </a:gs>
                <a:gs pos="28571">
                  <a:srgbClr val="004300">
                    <a:alpha val="2203"/>
                  </a:srgbClr>
                </a:gs>
                <a:gs pos="42857">
                  <a:srgbClr val="004300">
                    <a:alpha val="1451"/>
                  </a:srgbClr>
                </a:gs>
                <a:gs pos="57143">
                  <a:srgbClr val="004300">
                    <a:alpha val="807"/>
                  </a:srgbClr>
                </a:gs>
                <a:gs pos="71429">
                  <a:srgbClr val="004300">
                    <a:alpha val="378"/>
                  </a:srgbClr>
                </a:gs>
                <a:gs pos="85714">
                  <a:srgbClr val="004300">
                    <a:alpha val="150"/>
                  </a:srgbClr>
                </a:gs>
                <a:gs pos="100000">
                  <a:srgbClr val="004300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Splat 465"/>
            <p:cNvSpPr>
              <a:spLocks noGrp="1"/>
            </p:cNvSpPr>
            <p:nvPr/>
          </p:nvSpPr>
          <p:spPr>
            <a:xfrm rot="9980219">
              <a:off x="3066281" y="1627337"/>
              <a:ext cx="443990" cy="341484"/>
            </a:xfrm>
            <a:prstGeom prst="ellipse">
              <a:avLst/>
            </a:prstGeom>
            <a:gradFill>
              <a:gsLst>
                <a:gs pos="0">
                  <a:srgbClr val="000000">
                    <a:alpha val="23385"/>
                  </a:srgbClr>
                </a:gs>
                <a:gs pos="14286">
                  <a:srgbClr val="000000">
                    <a:alpha val="21716"/>
                  </a:srgbClr>
                </a:gs>
                <a:gs pos="28571">
                  <a:srgbClr val="000000">
                    <a:alpha val="17312"/>
                  </a:srgbClr>
                </a:gs>
                <a:gs pos="42857">
                  <a:srgbClr val="000000">
                    <a:alpha val="11723"/>
                  </a:srgbClr>
                </a:gs>
                <a:gs pos="57143">
                  <a:srgbClr val="000000">
                    <a:alpha val="6676"/>
                  </a:srgbClr>
                </a:gs>
                <a:gs pos="71429">
                  <a:srgbClr val="000000">
                    <a:alpha val="3182"/>
                  </a:srgbClr>
                </a:gs>
                <a:gs pos="85714">
                  <a:srgbClr val="000000">
                    <a:alpha val="1271"/>
                  </a:srgbClr>
                </a:gs>
                <a:gs pos="100000">
                  <a:srgbClr val="000000">
                    <a:alpha val="4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Splat 466"/>
            <p:cNvSpPr>
              <a:spLocks noGrp="1"/>
            </p:cNvSpPr>
            <p:nvPr/>
          </p:nvSpPr>
          <p:spPr>
            <a:xfrm rot="5919708">
              <a:off x="1613979" y="2186717"/>
              <a:ext cx="393777" cy="56660"/>
            </a:xfrm>
            <a:prstGeom prst="ellipse">
              <a:avLst/>
            </a:prstGeom>
            <a:gradFill>
              <a:gsLst>
                <a:gs pos="0">
                  <a:srgbClr val="FFC500">
                    <a:alpha val="32968"/>
                  </a:srgbClr>
                </a:gs>
                <a:gs pos="14286">
                  <a:srgbClr val="FFC500">
                    <a:alpha val="30764"/>
                  </a:srgbClr>
                </a:gs>
                <a:gs pos="28571">
                  <a:srgbClr val="FFC500">
                    <a:alpha val="24833"/>
                  </a:srgbClr>
                </a:gs>
                <a:gs pos="42857">
                  <a:srgbClr val="FFC500">
                    <a:alpha val="17075"/>
                  </a:srgbClr>
                </a:gs>
                <a:gs pos="57143">
                  <a:srgbClr val="FFC500">
                    <a:alpha val="9855"/>
                  </a:srgbClr>
                </a:gs>
                <a:gs pos="71429">
                  <a:srgbClr val="FFC500">
                    <a:alpha val="4740"/>
                  </a:srgbClr>
                </a:gs>
                <a:gs pos="85714">
                  <a:srgbClr val="FFC500">
                    <a:alpha val="1902"/>
                  </a:srgbClr>
                </a:gs>
                <a:gs pos="100000">
                  <a:srgbClr val="FFC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Splat 467"/>
            <p:cNvSpPr>
              <a:spLocks noGrp="1"/>
            </p:cNvSpPr>
            <p:nvPr/>
          </p:nvSpPr>
          <p:spPr>
            <a:xfrm rot="10018434">
              <a:off x="1351066" y="2185780"/>
              <a:ext cx="356267" cy="351022"/>
            </a:xfrm>
            <a:prstGeom prst="ellipse">
              <a:avLst/>
            </a:prstGeom>
            <a:gradFill>
              <a:gsLst>
                <a:gs pos="0">
                  <a:srgbClr val="000063">
                    <a:alpha val="2247"/>
                  </a:srgbClr>
                </a:gs>
                <a:gs pos="14286">
                  <a:srgbClr val="000063">
                    <a:alpha val="2067"/>
                  </a:srgbClr>
                </a:gs>
                <a:gs pos="28571">
                  <a:srgbClr val="000063">
                    <a:alpha val="1609"/>
                  </a:srgbClr>
                </a:gs>
                <a:gs pos="42857">
                  <a:srgbClr val="000063">
                    <a:alpha val="1058"/>
                  </a:srgbClr>
                </a:gs>
                <a:gs pos="57143">
                  <a:srgbClr val="000063">
                    <a:alpha val="588"/>
                  </a:srgbClr>
                </a:gs>
                <a:gs pos="71429">
                  <a:srgbClr val="000063">
                    <a:alpha val="276"/>
                  </a:srgbClr>
                </a:gs>
                <a:gs pos="85714">
                  <a:srgbClr val="000063">
                    <a:alpha val="109"/>
                  </a:srgbClr>
                </a:gs>
                <a:gs pos="100000">
                  <a:srgbClr val="000063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Splat 468"/>
            <p:cNvSpPr>
              <a:spLocks noGrp="1"/>
            </p:cNvSpPr>
            <p:nvPr/>
          </p:nvSpPr>
          <p:spPr>
            <a:xfrm rot="9251853">
              <a:off x="290899" y="903914"/>
              <a:ext cx="468527" cy="370817"/>
            </a:xfrm>
            <a:prstGeom prst="ellipse">
              <a:avLst/>
            </a:prstGeom>
            <a:gradFill>
              <a:gsLst>
                <a:gs pos="0">
                  <a:srgbClr val="566C97">
                    <a:alpha val="7322"/>
                  </a:srgbClr>
                </a:gs>
                <a:gs pos="14286">
                  <a:srgbClr val="566C97">
                    <a:alpha val="6750"/>
                  </a:srgbClr>
                </a:gs>
                <a:gs pos="28571">
                  <a:srgbClr val="566C97">
                    <a:alpha val="5282"/>
                  </a:srgbClr>
                </a:gs>
                <a:gs pos="42857">
                  <a:srgbClr val="566C97">
                    <a:alpha val="3497"/>
                  </a:srgbClr>
                </a:gs>
                <a:gs pos="57143">
                  <a:srgbClr val="566C97">
                    <a:alpha val="1953"/>
                  </a:srgbClr>
                </a:gs>
                <a:gs pos="71429">
                  <a:srgbClr val="566C97">
                    <a:alpha val="919"/>
                  </a:srgbClr>
                </a:gs>
                <a:gs pos="85714">
                  <a:srgbClr val="566C97">
                    <a:alpha val="364"/>
                  </a:srgbClr>
                </a:gs>
                <a:gs pos="100000">
                  <a:srgbClr val="566C97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Splat 469"/>
            <p:cNvSpPr>
              <a:spLocks noGrp="1"/>
            </p:cNvSpPr>
            <p:nvPr/>
          </p:nvSpPr>
          <p:spPr>
            <a:xfrm rot="3052759">
              <a:off x="-77532" y="921790"/>
              <a:ext cx="513023" cy="355587"/>
            </a:xfrm>
            <a:prstGeom prst="ellipse">
              <a:avLst/>
            </a:prstGeom>
            <a:gradFill>
              <a:gsLst>
                <a:gs pos="0">
                  <a:srgbClr val="2F2400">
                    <a:alpha val="31415"/>
                  </a:srgbClr>
                </a:gs>
                <a:gs pos="14286">
                  <a:srgbClr val="2F2400">
                    <a:alpha val="29291"/>
                  </a:srgbClr>
                </a:gs>
                <a:gs pos="28571">
                  <a:srgbClr val="2F2400">
                    <a:alpha val="23594"/>
                  </a:srgbClr>
                </a:gs>
                <a:gs pos="42857">
                  <a:srgbClr val="2F2400">
                    <a:alpha val="16181"/>
                  </a:srgbClr>
                </a:gs>
                <a:gs pos="57143">
                  <a:srgbClr val="2F2400">
                    <a:alpha val="9318"/>
                  </a:srgbClr>
                </a:gs>
                <a:gs pos="71429">
                  <a:srgbClr val="2F2400">
                    <a:alpha val="4475"/>
                  </a:srgbClr>
                </a:gs>
                <a:gs pos="85714">
                  <a:srgbClr val="2F2400">
                    <a:alpha val="1794"/>
                  </a:srgbClr>
                </a:gs>
                <a:gs pos="100000">
                  <a:srgbClr val="2F2400">
                    <a:alpha val="6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Splat 470"/>
            <p:cNvSpPr>
              <a:spLocks noGrp="1"/>
            </p:cNvSpPr>
            <p:nvPr/>
          </p:nvSpPr>
          <p:spPr>
            <a:xfrm rot="5752922">
              <a:off x="1444896" y="1775783"/>
              <a:ext cx="510028" cy="368661"/>
            </a:xfrm>
            <a:prstGeom prst="ellipse">
              <a:avLst/>
            </a:prstGeom>
            <a:gradFill>
              <a:gsLst>
                <a:gs pos="0">
                  <a:srgbClr val="9FB1FF">
                    <a:alpha val="2904"/>
                  </a:srgbClr>
                </a:gs>
                <a:gs pos="14286">
                  <a:srgbClr val="9FB1FF">
                    <a:alpha val="2672"/>
                  </a:srgbClr>
                </a:gs>
                <a:gs pos="28571">
                  <a:srgbClr val="9FB1FF">
                    <a:alpha val="2081"/>
                  </a:srgbClr>
                </a:gs>
                <a:gs pos="42857">
                  <a:srgbClr val="9FB1FF">
                    <a:alpha val="1370"/>
                  </a:srgbClr>
                </a:gs>
                <a:gs pos="57143">
                  <a:srgbClr val="9FB1FF">
                    <a:alpha val="761"/>
                  </a:srgbClr>
                </a:gs>
                <a:gs pos="71429">
                  <a:srgbClr val="9FB1FF">
                    <a:alpha val="357"/>
                  </a:srgbClr>
                </a:gs>
                <a:gs pos="85714">
                  <a:srgbClr val="9FB1FF">
                    <a:alpha val="141"/>
                  </a:srgbClr>
                </a:gs>
                <a:gs pos="100000">
                  <a:srgbClr val="9FB1FF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Splat 471"/>
            <p:cNvSpPr>
              <a:spLocks noGrp="1"/>
            </p:cNvSpPr>
            <p:nvPr/>
          </p:nvSpPr>
          <p:spPr>
            <a:xfrm rot="5218316">
              <a:off x="94996" y="1504600"/>
              <a:ext cx="437467" cy="368762"/>
            </a:xfrm>
            <a:prstGeom prst="ellipse">
              <a:avLst/>
            </a:prstGeom>
            <a:gradFill>
              <a:gsLst>
                <a:gs pos="0">
                  <a:srgbClr val="262700">
                    <a:alpha val="12991"/>
                  </a:srgbClr>
                </a:gs>
                <a:gs pos="14286">
                  <a:srgbClr val="262700">
                    <a:alpha val="12006"/>
                  </a:srgbClr>
                </a:gs>
                <a:gs pos="28571">
                  <a:srgbClr val="262700">
                    <a:alpha val="9454"/>
                  </a:srgbClr>
                </a:gs>
                <a:gs pos="42857">
                  <a:srgbClr val="262700">
                    <a:alpha val="6306"/>
                  </a:srgbClr>
                </a:gs>
                <a:gs pos="57143">
                  <a:srgbClr val="262700">
                    <a:alpha val="3545"/>
                  </a:srgbClr>
                </a:gs>
                <a:gs pos="71429">
                  <a:srgbClr val="262700">
                    <a:alpha val="1675"/>
                  </a:srgbClr>
                </a:gs>
                <a:gs pos="85714">
                  <a:srgbClr val="262700">
                    <a:alpha val="666"/>
                  </a:srgbClr>
                </a:gs>
                <a:gs pos="100000">
                  <a:srgbClr val="262700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Splat 472"/>
            <p:cNvSpPr>
              <a:spLocks noGrp="1"/>
            </p:cNvSpPr>
            <p:nvPr/>
          </p:nvSpPr>
          <p:spPr>
            <a:xfrm rot="9653205">
              <a:off x="273192" y="1563195"/>
              <a:ext cx="441713" cy="409873"/>
            </a:xfrm>
            <a:prstGeom prst="ellipse">
              <a:avLst/>
            </a:prstGeom>
            <a:gradFill>
              <a:gsLst>
                <a:gs pos="0">
                  <a:srgbClr val="290000">
                    <a:alpha val="13757"/>
                  </a:srgbClr>
                </a:gs>
                <a:gs pos="14286">
                  <a:srgbClr val="290000">
                    <a:alpha val="12718"/>
                  </a:srgbClr>
                </a:gs>
                <a:gs pos="28571">
                  <a:srgbClr val="290000">
                    <a:alpha val="10023"/>
                  </a:srgbClr>
                </a:gs>
                <a:gs pos="42857">
                  <a:srgbClr val="290000">
                    <a:alpha val="6693"/>
                  </a:srgbClr>
                </a:gs>
                <a:gs pos="57143">
                  <a:srgbClr val="290000">
                    <a:alpha val="3766"/>
                  </a:srgbClr>
                </a:gs>
                <a:gs pos="71429">
                  <a:srgbClr val="290000">
                    <a:alpha val="1781"/>
                  </a:srgbClr>
                </a:gs>
                <a:gs pos="85714">
                  <a:srgbClr val="290000">
                    <a:alpha val="708"/>
                  </a:srgbClr>
                </a:gs>
                <a:gs pos="100000">
                  <a:srgbClr val="290000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Splat 473"/>
            <p:cNvSpPr>
              <a:spLocks noGrp="1"/>
            </p:cNvSpPr>
            <p:nvPr/>
          </p:nvSpPr>
          <p:spPr>
            <a:xfrm rot="5787046">
              <a:off x="715128" y="1228642"/>
              <a:ext cx="514172" cy="391201"/>
            </a:xfrm>
            <a:prstGeom prst="ellipse">
              <a:avLst/>
            </a:prstGeom>
            <a:gradFill>
              <a:gsLst>
                <a:gs pos="0">
                  <a:srgbClr val="6688CE">
                    <a:alpha val="7210"/>
                  </a:srgbClr>
                </a:gs>
                <a:gs pos="14286">
                  <a:srgbClr val="6688CE">
                    <a:alpha val="6647"/>
                  </a:srgbClr>
                </a:gs>
                <a:gs pos="28571">
                  <a:srgbClr val="6688CE">
                    <a:alpha val="5200"/>
                  </a:srgbClr>
                </a:gs>
                <a:gs pos="42857">
                  <a:srgbClr val="6688CE">
                    <a:alpha val="3442"/>
                  </a:srgbClr>
                </a:gs>
                <a:gs pos="57143">
                  <a:srgbClr val="6688CE">
                    <a:alpha val="1922"/>
                  </a:srgbClr>
                </a:gs>
                <a:gs pos="71429">
                  <a:srgbClr val="6688CE">
                    <a:alpha val="904"/>
                  </a:srgbClr>
                </a:gs>
                <a:gs pos="85714">
                  <a:srgbClr val="6688CE">
                    <a:alpha val="359"/>
                  </a:srgbClr>
                </a:gs>
                <a:gs pos="100000">
                  <a:srgbClr val="6688CE">
                    <a:alpha val="1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Splat 474"/>
            <p:cNvSpPr>
              <a:spLocks noGrp="1"/>
            </p:cNvSpPr>
            <p:nvPr/>
          </p:nvSpPr>
          <p:spPr>
            <a:xfrm rot="-8554460">
              <a:off x="3178313" y="2271149"/>
              <a:ext cx="365910" cy="197998"/>
            </a:xfrm>
            <a:prstGeom prst="ellipse">
              <a:avLst/>
            </a:prstGeom>
            <a:gradFill>
              <a:gsLst>
                <a:gs pos="0">
                  <a:srgbClr val="A9B693">
                    <a:alpha val="1852"/>
                  </a:srgbClr>
                </a:gs>
                <a:gs pos="14286">
                  <a:srgbClr val="A9B693">
                    <a:alpha val="1703"/>
                  </a:srgbClr>
                </a:gs>
                <a:gs pos="28571">
                  <a:srgbClr val="A9B693">
                    <a:alpha val="1325"/>
                  </a:srgbClr>
                </a:gs>
                <a:gs pos="42857">
                  <a:srgbClr val="A9B693">
                    <a:alpha val="871"/>
                  </a:srgbClr>
                </a:gs>
                <a:gs pos="57143">
                  <a:srgbClr val="A9B693">
                    <a:alpha val="484"/>
                  </a:srgbClr>
                </a:gs>
                <a:gs pos="71429">
                  <a:srgbClr val="A9B693">
                    <a:alpha val="227"/>
                  </a:srgbClr>
                </a:gs>
                <a:gs pos="85714">
                  <a:srgbClr val="A9B693">
                    <a:alpha val="90"/>
                  </a:srgbClr>
                </a:gs>
                <a:gs pos="100000">
                  <a:srgbClr val="A9B693">
                    <a:alpha val="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Splat 475"/>
            <p:cNvSpPr>
              <a:spLocks noGrp="1"/>
            </p:cNvSpPr>
            <p:nvPr/>
          </p:nvSpPr>
          <p:spPr>
            <a:xfrm rot="4815270">
              <a:off x="2270988" y="527223"/>
              <a:ext cx="431116" cy="425831"/>
            </a:xfrm>
            <a:prstGeom prst="ellipse">
              <a:avLst/>
            </a:prstGeom>
            <a:gradFill>
              <a:gsLst>
                <a:gs pos="0">
                  <a:srgbClr val="44374F">
                    <a:alpha val="2701"/>
                  </a:srgbClr>
                </a:gs>
                <a:gs pos="14286">
                  <a:srgbClr val="44374F">
                    <a:alpha val="2486"/>
                  </a:srgbClr>
                </a:gs>
                <a:gs pos="28571">
                  <a:srgbClr val="44374F">
                    <a:alpha val="1935"/>
                  </a:srgbClr>
                </a:gs>
                <a:gs pos="42857">
                  <a:srgbClr val="44374F">
                    <a:alpha val="1274"/>
                  </a:srgbClr>
                </a:gs>
                <a:gs pos="57143">
                  <a:srgbClr val="44374F">
                    <a:alpha val="708"/>
                  </a:srgbClr>
                </a:gs>
                <a:gs pos="71429">
                  <a:srgbClr val="44374F">
                    <a:alpha val="332"/>
                  </a:srgbClr>
                </a:gs>
                <a:gs pos="85714">
                  <a:srgbClr val="44374F">
                    <a:alpha val="131"/>
                  </a:srgbClr>
                </a:gs>
                <a:gs pos="100000">
                  <a:srgbClr val="44374F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Splat 476"/>
            <p:cNvSpPr>
              <a:spLocks noGrp="1"/>
            </p:cNvSpPr>
            <p:nvPr/>
          </p:nvSpPr>
          <p:spPr>
            <a:xfrm rot="6012771">
              <a:off x="2437995" y="2251614"/>
              <a:ext cx="362669" cy="352794"/>
            </a:xfrm>
            <a:prstGeom prst="ellipse">
              <a:avLst/>
            </a:prstGeom>
            <a:gradFill>
              <a:gsLst>
                <a:gs pos="0">
                  <a:srgbClr val="FFED00">
                    <a:alpha val="2283"/>
                  </a:srgbClr>
                </a:gs>
                <a:gs pos="14286">
                  <a:srgbClr val="FFED00">
                    <a:alpha val="2100"/>
                  </a:srgbClr>
                </a:gs>
                <a:gs pos="28571">
                  <a:srgbClr val="FFED00">
                    <a:alpha val="1635"/>
                  </a:srgbClr>
                </a:gs>
                <a:gs pos="42857">
                  <a:srgbClr val="FFED00">
                    <a:alpha val="1075"/>
                  </a:srgbClr>
                </a:gs>
                <a:gs pos="57143">
                  <a:srgbClr val="FFED00">
                    <a:alpha val="597"/>
                  </a:srgbClr>
                </a:gs>
                <a:gs pos="71429">
                  <a:srgbClr val="FFED00">
                    <a:alpha val="280"/>
                  </a:srgbClr>
                </a:gs>
                <a:gs pos="85714">
                  <a:srgbClr val="FFED00">
                    <a:alpha val="111"/>
                  </a:srgbClr>
                </a:gs>
                <a:gs pos="100000">
                  <a:srgbClr val="FFED00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Splat 477"/>
            <p:cNvSpPr>
              <a:spLocks noGrp="1"/>
            </p:cNvSpPr>
            <p:nvPr/>
          </p:nvSpPr>
          <p:spPr>
            <a:xfrm rot="5292535">
              <a:off x="1732741" y="2300251"/>
              <a:ext cx="166125" cy="26664"/>
            </a:xfrm>
            <a:prstGeom prst="ellipse">
              <a:avLst/>
            </a:prstGeom>
            <a:gradFill>
              <a:gsLst>
                <a:gs pos="0">
                  <a:srgbClr val="FFF3BC">
                    <a:alpha val="32968"/>
                  </a:srgbClr>
                </a:gs>
                <a:gs pos="14286">
                  <a:srgbClr val="FFF3BC">
                    <a:alpha val="30764"/>
                  </a:srgbClr>
                </a:gs>
                <a:gs pos="28571">
                  <a:srgbClr val="FFF3BC">
                    <a:alpha val="24833"/>
                  </a:srgbClr>
                </a:gs>
                <a:gs pos="42857">
                  <a:srgbClr val="FFF3BC">
                    <a:alpha val="17075"/>
                  </a:srgbClr>
                </a:gs>
                <a:gs pos="57143">
                  <a:srgbClr val="FFF3BC">
                    <a:alpha val="9855"/>
                  </a:srgbClr>
                </a:gs>
                <a:gs pos="71429">
                  <a:srgbClr val="FFF3BC">
                    <a:alpha val="4740"/>
                  </a:srgbClr>
                </a:gs>
                <a:gs pos="85714">
                  <a:srgbClr val="FFF3BC">
                    <a:alpha val="1902"/>
                  </a:srgbClr>
                </a:gs>
                <a:gs pos="100000">
                  <a:srgbClr val="FFF3B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Splat 478"/>
            <p:cNvSpPr>
              <a:spLocks noGrp="1"/>
            </p:cNvSpPr>
            <p:nvPr/>
          </p:nvSpPr>
          <p:spPr>
            <a:xfrm rot="8129919">
              <a:off x="407074" y="1962677"/>
              <a:ext cx="401284" cy="371760"/>
            </a:xfrm>
            <a:prstGeom prst="ellipse">
              <a:avLst/>
            </a:prstGeom>
            <a:gradFill>
              <a:gsLst>
                <a:gs pos="0">
                  <a:srgbClr val="555069">
                    <a:alpha val="3702"/>
                  </a:srgbClr>
                </a:gs>
                <a:gs pos="14286">
                  <a:srgbClr val="555069">
                    <a:alpha val="3407"/>
                  </a:srgbClr>
                </a:gs>
                <a:gs pos="28571">
                  <a:srgbClr val="555069">
                    <a:alpha val="2656"/>
                  </a:srgbClr>
                </a:gs>
                <a:gs pos="42857">
                  <a:srgbClr val="555069">
                    <a:alpha val="1750"/>
                  </a:srgbClr>
                </a:gs>
                <a:gs pos="57143">
                  <a:srgbClr val="555069">
                    <a:alpha val="974"/>
                  </a:srgbClr>
                </a:gs>
                <a:gs pos="71429">
                  <a:srgbClr val="555069">
                    <a:alpha val="457"/>
                  </a:srgbClr>
                </a:gs>
                <a:gs pos="85714">
                  <a:srgbClr val="555069">
                    <a:alpha val="181"/>
                  </a:srgbClr>
                </a:gs>
                <a:gs pos="100000">
                  <a:srgbClr val="555069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Splat 479"/>
            <p:cNvSpPr>
              <a:spLocks noGrp="1"/>
            </p:cNvSpPr>
            <p:nvPr/>
          </p:nvSpPr>
          <p:spPr>
            <a:xfrm rot="-10796762">
              <a:off x="922962" y="916891"/>
              <a:ext cx="395612" cy="247116"/>
            </a:xfrm>
            <a:prstGeom prst="ellipse">
              <a:avLst/>
            </a:prstGeom>
            <a:gradFill>
              <a:gsLst>
                <a:gs pos="0">
                  <a:srgbClr val="5998ED">
                    <a:alpha val="7238"/>
                  </a:srgbClr>
                </a:gs>
                <a:gs pos="14286">
                  <a:srgbClr val="5998ED">
                    <a:alpha val="6673"/>
                  </a:srgbClr>
                </a:gs>
                <a:gs pos="28571">
                  <a:srgbClr val="5998ED">
                    <a:alpha val="5221"/>
                  </a:srgbClr>
                </a:gs>
                <a:gs pos="42857">
                  <a:srgbClr val="5998ED">
                    <a:alpha val="3456"/>
                  </a:srgbClr>
                </a:gs>
                <a:gs pos="57143">
                  <a:srgbClr val="5998ED">
                    <a:alpha val="1930"/>
                  </a:srgbClr>
                </a:gs>
                <a:gs pos="71429">
                  <a:srgbClr val="5998ED">
                    <a:alpha val="908"/>
                  </a:srgbClr>
                </a:gs>
                <a:gs pos="85714">
                  <a:srgbClr val="5998ED">
                    <a:alpha val="360"/>
                  </a:srgbClr>
                </a:gs>
                <a:gs pos="100000">
                  <a:srgbClr val="5998ED">
                    <a:alpha val="1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Splat 480"/>
            <p:cNvSpPr>
              <a:spLocks noGrp="1"/>
            </p:cNvSpPr>
            <p:nvPr/>
          </p:nvSpPr>
          <p:spPr>
            <a:xfrm rot="10561187">
              <a:off x="1700379" y="868475"/>
              <a:ext cx="434653" cy="340354"/>
            </a:xfrm>
            <a:prstGeom prst="ellipse">
              <a:avLst/>
            </a:prstGeom>
            <a:gradFill>
              <a:gsLst>
                <a:gs pos="0">
                  <a:srgbClr val="040000">
                    <a:alpha val="22659"/>
                  </a:srgbClr>
                </a:gs>
                <a:gs pos="14286">
                  <a:srgbClr val="040000">
                    <a:alpha val="21035"/>
                  </a:srgbClr>
                </a:gs>
                <a:gs pos="28571">
                  <a:srgbClr val="040000">
                    <a:alpha val="16754"/>
                  </a:srgbClr>
                </a:gs>
                <a:gs pos="42857">
                  <a:srgbClr val="040000">
                    <a:alpha val="11332"/>
                  </a:srgbClr>
                </a:gs>
                <a:gs pos="57143">
                  <a:srgbClr val="040000">
                    <a:alpha val="6447"/>
                  </a:srgbClr>
                </a:gs>
                <a:gs pos="71429">
                  <a:srgbClr val="040000">
                    <a:alpha val="3071"/>
                  </a:srgbClr>
                </a:gs>
                <a:gs pos="85714">
                  <a:srgbClr val="040000">
                    <a:alpha val="1226"/>
                  </a:srgbClr>
                </a:gs>
                <a:gs pos="100000">
                  <a:srgbClr val="040000">
                    <a:alpha val="4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Splat 481"/>
            <p:cNvSpPr>
              <a:spLocks noGrp="1"/>
            </p:cNvSpPr>
            <p:nvPr/>
          </p:nvSpPr>
          <p:spPr>
            <a:xfrm rot="4185628">
              <a:off x="2359593" y="538762"/>
              <a:ext cx="435936" cy="414592"/>
            </a:xfrm>
            <a:prstGeom prst="ellipse">
              <a:avLst/>
            </a:prstGeom>
            <a:gradFill>
              <a:gsLst>
                <a:gs pos="0">
                  <a:srgbClr val="37467F">
                    <a:alpha val="4539"/>
                  </a:srgbClr>
                </a:gs>
                <a:gs pos="14286">
                  <a:srgbClr val="37467F">
                    <a:alpha val="4179"/>
                  </a:srgbClr>
                </a:gs>
                <a:gs pos="28571">
                  <a:srgbClr val="37467F">
                    <a:alpha val="3261"/>
                  </a:srgbClr>
                </a:gs>
                <a:gs pos="42857">
                  <a:srgbClr val="37467F">
                    <a:alpha val="2151"/>
                  </a:srgbClr>
                </a:gs>
                <a:gs pos="57143">
                  <a:srgbClr val="37467F">
                    <a:alpha val="1198"/>
                  </a:srgbClr>
                </a:gs>
                <a:gs pos="71429">
                  <a:srgbClr val="37467F">
                    <a:alpha val="562"/>
                  </a:srgbClr>
                </a:gs>
                <a:gs pos="85714">
                  <a:srgbClr val="37467F">
                    <a:alpha val="223"/>
                  </a:srgbClr>
                </a:gs>
                <a:gs pos="100000">
                  <a:srgbClr val="37467F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Splat 482"/>
            <p:cNvSpPr>
              <a:spLocks noGrp="1"/>
            </p:cNvSpPr>
            <p:nvPr/>
          </p:nvSpPr>
          <p:spPr>
            <a:xfrm rot="5627526">
              <a:off x="1277457" y="1944083"/>
              <a:ext cx="530872" cy="501473"/>
            </a:xfrm>
            <a:prstGeom prst="ellipse">
              <a:avLst/>
            </a:prstGeom>
            <a:gradFill>
              <a:gsLst>
                <a:gs pos="0">
                  <a:srgbClr val="6E504A">
                    <a:alpha val="13327"/>
                  </a:srgbClr>
                </a:gs>
                <a:gs pos="14286">
                  <a:srgbClr val="6E504A">
                    <a:alpha val="12318"/>
                  </a:srgbClr>
                </a:gs>
                <a:gs pos="28571">
                  <a:srgbClr val="6E504A">
                    <a:alpha val="9703"/>
                  </a:srgbClr>
                </a:gs>
                <a:gs pos="42857">
                  <a:srgbClr val="6E504A">
                    <a:alpha val="6476"/>
                  </a:srgbClr>
                </a:gs>
                <a:gs pos="57143">
                  <a:srgbClr val="6E504A">
                    <a:alpha val="3642"/>
                  </a:srgbClr>
                </a:gs>
                <a:gs pos="71429">
                  <a:srgbClr val="6E504A">
                    <a:alpha val="1721"/>
                  </a:srgbClr>
                </a:gs>
                <a:gs pos="85714">
                  <a:srgbClr val="6E504A">
                    <a:alpha val="684"/>
                  </a:srgbClr>
                </a:gs>
                <a:gs pos="100000">
                  <a:srgbClr val="6E504A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Splat 483"/>
            <p:cNvSpPr>
              <a:spLocks noGrp="1"/>
            </p:cNvSpPr>
            <p:nvPr/>
          </p:nvSpPr>
          <p:spPr>
            <a:xfrm rot="5502905">
              <a:off x="2324633" y="977331"/>
              <a:ext cx="413230" cy="412585"/>
            </a:xfrm>
            <a:prstGeom prst="ellipse">
              <a:avLst/>
            </a:prstGeom>
            <a:gradFill>
              <a:gsLst>
                <a:gs pos="0">
                  <a:srgbClr val="02336D">
                    <a:alpha val="1601"/>
                  </a:srgbClr>
                </a:gs>
                <a:gs pos="14286">
                  <a:srgbClr val="02336D">
                    <a:alpha val="1472"/>
                  </a:srgbClr>
                </a:gs>
                <a:gs pos="28571">
                  <a:srgbClr val="02336D">
                    <a:alpha val="1145"/>
                  </a:srgbClr>
                </a:gs>
                <a:gs pos="42857">
                  <a:srgbClr val="02336D">
                    <a:alpha val="753"/>
                  </a:srgbClr>
                </a:gs>
                <a:gs pos="57143">
                  <a:srgbClr val="02336D">
                    <a:alpha val="418"/>
                  </a:srgbClr>
                </a:gs>
                <a:gs pos="71429">
                  <a:srgbClr val="02336D">
                    <a:alpha val="196"/>
                  </a:srgbClr>
                </a:gs>
                <a:gs pos="85714">
                  <a:srgbClr val="02336D">
                    <a:alpha val="77"/>
                  </a:srgbClr>
                </a:gs>
                <a:gs pos="100000">
                  <a:srgbClr val="02336D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Splat 484"/>
            <p:cNvSpPr>
              <a:spLocks noGrp="1"/>
            </p:cNvSpPr>
            <p:nvPr/>
          </p:nvSpPr>
          <p:spPr>
            <a:xfrm rot="2777836">
              <a:off x="447454" y="1868137"/>
              <a:ext cx="414162" cy="347856"/>
            </a:xfrm>
            <a:prstGeom prst="ellipse">
              <a:avLst/>
            </a:prstGeom>
            <a:gradFill>
              <a:gsLst>
                <a:gs pos="0">
                  <a:srgbClr val="A6A7C1">
                    <a:alpha val="5204"/>
                  </a:srgbClr>
                </a:gs>
                <a:gs pos="14286">
                  <a:srgbClr val="A6A7C1">
                    <a:alpha val="4793"/>
                  </a:srgbClr>
                </a:gs>
                <a:gs pos="28571">
                  <a:srgbClr val="A6A7C1">
                    <a:alpha val="3742"/>
                  </a:srgbClr>
                </a:gs>
                <a:gs pos="42857">
                  <a:srgbClr val="A6A7C1">
                    <a:alpha val="2471"/>
                  </a:srgbClr>
                </a:gs>
                <a:gs pos="57143">
                  <a:srgbClr val="A6A7C1">
                    <a:alpha val="1377"/>
                  </a:srgbClr>
                </a:gs>
                <a:gs pos="71429">
                  <a:srgbClr val="A6A7C1">
                    <a:alpha val="647"/>
                  </a:srgbClr>
                </a:gs>
                <a:gs pos="85714">
                  <a:srgbClr val="A6A7C1">
                    <a:alpha val="256"/>
                  </a:srgbClr>
                </a:gs>
                <a:gs pos="100000">
                  <a:srgbClr val="A6A7C1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Splat 485"/>
            <p:cNvSpPr>
              <a:spLocks noGrp="1"/>
            </p:cNvSpPr>
            <p:nvPr/>
          </p:nvSpPr>
          <p:spPr>
            <a:xfrm rot="6948856">
              <a:off x="-121873" y="953970"/>
              <a:ext cx="492707" cy="267435"/>
            </a:xfrm>
            <a:prstGeom prst="ellipse">
              <a:avLst/>
            </a:prstGeom>
            <a:gradFill>
              <a:gsLst>
                <a:gs pos="0">
                  <a:srgbClr val="1B1D00">
                    <a:alpha val="32968"/>
                  </a:srgbClr>
                </a:gs>
                <a:gs pos="14286">
                  <a:srgbClr val="1B1D00">
                    <a:alpha val="30764"/>
                  </a:srgbClr>
                </a:gs>
                <a:gs pos="28571">
                  <a:srgbClr val="1B1D00">
                    <a:alpha val="24833"/>
                  </a:srgbClr>
                </a:gs>
                <a:gs pos="42857">
                  <a:srgbClr val="1B1D00">
                    <a:alpha val="17075"/>
                  </a:srgbClr>
                </a:gs>
                <a:gs pos="57143">
                  <a:srgbClr val="1B1D00">
                    <a:alpha val="9855"/>
                  </a:srgbClr>
                </a:gs>
                <a:gs pos="71429">
                  <a:srgbClr val="1B1D00">
                    <a:alpha val="4740"/>
                  </a:srgbClr>
                </a:gs>
                <a:gs pos="85714">
                  <a:srgbClr val="1B1D00">
                    <a:alpha val="1902"/>
                  </a:srgbClr>
                </a:gs>
                <a:gs pos="100000">
                  <a:srgbClr val="1B1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Splat 486"/>
            <p:cNvSpPr>
              <a:spLocks noGrp="1"/>
            </p:cNvSpPr>
            <p:nvPr/>
          </p:nvSpPr>
          <p:spPr>
            <a:xfrm rot="5304476">
              <a:off x="1765639" y="2285858"/>
              <a:ext cx="166776" cy="48775"/>
            </a:xfrm>
            <a:prstGeom prst="ellipse">
              <a:avLst/>
            </a:prstGeom>
            <a:gradFill>
              <a:gsLst>
                <a:gs pos="0">
                  <a:srgbClr val="FFF8C4">
                    <a:alpha val="32968"/>
                  </a:srgbClr>
                </a:gs>
                <a:gs pos="14286">
                  <a:srgbClr val="FFF8C4">
                    <a:alpha val="30764"/>
                  </a:srgbClr>
                </a:gs>
                <a:gs pos="28571">
                  <a:srgbClr val="FFF8C4">
                    <a:alpha val="24833"/>
                  </a:srgbClr>
                </a:gs>
                <a:gs pos="42857">
                  <a:srgbClr val="FFF8C4">
                    <a:alpha val="17075"/>
                  </a:srgbClr>
                </a:gs>
                <a:gs pos="57143">
                  <a:srgbClr val="FFF8C4">
                    <a:alpha val="9855"/>
                  </a:srgbClr>
                </a:gs>
                <a:gs pos="71429">
                  <a:srgbClr val="FFF8C4">
                    <a:alpha val="4740"/>
                  </a:srgbClr>
                </a:gs>
                <a:gs pos="85714">
                  <a:srgbClr val="FFF8C4">
                    <a:alpha val="1902"/>
                  </a:srgbClr>
                </a:gs>
                <a:gs pos="100000">
                  <a:srgbClr val="FFF8C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Splat 487"/>
            <p:cNvSpPr>
              <a:spLocks noGrp="1"/>
            </p:cNvSpPr>
            <p:nvPr/>
          </p:nvSpPr>
          <p:spPr>
            <a:xfrm rot="8570763">
              <a:off x="3370492" y="1895105"/>
              <a:ext cx="536170" cy="377084"/>
            </a:xfrm>
            <a:prstGeom prst="ellipse">
              <a:avLst/>
            </a:prstGeom>
            <a:gradFill>
              <a:gsLst>
                <a:gs pos="0">
                  <a:srgbClr val="425A48">
                    <a:alpha val="1593"/>
                  </a:srgbClr>
                </a:gs>
                <a:gs pos="14286">
                  <a:srgbClr val="425A48">
                    <a:alpha val="1465"/>
                  </a:srgbClr>
                </a:gs>
                <a:gs pos="28571">
                  <a:srgbClr val="425A48">
                    <a:alpha val="1139"/>
                  </a:srgbClr>
                </a:gs>
                <a:gs pos="42857">
                  <a:srgbClr val="425A48">
                    <a:alpha val="749"/>
                  </a:srgbClr>
                </a:gs>
                <a:gs pos="57143">
                  <a:srgbClr val="425A48">
                    <a:alpha val="416"/>
                  </a:srgbClr>
                </a:gs>
                <a:gs pos="71429">
                  <a:srgbClr val="425A48">
                    <a:alpha val="195"/>
                  </a:srgbClr>
                </a:gs>
                <a:gs pos="85714">
                  <a:srgbClr val="425A48">
                    <a:alpha val="77"/>
                  </a:srgbClr>
                </a:gs>
                <a:gs pos="100000">
                  <a:srgbClr val="425A48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Splat 488"/>
            <p:cNvSpPr>
              <a:spLocks noGrp="1"/>
            </p:cNvSpPr>
            <p:nvPr/>
          </p:nvSpPr>
          <p:spPr>
            <a:xfrm rot="10774549">
              <a:off x="1725367" y="1324884"/>
              <a:ext cx="396177" cy="386449"/>
            </a:xfrm>
            <a:prstGeom prst="ellipse">
              <a:avLst/>
            </a:prstGeom>
            <a:gradFill>
              <a:gsLst>
                <a:gs pos="0">
                  <a:srgbClr val="495301">
                    <a:alpha val="7836"/>
                  </a:srgbClr>
                </a:gs>
                <a:gs pos="14286">
                  <a:srgbClr val="495301">
                    <a:alpha val="7226"/>
                  </a:srgbClr>
                </a:gs>
                <a:gs pos="28571">
                  <a:srgbClr val="495301">
                    <a:alpha val="5657"/>
                  </a:srgbClr>
                </a:gs>
                <a:gs pos="42857">
                  <a:srgbClr val="495301">
                    <a:alpha val="3748"/>
                  </a:srgbClr>
                </a:gs>
                <a:gs pos="57143">
                  <a:srgbClr val="495301">
                    <a:alpha val="2094"/>
                  </a:srgbClr>
                </a:gs>
                <a:gs pos="71429">
                  <a:srgbClr val="495301">
                    <a:alpha val="986"/>
                  </a:srgbClr>
                </a:gs>
                <a:gs pos="85714">
                  <a:srgbClr val="495301">
                    <a:alpha val="391"/>
                  </a:srgbClr>
                </a:gs>
                <a:gs pos="100000">
                  <a:srgbClr val="495301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Splat 489"/>
            <p:cNvSpPr>
              <a:spLocks noGrp="1"/>
            </p:cNvSpPr>
            <p:nvPr/>
          </p:nvSpPr>
          <p:spPr>
            <a:xfrm rot="5038749">
              <a:off x="1533896" y="2128837"/>
              <a:ext cx="515410" cy="76391"/>
            </a:xfrm>
            <a:prstGeom prst="ellipse">
              <a:avLst/>
            </a:prstGeom>
            <a:gradFill>
              <a:gsLst>
                <a:gs pos="0">
                  <a:srgbClr val="FFB700">
                    <a:alpha val="14329"/>
                  </a:srgbClr>
                </a:gs>
                <a:gs pos="14286">
                  <a:srgbClr val="FFB700">
                    <a:alpha val="13251"/>
                  </a:srgbClr>
                </a:gs>
                <a:gs pos="28571">
                  <a:srgbClr val="FFB700">
                    <a:alpha val="10450"/>
                  </a:srgbClr>
                </a:gs>
                <a:gs pos="42857">
                  <a:srgbClr val="FFB700">
                    <a:alpha val="6984"/>
                  </a:srgbClr>
                </a:gs>
                <a:gs pos="57143">
                  <a:srgbClr val="FFB700">
                    <a:alpha val="3932"/>
                  </a:srgbClr>
                </a:gs>
                <a:gs pos="71429">
                  <a:srgbClr val="FFB700">
                    <a:alpha val="1860"/>
                  </a:srgbClr>
                </a:gs>
                <a:gs pos="85714">
                  <a:srgbClr val="FFB700">
                    <a:alpha val="740"/>
                  </a:srgbClr>
                </a:gs>
                <a:gs pos="100000">
                  <a:srgbClr val="FFB700">
                    <a:alpha val="2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Splat 490"/>
            <p:cNvSpPr>
              <a:spLocks noGrp="1"/>
            </p:cNvSpPr>
            <p:nvPr/>
          </p:nvSpPr>
          <p:spPr>
            <a:xfrm rot="5442167">
              <a:off x="1665616" y="2229465"/>
              <a:ext cx="268116" cy="43179"/>
            </a:xfrm>
            <a:prstGeom prst="ellipse">
              <a:avLst/>
            </a:prstGeom>
            <a:gradFill>
              <a:gsLst>
                <a:gs pos="0">
                  <a:srgbClr val="FFFEEF">
                    <a:alpha val="32968"/>
                  </a:srgbClr>
                </a:gs>
                <a:gs pos="14286">
                  <a:srgbClr val="FFFEEF">
                    <a:alpha val="30764"/>
                  </a:srgbClr>
                </a:gs>
                <a:gs pos="28571">
                  <a:srgbClr val="FFFEEF">
                    <a:alpha val="24833"/>
                  </a:srgbClr>
                </a:gs>
                <a:gs pos="42857">
                  <a:srgbClr val="FFFEEF">
                    <a:alpha val="17075"/>
                  </a:srgbClr>
                </a:gs>
                <a:gs pos="57143">
                  <a:srgbClr val="FFFEEF">
                    <a:alpha val="9855"/>
                  </a:srgbClr>
                </a:gs>
                <a:gs pos="71429">
                  <a:srgbClr val="FFFEEF">
                    <a:alpha val="4740"/>
                  </a:srgbClr>
                </a:gs>
                <a:gs pos="85714">
                  <a:srgbClr val="FFFEEF">
                    <a:alpha val="1902"/>
                  </a:srgbClr>
                </a:gs>
                <a:gs pos="100000">
                  <a:srgbClr val="FFFE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Splat 491"/>
            <p:cNvSpPr>
              <a:spLocks noGrp="1"/>
            </p:cNvSpPr>
            <p:nvPr/>
          </p:nvSpPr>
          <p:spPr>
            <a:xfrm rot="4604352">
              <a:off x="233683" y="1457866"/>
              <a:ext cx="442152" cy="372352"/>
            </a:xfrm>
            <a:prstGeom prst="ellipse">
              <a:avLst/>
            </a:prstGeom>
            <a:gradFill>
              <a:gsLst>
                <a:gs pos="0">
                  <a:srgbClr val="000100">
                    <a:alpha val="15468"/>
                  </a:srgbClr>
                </a:gs>
                <a:gs pos="14286">
                  <a:srgbClr val="000100">
                    <a:alpha val="14311"/>
                  </a:srgbClr>
                </a:gs>
                <a:gs pos="28571">
                  <a:srgbClr val="000100">
                    <a:alpha val="11301"/>
                  </a:srgbClr>
                </a:gs>
                <a:gs pos="42857">
                  <a:srgbClr val="000100">
                    <a:alpha val="7564"/>
                  </a:srgbClr>
                </a:gs>
                <a:gs pos="57143">
                  <a:srgbClr val="000100">
                    <a:alpha val="4265"/>
                  </a:srgbClr>
                </a:gs>
                <a:gs pos="71429">
                  <a:srgbClr val="000100">
                    <a:alpha val="2020"/>
                  </a:srgbClr>
                </a:gs>
                <a:gs pos="85714">
                  <a:srgbClr val="000100">
                    <a:alpha val="804"/>
                  </a:srgbClr>
                </a:gs>
                <a:gs pos="100000">
                  <a:srgbClr val="000100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Splat 492"/>
            <p:cNvSpPr>
              <a:spLocks noGrp="1"/>
            </p:cNvSpPr>
            <p:nvPr/>
          </p:nvSpPr>
          <p:spPr>
            <a:xfrm rot="10252682">
              <a:off x="1729640" y="1051726"/>
              <a:ext cx="382776" cy="376075"/>
            </a:xfrm>
            <a:prstGeom prst="ellipse">
              <a:avLst/>
            </a:prstGeom>
            <a:gradFill>
              <a:gsLst>
                <a:gs pos="0">
                  <a:srgbClr val="4F493C">
                    <a:alpha val="3341"/>
                  </a:srgbClr>
                </a:gs>
                <a:gs pos="14286">
                  <a:srgbClr val="4F493C">
                    <a:alpha val="3075"/>
                  </a:srgbClr>
                </a:gs>
                <a:gs pos="28571">
                  <a:srgbClr val="4F493C">
                    <a:alpha val="2396"/>
                  </a:srgbClr>
                </a:gs>
                <a:gs pos="42857">
                  <a:srgbClr val="4F493C">
                    <a:alpha val="1578"/>
                  </a:srgbClr>
                </a:gs>
                <a:gs pos="57143">
                  <a:srgbClr val="4F493C">
                    <a:alpha val="877"/>
                  </a:srgbClr>
                </a:gs>
                <a:gs pos="71429">
                  <a:srgbClr val="4F493C">
                    <a:alpha val="412"/>
                  </a:srgbClr>
                </a:gs>
                <a:gs pos="85714">
                  <a:srgbClr val="4F493C">
                    <a:alpha val="163"/>
                  </a:srgbClr>
                </a:gs>
                <a:gs pos="100000">
                  <a:srgbClr val="4F493C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Splat 493"/>
            <p:cNvSpPr>
              <a:spLocks noGrp="1"/>
            </p:cNvSpPr>
            <p:nvPr/>
          </p:nvSpPr>
          <p:spPr>
            <a:xfrm rot="-10753131">
              <a:off x="2318038" y="547370"/>
              <a:ext cx="405591" cy="401399"/>
            </a:xfrm>
            <a:prstGeom prst="ellipse">
              <a:avLst/>
            </a:prstGeom>
            <a:gradFill>
              <a:gsLst>
                <a:gs pos="0">
                  <a:srgbClr val="001100">
                    <a:alpha val="7323"/>
                  </a:srgbClr>
                </a:gs>
                <a:gs pos="14286">
                  <a:srgbClr val="001100">
                    <a:alpha val="6751"/>
                  </a:srgbClr>
                </a:gs>
                <a:gs pos="28571">
                  <a:srgbClr val="001100">
                    <a:alpha val="5282"/>
                  </a:srgbClr>
                </a:gs>
                <a:gs pos="42857">
                  <a:srgbClr val="001100">
                    <a:alpha val="3497"/>
                  </a:srgbClr>
                </a:gs>
                <a:gs pos="57143">
                  <a:srgbClr val="001100">
                    <a:alpha val="1953"/>
                  </a:srgbClr>
                </a:gs>
                <a:gs pos="71429">
                  <a:srgbClr val="001100">
                    <a:alpha val="919"/>
                  </a:srgbClr>
                </a:gs>
                <a:gs pos="85714">
                  <a:srgbClr val="001100">
                    <a:alpha val="364"/>
                  </a:srgbClr>
                </a:gs>
                <a:gs pos="100000">
                  <a:srgbClr val="001100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Splat 494"/>
            <p:cNvSpPr>
              <a:spLocks noGrp="1"/>
            </p:cNvSpPr>
            <p:nvPr/>
          </p:nvSpPr>
          <p:spPr>
            <a:xfrm rot="8659493">
              <a:off x="81413" y="946846"/>
              <a:ext cx="424296" cy="341005"/>
            </a:xfrm>
            <a:prstGeom prst="ellipse">
              <a:avLst/>
            </a:prstGeom>
            <a:gradFill>
              <a:gsLst>
                <a:gs pos="0">
                  <a:srgbClr val="190000">
                    <a:alpha val="32968"/>
                  </a:srgbClr>
                </a:gs>
                <a:gs pos="14286">
                  <a:srgbClr val="190000">
                    <a:alpha val="30764"/>
                  </a:srgbClr>
                </a:gs>
                <a:gs pos="28571">
                  <a:srgbClr val="190000">
                    <a:alpha val="24833"/>
                  </a:srgbClr>
                </a:gs>
                <a:gs pos="42857">
                  <a:srgbClr val="190000">
                    <a:alpha val="17075"/>
                  </a:srgbClr>
                </a:gs>
                <a:gs pos="57143">
                  <a:srgbClr val="190000">
                    <a:alpha val="9855"/>
                  </a:srgbClr>
                </a:gs>
                <a:gs pos="71429">
                  <a:srgbClr val="190000">
                    <a:alpha val="4740"/>
                  </a:srgbClr>
                </a:gs>
                <a:gs pos="85714">
                  <a:srgbClr val="190000">
                    <a:alpha val="1902"/>
                  </a:srgbClr>
                </a:gs>
                <a:gs pos="100000">
                  <a:srgbClr val="1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Splat 495"/>
            <p:cNvSpPr>
              <a:spLocks noGrp="1"/>
            </p:cNvSpPr>
            <p:nvPr/>
          </p:nvSpPr>
          <p:spPr>
            <a:xfrm rot="8183870">
              <a:off x="255048" y="882800"/>
              <a:ext cx="523828" cy="288926"/>
            </a:xfrm>
            <a:prstGeom prst="ellipse">
              <a:avLst/>
            </a:prstGeom>
            <a:gradFill>
              <a:gsLst>
                <a:gs pos="0">
                  <a:srgbClr val="446CAA">
                    <a:alpha val="7933"/>
                  </a:srgbClr>
                </a:gs>
                <a:gs pos="14286">
                  <a:srgbClr val="446CAA">
                    <a:alpha val="7316"/>
                  </a:srgbClr>
                </a:gs>
                <a:gs pos="28571">
                  <a:srgbClr val="446CAA">
                    <a:alpha val="5728"/>
                  </a:srgbClr>
                </a:gs>
                <a:gs pos="42857">
                  <a:srgbClr val="446CAA">
                    <a:alpha val="3795"/>
                  </a:srgbClr>
                </a:gs>
                <a:gs pos="57143">
                  <a:srgbClr val="446CAA">
                    <a:alpha val="2121"/>
                  </a:srgbClr>
                </a:gs>
                <a:gs pos="71429">
                  <a:srgbClr val="446CAA">
                    <a:alpha val="999"/>
                  </a:srgbClr>
                </a:gs>
                <a:gs pos="85714">
                  <a:srgbClr val="446CAA">
                    <a:alpha val="396"/>
                  </a:srgbClr>
                </a:gs>
                <a:gs pos="100000">
                  <a:srgbClr val="446CAA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Splat 496"/>
            <p:cNvSpPr>
              <a:spLocks noGrp="1"/>
            </p:cNvSpPr>
            <p:nvPr/>
          </p:nvSpPr>
          <p:spPr>
            <a:xfrm rot="4662252">
              <a:off x="3150967" y="1535957"/>
              <a:ext cx="512848" cy="340481"/>
            </a:xfrm>
            <a:prstGeom prst="ellipse">
              <a:avLst/>
            </a:prstGeom>
            <a:gradFill>
              <a:gsLst>
                <a:gs pos="0">
                  <a:srgbClr val="00417D">
                    <a:alpha val="17295"/>
                  </a:srgbClr>
                </a:gs>
                <a:gs pos="14286">
                  <a:srgbClr val="00417D">
                    <a:alpha val="16015"/>
                  </a:srgbClr>
                </a:gs>
                <a:gs pos="28571">
                  <a:srgbClr val="00417D">
                    <a:alpha val="12673"/>
                  </a:srgbClr>
                </a:gs>
                <a:gs pos="42857">
                  <a:srgbClr val="00417D">
                    <a:alpha val="8505"/>
                  </a:srgbClr>
                </a:gs>
                <a:gs pos="57143">
                  <a:srgbClr val="00417D">
                    <a:alpha val="4806"/>
                  </a:srgbClr>
                </a:gs>
                <a:gs pos="71429">
                  <a:srgbClr val="00417D">
                    <a:alpha val="2279"/>
                  </a:srgbClr>
                </a:gs>
                <a:gs pos="85714">
                  <a:srgbClr val="00417D">
                    <a:alpha val="908"/>
                  </a:srgbClr>
                </a:gs>
                <a:gs pos="100000">
                  <a:srgbClr val="00417D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Splat 497"/>
            <p:cNvSpPr>
              <a:spLocks noGrp="1"/>
            </p:cNvSpPr>
            <p:nvPr/>
          </p:nvSpPr>
          <p:spPr>
            <a:xfrm rot="9397634">
              <a:off x="1378209" y="2211783"/>
              <a:ext cx="370035" cy="331347"/>
            </a:xfrm>
            <a:prstGeom prst="ellipse">
              <a:avLst/>
            </a:prstGeom>
            <a:gradFill>
              <a:gsLst>
                <a:gs pos="0">
                  <a:srgbClr val="000000">
                    <a:alpha val="5229"/>
                  </a:srgbClr>
                </a:gs>
                <a:gs pos="14286">
                  <a:srgbClr val="000000">
                    <a:alpha val="4817"/>
                  </a:srgbClr>
                </a:gs>
                <a:gs pos="28571">
                  <a:srgbClr val="000000">
                    <a:alpha val="3761"/>
                  </a:srgbClr>
                </a:gs>
                <a:gs pos="42857">
                  <a:srgbClr val="000000">
                    <a:alpha val="2483"/>
                  </a:srgbClr>
                </a:gs>
                <a:gs pos="57143">
                  <a:srgbClr val="000000">
                    <a:alpha val="1383"/>
                  </a:srgbClr>
                </a:gs>
                <a:gs pos="71429">
                  <a:srgbClr val="000000">
                    <a:alpha val="650"/>
                  </a:srgbClr>
                </a:gs>
                <a:gs pos="85714">
                  <a:srgbClr val="000000">
                    <a:alpha val="258"/>
                  </a:srgbClr>
                </a:gs>
                <a:gs pos="100000">
                  <a:srgbClr val="000000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Splat 498"/>
            <p:cNvSpPr>
              <a:spLocks noGrp="1"/>
            </p:cNvSpPr>
            <p:nvPr/>
          </p:nvSpPr>
          <p:spPr>
            <a:xfrm rot="4955773">
              <a:off x="1597247" y="1707741"/>
              <a:ext cx="363039" cy="68542"/>
            </a:xfrm>
            <a:prstGeom prst="ellipse">
              <a:avLst/>
            </a:prstGeom>
            <a:gradFill>
              <a:gsLst>
                <a:gs pos="0">
                  <a:srgbClr val="92A688">
                    <a:alpha val="8357"/>
                  </a:srgbClr>
                </a:gs>
                <a:gs pos="14286">
                  <a:srgbClr val="92A688">
                    <a:alpha val="7707"/>
                  </a:srgbClr>
                </a:gs>
                <a:gs pos="28571">
                  <a:srgbClr val="92A688">
                    <a:alpha val="6038"/>
                  </a:srgbClr>
                </a:gs>
                <a:gs pos="42857">
                  <a:srgbClr val="92A688">
                    <a:alpha val="4002"/>
                  </a:srgbClr>
                </a:gs>
                <a:gs pos="57143">
                  <a:srgbClr val="92A688">
                    <a:alpha val="2238"/>
                  </a:srgbClr>
                </a:gs>
                <a:gs pos="71429">
                  <a:srgbClr val="92A688">
                    <a:alpha val="1054"/>
                  </a:srgbClr>
                </a:gs>
                <a:gs pos="85714">
                  <a:srgbClr val="92A688">
                    <a:alpha val="418"/>
                  </a:srgbClr>
                </a:gs>
                <a:gs pos="100000">
                  <a:srgbClr val="92A688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Splat 499"/>
            <p:cNvSpPr>
              <a:spLocks noGrp="1"/>
            </p:cNvSpPr>
            <p:nvPr/>
          </p:nvSpPr>
          <p:spPr>
            <a:xfrm rot="6143141">
              <a:off x="515384" y="1902363"/>
              <a:ext cx="374872" cy="344324"/>
            </a:xfrm>
            <a:prstGeom prst="ellipse">
              <a:avLst/>
            </a:prstGeom>
            <a:gradFill>
              <a:gsLst>
                <a:gs pos="0">
                  <a:srgbClr val="6C8164">
                    <a:alpha val="2184"/>
                  </a:srgbClr>
                </a:gs>
                <a:gs pos="14286">
                  <a:srgbClr val="6C8164">
                    <a:alpha val="2009"/>
                  </a:srgbClr>
                </a:gs>
                <a:gs pos="28571">
                  <a:srgbClr val="6C8164">
                    <a:alpha val="1564"/>
                  </a:srgbClr>
                </a:gs>
                <a:gs pos="42857">
                  <a:srgbClr val="6C8164">
                    <a:alpha val="1028"/>
                  </a:srgbClr>
                </a:gs>
                <a:gs pos="57143">
                  <a:srgbClr val="6C8164">
                    <a:alpha val="571"/>
                  </a:srgbClr>
                </a:gs>
                <a:gs pos="71429">
                  <a:srgbClr val="6C8164">
                    <a:alpha val="268"/>
                  </a:srgbClr>
                </a:gs>
                <a:gs pos="85714">
                  <a:srgbClr val="6C8164">
                    <a:alpha val="106"/>
                  </a:srgbClr>
                </a:gs>
                <a:gs pos="100000">
                  <a:srgbClr val="6C8164">
                    <a:alpha val="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Splat 500"/>
            <p:cNvSpPr>
              <a:spLocks noGrp="1"/>
            </p:cNvSpPr>
            <p:nvPr/>
          </p:nvSpPr>
          <p:spPr>
            <a:xfrm rot="-10187347">
              <a:off x="-147878" y="1256300"/>
              <a:ext cx="484519" cy="287048"/>
            </a:xfrm>
            <a:prstGeom prst="ellipse">
              <a:avLst/>
            </a:prstGeom>
            <a:gradFill>
              <a:gsLst>
                <a:gs pos="0">
                  <a:srgbClr val="505584">
                    <a:alpha val="11221"/>
                  </a:srgbClr>
                </a:gs>
                <a:gs pos="14286">
                  <a:srgbClr val="505584">
                    <a:alpha val="10362"/>
                  </a:srgbClr>
                </a:gs>
                <a:gs pos="28571">
                  <a:srgbClr val="505584">
                    <a:alpha val="8143"/>
                  </a:srgbClr>
                </a:gs>
                <a:gs pos="42857">
                  <a:srgbClr val="505584">
                    <a:alpha val="5419"/>
                  </a:srgbClr>
                </a:gs>
                <a:gs pos="57143">
                  <a:srgbClr val="505584">
                    <a:alpha val="3040"/>
                  </a:srgbClr>
                </a:gs>
                <a:gs pos="71429">
                  <a:srgbClr val="505584">
                    <a:alpha val="1435"/>
                  </a:srgbClr>
                </a:gs>
                <a:gs pos="85714">
                  <a:srgbClr val="505584">
                    <a:alpha val="570"/>
                  </a:srgbClr>
                </a:gs>
                <a:gs pos="100000">
                  <a:srgbClr val="505584">
                    <a:alpha val="1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Splat 501"/>
            <p:cNvSpPr>
              <a:spLocks noGrp="1"/>
            </p:cNvSpPr>
            <p:nvPr/>
          </p:nvSpPr>
          <p:spPr>
            <a:xfrm rot="8007720">
              <a:off x="-220031" y="1885202"/>
              <a:ext cx="497797" cy="331077"/>
            </a:xfrm>
            <a:prstGeom prst="ellipse">
              <a:avLst/>
            </a:prstGeom>
            <a:gradFill>
              <a:gsLst>
                <a:gs pos="0">
                  <a:srgbClr val="977A00">
                    <a:alpha val="14127"/>
                  </a:srgbClr>
                </a:gs>
                <a:gs pos="14286">
                  <a:srgbClr val="977A00">
                    <a:alpha val="13062"/>
                  </a:srgbClr>
                </a:gs>
                <a:gs pos="28571">
                  <a:srgbClr val="977A00">
                    <a:alpha val="10299"/>
                  </a:srgbClr>
                </a:gs>
                <a:gs pos="42857">
                  <a:srgbClr val="977A00">
                    <a:alpha val="6881"/>
                  </a:srgbClr>
                </a:gs>
                <a:gs pos="57143">
                  <a:srgbClr val="977A00">
                    <a:alpha val="3873"/>
                  </a:srgbClr>
                </a:gs>
                <a:gs pos="71429">
                  <a:srgbClr val="977A00">
                    <a:alpha val="1832"/>
                  </a:srgbClr>
                </a:gs>
                <a:gs pos="85714">
                  <a:srgbClr val="977A00">
                    <a:alpha val="728"/>
                  </a:srgbClr>
                </a:gs>
                <a:gs pos="100000">
                  <a:srgbClr val="977A00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Splat 502"/>
            <p:cNvSpPr>
              <a:spLocks noGrp="1"/>
            </p:cNvSpPr>
            <p:nvPr/>
          </p:nvSpPr>
          <p:spPr>
            <a:xfrm rot="-8293158">
              <a:off x="-75412" y="1882841"/>
              <a:ext cx="399575" cy="277909"/>
            </a:xfrm>
            <a:prstGeom prst="ellipse">
              <a:avLst/>
            </a:prstGeom>
            <a:gradFill>
              <a:gsLst>
                <a:gs pos="0">
                  <a:srgbClr val="231A00">
                    <a:alpha val="21885"/>
                  </a:srgbClr>
                </a:gs>
                <a:gs pos="14286">
                  <a:srgbClr val="231A00">
                    <a:alpha val="20308"/>
                  </a:srgbClr>
                </a:gs>
                <a:gs pos="28571">
                  <a:srgbClr val="231A00">
                    <a:alpha val="16160"/>
                  </a:srgbClr>
                </a:gs>
                <a:gs pos="42857">
                  <a:srgbClr val="231A00">
                    <a:alpha val="10918"/>
                  </a:srgbClr>
                </a:gs>
                <a:gs pos="57143">
                  <a:srgbClr val="231A00">
                    <a:alpha val="6205"/>
                  </a:srgbClr>
                </a:gs>
                <a:gs pos="71429">
                  <a:srgbClr val="231A00">
                    <a:alpha val="2954"/>
                  </a:srgbClr>
                </a:gs>
                <a:gs pos="85714">
                  <a:srgbClr val="231A00">
                    <a:alpha val="1179"/>
                  </a:srgbClr>
                </a:gs>
                <a:gs pos="100000">
                  <a:srgbClr val="231A00">
                    <a:alpha val="3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Splat 503"/>
            <p:cNvSpPr>
              <a:spLocks noGrp="1"/>
            </p:cNvSpPr>
            <p:nvPr/>
          </p:nvSpPr>
          <p:spPr>
            <a:xfrm rot="8931724">
              <a:off x="460459" y="2366434"/>
              <a:ext cx="318859" cy="23621"/>
            </a:xfrm>
            <a:prstGeom prst="ellipse">
              <a:avLst/>
            </a:prstGeom>
            <a:gradFill>
              <a:gsLst>
                <a:gs pos="0">
                  <a:srgbClr val="FFFFDB">
                    <a:alpha val="32968"/>
                  </a:srgbClr>
                </a:gs>
                <a:gs pos="14286">
                  <a:srgbClr val="FFFFDB">
                    <a:alpha val="30764"/>
                  </a:srgbClr>
                </a:gs>
                <a:gs pos="28571">
                  <a:srgbClr val="FFFFDB">
                    <a:alpha val="24833"/>
                  </a:srgbClr>
                </a:gs>
                <a:gs pos="42857">
                  <a:srgbClr val="FFFFDB">
                    <a:alpha val="17075"/>
                  </a:srgbClr>
                </a:gs>
                <a:gs pos="57143">
                  <a:srgbClr val="FFFFDB">
                    <a:alpha val="9855"/>
                  </a:srgbClr>
                </a:gs>
                <a:gs pos="71429">
                  <a:srgbClr val="FFFFDB">
                    <a:alpha val="4740"/>
                  </a:srgbClr>
                </a:gs>
                <a:gs pos="85714">
                  <a:srgbClr val="FFFFDB">
                    <a:alpha val="1902"/>
                  </a:srgbClr>
                </a:gs>
                <a:gs pos="100000">
                  <a:srgbClr val="FFFFD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Splat 504"/>
            <p:cNvSpPr>
              <a:spLocks noGrp="1"/>
            </p:cNvSpPr>
            <p:nvPr/>
          </p:nvSpPr>
          <p:spPr>
            <a:xfrm rot="4351118">
              <a:off x="1768295" y="1188063"/>
              <a:ext cx="380791" cy="373020"/>
            </a:xfrm>
            <a:prstGeom prst="ellipse">
              <a:avLst/>
            </a:prstGeom>
            <a:gradFill>
              <a:gsLst>
                <a:gs pos="0">
                  <a:srgbClr val="596D42">
                    <a:alpha val="2779"/>
                  </a:srgbClr>
                </a:gs>
                <a:gs pos="14286">
                  <a:srgbClr val="596D42">
                    <a:alpha val="2557"/>
                  </a:srgbClr>
                </a:gs>
                <a:gs pos="28571">
                  <a:srgbClr val="596D42">
                    <a:alpha val="1991"/>
                  </a:srgbClr>
                </a:gs>
                <a:gs pos="42857">
                  <a:srgbClr val="596D42">
                    <a:alpha val="1311"/>
                  </a:srgbClr>
                </a:gs>
                <a:gs pos="57143">
                  <a:srgbClr val="596D42">
                    <a:alpha val="728"/>
                  </a:srgbClr>
                </a:gs>
                <a:gs pos="71429">
                  <a:srgbClr val="596D42">
                    <a:alpha val="342"/>
                  </a:srgbClr>
                </a:gs>
                <a:gs pos="85714">
                  <a:srgbClr val="596D42">
                    <a:alpha val="135"/>
                  </a:srgbClr>
                </a:gs>
                <a:gs pos="100000">
                  <a:srgbClr val="596D42">
                    <a:alpha val="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Splat 505"/>
            <p:cNvSpPr>
              <a:spLocks noGrp="1"/>
            </p:cNvSpPr>
            <p:nvPr/>
          </p:nvSpPr>
          <p:spPr>
            <a:xfrm rot="9851620">
              <a:off x="1647901" y="927276"/>
              <a:ext cx="375936" cy="276044"/>
            </a:xfrm>
            <a:prstGeom prst="ellipse">
              <a:avLst/>
            </a:prstGeom>
            <a:gradFill>
              <a:gsLst>
                <a:gs pos="0">
                  <a:srgbClr val="0F0000">
                    <a:alpha val="32825"/>
                  </a:srgbClr>
                </a:gs>
                <a:gs pos="14286">
                  <a:srgbClr val="0F0000">
                    <a:alpha val="30628"/>
                  </a:srgbClr>
                </a:gs>
                <a:gs pos="28571">
                  <a:srgbClr val="0F0000">
                    <a:alpha val="24719"/>
                  </a:srgbClr>
                </a:gs>
                <a:gs pos="42857">
                  <a:srgbClr val="0F0000">
                    <a:alpha val="16993"/>
                  </a:srgbClr>
                </a:gs>
                <a:gs pos="57143">
                  <a:srgbClr val="0F0000">
                    <a:alpha val="9805"/>
                  </a:srgbClr>
                </a:gs>
                <a:gs pos="71429">
                  <a:srgbClr val="0F0000">
                    <a:alpha val="4716"/>
                  </a:srgbClr>
                </a:gs>
                <a:gs pos="85714">
                  <a:srgbClr val="0F0000">
                    <a:alpha val="1892"/>
                  </a:srgbClr>
                </a:gs>
                <a:gs pos="100000">
                  <a:srgbClr val="0F0000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Splat 506"/>
            <p:cNvSpPr>
              <a:spLocks noGrp="1"/>
            </p:cNvSpPr>
            <p:nvPr/>
          </p:nvSpPr>
          <p:spPr>
            <a:xfrm rot="3963887">
              <a:off x="1576797" y="841814"/>
              <a:ext cx="416902" cy="90516"/>
            </a:xfrm>
            <a:prstGeom prst="ellipse">
              <a:avLst/>
            </a:prstGeom>
            <a:gradFill>
              <a:gsLst>
                <a:gs pos="0">
                  <a:srgbClr val="5E87DB">
                    <a:alpha val="6275"/>
                  </a:srgbClr>
                </a:gs>
                <a:gs pos="14286">
                  <a:srgbClr val="5E87DB">
                    <a:alpha val="5782"/>
                  </a:srgbClr>
                </a:gs>
                <a:gs pos="28571">
                  <a:srgbClr val="5E87DB">
                    <a:alpha val="4519"/>
                  </a:srgbClr>
                </a:gs>
                <a:gs pos="42857">
                  <a:srgbClr val="5E87DB">
                    <a:alpha val="2988"/>
                  </a:srgbClr>
                </a:gs>
                <a:gs pos="57143">
                  <a:srgbClr val="5E87DB">
                    <a:alpha val="1667"/>
                  </a:srgbClr>
                </a:gs>
                <a:gs pos="71429">
                  <a:srgbClr val="5E87DB">
                    <a:alpha val="784"/>
                  </a:srgbClr>
                </a:gs>
                <a:gs pos="85714">
                  <a:srgbClr val="5E87DB">
                    <a:alpha val="311"/>
                  </a:srgbClr>
                </a:gs>
                <a:gs pos="100000">
                  <a:srgbClr val="5E87DB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Splat 507"/>
            <p:cNvSpPr>
              <a:spLocks noGrp="1"/>
            </p:cNvSpPr>
            <p:nvPr/>
          </p:nvSpPr>
          <p:spPr>
            <a:xfrm rot="-10396398">
              <a:off x="1454461" y="1194924"/>
              <a:ext cx="494115" cy="487115"/>
            </a:xfrm>
            <a:prstGeom prst="ellipse">
              <a:avLst/>
            </a:prstGeom>
            <a:gradFill>
              <a:gsLst>
                <a:gs pos="0">
                  <a:srgbClr val="1A4200">
                    <a:alpha val="2869"/>
                  </a:srgbClr>
                </a:gs>
                <a:gs pos="14286">
                  <a:srgbClr val="1A4200">
                    <a:alpha val="2640"/>
                  </a:srgbClr>
                </a:gs>
                <a:gs pos="28571">
                  <a:srgbClr val="1A4200">
                    <a:alpha val="2056"/>
                  </a:srgbClr>
                </a:gs>
                <a:gs pos="42857">
                  <a:srgbClr val="1A4200">
                    <a:alpha val="1353"/>
                  </a:srgbClr>
                </a:gs>
                <a:gs pos="57143">
                  <a:srgbClr val="1A4200">
                    <a:alpha val="752"/>
                  </a:srgbClr>
                </a:gs>
                <a:gs pos="71429">
                  <a:srgbClr val="1A4200">
                    <a:alpha val="353"/>
                  </a:srgbClr>
                </a:gs>
                <a:gs pos="85714">
                  <a:srgbClr val="1A4200">
                    <a:alpha val="140"/>
                  </a:srgbClr>
                </a:gs>
                <a:gs pos="100000">
                  <a:srgbClr val="1A4200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Splat 508"/>
            <p:cNvSpPr>
              <a:spLocks noGrp="1"/>
            </p:cNvSpPr>
            <p:nvPr/>
          </p:nvSpPr>
          <p:spPr>
            <a:xfrm rot="-10704136">
              <a:off x="1742376" y="1084318"/>
              <a:ext cx="368778" cy="367725"/>
            </a:xfrm>
            <a:prstGeom prst="ellipse">
              <a:avLst/>
            </a:prstGeom>
            <a:gradFill>
              <a:gsLst>
                <a:gs pos="0">
                  <a:srgbClr val="42495E">
                    <a:alpha val="3121"/>
                  </a:srgbClr>
                </a:gs>
                <a:gs pos="14286">
                  <a:srgbClr val="42495E">
                    <a:alpha val="2872"/>
                  </a:srgbClr>
                </a:gs>
                <a:gs pos="28571">
                  <a:srgbClr val="42495E">
                    <a:alpha val="2237"/>
                  </a:srgbClr>
                </a:gs>
                <a:gs pos="42857">
                  <a:srgbClr val="42495E">
                    <a:alpha val="1473"/>
                  </a:srgbClr>
                </a:gs>
                <a:gs pos="57143">
                  <a:srgbClr val="42495E">
                    <a:alpha val="819"/>
                  </a:srgbClr>
                </a:gs>
                <a:gs pos="71429">
                  <a:srgbClr val="42495E">
                    <a:alpha val="384"/>
                  </a:srgbClr>
                </a:gs>
                <a:gs pos="85714">
                  <a:srgbClr val="42495E">
                    <a:alpha val="152"/>
                  </a:srgbClr>
                </a:gs>
                <a:gs pos="100000">
                  <a:srgbClr val="42495E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Splat 509"/>
            <p:cNvSpPr>
              <a:spLocks noGrp="1"/>
            </p:cNvSpPr>
            <p:nvPr/>
          </p:nvSpPr>
          <p:spPr>
            <a:xfrm rot="2787761">
              <a:off x="2046036" y="1943132"/>
              <a:ext cx="394152" cy="363277"/>
            </a:xfrm>
            <a:prstGeom prst="ellipse">
              <a:avLst/>
            </a:prstGeom>
            <a:gradFill>
              <a:gsLst>
                <a:gs pos="0">
                  <a:srgbClr val="5D1E00">
                    <a:alpha val="9980"/>
                  </a:srgbClr>
                </a:gs>
                <a:gs pos="14286">
                  <a:srgbClr val="5D1E00">
                    <a:alpha val="9211"/>
                  </a:srgbClr>
                </a:gs>
                <a:gs pos="28571">
                  <a:srgbClr val="5D1E00">
                    <a:alpha val="7228"/>
                  </a:srgbClr>
                </a:gs>
                <a:gs pos="42857">
                  <a:srgbClr val="5D1E00">
                    <a:alpha val="4802"/>
                  </a:srgbClr>
                </a:gs>
                <a:gs pos="57143">
                  <a:srgbClr val="5D1E00">
                    <a:alpha val="2690"/>
                  </a:srgbClr>
                </a:gs>
                <a:gs pos="71429">
                  <a:srgbClr val="5D1E00">
                    <a:alpha val="1268"/>
                  </a:srgbClr>
                </a:gs>
                <a:gs pos="85714">
                  <a:srgbClr val="5D1E00">
                    <a:alpha val="503"/>
                  </a:srgbClr>
                </a:gs>
                <a:gs pos="100000">
                  <a:srgbClr val="5D1E00">
                    <a:alpha val="1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Splat 510"/>
            <p:cNvSpPr>
              <a:spLocks noGrp="1"/>
            </p:cNvSpPr>
            <p:nvPr/>
          </p:nvSpPr>
          <p:spPr>
            <a:xfrm rot="5635142">
              <a:off x="1615530" y="1856726"/>
              <a:ext cx="383777" cy="69049"/>
            </a:xfrm>
            <a:prstGeom prst="ellipse">
              <a:avLst/>
            </a:prstGeom>
            <a:gradFill>
              <a:gsLst>
                <a:gs pos="0">
                  <a:srgbClr val="FFE7C5">
                    <a:alpha val="31499"/>
                  </a:srgbClr>
                </a:gs>
                <a:gs pos="14286">
                  <a:srgbClr val="FFE7C5">
                    <a:alpha val="29370"/>
                  </a:srgbClr>
                </a:gs>
                <a:gs pos="28571">
                  <a:srgbClr val="FFE7C5">
                    <a:alpha val="23661"/>
                  </a:srgbClr>
                </a:gs>
                <a:gs pos="42857">
                  <a:srgbClr val="FFE7C5">
                    <a:alpha val="16229"/>
                  </a:srgbClr>
                </a:gs>
                <a:gs pos="57143">
                  <a:srgbClr val="FFE7C5">
                    <a:alpha val="9346"/>
                  </a:srgbClr>
                </a:gs>
                <a:gs pos="71429">
                  <a:srgbClr val="FFE7C5">
                    <a:alpha val="4489"/>
                  </a:srgbClr>
                </a:gs>
                <a:gs pos="85714">
                  <a:srgbClr val="FFE7C5">
                    <a:alpha val="1800"/>
                  </a:srgbClr>
                </a:gs>
                <a:gs pos="100000">
                  <a:srgbClr val="FFE7C5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Splat 511"/>
            <p:cNvSpPr>
              <a:spLocks noGrp="1"/>
            </p:cNvSpPr>
            <p:nvPr/>
          </p:nvSpPr>
          <p:spPr>
            <a:xfrm rot="-10522124">
              <a:off x="1754667" y="1083448"/>
              <a:ext cx="375472" cy="370406"/>
            </a:xfrm>
            <a:prstGeom prst="ellipse">
              <a:avLst/>
            </a:prstGeom>
            <a:gradFill>
              <a:gsLst>
                <a:gs pos="0">
                  <a:srgbClr val="002863">
                    <a:alpha val="3992"/>
                  </a:srgbClr>
                </a:gs>
                <a:gs pos="14286">
                  <a:srgbClr val="002863">
                    <a:alpha val="3675"/>
                  </a:srgbClr>
                </a:gs>
                <a:gs pos="28571">
                  <a:srgbClr val="002863">
                    <a:alpha val="2866"/>
                  </a:srgbClr>
                </a:gs>
                <a:gs pos="42857">
                  <a:srgbClr val="002863">
                    <a:alpha val="1889"/>
                  </a:srgbClr>
                </a:gs>
                <a:gs pos="57143">
                  <a:srgbClr val="002863">
                    <a:alpha val="1051"/>
                  </a:srgbClr>
                </a:gs>
                <a:gs pos="71429">
                  <a:srgbClr val="002863">
                    <a:alpha val="493"/>
                  </a:srgbClr>
                </a:gs>
                <a:gs pos="85714">
                  <a:srgbClr val="002863">
                    <a:alpha val="195"/>
                  </a:srgbClr>
                </a:gs>
                <a:gs pos="100000">
                  <a:srgbClr val="002863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Splat 512"/>
            <p:cNvSpPr>
              <a:spLocks noGrp="1"/>
            </p:cNvSpPr>
            <p:nvPr/>
          </p:nvSpPr>
          <p:spPr>
            <a:xfrm rot="7268198">
              <a:off x="632" y="1562142"/>
              <a:ext cx="372854" cy="350529"/>
            </a:xfrm>
            <a:prstGeom prst="ellipse">
              <a:avLst/>
            </a:prstGeom>
            <a:gradFill>
              <a:gsLst>
                <a:gs pos="0">
                  <a:srgbClr val="2148D4">
                    <a:alpha val="4251"/>
                  </a:srgbClr>
                </a:gs>
                <a:gs pos="14286">
                  <a:srgbClr val="2148D4">
                    <a:alpha val="3914"/>
                  </a:srgbClr>
                </a:gs>
                <a:gs pos="28571">
                  <a:srgbClr val="2148D4">
                    <a:alpha val="3053"/>
                  </a:srgbClr>
                </a:gs>
                <a:gs pos="42857">
                  <a:srgbClr val="2148D4">
                    <a:alpha val="2013"/>
                  </a:srgbClr>
                </a:gs>
                <a:gs pos="57143">
                  <a:srgbClr val="2148D4">
                    <a:alpha val="1120"/>
                  </a:srgbClr>
                </a:gs>
                <a:gs pos="71429">
                  <a:srgbClr val="2148D4">
                    <a:alpha val="526"/>
                  </a:srgbClr>
                </a:gs>
                <a:gs pos="85714">
                  <a:srgbClr val="2148D4">
                    <a:alpha val="208"/>
                  </a:srgbClr>
                </a:gs>
                <a:gs pos="100000">
                  <a:srgbClr val="2148D4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Splat 513"/>
            <p:cNvSpPr>
              <a:spLocks noGrp="1"/>
            </p:cNvSpPr>
            <p:nvPr/>
          </p:nvSpPr>
          <p:spPr>
            <a:xfrm rot="8208986">
              <a:off x="786948" y="1571449"/>
              <a:ext cx="540479" cy="471169"/>
            </a:xfrm>
            <a:prstGeom prst="ellipse">
              <a:avLst/>
            </a:prstGeom>
            <a:gradFill>
              <a:gsLst>
                <a:gs pos="0">
                  <a:srgbClr val="1E0D00">
                    <a:alpha val="29766"/>
                  </a:srgbClr>
                </a:gs>
                <a:gs pos="14286">
                  <a:srgbClr val="1E0D00">
                    <a:alpha val="27730"/>
                  </a:srgbClr>
                </a:gs>
                <a:gs pos="28571">
                  <a:srgbClr val="1E0D00">
                    <a:alpha val="22288"/>
                  </a:srgbClr>
                </a:gs>
                <a:gs pos="42857">
                  <a:srgbClr val="1E0D00">
                    <a:alpha val="15244"/>
                  </a:srgbClr>
                </a:gs>
                <a:gs pos="57143">
                  <a:srgbClr val="1E0D00">
                    <a:alpha val="8757"/>
                  </a:srgbClr>
                </a:gs>
                <a:gs pos="71429">
                  <a:srgbClr val="1E0D00">
                    <a:alpha val="4199"/>
                  </a:srgbClr>
                </a:gs>
                <a:gs pos="85714">
                  <a:srgbClr val="1E0D00">
                    <a:alpha val="1682"/>
                  </a:srgbClr>
                </a:gs>
                <a:gs pos="100000">
                  <a:srgbClr val="1E0D00">
                    <a:alpha val="5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Splat 514"/>
            <p:cNvSpPr>
              <a:spLocks noGrp="1"/>
            </p:cNvSpPr>
            <p:nvPr/>
          </p:nvSpPr>
          <p:spPr>
            <a:xfrm rot="6091187">
              <a:off x="2307688" y="573217"/>
              <a:ext cx="386160" cy="382491"/>
            </a:xfrm>
            <a:prstGeom prst="ellipse">
              <a:avLst/>
            </a:prstGeom>
            <a:gradFill>
              <a:gsLst>
                <a:gs pos="0">
                  <a:srgbClr val="001D00">
                    <a:alpha val="5252"/>
                  </a:srgbClr>
                </a:gs>
                <a:gs pos="14286">
                  <a:srgbClr val="001D00">
                    <a:alpha val="4838"/>
                  </a:srgbClr>
                </a:gs>
                <a:gs pos="28571">
                  <a:srgbClr val="001D00">
                    <a:alpha val="3777"/>
                  </a:srgbClr>
                </a:gs>
                <a:gs pos="42857">
                  <a:srgbClr val="001D00">
                    <a:alpha val="2494"/>
                  </a:srgbClr>
                </a:gs>
                <a:gs pos="57143">
                  <a:srgbClr val="001D00">
                    <a:alpha val="1390"/>
                  </a:srgbClr>
                </a:gs>
                <a:gs pos="71429">
                  <a:srgbClr val="001D00">
                    <a:alpha val="653"/>
                  </a:srgbClr>
                </a:gs>
                <a:gs pos="85714">
                  <a:srgbClr val="001D00">
                    <a:alpha val="259"/>
                  </a:srgbClr>
                </a:gs>
                <a:gs pos="100000">
                  <a:srgbClr val="001D00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Splat 515"/>
            <p:cNvSpPr>
              <a:spLocks noGrp="1"/>
            </p:cNvSpPr>
            <p:nvPr/>
          </p:nvSpPr>
          <p:spPr>
            <a:xfrm rot="5285230">
              <a:off x="1570554" y="1750908"/>
              <a:ext cx="449192" cy="36449"/>
            </a:xfrm>
            <a:prstGeom prst="ellipse">
              <a:avLst/>
            </a:prstGeom>
            <a:gradFill>
              <a:gsLst>
                <a:gs pos="0">
                  <a:srgbClr val="FFF7D7">
                    <a:alpha val="32968"/>
                  </a:srgbClr>
                </a:gs>
                <a:gs pos="14286">
                  <a:srgbClr val="FFF7D7">
                    <a:alpha val="30764"/>
                  </a:srgbClr>
                </a:gs>
                <a:gs pos="28571">
                  <a:srgbClr val="FFF7D7">
                    <a:alpha val="24833"/>
                  </a:srgbClr>
                </a:gs>
                <a:gs pos="42857">
                  <a:srgbClr val="FFF7D7">
                    <a:alpha val="17075"/>
                  </a:srgbClr>
                </a:gs>
                <a:gs pos="57143">
                  <a:srgbClr val="FFF7D7">
                    <a:alpha val="9855"/>
                  </a:srgbClr>
                </a:gs>
                <a:gs pos="71429">
                  <a:srgbClr val="FFF7D7">
                    <a:alpha val="4740"/>
                  </a:srgbClr>
                </a:gs>
                <a:gs pos="85714">
                  <a:srgbClr val="FFF7D7">
                    <a:alpha val="1902"/>
                  </a:srgbClr>
                </a:gs>
                <a:gs pos="100000">
                  <a:srgbClr val="FFF7D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Splat 516"/>
            <p:cNvSpPr>
              <a:spLocks noGrp="1"/>
            </p:cNvSpPr>
            <p:nvPr/>
          </p:nvSpPr>
          <p:spPr>
            <a:xfrm rot="9848182">
              <a:off x="1365735" y="2212038"/>
              <a:ext cx="354948" cy="320194"/>
            </a:xfrm>
            <a:prstGeom prst="ellipse">
              <a:avLst/>
            </a:prstGeom>
            <a:gradFill>
              <a:gsLst>
                <a:gs pos="0">
                  <a:srgbClr val="000000">
                    <a:alpha val="7836"/>
                  </a:srgbClr>
                </a:gs>
                <a:gs pos="14286">
                  <a:srgbClr val="000000">
                    <a:alpha val="7225"/>
                  </a:srgbClr>
                </a:gs>
                <a:gs pos="28571">
                  <a:srgbClr val="000000">
                    <a:alpha val="5657"/>
                  </a:srgbClr>
                </a:gs>
                <a:gs pos="42857">
                  <a:srgbClr val="000000">
                    <a:alpha val="3747"/>
                  </a:srgbClr>
                </a:gs>
                <a:gs pos="57143">
                  <a:srgbClr val="000000">
                    <a:alpha val="2094"/>
                  </a:srgbClr>
                </a:gs>
                <a:gs pos="71429">
                  <a:srgbClr val="000000">
                    <a:alpha val="986"/>
                  </a:srgbClr>
                </a:gs>
                <a:gs pos="85714">
                  <a:srgbClr val="000000">
                    <a:alpha val="391"/>
                  </a:srgbClr>
                </a:gs>
                <a:gs pos="100000">
                  <a:srgbClr val="000000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Splat 517"/>
            <p:cNvSpPr>
              <a:spLocks noGrp="1"/>
            </p:cNvSpPr>
            <p:nvPr/>
          </p:nvSpPr>
          <p:spPr>
            <a:xfrm rot="4881340">
              <a:off x="1346201" y="2108896"/>
              <a:ext cx="625658" cy="168692"/>
            </a:xfrm>
            <a:prstGeom prst="ellipse">
              <a:avLst/>
            </a:prstGeom>
            <a:gradFill>
              <a:gsLst>
                <a:gs pos="0">
                  <a:srgbClr val="5E4E32">
                    <a:alpha val="31650"/>
                  </a:srgbClr>
                </a:gs>
                <a:gs pos="14286">
                  <a:srgbClr val="5E4E32">
                    <a:alpha val="29514"/>
                  </a:srgbClr>
                </a:gs>
                <a:gs pos="28571">
                  <a:srgbClr val="5E4E32">
                    <a:alpha val="23782"/>
                  </a:srgbClr>
                </a:gs>
                <a:gs pos="42857">
                  <a:srgbClr val="5E4E32">
                    <a:alpha val="16316"/>
                  </a:srgbClr>
                </a:gs>
                <a:gs pos="57143">
                  <a:srgbClr val="5E4E32">
                    <a:alpha val="9399"/>
                  </a:srgbClr>
                </a:gs>
                <a:gs pos="71429">
                  <a:srgbClr val="5E4E32">
                    <a:alpha val="4515"/>
                  </a:srgbClr>
                </a:gs>
                <a:gs pos="85714">
                  <a:srgbClr val="5E4E32">
                    <a:alpha val="1810"/>
                  </a:srgbClr>
                </a:gs>
                <a:gs pos="100000">
                  <a:srgbClr val="5E4E32">
                    <a:alpha val="6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Splat 518"/>
            <p:cNvSpPr>
              <a:spLocks noGrp="1"/>
            </p:cNvSpPr>
            <p:nvPr/>
          </p:nvSpPr>
          <p:spPr>
            <a:xfrm rot="6748991">
              <a:off x="958257" y="1631278"/>
              <a:ext cx="456129" cy="375958"/>
            </a:xfrm>
            <a:prstGeom prst="ellipse">
              <a:avLst/>
            </a:prstGeom>
            <a:gradFill>
              <a:gsLst>
                <a:gs pos="0">
                  <a:srgbClr val="3B4C00">
                    <a:alpha val="10030"/>
                  </a:srgbClr>
                </a:gs>
                <a:gs pos="14286">
                  <a:srgbClr val="3B4C00">
                    <a:alpha val="9258"/>
                  </a:srgbClr>
                </a:gs>
                <a:gs pos="28571">
                  <a:srgbClr val="3B4C00">
                    <a:alpha val="7265"/>
                  </a:srgbClr>
                </a:gs>
                <a:gs pos="42857">
                  <a:srgbClr val="3B4C00">
                    <a:alpha val="4827"/>
                  </a:srgbClr>
                </a:gs>
                <a:gs pos="57143">
                  <a:srgbClr val="3B4C00">
                    <a:alpha val="2704"/>
                  </a:srgbClr>
                </a:gs>
                <a:gs pos="71429">
                  <a:srgbClr val="3B4C00">
                    <a:alpha val="1275"/>
                  </a:srgbClr>
                </a:gs>
                <a:gs pos="85714">
                  <a:srgbClr val="3B4C00">
                    <a:alpha val="506"/>
                  </a:srgbClr>
                </a:gs>
                <a:gs pos="100000">
                  <a:srgbClr val="3B4C00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Splat 519"/>
            <p:cNvSpPr>
              <a:spLocks noGrp="1"/>
            </p:cNvSpPr>
            <p:nvPr/>
          </p:nvSpPr>
          <p:spPr>
            <a:xfrm rot="4219649">
              <a:off x="1596922" y="2166399"/>
              <a:ext cx="468140" cy="35772"/>
            </a:xfrm>
            <a:prstGeom prst="ellipse">
              <a:avLst/>
            </a:prstGeom>
            <a:gradFill>
              <a:gsLst>
                <a:gs pos="0">
                  <a:srgbClr val="FBD397">
                    <a:alpha val="26597"/>
                  </a:srgbClr>
                </a:gs>
                <a:gs pos="14286">
                  <a:srgbClr val="FBD397">
                    <a:alpha val="24738"/>
                  </a:srgbClr>
                </a:gs>
                <a:gs pos="28571">
                  <a:srgbClr val="FBD397">
                    <a:alpha val="19801"/>
                  </a:srgbClr>
                </a:gs>
                <a:gs pos="42857">
                  <a:srgbClr val="FBD397">
                    <a:alpha val="13475"/>
                  </a:srgbClr>
                </a:gs>
                <a:gs pos="57143">
                  <a:srgbClr val="FBD397">
                    <a:alpha val="7707"/>
                  </a:srgbClr>
                </a:gs>
                <a:gs pos="71429">
                  <a:srgbClr val="FBD397">
                    <a:alpha val="3684"/>
                  </a:srgbClr>
                </a:gs>
                <a:gs pos="85714">
                  <a:srgbClr val="FBD397">
                    <a:alpha val="1473"/>
                  </a:srgbClr>
                </a:gs>
                <a:gs pos="100000">
                  <a:srgbClr val="FBD397">
                    <a:alpha val="4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Splat 520"/>
            <p:cNvSpPr>
              <a:spLocks noGrp="1"/>
            </p:cNvSpPr>
            <p:nvPr/>
          </p:nvSpPr>
          <p:spPr>
            <a:xfrm rot="5555819">
              <a:off x="1603054" y="2073961"/>
              <a:ext cx="432759" cy="59250"/>
            </a:xfrm>
            <a:prstGeom prst="ellipse">
              <a:avLst/>
            </a:prstGeom>
            <a:gradFill>
              <a:gsLst>
                <a:gs pos="0">
                  <a:srgbClr val="FFFEF1">
                    <a:alpha val="32968"/>
                  </a:srgbClr>
                </a:gs>
                <a:gs pos="14286">
                  <a:srgbClr val="FFFEF1">
                    <a:alpha val="30764"/>
                  </a:srgbClr>
                </a:gs>
                <a:gs pos="28571">
                  <a:srgbClr val="FFFEF1">
                    <a:alpha val="24833"/>
                  </a:srgbClr>
                </a:gs>
                <a:gs pos="42857">
                  <a:srgbClr val="FFFEF1">
                    <a:alpha val="17075"/>
                  </a:srgbClr>
                </a:gs>
                <a:gs pos="57143">
                  <a:srgbClr val="FFFEF1">
                    <a:alpha val="9855"/>
                  </a:srgbClr>
                </a:gs>
                <a:gs pos="71429">
                  <a:srgbClr val="FFFEF1">
                    <a:alpha val="4740"/>
                  </a:srgbClr>
                </a:gs>
                <a:gs pos="85714">
                  <a:srgbClr val="FFFEF1">
                    <a:alpha val="1902"/>
                  </a:srgbClr>
                </a:gs>
                <a:gs pos="100000">
                  <a:srgbClr val="FFFE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Splat 521"/>
            <p:cNvSpPr>
              <a:spLocks noGrp="1"/>
            </p:cNvSpPr>
            <p:nvPr/>
          </p:nvSpPr>
          <p:spPr>
            <a:xfrm rot="3810594">
              <a:off x="576911" y="2022627"/>
              <a:ext cx="446942" cy="35885"/>
            </a:xfrm>
            <a:prstGeom prst="ellipse">
              <a:avLst/>
            </a:prstGeom>
            <a:gradFill>
              <a:gsLst>
                <a:gs pos="0">
                  <a:srgbClr val="FFA633">
                    <a:alpha val="16409"/>
                  </a:srgbClr>
                </a:gs>
                <a:gs pos="14286">
                  <a:srgbClr val="FFA633">
                    <a:alpha val="15189"/>
                  </a:srgbClr>
                </a:gs>
                <a:gs pos="28571">
                  <a:srgbClr val="FFA633">
                    <a:alpha val="12007"/>
                  </a:srgbClr>
                </a:gs>
                <a:gs pos="42857">
                  <a:srgbClr val="FFA633">
                    <a:alpha val="8048"/>
                  </a:srgbClr>
                </a:gs>
                <a:gs pos="57143">
                  <a:srgbClr val="FFA633">
                    <a:alpha val="4543"/>
                  </a:srgbClr>
                </a:gs>
                <a:gs pos="71429">
                  <a:srgbClr val="FFA633">
                    <a:alpha val="2153"/>
                  </a:srgbClr>
                </a:gs>
                <a:gs pos="85714">
                  <a:srgbClr val="FFA633">
                    <a:alpha val="857"/>
                  </a:srgbClr>
                </a:gs>
                <a:gs pos="100000">
                  <a:srgbClr val="FFA633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Splat 522"/>
            <p:cNvSpPr>
              <a:spLocks noGrp="1"/>
            </p:cNvSpPr>
            <p:nvPr/>
          </p:nvSpPr>
          <p:spPr>
            <a:xfrm rot="5817619">
              <a:off x="889674" y="2291645"/>
              <a:ext cx="425846" cy="18465"/>
            </a:xfrm>
            <a:prstGeom prst="ellipse">
              <a:avLst/>
            </a:prstGeom>
            <a:gradFill>
              <a:gsLst>
                <a:gs pos="0">
                  <a:srgbClr val="FFFD8E">
                    <a:alpha val="12503"/>
                  </a:srgbClr>
                </a:gs>
                <a:gs pos="14286">
                  <a:srgbClr val="FFFD8E">
                    <a:alpha val="11553"/>
                  </a:srgbClr>
                </a:gs>
                <a:gs pos="28571">
                  <a:srgbClr val="FFFD8E">
                    <a:alpha val="9092"/>
                  </a:srgbClr>
                </a:gs>
                <a:gs pos="42857">
                  <a:srgbClr val="FFFD8E">
                    <a:alpha val="6061"/>
                  </a:srgbClr>
                </a:gs>
                <a:gs pos="57143">
                  <a:srgbClr val="FFFD8E">
                    <a:alpha val="3405"/>
                  </a:srgbClr>
                </a:gs>
                <a:gs pos="71429">
                  <a:srgbClr val="FFFD8E">
                    <a:alpha val="1609"/>
                  </a:srgbClr>
                </a:gs>
                <a:gs pos="85714">
                  <a:srgbClr val="FFFD8E">
                    <a:alpha val="639"/>
                  </a:srgbClr>
                </a:gs>
                <a:gs pos="100000">
                  <a:srgbClr val="FFFD8E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Splat 523"/>
            <p:cNvSpPr>
              <a:spLocks noGrp="1"/>
            </p:cNvSpPr>
            <p:nvPr/>
          </p:nvSpPr>
          <p:spPr>
            <a:xfrm rot="6374493">
              <a:off x="3375924" y="1951177"/>
              <a:ext cx="379687" cy="348108"/>
            </a:xfrm>
            <a:prstGeom prst="ellipse">
              <a:avLst/>
            </a:prstGeom>
            <a:gradFill>
              <a:gsLst>
                <a:gs pos="0">
                  <a:srgbClr val="00006B">
                    <a:alpha val="5816"/>
                  </a:srgbClr>
                </a:gs>
                <a:gs pos="14286">
                  <a:srgbClr val="00006B">
                    <a:alpha val="5359"/>
                  </a:srgbClr>
                </a:gs>
                <a:gs pos="28571">
                  <a:srgbClr val="00006B">
                    <a:alpha val="4186"/>
                  </a:srgbClr>
                </a:gs>
                <a:gs pos="42857">
                  <a:srgbClr val="00006B">
                    <a:alpha val="2766"/>
                  </a:srgbClr>
                </a:gs>
                <a:gs pos="57143">
                  <a:srgbClr val="00006B">
                    <a:alpha val="1542"/>
                  </a:srgbClr>
                </a:gs>
                <a:gs pos="71429">
                  <a:srgbClr val="00006B">
                    <a:alpha val="725"/>
                  </a:srgbClr>
                </a:gs>
                <a:gs pos="85714">
                  <a:srgbClr val="00006B">
                    <a:alpha val="287"/>
                  </a:srgbClr>
                </a:gs>
                <a:gs pos="100000">
                  <a:srgbClr val="00006B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Splat 524"/>
            <p:cNvSpPr>
              <a:spLocks noGrp="1"/>
            </p:cNvSpPr>
            <p:nvPr/>
          </p:nvSpPr>
          <p:spPr>
            <a:xfrm rot="-10274235">
              <a:off x="1745824" y="1111774"/>
              <a:ext cx="362281" cy="361159"/>
            </a:xfrm>
            <a:prstGeom prst="ellipse">
              <a:avLst/>
            </a:prstGeom>
            <a:gradFill>
              <a:gsLst>
                <a:gs pos="0">
                  <a:srgbClr val="304B68">
                    <a:alpha val="2445"/>
                  </a:srgbClr>
                </a:gs>
                <a:gs pos="14286">
                  <a:srgbClr val="304B68">
                    <a:alpha val="2249"/>
                  </a:srgbClr>
                </a:gs>
                <a:gs pos="28571">
                  <a:srgbClr val="304B68">
                    <a:alpha val="1751"/>
                  </a:srgbClr>
                </a:gs>
                <a:gs pos="42857">
                  <a:srgbClr val="304B68">
                    <a:alpha val="1152"/>
                  </a:srgbClr>
                </a:gs>
                <a:gs pos="57143">
                  <a:srgbClr val="304B68">
                    <a:alpha val="640"/>
                  </a:srgbClr>
                </a:gs>
                <a:gs pos="71429">
                  <a:srgbClr val="304B68">
                    <a:alpha val="300"/>
                  </a:srgbClr>
                </a:gs>
                <a:gs pos="85714">
                  <a:srgbClr val="304B68">
                    <a:alpha val="119"/>
                  </a:srgbClr>
                </a:gs>
                <a:gs pos="100000">
                  <a:srgbClr val="304B68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Splat 525"/>
            <p:cNvSpPr>
              <a:spLocks noGrp="1"/>
            </p:cNvSpPr>
            <p:nvPr/>
          </p:nvSpPr>
          <p:spPr>
            <a:xfrm rot="5146876">
              <a:off x="1298290" y="1943732"/>
              <a:ext cx="514907" cy="458964"/>
            </a:xfrm>
            <a:prstGeom prst="ellipse">
              <a:avLst/>
            </a:prstGeom>
            <a:gradFill>
              <a:gsLst>
                <a:gs pos="0">
                  <a:srgbClr val="00303D">
                    <a:alpha val="21443"/>
                  </a:srgbClr>
                </a:gs>
                <a:gs pos="14286">
                  <a:srgbClr val="00303D">
                    <a:alpha val="19894"/>
                  </a:srgbClr>
                </a:gs>
                <a:gs pos="28571">
                  <a:srgbClr val="00303D">
                    <a:alpha val="15822"/>
                  </a:srgbClr>
                </a:gs>
                <a:gs pos="42857">
                  <a:srgbClr val="00303D">
                    <a:alpha val="10682"/>
                  </a:srgbClr>
                </a:gs>
                <a:gs pos="57143">
                  <a:srgbClr val="00303D">
                    <a:alpha val="6068"/>
                  </a:srgbClr>
                </a:gs>
                <a:gs pos="71429">
                  <a:srgbClr val="00303D">
                    <a:alpha val="2888"/>
                  </a:srgbClr>
                </a:gs>
                <a:gs pos="85714">
                  <a:srgbClr val="00303D">
                    <a:alpha val="1152"/>
                  </a:srgbClr>
                </a:gs>
                <a:gs pos="100000">
                  <a:srgbClr val="00303D">
                    <a:alpha val="3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Splat 526"/>
            <p:cNvSpPr>
              <a:spLocks noGrp="1"/>
            </p:cNvSpPr>
            <p:nvPr/>
          </p:nvSpPr>
          <p:spPr>
            <a:xfrm rot="10358768">
              <a:off x="982735" y="1722052"/>
              <a:ext cx="441055" cy="367634"/>
            </a:xfrm>
            <a:prstGeom prst="ellipse">
              <a:avLst/>
            </a:prstGeom>
            <a:gradFill>
              <a:gsLst>
                <a:gs pos="0">
                  <a:srgbClr val="969200">
                    <a:alpha val="1263"/>
                  </a:srgbClr>
                </a:gs>
                <a:gs pos="14286">
                  <a:srgbClr val="969200">
                    <a:alpha val="1162"/>
                  </a:srgbClr>
                </a:gs>
                <a:gs pos="28571">
                  <a:srgbClr val="969200">
                    <a:alpha val="903"/>
                  </a:srgbClr>
                </a:gs>
                <a:gs pos="42857">
                  <a:srgbClr val="969200">
                    <a:alpha val="593"/>
                  </a:srgbClr>
                </a:gs>
                <a:gs pos="57143">
                  <a:srgbClr val="969200">
                    <a:alpha val="329"/>
                  </a:srgbClr>
                </a:gs>
                <a:gs pos="71429">
                  <a:srgbClr val="969200">
                    <a:alpha val="154"/>
                  </a:srgbClr>
                </a:gs>
                <a:gs pos="85714">
                  <a:srgbClr val="969200">
                    <a:alpha val="61"/>
                  </a:srgbClr>
                </a:gs>
                <a:gs pos="100000">
                  <a:srgbClr val="969200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Splat 527"/>
            <p:cNvSpPr>
              <a:spLocks noGrp="1"/>
            </p:cNvSpPr>
            <p:nvPr/>
          </p:nvSpPr>
          <p:spPr>
            <a:xfrm rot="4076628">
              <a:off x="900552" y="1160043"/>
              <a:ext cx="428018" cy="380233"/>
            </a:xfrm>
            <a:prstGeom prst="ellipse">
              <a:avLst/>
            </a:prstGeom>
            <a:gradFill>
              <a:gsLst>
                <a:gs pos="0">
                  <a:srgbClr val="AE8400">
                    <a:alpha val="1950"/>
                  </a:srgbClr>
                </a:gs>
                <a:gs pos="14286">
                  <a:srgbClr val="AE8400">
                    <a:alpha val="1794"/>
                  </a:srgbClr>
                </a:gs>
                <a:gs pos="28571">
                  <a:srgbClr val="AE8400">
                    <a:alpha val="1396"/>
                  </a:srgbClr>
                </a:gs>
                <a:gs pos="42857">
                  <a:srgbClr val="AE8400">
                    <a:alpha val="918"/>
                  </a:srgbClr>
                </a:gs>
                <a:gs pos="57143">
                  <a:srgbClr val="AE8400">
                    <a:alpha val="510"/>
                  </a:srgbClr>
                </a:gs>
                <a:gs pos="71429">
                  <a:srgbClr val="AE8400">
                    <a:alpha val="239"/>
                  </a:srgbClr>
                </a:gs>
                <a:gs pos="85714">
                  <a:srgbClr val="AE8400">
                    <a:alpha val="95"/>
                  </a:srgbClr>
                </a:gs>
                <a:gs pos="100000">
                  <a:srgbClr val="AE8400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Splat 528"/>
            <p:cNvSpPr>
              <a:spLocks noGrp="1"/>
            </p:cNvSpPr>
            <p:nvPr/>
          </p:nvSpPr>
          <p:spPr>
            <a:xfrm rot="6212594">
              <a:off x="700859" y="1996321"/>
              <a:ext cx="386334" cy="88341"/>
            </a:xfrm>
            <a:prstGeom prst="ellipse">
              <a:avLst/>
            </a:prstGeom>
            <a:gradFill>
              <a:gsLst>
                <a:gs pos="0">
                  <a:srgbClr val="FFA1B9">
                    <a:alpha val="4950"/>
                  </a:srgbClr>
                </a:gs>
                <a:gs pos="14286">
                  <a:srgbClr val="FFA1B9">
                    <a:alpha val="4559"/>
                  </a:srgbClr>
                </a:gs>
                <a:gs pos="28571">
                  <a:srgbClr val="FFA1B9">
                    <a:alpha val="3558"/>
                  </a:srgbClr>
                </a:gs>
                <a:gs pos="42857">
                  <a:srgbClr val="FFA1B9">
                    <a:alpha val="2349"/>
                  </a:srgbClr>
                </a:gs>
                <a:gs pos="57143">
                  <a:srgbClr val="FFA1B9">
                    <a:alpha val="1308"/>
                  </a:srgbClr>
                </a:gs>
                <a:gs pos="71429">
                  <a:srgbClr val="FFA1B9">
                    <a:alpha val="615"/>
                  </a:srgbClr>
                </a:gs>
                <a:gs pos="85714">
                  <a:srgbClr val="FFA1B9">
                    <a:alpha val="243"/>
                  </a:srgbClr>
                </a:gs>
                <a:gs pos="100000">
                  <a:srgbClr val="FFA1B9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Splat 529"/>
            <p:cNvSpPr>
              <a:spLocks noGrp="1"/>
            </p:cNvSpPr>
            <p:nvPr/>
          </p:nvSpPr>
          <p:spPr>
            <a:xfrm rot="9999686">
              <a:off x="1585055" y="925763"/>
              <a:ext cx="376392" cy="306119"/>
            </a:xfrm>
            <a:prstGeom prst="ellipse">
              <a:avLst/>
            </a:prstGeom>
            <a:gradFill>
              <a:gsLst>
                <a:gs pos="0">
                  <a:srgbClr val="002600">
                    <a:alpha val="8626"/>
                  </a:srgbClr>
                </a:gs>
                <a:gs pos="14286">
                  <a:srgbClr val="002600">
                    <a:alpha val="7956"/>
                  </a:srgbClr>
                </a:gs>
                <a:gs pos="28571">
                  <a:srgbClr val="002600">
                    <a:alpha val="6235"/>
                  </a:srgbClr>
                </a:gs>
                <a:gs pos="42857">
                  <a:srgbClr val="002600">
                    <a:alpha val="4135"/>
                  </a:srgbClr>
                </a:gs>
                <a:gs pos="57143">
                  <a:srgbClr val="002600">
                    <a:alpha val="2313"/>
                  </a:srgbClr>
                </a:gs>
                <a:gs pos="71429">
                  <a:srgbClr val="002600">
                    <a:alpha val="1089"/>
                  </a:srgbClr>
                </a:gs>
                <a:gs pos="85714">
                  <a:srgbClr val="002600">
                    <a:alpha val="432"/>
                  </a:srgbClr>
                </a:gs>
                <a:gs pos="100000">
                  <a:srgbClr val="002600">
                    <a:alpha val="1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Splat 530"/>
            <p:cNvSpPr>
              <a:spLocks noGrp="1"/>
            </p:cNvSpPr>
            <p:nvPr/>
          </p:nvSpPr>
          <p:spPr>
            <a:xfrm rot="5105495">
              <a:off x="3224958" y="1919337"/>
              <a:ext cx="370579" cy="364354"/>
            </a:xfrm>
            <a:prstGeom prst="ellipse">
              <a:avLst/>
            </a:prstGeom>
            <a:gradFill>
              <a:gsLst>
                <a:gs pos="0">
                  <a:srgbClr val="552900">
                    <a:alpha val="3380"/>
                  </a:srgbClr>
                </a:gs>
                <a:gs pos="14286">
                  <a:srgbClr val="552900">
                    <a:alpha val="3111"/>
                  </a:srgbClr>
                </a:gs>
                <a:gs pos="28571">
                  <a:srgbClr val="552900">
                    <a:alpha val="2424"/>
                  </a:srgbClr>
                </a:gs>
                <a:gs pos="42857">
                  <a:srgbClr val="552900">
                    <a:alpha val="1596"/>
                  </a:srgbClr>
                </a:gs>
                <a:gs pos="57143">
                  <a:srgbClr val="552900">
                    <a:alpha val="888"/>
                  </a:srgbClr>
                </a:gs>
                <a:gs pos="71429">
                  <a:srgbClr val="552900">
                    <a:alpha val="417"/>
                  </a:srgbClr>
                </a:gs>
                <a:gs pos="85714">
                  <a:srgbClr val="552900">
                    <a:alpha val="165"/>
                  </a:srgbClr>
                </a:gs>
                <a:gs pos="100000">
                  <a:srgbClr val="552900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Splat 531"/>
            <p:cNvSpPr>
              <a:spLocks noGrp="1"/>
            </p:cNvSpPr>
            <p:nvPr/>
          </p:nvSpPr>
          <p:spPr>
            <a:xfrm rot="10794902">
              <a:off x="1446987" y="1232555"/>
              <a:ext cx="483829" cy="480347"/>
            </a:xfrm>
            <a:prstGeom prst="ellipse">
              <a:avLst/>
            </a:prstGeom>
            <a:gradFill>
              <a:gsLst>
                <a:gs pos="0">
                  <a:srgbClr val="234400">
                    <a:alpha val="1362"/>
                  </a:srgbClr>
                </a:gs>
                <a:gs pos="14286">
                  <a:srgbClr val="234400">
                    <a:alpha val="1252"/>
                  </a:srgbClr>
                </a:gs>
                <a:gs pos="28571">
                  <a:srgbClr val="234400">
                    <a:alpha val="974"/>
                  </a:srgbClr>
                </a:gs>
                <a:gs pos="42857">
                  <a:srgbClr val="234400">
                    <a:alpha val="640"/>
                  </a:srgbClr>
                </a:gs>
                <a:gs pos="57143">
                  <a:srgbClr val="234400">
                    <a:alpha val="355"/>
                  </a:srgbClr>
                </a:gs>
                <a:gs pos="71429">
                  <a:srgbClr val="234400">
                    <a:alpha val="166"/>
                  </a:srgbClr>
                </a:gs>
                <a:gs pos="85714">
                  <a:srgbClr val="234400">
                    <a:alpha val="66"/>
                  </a:srgbClr>
                </a:gs>
                <a:gs pos="100000">
                  <a:srgbClr val="234400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Splat 532"/>
            <p:cNvSpPr>
              <a:spLocks noGrp="1"/>
            </p:cNvSpPr>
            <p:nvPr/>
          </p:nvSpPr>
          <p:spPr>
            <a:xfrm rot="-10317350">
              <a:off x="23397" y="1387889"/>
              <a:ext cx="353499" cy="280596"/>
            </a:xfrm>
            <a:prstGeom prst="ellipse">
              <a:avLst/>
            </a:prstGeom>
            <a:gradFill>
              <a:gsLst>
                <a:gs pos="0">
                  <a:srgbClr val="3F0000">
                    <a:alpha val="13984"/>
                  </a:srgbClr>
                </a:gs>
                <a:gs pos="14286">
                  <a:srgbClr val="3F0000">
                    <a:alpha val="12930"/>
                  </a:srgbClr>
                </a:gs>
                <a:gs pos="28571">
                  <a:srgbClr val="3F0000">
                    <a:alpha val="10193"/>
                  </a:srgbClr>
                </a:gs>
                <a:gs pos="42857">
                  <a:srgbClr val="3F0000">
                    <a:alpha val="6808"/>
                  </a:srgbClr>
                </a:gs>
                <a:gs pos="57143">
                  <a:srgbClr val="3F0000">
                    <a:alpha val="3832"/>
                  </a:srgbClr>
                </a:gs>
                <a:gs pos="71429">
                  <a:srgbClr val="3F0000">
                    <a:alpha val="1812"/>
                  </a:srgbClr>
                </a:gs>
                <a:gs pos="85714">
                  <a:srgbClr val="3F0000">
                    <a:alpha val="721"/>
                  </a:srgbClr>
                </a:gs>
                <a:gs pos="100000">
                  <a:srgbClr val="3F0000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Splat 533"/>
            <p:cNvSpPr>
              <a:spLocks noGrp="1"/>
            </p:cNvSpPr>
            <p:nvPr/>
          </p:nvSpPr>
          <p:spPr>
            <a:xfrm rot="5528096">
              <a:off x="2319176" y="911036"/>
              <a:ext cx="380300" cy="369338"/>
            </a:xfrm>
            <a:prstGeom prst="ellipse">
              <a:avLst/>
            </a:prstGeom>
            <a:gradFill>
              <a:gsLst>
                <a:gs pos="0">
                  <a:srgbClr val="143069">
                    <a:alpha val="4840"/>
                  </a:srgbClr>
                </a:gs>
                <a:gs pos="14286">
                  <a:srgbClr val="143069">
                    <a:alpha val="4458"/>
                  </a:srgbClr>
                </a:gs>
                <a:gs pos="28571">
                  <a:srgbClr val="143069">
                    <a:alpha val="3479"/>
                  </a:srgbClr>
                </a:gs>
                <a:gs pos="42857">
                  <a:srgbClr val="143069">
                    <a:alpha val="2296"/>
                  </a:srgbClr>
                </a:gs>
                <a:gs pos="57143">
                  <a:srgbClr val="143069">
                    <a:alpha val="1279"/>
                  </a:srgbClr>
                </a:gs>
                <a:gs pos="71429">
                  <a:srgbClr val="143069">
                    <a:alpha val="601"/>
                  </a:srgbClr>
                </a:gs>
                <a:gs pos="85714">
                  <a:srgbClr val="143069">
                    <a:alpha val="238"/>
                  </a:srgbClr>
                </a:gs>
                <a:gs pos="100000">
                  <a:srgbClr val="143069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Splat 534"/>
            <p:cNvSpPr>
              <a:spLocks noGrp="1"/>
            </p:cNvSpPr>
            <p:nvPr/>
          </p:nvSpPr>
          <p:spPr>
            <a:xfrm rot="2810050">
              <a:off x="3066532" y="1845093"/>
              <a:ext cx="397665" cy="343247"/>
            </a:xfrm>
            <a:prstGeom prst="ellipse">
              <a:avLst/>
            </a:prstGeom>
            <a:gradFill>
              <a:gsLst>
                <a:gs pos="0">
                  <a:srgbClr val="002262">
                    <a:alpha val="12075"/>
                  </a:srgbClr>
                </a:gs>
                <a:gs pos="14286">
                  <a:srgbClr val="002262">
                    <a:alpha val="11155"/>
                  </a:srgbClr>
                </a:gs>
                <a:gs pos="28571">
                  <a:srgbClr val="002262">
                    <a:alpha val="8774"/>
                  </a:srgbClr>
                </a:gs>
                <a:gs pos="42857">
                  <a:srgbClr val="002262">
                    <a:alpha val="5846"/>
                  </a:srgbClr>
                </a:gs>
                <a:gs pos="57143">
                  <a:srgbClr val="002262">
                    <a:alpha val="3283"/>
                  </a:srgbClr>
                </a:gs>
                <a:gs pos="71429">
                  <a:srgbClr val="002262">
                    <a:alpha val="1550"/>
                  </a:srgbClr>
                </a:gs>
                <a:gs pos="85714">
                  <a:srgbClr val="002262">
                    <a:alpha val="616"/>
                  </a:srgbClr>
                </a:gs>
                <a:gs pos="100000">
                  <a:srgbClr val="002262">
                    <a:alpha val="2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Splat 535"/>
            <p:cNvSpPr>
              <a:spLocks noGrp="1"/>
            </p:cNvSpPr>
            <p:nvPr/>
          </p:nvSpPr>
          <p:spPr>
            <a:xfrm rot="3802053">
              <a:off x="814867" y="1181469"/>
              <a:ext cx="377791" cy="345115"/>
            </a:xfrm>
            <a:prstGeom prst="ellipse">
              <a:avLst/>
            </a:prstGeom>
            <a:gradFill>
              <a:gsLst>
                <a:gs pos="0">
                  <a:srgbClr val="426EA4">
                    <a:alpha val="4104"/>
                  </a:srgbClr>
                </a:gs>
                <a:gs pos="14286">
                  <a:srgbClr val="426EA4">
                    <a:alpha val="3778"/>
                  </a:srgbClr>
                </a:gs>
                <a:gs pos="28571">
                  <a:srgbClr val="426EA4">
                    <a:alpha val="2946"/>
                  </a:srgbClr>
                </a:gs>
                <a:gs pos="42857">
                  <a:srgbClr val="426EA4">
                    <a:alpha val="1943"/>
                  </a:srgbClr>
                </a:gs>
                <a:gs pos="57143">
                  <a:srgbClr val="426EA4">
                    <a:alpha val="1081"/>
                  </a:srgbClr>
                </a:gs>
                <a:gs pos="71429">
                  <a:srgbClr val="426EA4">
                    <a:alpha val="508"/>
                  </a:srgbClr>
                </a:gs>
                <a:gs pos="85714">
                  <a:srgbClr val="426EA4">
                    <a:alpha val="201"/>
                  </a:srgbClr>
                </a:gs>
                <a:gs pos="100000">
                  <a:srgbClr val="426EA4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Splat 536"/>
            <p:cNvSpPr>
              <a:spLocks noGrp="1"/>
            </p:cNvSpPr>
            <p:nvPr/>
          </p:nvSpPr>
          <p:spPr>
            <a:xfrm rot="-10501467">
              <a:off x="1687058" y="1166485"/>
              <a:ext cx="332917" cy="327414"/>
            </a:xfrm>
            <a:prstGeom prst="ellipse">
              <a:avLst/>
            </a:prstGeom>
            <a:gradFill>
              <a:gsLst>
                <a:gs pos="0">
                  <a:srgbClr val="915400">
                    <a:alpha val="2911"/>
                  </a:srgbClr>
                </a:gs>
                <a:gs pos="14286">
                  <a:srgbClr val="915400">
                    <a:alpha val="2679"/>
                  </a:srgbClr>
                </a:gs>
                <a:gs pos="28571">
                  <a:srgbClr val="915400">
                    <a:alpha val="2086"/>
                  </a:srgbClr>
                </a:gs>
                <a:gs pos="42857">
                  <a:srgbClr val="915400">
                    <a:alpha val="1374"/>
                  </a:srgbClr>
                </a:gs>
                <a:gs pos="57143">
                  <a:srgbClr val="915400">
                    <a:alpha val="763"/>
                  </a:srgbClr>
                </a:gs>
                <a:gs pos="71429">
                  <a:srgbClr val="915400">
                    <a:alpha val="358"/>
                  </a:srgbClr>
                </a:gs>
                <a:gs pos="85714">
                  <a:srgbClr val="915400">
                    <a:alpha val="142"/>
                  </a:srgbClr>
                </a:gs>
                <a:gs pos="100000">
                  <a:srgbClr val="915400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Splat 537"/>
            <p:cNvSpPr>
              <a:spLocks noGrp="1"/>
            </p:cNvSpPr>
            <p:nvPr/>
          </p:nvSpPr>
          <p:spPr>
            <a:xfrm rot="-8880687">
              <a:off x="2312927" y="601433"/>
              <a:ext cx="436011" cy="390654"/>
            </a:xfrm>
            <a:prstGeom prst="ellipse">
              <a:avLst/>
            </a:prstGeom>
            <a:gradFill>
              <a:gsLst>
                <a:gs pos="0">
                  <a:srgbClr val="3C4F83">
                    <a:alpha val="4678"/>
                  </a:srgbClr>
                </a:gs>
                <a:gs pos="14286">
                  <a:srgbClr val="3C4F83">
                    <a:alpha val="4308"/>
                  </a:srgbClr>
                </a:gs>
                <a:gs pos="28571">
                  <a:srgbClr val="3C4F83">
                    <a:alpha val="3362"/>
                  </a:srgbClr>
                </a:gs>
                <a:gs pos="42857">
                  <a:srgbClr val="3C4F83">
                    <a:alpha val="2218"/>
                  </a:srgbClr>
                </a:gs>
                <a:gs pos="57143">
                  <a:srgbClr val="3C4F83">
                    <a:alpha val="1235"/>
                  </a:srgbClr>
                </a:gs>
                <a:gs pos="71429">
                  <a:srgbClr val="3C4F83">
                    <a:alpha val="580"/>
                  </a:srgbClr>
                </a:gs>
                <a:gs pos="85714">
                  <a:srgbClr val="3C4F83">
                    <a:alpha val="230"/>
                  </a:srgbClr>
                </a:gs>
                <a:gs pos="100000">
                  <a:srgbClr val="3C4F83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Splat 538"/>
            <p:cNvSpPr>
              <a:spLocks noGrp="1"/>
            </p:cNvSpPr>
            <p:nvPr/>
          </p:nvSpPr>
          <p:spPr>
            <a:xfrm rot="6715412">
              <a:off x="227203" y="2259929"/>
              <a:ext cx="358817" cy="293181"/>
            </a:xfrm>
            <a:prstGeom prst="ellipse">
              <a:avLst/>
            </a:prstGeom>
            <a:gradFill>
              <a:gsLst>
                <a:gs pos="0">
                  <a:srgbClr val="452F00">
                    <a:alpha val="24146"/>
                  </a:srgbClr>
                </a:gs>
                <a:gs pos="14286">
                  <a:srgbClr val="452F00">
                    <a:alpha val="22431"/>
                  </a:srgbClr>
                </a:gs>
                <a:gs pos="28571">
                  <a:srgbClr val="452F00">
                    <a:alpha val="17899"/>
                  </a:srgbClr>
                </a:gs>
                <a:gs pos="42857">
                  <a:srgbClr val="452F00">
                    <a:alpha val="12134"/>
                  </a:srgbClr>
                </a:gs>
                <a:gs pos="57143">
                  <a:srgbClr val="452F00">
                    <a:alpha val="6917"/>
                  </a:srgbClr>
                </a:gs>
                <a:gs pos="71429">
                  <a:srgbClr val="452F00">
                    <a:alpha val="3300"/>
                  </a:srgbClr>
                </a:gs>
                <a:gs pos="85714">
                  <a:srgbClr val="452F00">
                    <a:alpha val="1318"/>
                  </a:srgbClr>
                </a:gs>
                <a:gs pos="100000">
                  <a:srgbClr val="452F00">
                    <a:alpha val="4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Splat 539"/>
            <p:cNvSpPr>
              <a:spLocks noGrp="1"/>
            </p:cNvSpPr>
            <p:nvPr/>
          </p:nvSpPr>
          <p:spPr>
            <a:xfrm rot="5153172">
              <a:off x="1738608" y="1441524"/>
              <a:ext cx="355565" cy="352132"/>
            </a:xfrm>
            <a:prstGeom prst="ellipse">
              <a:avLst/>
            </a:prstGeom>
            <a:gradFill>
              <a:gsLst>
                <a:gs pos="0">
                  <a:srgbClr val="234977">
                    <a:alpha val="3615"/>
                  </a:srgbClr>
                </a:gs>
                <a:gs pos="14286">
                  <a:srgbClr val="234977">
                    <a:alpha val="3328"/>
                  </a:srgbClr>
                </a:gs>
                <a:gs pos="28571">
                  <a:srgbClr val="234977">
                    <a:alpha val="2594"/>
                  </a:srgbClr>
                </a:gs>
                <a:gs pos="42857">
                  <a:srgbClr val="234977">
                    <a:alpha val="1709"/>
                  </a:srgbClr>
                </a:gs>
                <a:gs pos="57143">
                  <a:srgbClr val="234977">
                    <a:alpha val="951"/>
                  </a:srgbClr>
                </a:gs>
                <a:gs pos="71429">
                  <a:srgbClr val="234977">
                    <a:alpha val="446"/>
                  </a:srgbClr>
                </a:gs>
                <a:gs pos="85714">
                  <a:srgbClr val="234977">
                    <a:alpha val="177"/>
                  </a:srgbClr>
                </a:gs>
                <a:gs pos="100000">
                  <a:srgbClr val="234977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Splat 540"/>
            <p:cNvSpPr>
              <a:spLocks noGrp="1"/>
            </p:cNvSpPr>
            <p:nvPr/>
          </p:nvSpPr>
          <p:spPr>
            <a:xfrm rot="-8430413">
              <a:off x="297443" y="1008373"/>
              <a:ext cx="460659" cy="375118"/>
            </a:xfrm>
            <a:prstGeom prst="ellipse">
              <a:avLst/>
            </a:prstGeom>
            <a:gradFill>
              <a:gsLst>
                <a:gs pos="0">
                  <a:srgbClr val="3B4C80">
                    <a:alpha val="2592"/>
                  </a:srgbClr>
                </a:gs>
                <a:gs pos="14286">
                  <a:srgbClr val="3B4C80">
                    <a:alpha val="2385"/>
                  </a:srgbClr>
                </a:gs>
                <a:gs pos="28571">
                  <a:srgbClr val="3B4C80">
                    <a:alpha val="1857"/>
                  </a:srgbClr>
                </a:gs>
                <a:gs pos="42857">
                  <a:srgbClr val="3B4C80">
                    <a:alpha val="1222"/>
                  </a:srgbClr>
                </a:gs>
                <a:gs pos="57143">
                  <a:srgbClr val="3B4C80">
                    <a:alpha val="679"/>
                  </a:srgbClr>
                </a:gs>
                <a:gs pos="71429">
                  <a:srgbClr val="3B4C80">
                    <a:alpha val="318"/>
                  </a:srgbClr>
                </a:gs>
                <a:gs pos="85714">
                  <a:srgbClr val="3B4C80">
                    <a:alpha val="126"/>
                  </a:srgbClr>
                </a:gs>
                <a:gs pos="100000">
                  <a:srgbClr val="3B4C80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Splat 541"/>
            <p:cNvSpPr>
              <a:spLocks noGrp="1"/>
            </p:cNvSpPr>
            <p:nvPr/>
          </p:nvSpPr>
          <p:spPr>
            <a:xfrm rot="-10031075">
              <a:off x="258177" y="976082"/>
              <a:ext cx="456214" cy="398014"/>
            </a:xfrm>
            <a:prstGeom prst="ellipse">
              <a:avLst/>
            </a:prstGeom>
            <a:gradFill>
              <a:gsLst>
                <a:gs pos="0">
                  <a:srgbClr val="4269A3">
                    <a:alpha val="11809"/>
                  </a:srgbClr>
                </a:gs>
                <a:gs pos="14286">
                  <a:srgbClr val="4269A3">
                    <a:alpha val="10908"/>
                  </a:srgbClr>
                </a:gs>
                <a:gs pos="28571">
                  <a:srgbClr val="4269A3">
                    <a:alpha val="8578"/>
                  </a:srgbClr>
                </a:gs>
                <a:gs pos="42857">
                  <a:srgbClr val="4269A3">
                    <a:alpha val="5713"/>
                  </a:srgbClr>
                </a:gs>
                <a:gs pos="57143">
                  <a:srgbClr val="4269A3">
                    <a:alpha val="3207"/>
                  </a:srgbClr>
                </a:gs>
                <a:gs pos="71429">
                  <a:srgbClr val="4269A3">
                    <a:alpha val="1514"/>
                  </a:srgbClr>
                </a:gs>
                <a:gs pos="85714">
                  <a:srgbClr val="4269A3">
                    <a:alpha val="602"/>
                  </a:srgbClr>
                </a:gs>
                <a:gs pos="100000">
                  <a:srgbClr val="4269A3">
                    <a:alpha val="2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Splat 542"/>
            <p:cNvSpPr>
              <a:spLocks noGrp="1"/>
            </p:cNvSpPr>
            <p:nvPr/>
          </p:nvSpPr>
          <p:spPr>
            <a:xfrm rot="4421707">
              <a:off x="2133800" y="2131918"/>
              <a:ext cx="372896" cy="343838"/>
            </a:xfrm>
            <a:prstGeom prst="ellipse">
              <a:avLst/>
            </a:prstGeom>
            <a:gradFill>
              <a:gsLst>
                <a:gs pos="0">
                  <a:srgbClr val="210022">
                    <a:alpha val="2308"/>
                  </a:srgbClr>
                </a:gs>
                <a:gs pos="14286">
                  <a:srgbClr val="210022">
                    <a:alpha val="2124"/>
                  </a:srgbClr>
                </a:gs>
                <a:gs pos="28571">
                  <a:srgbClr val="210022">
                    <a:alpha val="1653"/>
                  </a:srgbClr>
                </a:gs>
                <a:gs pos="42857">
                  <a:srgbClr val="210022">
                    <a:alpha val="1087"/>
                  </a:srgbClr>
                </a:gs>
                <a:gs pos="57143">
                  <a:srgbClr val="210022">
                    <a:alpha val="604"/>
                  </a:srgbClr>
                </a:gs>
                <a:gs pos="71429">
                  <a:srgbClr val="210022">
                    <a:alpha val="283"/>
                  </a:srgbClr>
                </a:gs>
                <a:gs pos="85714">
                  <a:srgbClr val="210022">
                    <a:alpha val="112"/>
                  </a:srgbClr>
                </a:gs>
                <a:gs pos="100000">
                  <a:srgbClr val="210022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Splat 543"/>
            <p:cNvSpPr>
              <a:spLocks noGrp="1"/>
            </p:cNvSpPr>
            <p:nvPr/>
          </p:nvSpPr>
          <p:spPr>
            <a:xfrm rot="4559229">
              <a:off x="1659304" y="1739997"/>
              <a:ext cx="430515" cy="101933"/>
            </a:xfrm>
            <a:prstGeom prst="ellipse">
              <a:avLst/>
            </a:prstGeom>
            <a:gradFill>
              <a:gsLst>
                <a:gs pos="0">
                  <a:srgbClr val="B7BB00">
                    <a:alpha val="5127"/>
                  </a:srgbClr>
                </a:gs>
                <a:gs pos="14286">
                  <a:srgbClr val="B7BB00">
                    <a:alpha val="4722"/>
                  </a:srgbClr>
                </a:gs>
                <a:gs pos="28571">
                  <a:srgbClr val="B7BB00">
                    <a:alpha val="3686"/>
                  </a:srgbClr>
                </a:gs>
                <a:gs pos="42857">
                  <a:srgbClr val="B7BB00">
                    <a:alpha val="2433"/>
                  </a:srgbClr>
                </a:gs>
                <a:gs pos="57143">
                  <a:srgbClr val="B7BB00">
                    <a:alpha val="1356"/>
                  </a:srgbClr>
                </a:gs>
                <a:gs pos="71429">
                  <a:srgbClr val="B7BB00">
                    <a:alpha val="637"/>
                  </a:srgbClr>
                </a:gs>
                <a:gs pos="85714">
                  <a:srgbClr val="B7BB00">
                    <a:alpha val="252"/>
                  </a:srgbClr>
                </a:gs>
                <a:gs pos="100000">
                  <a:srgbClr val="B7BB00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Splat 544"/>
            <p:cNvSpPr>
              <a:spLocks noGrp="1"/>
            </p:cNvSpPr>
            <p:nvPr/>
          </p:nvSpPr>
          <p:spPr>
            <a:xfrm rot="5022286">
              <a:off x="3123196" y="1868127"/>
              <a:ext cx="338376" cy="329710"/>
            </a:xfrm>
            <a:prstGeom prst="ellipse">
              <a:avLst/>
            </a:prstGeom>
            <a:gradFill>
              <a:gsLst>
                <a:gs pos="0">
                  <a:srgbClr val="172E1C">
                    <a:alpha val="8790"/>
                  </a:srgbClr>
                </a:gs>
                <a:gs pos="14286">
                  <a:srgbClr val="172E1C">
                    <a:alpha val="8109"/>
                  </a:srgbClr>
                </a:gs>
                <a:gs pos="28571">
                  <a:srgbClr val="172E1C">
                    <a:alpha val="6355"/>
                  </a:srgbClr>
                </a:gs>
                <a:gs pos="42857">
                  <a:srgbClr val="172E1C">
                    <a:alpha val="4215"/>
                  </a:srgbClr>
                </a:gs>
                <a:gs pos="57143">
                  <a:srgbClr val="172E1C">
                    <a:alpha val="2358"/>
                  </a:srgbClr>
                </a:gs>
                <a:gs pos="71429">
                  <a:srgbClr val="172E1C">
                    <a:alpha val="1111"/>
                  </a:srgbClr>
                </a:gs>
                <a:gs pos="85714">
                  <a:srgbClr val="172E1C">
                    <a:alpha val="441"/>
                  </a:srgbClr>
                </a:gs>
                <a:gs pos="100000">
                  <a:srgbClr val="172E1C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Splat 545"/>
            <p:cNvSpPr>
              <a:spLocks noGrp="1"/>
            </p:cNvSpPr>
            <p:nvPr/>
          </p:nvSpPr>
          <p:spPr>
            <a:xfrm rot="5852540">
              <a:off x="1710348" y="1486844"/>
              <a:ext cx="461431" cy="457546"/>
            </a:xfrm>
            <a:prstGeom prst="ellipse">
              <a:avLst/>
            </a:prstGeom>
            <a:gradFill>
              <a:gsLst>
                <a:gs pos="0">
                  <a:srgbClr val="4F1C00">
                    <a:alpha val="6813"/>
                  </a:srgbClr>
                </a:gs>
                <a:gs pos="14286">
                  <a:srgbClr val="4F1C00">
                    <a:alpha val="6280"/>
                  </a:srgbClr>
                </a:gs>
                <a:gs pos="28571">
                  <a:srgbClr val="4F1C00">
                    <a:alpha val="4911"/>
                  </a:srgbClr>
                </a:gs>
                <a:gs pos="42857">
                  <a:srgbClr val="4F1C00">
                    <a:alpha val="3249"/>
                  </a:srgbClr>
                </a:gs>
                <a:gs pos="57143">
                  <a:srgbClr val="4F1C00">
                    <a:alpha val="1814"/>
                  </a:srgbClr>
                </a:gs>
                <a:gs pos="71429">
                  <a:srgbClr val="4F1C00">
                    <a:alpha val="853"/>
                  </a:srgbClr>
                </a:gs>
                <a:gs pos="85714">
                  <a:srgbClr val="4F1C00">
                    <a:alpha val="338"/>
                  </a:srgbClr>
                </a:gs>
                <a:gs pos="100000">
                  <a:srgbClr val="4F1C00">
                    <a:alpha val="1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Splat 546"/>
            <p:cNvSpPr>
              <a:spLocks noGrp="1"/>
            </p:cNvSpPr>
            <p:nvPr/>
          </p:nvSpPr>
          <p:spPr>
            <a:xfrm rot="4930762">
              <a:off x="1710717" y="1608628"/>
              <a:ext cx="475030" cy="288598"/>
            </a:xfrm>
            <a:prstGeom prst="ellipse">
              <a:avLst/>
            </a:prstGeom>
            <a:gradFill>
              <a:gsLst>
                <a:gs pos="0">
                  <a:srgbClr val="1586EA">
                    <a:alpha val="4810"/>
                  </a:srgbClr>
                </a:gs>
                <a:gs pos="14286">
                  <a:srgbClr val="1586EA">
                    <a:alpha val="4430"/>
                  </a:srgbClr>
                </a:gs>
                <a:gs pos="28571">
                  <a:srgbClr val="1586EA">
                    <a:alpha val="3457"/>
                  </a:srgbClr>
                </a:gs>
                <a:gs pos="42857">
                  <a:srgbClr val="1586EA">
                    <a:alpha val="2281"/>
                  </a:srgbClr>
                </a:gs>
                <a:gs pos="57143">
                  <a:srgbClr val="1586EA">
                    <a:alpha val="1271"/>
                  </a:srgbClr>
                </a:gs>
                <a:gs pos="71429">
                  <a:srgbClr val="1586EA">
                    <a:alpha val="597"/>
                  </a:srgbClr>
                </a:gs>
                <a:gs pos="85714">
                  <a:srgbClr val="1586EA">
                    <a:alpha val="236"/>
                  </a:srgbClr>
                </a:gs>
                <a:gs pos="100000">
                  <a:srgbClr val="1586EA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Splat 547"/>
            <p:cNvSpPr>
              <a:spLocks noGrp="1"/>
            </p:cNvSpPr>
            <p:nvPr/>
          </p:nvSpPr>
          <p:spPr>
            <a:xfrm rot="4945975">
              <a:off x="1615169" y="2115884"/>
              <a:ext cx="383115" cy="21435"/>
            </a:xfrm>
            <a:prstGeom prst="ellipse">
              <a:avLst/>
            </a:prstGeom>
            <a:gradFill>
              <a:gsLst>
                <a:gs pos="0">
                  <a:srgbClr val="FFF0D4">
                    <a:alpha val="32968"/>
                  </a:srgbClr>
                </a:gs>
                <a:gs pos="14286">
                  <a:srgbClr val="FFF0D4">
                    <a:alpha val="30764"/>
                  </a:srgbClr>
                </a:gs>
                <a:gs pos="28571">
                  <a:srgbClr val="FFF0D4">
                    <a:alpha val="24833"/>
                  </a:srgbClr>
                </a:gs>
                <a:gs pos="42857">
                  <a:srgbClr val="FFF0D4">
                    <a:alpha val="17075"/>
                  </a:srgbClr>
                </a:gs>
                <a:gs pos="57143">
                  <a:srgbClr val="FFF0D4">
                    <a:alpha val="9855"/>
                  </a:srgbClr>
                </a:gs>
                <a:gs pos="71429">
                  <a:srgbClr val="FFF0D4">
                    <a:alpha val="4740"/>
                  </a:srgbClr>
                </a:gs>
                <a:gs pos="85714">
                  <a:srgbClr val="FFF0D4">
                    <a:alpha val="1902"/>
                  </a:srgbClr>
                </a:gs>
                <a:gs pos="100000">
                  <a:srgbClr val="FFF0D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Splat 548"/>
            <p:cNvSpPr>
              <a:spLocks noGrp="1"/>
            </p:cNvSpPr>
            <p:nvPr/>
          </p:nvSpPr>
          <p:spPr>
            <a:xfrm rot="9903983">
              <a:off x="246458" y="922259"/>
              <a:ext cx="370688" cy="350370"/>
            </a:xfrm>
            <a:prstGeom prst="ellipse">
              <a:avLst/>
            </a:prstGeom>
            <a:gradFill>
              <a:gsLst>
                <a:gs pos="0">
                  <a:srgbClr val="2A3A57">
                    <a:alpha val="8813"/>
                  </a:srgbClr>
                </a:gs>
                <a:gs pos="14286">
                  <a:srgbClr val="2A3A57">
                    <a:alpha val="8130"/>
                  </a:srgbClr>
                </a:gs>
                <a:gs pos="28571">
                  <a:srgbClr val="2A3A57">
                    <a:alpha val="6372"/>
                  </a:srgbClr>
                </a:gs>
                <a:gs pos="42857">
                  <a:srgbClr val="2A3A57">
                    <a:alpha val="4226"/>
                  </a:srgbClr>
                </a:gs>
                <a:gs pos="57143">
                  <a:srgbClr val="2A3A57">
                    <a:alpha val="2364"/>
                  </a:srgbClr>
                </a:gs>
                <a:gs pos="71429">
                  <a:srgbClr val="2A3A57">
                    <a:alpha val="1114"/>
                  </a:srgbClr>
                </a:gs>
                <a:gs pos="85714">
                  <a:srgbClr val="2A3A57">
                    <a:alpha val="442"/>
                  </a:srgbClr>
                </a:gs>
                <a:gs pos="100000">
                  <a:srgbClr val="2A3A57">
                    <a:alpha val="1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Splat 549"/>
            <p:cNvSpPr>
              <a:spLocks noGrp="1"/>
            </p:cNvSpPr>
            <p:nvPr/>
          </p:nvSpPr>
          <p:spPr>
            <a:xfrm rot="5484402">
              <a:off x="1658493" y="1191671"/>
              <a:ext cx="436161" cy="21568"/>
            </a:xfrm>
            <a:prstGeom prst="ellipse">
              <a:avLst/>
            </a:prstGeom>
            <a:gradFill>
              <a:gsLst>
                <a:gs pos="0">
                  <a:srgbClr val="FFC858">
                    <a:alpha val="32968"/>
                  </a:srgbClr>
                </a:gs>
                <a:gs pos="14286">
                  <a:srgbClr val="FFC858">
                    <a:alpha val="30764"/>
                  </a:srgbClr>
                </a:gs>
                <a:gs pos="28571">
                  <a:srgbClr val="FFC858">
                    <a:alpha val="24833"/>
                  </a:srgbClr>
                </a:gs>
                <a:gs pos="42857">
                  <a:srgbClr val="FFC858">
                    <a:alpha val="17075"/>
                  </a:srgbClr>
                </a:gs>
                <a:gs pos="57143">
                  <a:srgbClr val="FFC858">
                    <a:alpha val="9855"/>
                  </a:srgbClr>
                </a:gs>
                <a:gs pos="71429">
                  <a:srgbClr val="FFC858">
                    <a:alpha val="4740"/>
                  </a:srgbClr>
                </a:gs>
                <a:gs pos="85714">
                  <a:srgbClr val="FFC858">
                    <a:alpha val="1902"/>
                  </a:srgbClr>
                </a:gs>
                <a:gs pos="100000">
                  <a:srgbClr val="FFC8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Splat 550"/>
            <p:cNvSpPr>
              <a:spLocks noGrp="1"/>
            </p:cNvSpPr>
            <p:nvPr/>
          </p:nvSpPr>
          <p:spPr>
            <a:xfrm rot="5514104">
              <a:off x="1582736" y="1400389"/>
              <a:ext cx="350421" cy="347769"/>
            </a:xfrm>
            <a:prstGeom prst="ellipse">
              <a:avLst/>
            </a:prstGeom>
            <a:gradFill>
              <a:gsLst>
                <a:gs pos="0">
                  <a:srgbClr val="684D00">
                    <a:alpha val="2178"/>
                  </a:srgbClr>
                </a:gs>
                <a:gs pos="14286">
                  <a:srgbClr val="684D00">
                    <a:alpha val="2004"/>
                  </a:srgbClr>
                </a:gs>
                <a:gs pos="28571">
                  <a:srgbClr val="684D00">
                    <a:alpha val="1559"/>
                  </a:srgbClr>
                </a:gs>
                <a:gs pos="42857">
                  <a:srgbClr val="684D00">
                    <a:alpha val="1025"/>
                  </a:srgbClr>
                </a:gs>
                <a:gs pos="57143">
                  <a:srgbClr val="684D00">
                    <a:alpha val="569"/>
                  </a:srgbClr>
                </a:gs>
                <a:gs pos="71429">
                  <a:srgbClr val="684D00">
                    <a:alpha val="267"/>
                  </a:srgbClr>
                </a:gs>
                <a:gs pos="85714">
                  <a:srgbClr val="684D00">
                    <a:alpha val="106"/>
                  </a:srgbClr>
                </a:gs>
                <a:gs pos="100000">
                  <a:srgbClr val="684D00">
                    <a:alpha val="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Splat 551"/>
            <p:cNvSpPr>
              <a:spLocks noGrp="1"/>
            </p:cNvSpPr>
            <p:nvPr/>
          </p:nvSpPr>
          <p:spPr>
            <a:xfrm rot="6755119">
              <a:off x="-185118" y="635967"/>
              <a:ext cx="552880" cy="376170"/>
            </a:xfrm>
            <a:prstGeom prst="ellipse">
              <a:avLst/>
            </a:prstGeom>
            <a:gradFill>
              <a:gsLst>
                <a:gs pos="0">
                  <a:srgbClr val="0F0100">
                    <a:alpha val="20118"/>
                  </a:srgbClr>
                </a:gs>
                <a:gs pos="14286">
                  <a:srgbClr val="0F0100">
                    <a:alpha val="18653"/>
                  </a:srgbClr>
                </a:gs>
                <a:gs pos="28571">
                  <a:srgbClr val="0F0100">
                    <a:alpha val="14811"/>
                  </a:srgbClr>
                </a:gs>
                <a:gs pos="42857">
                  <a:srgbClr val="0F0100">
                    <a:alpha val="9980"/>
                  </a:srgbClr>
                </a:gs>
                <a:gs pos="57143">
                  <a:srgbClr val="0F0100">
                    <a:alpha val="5660"/>
                  </a:srgbClr>
                </a:gs>
                <a:gs pos="71429">
                  <a:srgbClr val="0F0100">
                    <a:alpha val="2690"/>
                  </a:srgbClr>
                </a:gs>
                <a:gs pos="85714">
                  <a:srgbClr val="0F0100">
                    <a:alpha val="1073"/>
                  </a:srgbClr>
                </a:gs>
                <a:gs pos="100000">
                  <a:srgbClr val="0F0100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Splat 552"/>
            <p:cNvSpPr>
              <a:spLocks noGrp="1"/>
            </p:cNvSpPr>
            <p:nvPr/>
          </p:nvSpPr>
          <p:spPr>
            <a:xfrm rot="8856576">
              <a:off x="3262838" y="1778853"/>
              <a:ext cx="357207" cy="346686"/>
            </a:xfrm>
            <a:prstGeom prst="ellipse">
              <a:avLst/>
            </a:prstGeom>
            <a:gradFill>
              <a:gsLst>
                <a:gs pos="0">
                  <a:srgbClr val="594800">
                    <a:alpha val="1858"/>
                  </a:srgbClr>
                </a:gs>
                <a:gs pos="14286">
                  <a:srgbClr val="594800">
                    <a:alpha val="1709"/>
                  </a:srgbClr>
                </a:gs>
                <a:gs pos="28571">
                  <a:srgbClr val="594800">
                    <a:alpha val="1330"/>
                  </a:srgbClr>
                </a:gs>
                <a:gs pos="42857">
                  <a:srgbClr val="594800">
                    <a:alpha val="874"/>
                  </a:srgbClr>
                </a:gs>
                <a:gs pos="57143">
                  <a:srgbClr val="594800">
                    <a:alpha val="485"/>
                  </a:srgbClr>
                </a:gs>
                <a:gs pos="71429">
                  <a:srgbClr val="594800">
                    <a:alpha val="227"/>
                  </a:srgbClr>
                </a:gs>
                <a:gs pos="85714">
                  <a:srgbClr val="594800">
                    <a:alpha val="90"/>
                  </a:srgbClr>
                </a:gs>
                <a:gs pos="100000">
                  <a:srgbClr val="594800">
                    <a:alpha val="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Splat 553"/>
            <p:cNvSpPr>
              <a:spLocks noGrp="1"/>
            </p:cNvSpPr>
            <p:nvPr/>
          </p:nvSpPr>
          <p:spPr>
            <a:xfrm rot="6808856">
              <a:off x="1697930" y="1200071"/>
              <a:ext cx="321052" cy="99840"/>
            </a:xfrm>
            <a:prstGeom prst="ellipse">
              <a:avLst/>
            </a:prstGeom>
            <a:gradFill>
              <a:gsLst>
                <a:gs pos="0">
                  <a:srgbClr val="9F8A68">
                    <a:alpha val="18621"/>
                  </a:srgbClr>
                </a:gs>
                <a:gs pos="14286">
                  <a:srgbClr val="9F8A68">
                    <a:alpha val="17254"/>
                  </a:srgbClr>
                </a:gs>
                <a:gs pos="28571">
                  <a:srgbClr val="9F8A68">
                    <a:alpha val="13675"/>
                  </a:srgbClr>
                </a:gs>
                <a:gs pos="42857">
                  <a:srgbClr val="9F8A68">
                    <a:alpha val="9195"/>
                  </a:srgbClr>
                </a:gs>
                <a:gs pos="57143">
                  <a:srgbClr val="9F8A68">
                    <a:alpha val="5204"/>
                  </a:srgbClr>
                </a:gs>
                <a:gs pos="71429">
                  <a:srgbClr val="9F8A68">
                    <a:alpha val="2471"/>
                  </a:srgbClr>
                </a:gs>
                <a:gs pos="85714">
                  <a:srgbClr val="9F8A68">
                    <a:alpha val="984"/>
                  </a:srgbClr>
                </a:gs>
                <a:gs pos="100000">
                  <a:srgbClr val="9F8A68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Splat 554"/>
            <p:cNvSpPr>
              <a:spLocks noGrp="1"/>
            </p:cNvSpPr>
            <p:nvPr/>
          </p:nvSpPr>
          <p:spPr>
            <a:xfrm rot="10613912">
              <a:off x="2367390" y="978884"/>
              <a:ext cx="364093" cy="363625"/>
            </a:xfrm>
            <a:prstGeom prst="ellipse">
              <a:avLst/>
            </a:prstGeom>
            <a:gradFill>
              <a:gsLst>
                <a:gs pos="0">
                  <a:srgbClr val="43422E">
                    <a:alpha val="6044"/>
                  </a:srgbClr>
                </a:gs>
                <a:gs pos="14286">
                  <a:srgbClr val="43422E">
                    <a:alpha val="5569"/>
                  </a:srgbClr>
                </a:gs>
                <a:gs pos="28571">
                  <a:srgbClr val="43422E">
                    <a:alpha val="4352"/>
                  </a:srgbClr>
                </a:gs>
                <a:gs pos="42857">
                  <a:srgbClr val="43422E">
                    <a:alpha val="2876"/>
                  </a:srgbClr>
                </a:gs>
                <a:gs pos="57143">
                  <a:srgbClr val="43422E">
                    <a:alpha val="1604"/>
                  </a:srgbClr>
                </a:gs>
                <a:gs pos="71429">
                  <a:srgbClr val="43422E">
                    <a:alpha val="754"/>
                  </a:srgbClr>
                </a:gs>
                <a:gs pos="85714">
                  <a:srgbClr val="43422E">
                    <a:alpha val="299"/>
                  </a:srgbClr>
                </a:gs>
                <a:gs pos="100000">
                  <a:srgbClr val="43422E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Splat 555"/>
            <p:cNvSpPr>
              <a:spLocks noGrp="1"/>
            </p:cNvSpPr>
            <p:nvPr/>
          </p:nvSpPr>
          <p:spPr>
            <a:xfrm rot="5124332">
              <a:off x="1689690" y="1705023"/>
              <a:ext cx="314320" cy="309363"/>
            </a:xfrm>
            <a:prstGeom prst="ellipse">
              <a:avLst/>
            </a:prstGeom>
            <a:gradFill>
              <a:gsLst>
                <a:gs pos="0">
                  <a:srgbClr val="F0C300">
                    <a:alpha val="1363"/>
                  </a:srgbClr>
                </a:gs>
                <a:gs pos="14286">
                  <a:srgbClr val="F0C300">
                    <a:alpha val="1254"/>
                  </a:srgbClr>
                </a:gs>
                <a:gs pos="28571">
                  <a:srgbClr val="F0C300">
                    <a:alpha val="975"/>
                  </a:srgbClr>
                </a:gs>
                <a:gs pos="42857">
                  <a:srgbClr val="F0C300">
                    <a:alpha val="640"/>
                  </a:srgbClr>
                </a:gs>
                <a:gs pos="57143">
                  <a:srgbClr val="F0C300">
                    <a:alpha val="355"/>
                  </a:srgbClr>
                </a:gs>
                <a:gs pos="71429">
                  <a:srgbClr val="F0C300">
                    <a:alpha val="167"/>
                  </a:srgbClr>
                </a:gs>
                <a:gs pos="85714">
                  <a:srgbClr val="F0C300">
                    <a:alpha val="66"/>
                  </a:srgbClr>
                </a:gs>
                <a:gs pos="100000">
                  <a:srgbClr val="F0C300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Splat 556"/>
            <p:cNvSpPr>
              <a:spLocks noGrp="1"/>
            </p:cNvSpPr>
            <p:nvPr/>
          </p:nvSpPr>
          <p:spPr>
            <a:xfrm rot="9136213">
              <a:off x="1460523" y="1329272"/>
              <a:ext cx="442584" cy="419816"/>
            </a:xfrm>
            <a:prstGeom prst="ellipse">
              <a:avLst/>
            </a:prstGeom>
            <a:gradFill>
              <a:gsLst>
                <a:gs pos="0">
                  <a:srgbClr val="0561C8">
                    <a:alpha val="1979"/>
                  </a:srgbClr>
                </a:gs>
                <a:gs pos="14286">
                  <a:srgbClr val="0561C8">
                    <a:alpha val="1821"/>
                  </a:srgbClr>
                </a:gs>
                <a:gs pos="28571">
                  <a:srgbClr val="0561C8">
                    <a:alpha val="1417"/>
                  </a:srgbClr>
                </a:gs>
                <a:gs pos="42857">
                  <a:srgbClr val="0561C8">
                    <a:alpha val="931"/>
                  </a:srgbClr>
                </a:gs>
                <a:gs pos="57143">
                  <a:srgbClr val="0561C8">
                    <a:alpha val="517"/>
                  </a:srgbClr>
                </a:gs>
                <a:gs pos="71429">
                  <a:srgbClr val="0561C8">
                    <a:alpha val="242"/>
                  </a:srgbClr>
                </a:gs>
                <a:gs pos="85714">
                  <a:srgbClr val="0561C8">
                    <a:alpha val="96"/>
                  </a:srgbClr>
                </a:gs>
                <a:gs pos="100000">
                  <a:srgbClr val="0561C8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Splat 557"/>
            <p:cNvSpPr>
              <a:spLocks noGrp="1"/>
            </p:cNvSpPr>
            <p:nvPr/>
          </p:nvSpPr>
          <p:spPr>
            <a:xfrm rot="2948367">
              <a:off x="-19924" y="2000632"/>
              <a:ext cx="353993" cy="184389"/>
            </a:xfrm>
            <a:prstGeom prst="ellipse">
              <a:avLst/>
            </a:prstGeom>
            <a:gradFill>
              <a:gsLst>
                <a:gs pos="0">
                  <a:srgbClr val="595958">
                    <a:alpha val="13999"/>
                  </a:srgbClr>
                </a:gs>
                <a:gs pos="14286">
                  <a:srgbClr val="595958">
                    <a:alpha val="12943"/>
                  </a:srgbClr>
                </a:gs>
                <a:gs pos="28571">
                  <a:srgbClr val="595958">
                    <a:alpha val="10203"/>
                  </a:srgbClr>
                </a:gs>
                <a:gs pos="42857">
                  <a:srgbClr val="595958">
                    <a:alpha val="6816"/>
                  </a:srgbClr>
                </a:gs>
                <a:gs pos="57143">
                  <a:srgbClr val="595958">
                    <a:alpha val="3836"/>
                  </a:srgbClr>
                </a:gs>
                <a:gs pos="71429">
                  <a:srgbClr val="595958">
                    <a:alpha val="1814"/>
                  </a:srgbClr>
                </a:gs>
                <a:gs pos="85714">
                  <a:srgbClr val="595958">
                    <a:alpha val="721"/>
                  </a:srgbClr>
                </a:gs>
                <a:gs pos="100000">
                  <a:srgbClr val="595958">
                    <a:alpha val="2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Splat 558"/>
            <p:cNvSpPr>
              <a:spLocks noGrp="1"/>
            </p:cNvSpPr>
            <p:nvPr/>
          </p:nvSpPr>
          <p:spPr>
            <a:xfrm rot="-9814796">
              <a:off x="2313799" y="635115"/>
              <a:ext cx="388431" cy="361749"/>
            </a:xfrm>
            <a:prstGeom prst="ellipse">
              <a:avLst/>
            </a:prstGeom>
            <a:gradFill>
              <a:gsLst>
                <a:gs pos="0">
                  <a:srgbClr val="262B6C">
                    <a:alpha val="6397"/>
                  </a:srgbClr>
                </a:gs>
                <a:gs pos="14286">
                  <a:srgbClr val="262B6C">
                    <a:alpha val="5895"/>
                  </a:srgbClr>
                </a:gs>
                <a:gs pos="28571">
                  <a:srgbClr val="262B6C">
                    <a:alpha val="4608"/>
                  </a:srgbClr>
                </a:gs>
                <a:gs pos="42857">
                  <a:srgbClr val="262B6C">
                    <a:alpha val="3047"/>
                  </a:srgbClr>
                </a:gs>
                <a:gs pos="57143">
                  <a:srgbClr val="262B6C">
                    <a:alpha val="1700"/>
                  </a:srgbClr>
                </a:gs>
                <a:gs pos="71429">
                  <a:srgbClr val="262B6C">
                    <a:alpha val="799"/>
                  </a:srgbClr>
                </a:gs>
                <a:gs pos="85714">
                  <a:srgbClr val="262B6C">
                    <a:alpha val="317"/>
                  </a:srgbClr>
                </a:gs>
                <a:gs pos="100000">
                  <a:srgbClr val="262B6C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Splat 559"/>
            <p:cNvSpPr>
              <a:spLocks noGrp="1"/>
            </p:cNvSpPr>
            <p:nvPr/>
          </p:nvSpPr>
          <p:spPr>
            <a:xfrm rot="4500647">
              <a:off x="3183351" y="1482170"/>
              <a:ext cx="484581" cy="252624"/>
            </a:xfrm>
            <a:prstGeom prst="ellipse">
              <a:avLst/>
            </a:prstGeom>
            <a:gradFill>
              <a:gsLst>
                <a:gs pos="0">
                  <a:srgbClr val="362900">
                    <a:alpha val="32968"/>
                  </a:srgbClr>
                </a:gs>
                <a:gs pos="14286">
                  <a:srgbClr val="362900">
                    <a:alpha val="30764"/>
                  </a:srgbClr>
                </a:gs>
                <a:gs pos="28571">
                  <a:srgbClr val="362900">
                    <a:alpha val="24833"/>
                  </a:srgbClr>
                </a:gs>
                <a:gs pos="42857">
                  <a:srgbClr val="362900">
                    <a:alpha val="17075"/>
                  </a:srgbClr>
                </a:gs>
                <a:gs pos="57143">
                  <a:srgbClr val="362900">
                    <a:alpha val="9855"/>
                  </a:srgbClr>
                </a:gs>
                <a:gs pos="71429">
                  <a:srgbClr val="362900">
                    <a:alpha val="4740"/>
                  </a:srgbClr>
                </a:gs>
                <a:gs pos="85714">
                  <a:srgbClr val="362900">
                    <a:alpha val="1902"/>
                  </a:srgbClr>
                </a:gs>
                <a:gs pos="100000">
                  <a:srgbClr val="362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Splat 560"/>
            <p:cNvSpPr>
              <a:spLocks noGrp="1"/>
            </p:cNvSpPr>
            <p:nvPr/>
          </p:nvSpPr>
          <p:spPr>
            <a:xfrm rot="7608637">
              <a:off x="-71332" y="777882"/>
              <a:ext cx="467671" cy="278386"/>
            </a:xfrm>
            <a:prstGeom prst="ellipse">
              <a:avLst/>
            </a:prstGeom>
            <a:gradFill>
              <a:gsLst>
                <a:gs pos="0">
                  <a:srgbClr val="2B2900">
                    <a:alpha val="17082"/>
                  </a:srgbClr>
                </a:gs>
                <a:gs pos="14286">
                  <a:srgbClr val="2B2900">
                    <a:alpha val="15816"/>
                  </a:srgbClr>
                </a:gs>
                <a:gs pos="28571">
                  <a:srgbClr val="2B2900">
                    <a:alpha val="12513"/>
                  </a:srgbClr>
                </a:gs>
                <a:gs pos="42857">
                  <a:srgbClr val="2B2900">
                    <a:alpha val="8395"/>
                  </a:srgbClr>
                </a:gs>
                <a:gs pos="57143">
                  <a:srgbClr val="2B2900">
                    <a:alpha val="4742"/>
                  </a:srgbClr>
                </a:gs>
                <a:gs pos="71429">
                  <a:srgbClr val="2B2900">
                    <a:alpha val="2249"/>
                  </a:srgbClr>
                </a:gs>
                <a:gs pos="85714">
                  <a:srgbClr val="2B2900">
                    <a:alpha val="895"/>
                  </a:srgbClr>
                </a:gs>
                <a:gs pos="100000">
                  <a:srgbClr val="2B2900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Splat 561"/>
            <p:cNvSpPr>
              <a:spLocks noGrp="1"/>
            </p:cNvSpPr>
            <p:nvPr/>
          </p:nvSpPr>
          <p:spPr>
            <a:xfrm rot="5384006">
              <a:off x="1153490" y="2260131"/>
              <a:ext cx="371193" cy="334840"/>
            </a:xfrm>
            <a:prstGeom prst="ellipse">
              <a:avLst/>
            </a:prstGeom>
            <a:gradFill>
              <a:gsLst>
                <a:gs pos="0">
                  <a:srgbClr val="464600">
                    <a:alpha val="2501"/>
                  </a:srgbClr>
                </a:gs>
                <a:gs pos="14286">
                  <a:srgbClr val="464600">
                    <a:alpha val="2301"/>
                  </a:srgbClr>
                </a:gs>
                <a:gs pos="28571">
                  <a:srgbClr val="464600">
                    <a:alpha val="1792"/>
                  </a:srgbClr>
                </a:gs>
                <a:gs pos="42857">
                  <a:srgbClr val="464600">
                    <a:alpha val="1179"/>
                  </a:srgbClr>
                </a:gs>
                <a:gs pos="57143">
                  <a:srgbClr val="464600">
                    <a:alpha val="655"/>
                  </a:srgbClr>
                </a:gs>
                <a:gs pos="71429">
                  <a:srgbClr val="464600">
                    <a:alpha val="307"/>
                  </a:srgbClr>
                </a:gs>
                <a:gs pos="85714">
                  <a:srgbClr val="464600">
                    <a:alpha val="122"/>
                  </a:srgbClr>
                </a:gs>
                <a:gs pos="100000">
                  <a:srgbClr val="464600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Splat 562"/>
            <p:cNvSpPr>
              <a:spLocks noGrp="1"/>
            </p:cNvSpPr>
            <p:nvPr/>
          </p:nvSpPr>
          <p:spPr>
            <a:xfrm rot="5230071">
              <a:off x="1662442" y="2193787"/>
              <a:ext cx="398798" cy="64917"/>
            </a:xfrm>
            <a:prstGeom prst="ellipse">
              <a:avLst/>
            </a:prstGeom>
            <a:gradFill>
              <a:gsLst>
                <a:gs pos="0">
                  <a:srgbClr val="FFE7B9">
                    <a:alpha val="32968"/>
                  </a:srgbClr>
                </a:gs>
                <a:gs pos="14286">
                  <a:srgbClr val="FFE7B9">
                    <a:alpha val="30764"/>
                  </a:srgbClr>
                </a:gs>
                <a:gs pos="28571">
                  <a:srgbClr val="FFE7B9">
                    <a:alpha val="24833"/>
                  </a:srgbClr>
                </a:gs>
                <a:gs pos="42857">
                  <a:srgbClr val="FFE7B9">
                    <a:alpha val="17075"/>
                  </a:srgbClr>
                </a:gs>
                <a:gs pos="57143">
                  <a:srgbClr val="FFE7B9">
                    <a:alpha val="9855"/>
                  </a:srgbClr>
                </a:gs>
                <a:gs pos="71429">
                  <a:srgbClr val="FFE7B9">
                    <a:alpha val="4740"/>
                  </a:srgbClr>
                </a:gs>
                <a:gs pos="85714">
                  <a:srgbClr val="FFE7B9">
                    <a:alpha val="1902"/>
                  </a:srgbClr>
                </a:gs>
                <a:gs pos="100000">
                  <a:srgbClr val="FFE7B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Splat 563"/>
            <p:cNvSpPr>
              <a:spLocks noGrp="1"/>
            </p:cNvSpPr>
            <p:nvPr/>
          </p:nvSpPr>
          <p:spPr>
            <a:xfrm rot="8141659">
              <a:off x="3193064" y="1140124"/>
              <a:ext cx="382042" cy="351212"/>
            </a:xfrm>
            <a:prstGeom prst="ellipse">
              <a:avLst/>
            </a:prstGeom>
            <a:gradFill>
              <a:gsLst>
                <a:gs pos="0">
                  <a:srgbClr val="3E2B00">
                    <a:alpha val="9467"/>
                  </a:srgbClr>
                </a:gs>
                <a:gs pos="14286">
                  <a:srgbClr val="3E2B00">
                    <a:alpha val="8736"/>
                  </a:srgbClr>
                </a:gs>
                <a:gs pos="28571">
                  <a:srgbClr val="3E2B00">
                    <a:alpha val="6852"/>
                  </a:srgbClr>
                </a:gs>
                <a:gs pos="42857">
                  <a:srgbClr val="3E2B00">
                    <a:alpha val="4549"/>
                  </a:srgbClr>
                </a:gs>
                <a:gs pos="57143">
                  <a:srgbClr val="3E2B00">
                    <a:alpha val="2547"/>
                  </a:srgbClr>
                </a:gs>
                <a:gs pos="71429">
                  <a:srgbClr val="3E2B00">
                    <a:alpha val="1200"/>
                  </a:srgbClr>
                </a:gs>
                <a:gs pos="85714">
                  <a:srgbClr val="3E2B00">
                    <a:alpha val="476"/>
                  </a:srgbClr>
                </a:gs>
                <a:gs pos="100000">
                  <a:srgbClr val="3E2B00">
                    <a:alpha val="1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Splat 564"/>
            <p:cNvSpPr>
              <a:spLocks noGrp="1"/>
            </p:cNvSpPr>
            <p:nvPr/>
          </p:nvSpPr>
          <p:spPr>
            <a:xfrm rot="-8891615">
              <a:off x="2359102" y="955075"/>
              <a:ext cx="364096" cy="337117"/>
            </a:xfrm>
            <a:prstGeom prst="ellipse">
              <a:avLst/>
            </a:prstGeom>
            <a:gradFill>
              <a:gsLst>
                <a:gs pos="0">
                  <a:srgbClr val="151622">
                    <a:alpha val="9475"/>
                  </a:srgbClr>
                </a:gs>
                <a:gs pos="14286">
                  <a:srgbClr val="151622">
                    <a:alpha val="8743"/>
                  </a:srgbClr>
                </a:gs>
                <a:gs pos="28571">
                  <a:srgbClr val="151622">
                    <a:alpha val="6857"/>
                  </a:srgbClr>
                </a:gs>
                <a:gs pos="42857">
                  <a:srgbClr val="151622">
                    <a:alpha val="4553"/>
                  </a:srgbClr>
                </a:gs>
                <a:gs pos="57143">
                  <a:srgbClr val="151622">
                    <a:alpha val="2549"/>
                  </a:srgbClr>
                </a:gs>
                <a:gs pos="71429">
                  <a:srgbClr val="151622">
                    <a:alpha val="1201"/>
                  </a:srgbClr>
                </a:gs>
                <a:gs pos="85714">
                  <a:srgbClr val="151622">
                    <a:alpha val="477"/>
                  </a:srgbClr>
                </a:gs>
                <a:gs pos="100000">
                  <a:srgbClr val="151622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Splat 565"/>
            <p:cNvSpPr>
              <a:spLocks noGrp="1"/>
            </p:cNvSpPr>
            <p:nvPr/>
          </p:nvSpPr>
          <p:spPr>
            <a:xfrm rot="-8304051">
              <a:off x="1593256" y="654636"/>
              <a:ext cx="430224" cy="278620"/>
            </a:xfrm>
            <a:prstGeom prst="ellipse">
              <a:avLst/>
            </a:prstGeom>
            <a:gradFill>
              <a:gsLst>
                <a:gs pos="0">
                  <a:srgbClr val="000000">
                    <a:alpha val="23521"/>
                  </a:srgbClr>
                </a:gs>
                <a:gs pos="14286">
                  <a:srgbClr val="000000">
                    <a:alpha val="21845"/>
                  </a:srgbClr>
                </a:gs>
                <a:gs pos="28571">
                  <a:srgbClr val="000000">
                    <a:alpha val="17417"/>
                  </a:srgbClr>
                </a:gs>
                <a:gs pos="42857">
                  <a:srgbClr val="000000">
                    <a:alpha val="11797"/>
                  </a:srgbClr>
                </a:gs>
                <a:gs pos="57143">
                  <a:srgbClr val="000000">
                    <a:alpha val="6719"/>
                  </a:srgbClr>
                </a:gs>
                <a:gs pos="71429">
                  <a:srgbClr val="000000">
                    <a:alpha val="3203"/>
                  </a:srgbClr>
                </a:gs>
                <a:gs pos="85714">
                  <a:srgbClr val="000000">
                    <a:alpha val="1279"/>
                  </a:srgbClr>
                </a:gs>
                <a:gs pos="100000">
                  <a:srgbClr val="000000">
                    <a:alpha val="4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Splat 566"/>
            <p:cNvSpPr>
              <a:spLocks noGrp="1"/>
            </p:cNvSpPr>
            <p:nvPr/>
          </p:nvSpPr>
          <p:spPr>
            <a:xfrm rot="5801163">
              <a:off x="1571568" y="1463557"/>
              <a:ext cx="347489" cy="344591"/>
            </a:xfrm>
            <a:prstGeom prst="ellipse">
              <a:avLst/>
            </a:prstGeom>
            <a:gradFill>
              <a:gsLst>
                <a:gs pos="0">
                  <a:srgbClr val="003D00">
                    <a:alpha val="4123"/>
                  </a:srgbClr>
                </a:gs>
                <a:gs pos="14286">
                  <a:srgbClr val="003D00">
                    <a:alpha val="3796"/>
                  </a:srgbClr>
                </a:gs>
                <a:gs pos="28571">
                  <a:srgbClr val="003D00">
                    <a:alpha val="2960"/>
                  </a:srgbClr>
                </a:gs>
                <a:gs pos="42857">
                  <a:srgbClr val="003D00">
                    <a:alpha val="1952"/>
                  </a:srgbClr>
                </a:gs>
                <a:gs pos="57143">
                  <a:srgbClr val="003D00">
                    <a:alpha val="1086"/>
                  </a:srgbClr>
                </a:gs>
                <a:gs pos="71429">
                  <a:srgbClr val="003D00">
                    <a:alpha val="510"/>
                  </a:srgbClr>
                </a:gs>
                <a:gs pos="85714">
                  <a:srgbClr val="003D00">
                    <a:alpha val="202"/>
                  </a:srgbClr>
                </a:gs>
                <a:gs pos="100000">
                  <a:srgbClr val="003D00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Splat 567"/>
            <p:cNvSpPr>
              <a:spLocks noGrp="1"/>
            </p:cNvSpPr>
            <p:nvPr/>
          </p:nvSpPr>
          <p:spPr>
            <a:xfrm rot="3307717">
              <a:off x="1633441" y="2355360"/>
              <a:ext cx="326156" cy="118169"/>
            </a:xfrm>
            <a:prstGeom prst="ellipse">
              <a:avLst/>
            </a:prstGeom>
            <a:gradFill>
              <a:gsLst>
                <a:gs pos="0">
                  <a:srgbClr val="C8984F">
                    <a:alpha val="20927"/>
                  </a:srgbClr>
                </a:gs>
                <a:gs pos="14286">
                  <a:srgbClr val="C8984F">
                    <a:alpha val="19411"/>
                  </a:srgbClr>
                </a:gs>
                <a:gs pos="28571">
                  <a:srgbClr val="C8984F">
                    <a:alpha val="15428"/>
                  </a:srgbClr>
                </a:gs>
                <a:gs pos="42857">
                  <a:srgbClr val="C8984F">
                    <a:alpha val="10408"/>
                  </a:srgbClr>
                </a:gs>
                <a:gs pos="57143">
                  <a:srgbClr val="C8984F">
                    <a:alpha val="5908"/>
                  </a:srgbClr>
                </a:gs>
                <a:gs pos="71429">
                  <a:srgbClr val="C8984F">
                    <a:alpha val="2810"/>
                  </a:srgbClr>
                </a:gs>
                <a:gs pos="85714">
                  <a:srgbClr val="C8984F">
                    <a:alpha val="1121"/>
                  </a:srgbClr>
                </a:gs>
                <a:gs pos="100000">
                  <a:srgbClr val="C8984F">
                    <a:alpha val="3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Splat 568"/>
            <p:cNvSpPr>
              <a:spLocks noGrp="1"/>
            </p:cNvSpPr>
            <p:nvPr/>
          </p:nvSpPr>
          <p:spPr>
            <a:xfrm rot="-10725733">
              <a:off x="2429393" y="818137"/>
              <a:ext cx="369798" cy="363457"/>
            </a:xfrm>
            <a:prstGeom prst="ellipse">
              <a:avLst/>
            </a:prstGeom>
            <a:gradFill>
              <a:gsLst>
                <a:gs pos="0">
                  <a:srgbClr val="000B00">
                    <a:alpha val="2952"/>
                  </a:srgbClr>
                </a:gs>
                <a:gs pos="14286">
                  <a:srgbClr val="000B00">
                    <a:alpha val="2717"/>
                  </a:srgbClr>
                </a:gs>
                <a:gs pos="28571">
                  <a:srgbClr val="000B00">
                    <a:alpha val="2116"/>
                  </a:srgbClr>
                </a:gs>
                <a:gs pos="42857">
                  <a:srgbClr val="000B00">
                    <a:alpha val="1393"/>
                  </a:srgbClr>
                </a:gs>
                <a:gs pos="57143">
                  <a:srgbClr val="000B00">
                    <a:alpha val="774"/>
                  </a:srgbClr>
                </a:gs>
                <a:gs pos="71429">
                  <a:srgbClr val="000B00">
                    <a:alpha val="363"/>
                  </a:srgbClr>
                </a:gs>
                <a:gs pos="85714">
                  <a:srgbClr val="000B00">
                    <a:alpha val="144"/>
                  </a:srgbClr>
                </a:gs>
                <a:gs pos="100000">
                  <a:srgbClr val="000B00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Splat 569"/>
            <p:cNvSpPr>
              <a:spLocks noGrp="1"/>
            </p:cNvSpPr>
            <p:nvPr/>
          </p:nvSpPr>
          <p:spPr>
            <a:xfrm rot="5613268">
              <a:off x="1612820" y="1538213"/>
              <a:ext cx="415727" cy="77196"/>
            </a:xfrm>
            <a:prstGeom prst="ellipse">
              <a:avLst/>
            </a:prstGeom>
            <a:gradFill>
              <a:gsLst>
                <a:gs pos="0">
                  <a:srgbClr val="EDD9B4">
                    <a:alpha val="32838"/>
                  </a:srgbClr>
                </a:gs>
                <a:gs pos="14286">
                  <a:srgbClr val="EDD9B4">
                    <a:alpha val="30641"/>
                  </a:srgbClr>
                </a:gs>
                <a:gs pos="28571">
                  <a:srgbClr val="EDD9B4">
                    <a:alpha val="24729"/>
                  </a:srgbClr>
                </a:gs>
                <a:gs pos="42857">
                  <a:srgbClr val="EDD9B4">
                    <a:alpha val="17000"/>
                  </a:srgbClr>
                </a:gs>
                <a:gs pos="57143">
                  <a:srgbClr val="EDD9B4">
                    <a:alpha val="9810"/>
                  </a:srgbClr>
                </a:gs>
                <a:gs pos="71429">
                  <a:srgbClr val="EDD9B4">
                    <a:alpha val="4718"/>
                  </a:srgbClr>
                </a:gs>
                <a:gs pos="85714">
                  <a:srgbClr val="EDD9B4">
                    <a:alpha val="1893"/>
                  </a:srgbClr>
                </a:gs>
                <a:gs pos="100000">
                  <a:srgbClr val="EDD9B4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Splat 570"/>
            <p:cNvSpPr>
              <a:spLocks noGrp="1"/>
            </p:cNvSpPr>
            <p:nvPr/>
          </p:nvSpPr>
          <p:spPr>
            <a:xfrm rot="5174663">
              <a:off x="3289763" y="2115535"/>
              <a:ext cx="358034" cy="336442"/>
            </a:xfrm>
            <a:prstGeom prst="ellipse">
              <a:avLst/>
            </a:prstGeom>
            <a:gradFill>
              <a:gsLst>
                <a:gs pos="0">
                  <a:srgbClr val="5D0000">
                    <a:alpha val="1557"/>
                  </a:srgbClr>
                </a:gs>
                <a:gs pos="14286">
                  <a:srgbClr val="5D0000">
                    <a:alpha val="1432"/>
                  </a:srgbClr>
                </a:gs>
                <a:gs pos="28571">
                  <a:srgbClr val="5D0000">
                    <a:alpha val="1114"/>
                  </a:srgbClr>
                </a:gs>
                <a:gs pos="42857">
                  <a:srgbClr val="5D0000">
                    <a:alpha val="732"/>
                  </a:srgbClr>
                </a:gs>
                <a:gs pos="57143">
                  <a:srgbClr val="5D0000">
                    <a:alpha val="406"/>
                  </a:srgbClr>
                </a:gs>
                <a:gs pos="71429">
                  <a:srgbClr val="5D0000">
                    <a:alpha val="190"/>
                  </a:srgbClr>
                </a:gs>
                <a:gs pos="85714">
                  <a:srgbClr val="5D0000">
                    <a:alpha val="75"/>
                  </a:srgbClr>
                </a:gs>
                <a:gs pos="100000">
                  <a:srgbClr val="5D0000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Splat 571"/>
            <p:cNvSpPr>
              <a:spLocks noGrp="1"/>
            </p:cNvSpPr>
            <p:nvPr/>
          </p:nvSpPr>
          <p:spPr>
            <a:xfrm rot="10337646">
              <a:off x="1695988" y="1918114"/>
              <a:ext cx="303422" cy="299815"/>
            </a:xfrm>
            <a:prstGeom prst="ellipse">
              <a:avLst/>
            </a:prstGeom>
            <a:gradFill>
              <a:gsLst>
                <a:gs pos="0">
                  <a:srgbClr val="97A400">
                    <a:alpha val="1966"/>
                  </a:srgbClr>
                </a:gs>
                <a:gs pos="14286">
                  <a:srgbClr val="97A400">
                    <a:alpha val="1809"/>
                  </a:srgbClr>
                </a:gs>
                <a:gs pos="28571">
                  <a:srgbClr val="97A400">
                    <a:alpha val="1407"/>
                  </a:srgbClr>
                </a:gs>
                <a:gs pos="42857">
                  <a:srgbClr val="97A400">
                    <a:alpha val="925"/>
                  </a:srgbClr>
                </a:gs>
                <a:gs pos="57143">
                  <a:srgbClr val="97A400">
                    <a:alpha val="514"/>
                  </a:srgbClr>
                </a:gs>
                <a:gs pos="71429">
                  <a:srgbClr val="97A400">
                    <a:alpha val="241"/>
                  </a:srgbClr>
                </a:gs>
                <a:gs pos="85714">
                  <a:srgbClr val="97A400">
                    <a:alpha val="95"/>
                  </a:srgbClr>
                </a:gs>
                <a:gs pos="100000">
                  <a:srgbClr val="97A400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Splat 572"/>
            <p:cNvSpPr>
              <a:spLocks noGrp="1"/>
            </p:cNvSpPr>
            <p:nvPr/>
          </p:nvSpPr>
          <p:spPr>
            <a:xfrm rot="5703057">
              <a:off x="2432798" y="912301"/>
              <a:ext cx="351809" cy="346449"/>
            </a:xfrm>
            <a:prstGeom prst="ellipse">
              <a:avLst/>
            </a:prstGeom>
            <a:gradFill>
              <a:gsLst>
                <a:gs pos="0">
                  <a:srgbClr val="234D4D">
                    <a:alpha val="3451"/>
                  </a:srgbClr>
                </a:gs>
                <a:gs pos="14286">
                  <a:srgbClr val="234D4D">
                    <a:alpha val="3176"/>
                  </a:srgbClr>
                </a:gs>
                <a:gs pos="28571">
                  <a:srgbClr val="234D4D">
                    <a:alpha val="2475"/>
                  </a:srgbClr>
                </a:gs>
                <a:gs pos="42857">
                  <a:srgbClr val="234D4D">
                    <a:alpha val="1630"/>
                  </a:srgbClr>
                </a:gs>
                <a:gs pos="57143">
                  <a:srgbClr val="234D4D">
                    <a:alpha val="907"/>
                  </a:srgbClr>
                </a:gs>
                <a:gs pos="71429">
                  <a:srgbClr val="234D4D">
                    <a:alpha val="425"/>
                  </a:srgbClr>
                </a:gs>
                <a:gs pos="85714">
                  <a:srgbClr val="234D4D">
                    <a:alpha val="168"/>
                  </a:srgbClr>
                </a:gs>
                <a:gs pos="100000">
                  <a:srgbClr val="234D4D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Splat 573"/>
            <p:cNvSpPr>
              <a:spLocks noGrp="1"/>
            </p:cNvSpPr>
            <p:nvPr/>
          </p:nvSpPr>
          <p:spPr>
            <a:xfrm rot="7422297">
              <a:off x="3253345" y="1594543"/>
              <a:ext cx="352652" cy="321629"/>
            </a:xfrm>
            <a:prstGeom prst="ellipse">
              <a:avLst/>
            </a:prstGeom>
            <a:gradFill>
              <a:gsLst>
                <a:gs pos="0">
                  <a:srgbClr val="3E3300">
                    <a:alpha val="29063"/>
                  </a:srgbClr>
                </a:gs>
                <a:gs pos="14286">
                  <a:srgbClr val="3E3300">
                    <a:alpha val="27065"/>
                  </a:srgbClr>
                </a:gs>
                <a:gs pos="28571">
                  <a:srgbClr val="3E3300">
                    <a:alpha val="21733"/>
                  </a:srgbClr>
                </a:gs>
                <a:gs pos="42857">
                  <a:srgbClr val="3E3300">
                    <a:alpha val="14848"/>
                  </a:srgbClr>
                </a:gs>
                <a:gs pos="57143">
                  <a:srgbClr val="3E3300">
                    <a:alpha val="8521"/>
                  </a:srgbClr>
                </a:gs>
                <a:gs pos="71429">
                  <a:srgbClr val="3E3300">
                    <a:alpha val="4083"/>
                  </a:srgbClr>
                </a:gs>
                <a:gs pos="85714">
                  <a:srgbClr val="3E3300">
                    <a:alpha val="1635"/>
                  </a:srgbClr>
                </a:gs>
                <a:gs pos="100000">
                  <a:srgbClr val="3E3300">
                    <a:alpha val="5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Splat 574"/>
            <p:cNvSpPr>
              <a:spLocks noGrp="1"/>
            </p:cNvSpPr>
            <p:nvPr/>
          </p:nvSpPr>
          <p:spPr>
            <a:xfrm rot="10259224">
              <a:off x="88277" y="1183720"/>
              <a:ext cx="448772" cy="353976"/>
            </a:xfrm>
            <a:prstGeom prst="ellipse">
              <a:avLst/>
            </a:prstGeom>
            <a:gradFill>
              <a:gsLst>
                <a:gs pos="0">
                  <a:srgbClr val="022700">
                    <a:alpha val="11410"/>
                  </a:srgbClr>
                </a:gs>
                <a:gs pos="14286">
                  <a:srgbClr val="022700">
                    <a:alpha val="10537"/>
                  </a:srgbClr>
                </a:gs>
                <a:gs pos="28571">
                  <a:srgbClr val="022700">
                    <a:alpha val="8283"/>
                  </a:srgbClr>
                </a:gs>
                <a:gs pos="42857">
                  <a:srgbClr val="022700">
                    <a:alpha val="5513"/>
                  </a:srgbClr>
                </a:gs>
                <a:gs pos="57143">
                  <a:srgbClr val="022700">
                    <a:alpha val="3093"/>
                  </a:srgbClr>
                </a:gs>
                <a:gs pos="71429">
                  <a:srgbClr val="022700">
                    <a:alpha val="1460"/>
                  </a:srgbClr>
                </a:gs>
                <a:gs pos="85714">
                  <a:srgbClr val="022700">
                    <a:alpha val="580"/>
                  </a:srgbClr>
                </a:gs>
                <a:gs pos="100000">
                  <a:srgbClr val="022700">
                    <a:alpha val="1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Splat 575"/>
            <p:cNvSpPr>
              <a:spLocks noGrp="1"/>
            </p:cNvSpPr>
            <p:nvPr/>
          </p:nvSpPr>
          <p:spPr>
            <a:xfrm rot="10144808">
              <a:off x="969727" y="1243401"/>
              <a:ext cx="331420" cy="327821"/>
            </a:xfrm>
            <a:prstGeom prst="ellipse">
              <a:avLst/>
            </a:prstGeom>
            <a:gradFill>
              <a:gsLst>
                <a:gs pos="0">
                  <a:srgbClr val="617685">
                    <a:alpha val="1623"/>
                  </a:srgbClr>
                </a:gs>
                <a:gs pos="14286">
                  <a:srgbClr val="617685">
                    <a:alpha val="1493"/>
                  </a:srgbClr>
                </a:gs>
                <a:gs pos="28571">
                  <a:srgbClr val="617685">
                    <a:alpha val="1161"/>
                  </a:srgbClr>
                </a:gs>
                <a:gs pos="42857">
                  <a:srgbClr val="617685">
                    <a:alpha val="763"/>
                  </a:srgbClr>
                </a:gs>
                <a:gs pos="57143">
                  <a:srgbClr val="617685">
                    <a:alpha val="424"/>
                  </a:srgbClr>
                </a:gs>
                <a:gs pos="71429">
                  <a:srgbClr val="617685">
                    <a:alpha val="199"/>
                  </a:srgbClr>
                </a:gs>
                <a:gs pos="85714">
                  <a:srgbClr val="617685">
                    <a:alpha val="79"/>
                  </a:srgbClr>
                </a:gs>
                <a:gs pos="100000">
                  <a:srgbClr val="617685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Splat 576"/>
            <p:cNvSpPr>
              <a:spLocks noGrp="1"/>
            </p:cNvSpPr>
            <p:nvPr/>
          </p:nvSpPr>
          <p:spPr>
            <a:xfrm rot="5574233">
              <a:off x="1684102" y="1336178"/>
              <a:ext cx="571212" cy="391309"/>
            </a:xfrm>
            <a:prstGeom prst="ellipse">
              <a:avLst/>
            </a:prstGeom>
            <a:gradFill>
              <a:gsLst>
                <a:gs pos="0">
                  <a:srgbClr val="6278BF">
                    <a:alpha val="11735"/>
                  </a:srgbClr>
                </a:gs>
                <a:gs pos="14286">
                  <a:srgbClr val="6278BF">
                    <a:alpha val="10839"/>
                  </a:srgbClr>
                </a:gs>
                <a:gs pos="28571">
                  <a:srgbClr val="6278BF">
                    <a:alpha val="8523"/>
                  </a:srgbClr>
                </a:gs>
                <a:gs pos="42857">
                  <a:srgbClr val="6278BF">
                    <a:alpha val="5676"/>
                  </a:srgbClr>
                </a:gs>
                <a:gs pos="57143">
                  <a:srgbClr val="6278BF">
                    <a:alpha val="3186"/>
                  </a:srgbClr>
                </a:gs>
                <a:gs pos="71429">
                  <a:srgbClr val="6278BF">
                    <a:alpha val="1504"/>
                  </a:srgbClr>
                </a:gs>
                <a:gs pos="85714">
                  <a:srgbClr val="6278BF">
                    <a:alpha val="597"/>
                  </a:srgbClr>
                </a:gs>
                <a:gs pos="100000">
                  <a:srgbClr val="6278BF">
                    <a:alpha val="2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Splat 577"/>
            <p:cNvSpPr>
              <a:spLocks noGrp="1"/>
            </p:cNvSpPr>
            <p:nvPr/>
          </p:nvSpPr>
          <p:spPr>
            <a:xfrm rot="8560407">
              <a:off x="314904" y="2073245"/>
              <a:ext cx="359887" cy="316035"/>
            </a:xfrm>
            <a:prstGeom prst="ellipse">
              <a:avLst/>
            </a:prstGeom>
            <a:gradFill>
              <a:gsLst>
                <a:gs pos="0">
                  <a:srgbClr val="475057">
                    <a:alpha val="12151"/>
                  </a:srgbClr>
                </a:gs>
                <a:gs pos="14286">
                  <a:srgbClr val="475057">
                    <a:alpha val="11225"/>
                  </a:srgbClr>
                </a:gs>
                <a:gs pos="28571">
                  <a:srgbClr val="475057">
                    <a:alpha val="8830"/>
                  </a:srgbClr>
                </a:gs>
                <a:gs pos="42857">
                  <a:srgbClr val="475057">
                    <a:alpha val="5884"/>
                  </a:srgbClr>
                </a:gs>
                <a:gs pos="57143">
                  <a:srgbClr val="475057">
                    <a:alpha val="3304"/>
                  </a:srgbClr>
                </a:gs>
                <a:gs pos="71429">
                  <a:srgbClr val="475057">
                    <a:alpha val="1561"/>
                  </a:srgbClr>
                </a:gs>
                <a:gs pos="85714">
                  <a:srgbClr val="475057">
                    <a:alpha val="620"/>
                  </a:srgbClr>
                </a:gs>
                <a:gs pos="100000">
                  <a:srgbClr val="475057">
                    <a:alpha val="2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Splat 578"/>
            <p:cNvSpPr>
              <a:spLocks noGrp="1"/>
            </p:cNvSpPr>
            <p:nvPr/>
          </p:nvSpPr>
          <p:spPr>
            <a:xfrm rot="3896892">
              <a:off x="261846" y="2262509"/>
              <a:ext cx="356096" cy="332732"/>
            </a:xfrm>
            <a:prstGeom prst="ellipse">
              <a:avLst/>
            </a:prstGeom>
            <a:gradFill>
              <a:gsLst>
                <a:gs pos="0">
                  <a:srgbClr val="3C4B00">
                    <a:alpha val="3179"/>
                  </a:srgbClr>
                </a:gs>
                <a:gs pos="14286">
                  <a:srgbClr val="3C4B00">
                    <a:alpha val="2926"/>
                  </a:srgbClr>
                </a:gs>
                <a:gs pos="28571">
                  <a:srgbClr val="3C4B00">
                    <a:alpha val="2279"/>
                  </a:srgbClr>
                </a:gs>
                <a:gs pos="42857">
                  <a:srgbClr val="3C4B00">
                    <a:alpha val="1501"/>
                  </a:srgbClr>
                </a:gs>
                <a:gs pos="57143">
                  <a:srgbClr val="3C4B00">
                    <a:alpha val="835"/>
                  </a:srgbClr>
                </a:gs>
                <a:gs pos="71429">
                  <a:srgbClr val="3C4B00">
                    <a:alpha val="392"/>
                  </a:srgbClr>
                </a:gs>
                <a:gs pos="85714">
                  <a:srgbClr val="3C4B00">
                    <a:alpha val="155"/>
                  </a:srgbClr>
                </a:gs>
                <a:gs pos="100000">
                  <a:srgbClr val="3C4B00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Splat 579"/>
            <p:cNvSpPr>
              <a:spLocks noGrp="1"/>
            </p:cNvSpPr>
            <p:nvPr/>
          </p:nvSpPr>
          <p:spPr>
            <a:xfrm rot="7619420">
              <a:off x="1984110" y="2248922"/>
              <a:ext cx="335981" cy="317364"/>
            </a:xfrm>
            <a:prstGeom prst="ellipse">
              <a:avLst/>
            </a:prstGeom>
            <a:gradFill>
              <a:gsLst>
                <a:gs pos="0">
                  <a:srgbClr val="BE9846">
                    <a:alpha val="2626"/>
                  </a:srgbClr>
                </a:gs>
                <a:gs pos="14286">
                  <a:srgbClr val="BE9846">
                    <a:alpha val="2416"/>
                  </a:srgbClr>
                </a:gs>
                <a:gs pos="28571">
                  <a:srgbClr val="BE9846">
                    <a:alpha val="1881"/>
                  </a:srgbClr>
                </a:gs>
                <a:gs pos="42857">
                  <a:srgbClr val="BE9846">
                    <a:alpha val="1238"/>
                  </a:srgbClr>
                </a:gs>
                <a:gs pos="57143">
                  <a:srgbClr val="BE9846">
                    <a:alpha val="688"/>
                  </a:srgbClr>
                </a:gs>
                <a:gs pos="71429">
                  <a:srgbClr val="BE9846">
                    <a:alpha val="323"/>
                  </a:srgbClr>
                </a:gs>
                <a:gs pos="85714">
                  <a:srgbClr val="BE9846">
                    <a:alpha val="128"/>
                  </a:srgbClr>
                </a:gs>
                <a:gs pos="100000">
                  <a:srgbClr val="BE9846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Splat 580"/>
            <p:cNvSpPr>
              <a:spLocks noGrp="1"/>
            </p:cNvSpPr>
            <p:nvPr/>
          </p:nvSpPr>
          <p:spPr>
            <a:xfrm rot="10614041">
              <a:off x="968406" y="2414805"/>
              <a:ext cx="460026" cy="12818"/>
            </a:xfrm>
            <a:prstGeom prst="ellipse">
              <a:avLst/>
            </a:prstGeom>
            <a:gradFill>
              <a:gsLst>
                <a:gs pos="0">
                  <a:srgbClr val="D19100">
                    <a:alpha val="6876"/>
                  </a:srgbClr>
                </a:gs>
                <a:gs pos="14286">
                  <a:srgbClr val="D19100">
                    <a:alpha val="6338"/>
                  </a:srgbClr>
                </a:gs>
                <a:gs pos="28571">
                  <a:srgbClr val="D19100">
                    <a:alpha val="4957"/>
                  </a:srgbClr>
                </a:gs>
                <a:gs pos="42857">
                  <a:srgbClr val="D19100">
                    <a:alpha val="3280"/>
                  </a:srgbClr>
                </a:gs>
                <a:gs pos="57143">
                  <a:srgbClr val="D19100">
                    <a:alpha val="1831"/>
                  </a:srgbClr>
                </a:gs>
                <a:gs pos="71429">
                  <a:srgbClr val="D19100">
                    <a:alpha val="861"/>
                  </a:srgbClr>
                </a:gs>
                <a:gs pos="85714">
                  <a:srgbClr val="D19100">
                    <a:alpha val="341"/>
                  </a:srgbClr>
                </a:gs>
                <a:gs pos="100000">
                  <a:srgbClr val="D19100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Splat 581"/>
            <p:cNvSpPr>
              <a:spLocks noGrp="1"/>
            </p:cNvSpPr>
            <p:nvPr/>
          </p:nvSpPr>
          <p:spPr>
            <a:xfrm rot="-8940342">
              <a:off x="-128430" y="1652358"/>
              <a:ext cx="438296" cy="204161"/>
            </a:xfrm>
            <a:prstGeom prst="ellipse">
              <a:avLst/>
            </a:prstGeom>
            <a:gradFill>
              <a:gsLst>
                <a:gs pos="0">
                  <a:srgbClr val="220000">
                    <a:alpha val="32968"/>
                  </a:srgbClr>
                </a:gs>
                <a:gs pos="14286">
                  <a:srgbClr val="220000">
                    <a:alpha val="30764"/>
                  </a:srgbClr>
                </a:gs>
                <a:gs pos="28571">
                  <a:srgbClr val="220000">
                    <a:alpha val="24833"/>
                  </a:srgbClr>
                </a:gs>
                <a:gs pos="42857">
                  <a:srgbClr val="220000">
                    <a:alpha val="17075"/>
                  </a:srgbClr>
                </a:gs>
                <a:gs pos="57143">
                  <a:srgbClr val="220000">
                    <a:alpha val="9855"/>
                  </a:srgbClr>
                </a:gs>
                <a:gs pos="71429">
                  <a:srgbClr val="220000">
                    <a:alpha val="4740"/>
                  </a:srgbClr>
                </a:gs>
                <a:gs pos="85714">
                  <a:srgbClr val="220000">
                    <a:alpha val="1902"/>
                  </a:srgbClr>
                </a:gs>
                <a:gs pos="100000">
                  <a:srgbClr val="2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Splat 582"/>
            <p:cNvSpPr>
              <a:spLocks noGrp="1"/>
            </p:cNvSpPr>
            <p:nvPr/>
          </p:nvSpPr>
          <p:spPr>
            <a:xfrm rot="5329377">
              <a:off x="1671048" y="1195805"/>
              <a:ext cx="417680" cy="26714"/>
            </a:xfrm>
            <a:prstGeom prst="ellipse">
              <a:avLst/>
            </a:prstGeom>
            <a:gradFill>
              <a:gsLst>
                <a:gs pos="0">
                  <a:srgbClr val="FFE1B4">
                    <a:alpha val="32968"/>
                  </a:srgbClr>
                </a:gs>
                <a:gs pos="14286">
                  <a:srgbClr val="FFE1B4">
                    <a:alpha val="30764"/>
                  </a:srgbClr>
                </a:gs>
                <a:gs pos="28571">
                  <a:srgbClr val="FFE1B4">
                    <a:alpha val="24833"/>
                  </a:srgbClr>
                </a:gs>
                <a:gs pos="42857">
                  <a:srgbClr val="FFE1B4">
                    <a:alpha val="17075"/>
                  </a:srgbClr>
                </a:gs>
                <a:gs pos="57143">
                  <a:srgbClr val="FFE1B4">
                    <a:alpha val="9855"/>
                  </a:srgbClr>
                </a:gs>
                <a:gs pos="71429">
                  <a:srgbClr val="FFE1B4">
                    <a:alpha val="4740"/>
                  </a:srgbClr>
                </a:gs>
                <a:gs pos="85714">
                  <a:srgbClr val="FFE1B4">
                    <a:alpha val="1902"/>
                  </a:srgbClr>
                </a:gs>
                <a:gs pos="100000">
                  <a:srgbClr val="FFE1B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Splat 583"/>
            <p:cNvSpPr>
              <a:spLocks noGrp="1"/>
            </p:cNvSpPr>
            <p:nvPr/>
          </p:nvSpPr>
          <p:spPr>
            <a:xfrm rot="5732534">
              <a:off x="3183034" y="1971126"/>
              <a:ext cx="432139" cy="428714"/>
            </a:xfrm>
            <a:prstGeom prst="ellipse">
              <a:avLst/>
            </a:prstGeom>
            <a:gradFill>
              <a:gsLst>
                <a:gs pos="0">
                  <a:srgbClr val="000000">
                    <a:alpha val="5350"/>
                  </a:srgbClr>
                </a:gs>
                <a:gs pos="14286">
                  <a:srgbClr val="000000">
                    <a:alpha val="4928"/>
                  </a:srgbClr>
                </a:gs>
                <a:gs pos="28571">
                  <a:srgbClr val="000000">
                    <a:alpha val="3848"/>
                  </a:srgbClr>
                </a:gs>
                <a:gs pos="42857">
                  <a:srgbClr val="000000">
                    <a:alpha val="2541"/>
                  </a:srgbClr>
                </a:gs>
                <a:gs pos="57143">
                  <a:srgbClr val="000000">
                    <a:alpha val="1416"/>
                  </a:srgbClr>
                </a:gs>
                <a:gs pos="71429">
                  <a:srgbClr val="000000">
                    <a:alpha val="665"/>
                  </a:srgbClr>
                </a:gs>
                <a:gs pos="85714">
                  <a:srgbClr val="000000">
                    <a:alpha val="264"/>
                  </a:srgbClr>
                </a:gs>
                <a:gs pos="100000">
                  <a:srgbClr val="000000">
                    <a:alpha val="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Splat 584"/>
            <p:cNvSpPr>
              <a:spLocks noGrp="1"/>
            </p:cNvSpPr>
            <p:nvPr/>
          </p:nvSpPr>
          <p:spPr>
            <a:xfrm rot="7090326">
              <a:off x="868351" y="1774763"/>
              <a:ext cx="435069" cy="419297"/>
            </a:xfrm>
            <a:prstGeom prst="ellipse">
              <a:avLst/>
            </a:prstGeom>
            <a:gradFill>
              <a:gsLst>
                <a:gs pos="0">
                  <a:srgbClr val="527B00">
                    <a:alpha val="3134"/>
                  </a:srgbClr>
                </a:gs>
                <a:gs pos="14286">
                  <a:srgbClr val="527B00">
                    <a:alpha val="2885"/>
                  </a:srgbClr>
                </a:gs>
                <a:gs pos="28571">
                  <a:srgbClr val="527B00">
                    <a:alpha val="2247"/>
                  </a:srgbClr>
                </a:gs>
                <a:gs pos="42857">
                  <a:srgbClr val="527B00">
                    <a:alpha val="1480"/>
                  </a:srgbClr>
                </a:gs>
                <a:gs pos="57143">
                  <a:srgbClr val="527B00">
                    <a:alpha val="823"/>
                  </a:srgbClr>
                </a:gs>
                <a:gs pos="71429">
                  <a:srgbClr val="527B00">
                    <a:alpha val="386"/>
                  </a:srgbClr>
                </a:gs>
                <a:gs pos="85714">
                  <a:srgbClr val="527B00">
                    <a:alpha val="153"/>
                  </a:srgbClr>
                </a:gs>
                <a:gs pos="100000">
                  <a:srgbClr val="527B00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Splat 585"/>
            <p:cNvSpPr>
              <a:spLocks noGrp="1"/>
            </p:cNvSpPr>
            <p:nvPr/>
          </p:nvSpPr>
          <p:spPr>
            <a:xfrm rot="2941764">
              <a:off x="568548" y="2068943"/>
              <a:ext cx="318195" cy="307166"/>
            </a:xfrm>
            <a:prstGeom prst="ellipse">
              <a:avLst/>
            </a:prstGeom>
            <a:gradFill>
              <a:gsLst>
                <a:gs pos="0">
                  <a:srgbClr val="45696E">
                    <a:alpha val="2667"/>
                  </a:srgbClr>
                </a:gs>
                <a:gs pos="14286">
                  <a:srgbClr val="45696E">
                    <a:alpha val="2454"/>
                  </a:srgbClr>
                </a:gs>
                <a:gs pos="28571">
                  <a:srgbClr val="45696E">
                    <a:alpha val="1911"/>
                  </a:srgbClr>
                </a:gs>
                <a:gs pos="42857">
                  <a:srgbClr val="45696E">
                    <a:alpha val="1257"/>
                  </a:srgbClr>
                </a:gs>
                <a:gs pos="57143">
                  <a:srgbClr val="45696E">
                    <a:alpha val="699"/>
                  </a:srgbClr>
                </a:gs>
                <a:gs pos="71429">
                  <a:srgbClr val="45696E">
                    <a:alpha val="328"/>
                  </a:srgbClr>
                </a:gs>
                <a:gs pos="85714">
                  <a:srgbClr val="45696E">
                    <a:alpha val="130"/>
                  </a:srgbClr>
                </a:gs>
                <a:gs pos="100000">
                  <a:srgbClr val="45696E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Splat 586"/>
            <p:cNvSpPr>
              <a:spLocks noGrp="1"/>
            </p:cNvSpPr>
            <p:nvPr/>
          </p:nvSpPr>
          <p:spPr>
            <a:xfrm rot="-10580267">
              <a:off x="-67664" y="1988187"/>
              <a:ext cx="352001" cy="258733"/>
            </a:xfrm>
            <a:prstGeom prst="ellipse">
              <a:avLst/>
            </a:prstGeom>
            <a:gradFill>
              <a:gsLst>
                <a:gs pos="0">
                  <a:srgbClr val="323C59">
                    <a:alpha val="23036"/>
                  </a:srgbClr>
                </a:gs>
                <a:gs pos="14286">
                  <a:srgbClr val="323C59">
                    <a:alpha val="21389"/>
                  </a:srgbClr>
                </a:gs>
                <a:gs pos="28571">
                  <a:srgbClr val="323C59">
                    <a:alpha val="17043"/>
                  </a:srgbClr>
                </a:gs>
                <a:gs pos="42857">
                  <a:srgbClr val="323C59">
                    <a:alpha val="11535"/>
                  </a:srgbClr>
                </a:gs>
                <a:gs pos="57143">
                  <a:srgbClr val="323C59">
                    <a:alpha val="6566"/>
                  </a:srgbClr>
                </a:gs>
                <a:gs pos="71429">
                  <a:srgbClr val="323C59">
                    <a:alpha val="3129"/>
                  </a:srgbClr>
                </a:gs>
                <a:gs pos="85714">
                  <a:srgbClr val="323C59">
                    <a:alpha val="1249"/>
                  </a:srgbClr>
                </a:gs>
                <a:gs pos="100000">
                  <a:srgbClr val="323C59">
                    <a:alpha val="4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Splat 587"/>
            <p:cNvSpPr>
              <a:spLocks noGrp="1"/>
            </p:cNvSpPr>
            <p:nvPr/>
          </p:nvSpPr>
          <p:spPr>
            <a:xfrm rot="5623194">
              <a:off x="1755120" y="1761052"/>
              <a:ext cx="438302" cy="433744"/>
            </a:xfrm>
            <a:prstGeom prst="ellipse">
              <a:avLst/>
            </a:prstGeom>
            <a:gradFill>
              <a:gsLst>
                <a:gs pos="0">
                  <a:srgbClr val="654679">
                    <a:alpha val="2550"/>
                  </a:srgbClr>
                </a:gs>
                <a:gs pos="14286">
                  <a:srgbClr val="654679">
                    <a:alpha val="2346"/>
                  </a:srgbClr>
                </a:gs>
                <a:gs pos="28571">
                  <a:srgbClr val="654679">
                    <a:alpha val="1826"/>
                  </a:srgbClr>
                </a:gs>
                <a:gs pos="42857">
                  <a:srgbClr val="654679">
                    <a:alpha val="1202"/>
                  </a:srgbClr>
                </a:gs>
                <a:gs pos="57143">
                  <a:srgbClr val="654679">
                    <a:alpha val="668"/>
                  </a:srgbClr>
                </a:gs>
                <a:gs pos="71429">
                  <a:srgbClr val="654679">
                    <a:alpha val="313"/>
                  </a:srgbClr>
                </a:gs>
                <a:gs pos="85714">
                  <a:srgbClr val="654679">
                    <a:alpha val="124"/>
                  </a:srgbClr>
                </a:gs>
                <a:gs pos="100000">
                  <a:srgbClr val="654679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Splat 588"/>
            <p:cNvSpPr>
              <a:spLocks noGrp="1"/>
            </p:cNvSpPr>
            <p:nvPr/>
          </p:nvSpPr>
          <p:spPr>
            <a:xfrm rot="6169175">
              <a:off x="2411246" y="805729"/>
              <a:ext cx="363040" cy="345643"/>
            </a:xfrm>
            <a:prstGeom prst="ellipse">
              <a:avLst/>
            </a:prstGeom>
            <a:gradFill>
              <a:gsLst>
                <a:gs pos="0">
                  <a:srgbClr val="03453B">
                    <a:alpha val="3200"/>
                  </a:srgbClr>
                </a:gs>
                <a:gs pos="14286">
                  <a:srgbClr val="03453B">
                    <a:alpha val="2945"/>
                  </a:srgbClr>
                </a:gs>
                <a:gs pos="28571">
                  <a:srgbClr val="03453B">
                    <a:alpha val="2294"/>
                  </a:srgbClr>
                </a:gs>
                <a:gs pos="42857">
                  <a:srgbClr val="03453B">
                    <a:alpha val="1511"/>
                  </a:srgbClr>
                </a:gs>
                <a:gs pos="57143">
                  <a:srgbClr val="03453B">
                    <a:alpha val="840"/>
                  </a:srgbClr>
                </a:gs>
                <a:gs pos="71429">
                  <a:srgbClr val="03453B">
                    <a:alpha val="394"/>
                  </a:srgbClr>
                </a:gs>
                <a:gs pos="85714">
                  <a:srgbClr val="03453B">
                    <a:alpha val="156"/>
                  </a:srgbClr>
                </a:gs>
                <a:gs pos="100000">
                  <a:srgbClr val="03453B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Splat 589"/>
            <p:cNvSpPr>
              <a:spLocks noGrp="1"/>
            </p:cNvSpPr>
            <p:nvPr/>
          </p:nvSpPr>
          <p:spPr>
            <a:xfrm rot="5270579">
              <a:off x="1648056" y="1715001"/>
              <a:ext cx="360561" cy="112700"/>
            </a:xfrm>
            <a:prstGeom prst="ellipse">
              <a:avLst/>
            </a:prstGeom>
            <a:gradFill>
              <a:gsLst>
                <a:gs pos="0">
                  <a:srgbClr val="FFF7E6">
                    <a:alpha val="27724"/>
                  </a:srgbClr>
                </a:gs>
                <a:gs pos="14286">
                  <a:srgbClr val="FFF7E6">
                    <a:alpha val="25801"/>
                  </a:srgbClr>
                </a:gs>
                <a:gs pos="28571">
                  <a:srgbClr val="FFF7E6">
                    <a:alpha val="20682"/>
                  </a:srgbClr>
                </a:gs>
                <a:gs pos="42857">
                  <a:srgbClr val="FFF7E6">
                    <a:alpha val="14099"/>
                  </a:srgbClr>
                </a:gs>
                <a:gs pos="57143">
                  <a:srgbClr val="FFF7E6">
                    <a:alpha val="8076"/>
                  </a:srgbClr>
                </a:gs>
                <a:gs pos="71429">
                  <a:srgbClr val="FFF7E6">
                    <a:alpha val="3865"/>
                  </a:srgbClr>
                </a:gs>
                <a:gs pos="85714">
                  <a:srgbClr val="FFF7E6">
                    <a:alpha val="1547"/>
                  </a:srgbClr>
                </a:gs>
                <a:gs pos="100000">
                  <a:srgbClr val="FFF7E6">
                    <a:alpha val="5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Splat 590"/>
            <p:cNvSpPr>
              <a:spLocks noGrp="1"/>
            </p:cNvSpPr>
            <p:nvPr/>
          </p:nvSpPr>
          <p:spPr>
            <a:xfrm rot="5221452">
              <a:off x="1568479" y="1489578"/>
              <a:ext cx="446837" cy="52642"/>
            </a:xfrm>
            <a:prstGeom prst="ellipse">
              <a:avLst/>
            </a:prstGeom>
            <a:gradFill>
              <a:gsLst>
                <a:gs pos="0">
                  <a:srgbClr val="897400">
                    <a:alpha val="22266"/>
                  </a:srgbClr>
                </a:gs>
                <a:gs pos="14286">
                  <a:srgbClr val="897400">
                    <a:alpha val="20666"/>
                  </a:srgbClr>
                </a:gs>
                <a:gs pos="28571">
                  <a:srgbClr val="897400">
                    <a:alpha val="16452"/>
                  </a:srgbClr>
                </a:gs>
                <a:gs pos="42857">
                  <a:srgbClr val="897400">
                    <a:alpha val="11121"/>
                  </a:srgbClr>
                </a:gs>
                <a:gs pos="57143">
                  <a:srgbClr val="897400">
                    <a:alpha val="6324"/>
                  </a:srgbClr>
                </a:gs>
                <a:gs pos="71429">
                  <a:srgbClr val="897400">
                    <a:alpha val="3012"/>
                  </a:srgbClr>
                </a:gs>
                <a:gs pos="85714">
                  <a:srgbClr val="897400">
                    <a:alpha val="1202"/>
                  </a:srgbClr>
                </a:gs>
                <a:gs pos="100000">
                  <a:srgbClr val="897400">
                    <a:alpha val="4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Splat 591"/>
            <p:cNvSpPr>
              <a:spLocks noGrp="1"/>
            </p:cNvSpPr>
            <p:nvPr/>
          </p:nvSpPr>
          <p:spPr>
            <a:xfrm rot="5648982">
              <a:off x="1683803" y="1904231"/>
              <a:ext cx="425242" cy="75084"/>
            </a:xfrm>
            <a:prstGeom prst="ellipse">
              <a:avLst/>
            </a:prstGeom>
            <a:gradFill>
              <a:gsLst>
                <a:gs pos="0">
                  <a:srgbClr val="001100">
                    <a:alpha val="24850"/>
                  </a:srgbClr>
                </a:gs>
                <a:gs pos="14286">
                  <a:srgbClr val="001100">
                    <a:alpha val="23093"/>
                  </a:srgbClr>
                </a:gs>
                <a:gs pos="28571">
                  <a:srgbClr val="001100">
                    <a:alpha val="18444"/>
                  </a:srgbClr>
                </a:gs>
                <a:gs pos="42857">
                  <a:srgbClr val="001100">
                    <a:alpha val="12517"/>
                  </a:srgbClr>
                </a:gs>
                <a:gs pos="57143">
                  <a:srgbClr val="001100">
                    <a:alpha val="7142"/>
                  </a:srgbClr>
                </a:gs>
                <a:gs pos="71429">
                  <a:srgbClr val="001100">
                    <a:alpha val="3409"/>
                  </a:srgbClr>
                </a:gs>
                <a:gs pos="85714">
                  <a:srgbClr val="001100">
                    <a:alpha val="1362"/>
                  </a:srgbClr>
                </a:gs>
                <a:gs pos="100000">
                  <a:srgbClr val="001100">
                    <a:alpha val="4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Splat 592"/>
            <p:cNvSpPr>
              <a:spLocks noGrp="1"/>
            </p:cNvSpPr>
            <p:nvPr/>
          </p:nvSpPr>
          <p:spPr>
            <a:xfrm rot="7249482">
              <a:off x="1652218" y="2257864"/>
              <a:ext cx="390325" cy="125116"/>
            </a:xfrm>
            <a:prstGeom prst="ellipse">
              <a:avLst/>
            </a:prstGeom>
            <a:gradFill>
              <a:gsLst>
                <a:gs pos="0">
                  <a:srgbClr val="FFAD2F">
                    <a:alpha val="10204"/>
                  </a:srgbClr>
                </a:gs>
                <a:gs pos="14286">
                  <a:srgbClr val="FFAD2F">
                    <a:alpha val="9418"/>
                  </a:srgbClr>
                </a:gs>
                <a:gs pos="28571">
                  <a:srgbClr val="FFAD2F">
                    <a:alpha val="7393"/>
                  </a:srgbClr>
                </a:gs>
                <a:gs pos="42857">
                  <a:srgbClr val="FFAD2F">
                    <a:alpha val="4913"/>
                  </a:srgbClr>
                </a:gs>
                <a:gs pos="57143">
                  <a:srgbClr val="FFAD2F">
                    <a:alpha val="2753"/>
                  </a:srgbClr>
                </a:gs>
                <a:gs pos="71429">
                  <a:srgbClr val="FFAD2F">
                    <a:alpha val="1298"/>
                  </a:srgbClr>
                </a:gs>
                <a:gs pos="85714">
                  <a:srgbClr val="FFAD2F">
                    <a:alpha val="515"/>
                  </a:srgbClr>
                </a:gs>
                <a:gs pos="100000">
                  <a:srgbClr val="FFAD2F">
                    <a:alpha val="1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Splat 593"/>
            <p:cNvSpPr>
              <a:spLocks noGrp="1"/>
            </p:cNvSpPr>
            <p:nvPr/>
          </p:nvSpPr>
          <p:spPr>
            <a:xfrm rot="5908755">
              <a:off x="2418371" y="750402"/>
              <a:ext cx="364377" cy="364215"/>
            </a:xfrm>
            <a:prstGeom prst="ellipse">
              <a:avLst/>
            </a:prstGeom>
            <a:gradFill>
              <a:gsLst>
                <a:gs pos="0">
                  <a:srgbClr val="393876">
                    <a:alpha val="9448"/>
                  </a:srgbClr>
                </a:gs>
                <a:gs pos="14286">
                  <a:srgbClr val="393876">
                    <a:alpha val="8718"/>
                  </a:srgbClr>
                </a:gs>
                <a:gs pos="28571">
                  <a:srgbClr val="393876">
                    <a:alpha val="6837"/>
                  </a:srgbClr>
                </a:gs>
                <a:gs pos="42857">
                  <a:srgbClr val="393876">
                    <a:alpha val="4539"/>
                  </a:srgbClr>
                </a:gs>
                <a:gs pos="57143">
                  <a:srgbClr val="393876">
                    <a:alpha val="2541"/>
                  </a:srgbClr>
                </a:gs>
                <a:gs pos="71429">
                  <a:srgbClr val="393876">
                    <a:alpha val="1198"/>
                  </a:srgbClr>
                </a:gs>
                <a:gs pos="85714">
                  <a:srgbClr val="393876">
                    <a:alpha val="475"/>
                  </a:srgbClr>
                </a:gs>
                <a:gs pos="100000">
                  <a:srgbClr val="393876">
                    <a:alpha val="1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Splat 594"/>
            <p:cNvSpPr>
              <a:spLocks noGrp="1"/>
            </p:cNvSpPr>
            <p:nvPr/>
          </p:nvSpPr>
          <p:spPr>
            <a:xfrm rot="7011217">
              <a:off x="1747830" y="1773735"/>
              <a:ext cx="374797" cy="268459"/>
            </a:xfrm>
            <a:prstGeom prst="ellipse">
              <a:avLst/>
            </a:prstGeom>
            <a:gradFill>
              <a:gsLst>
                <a:gs pos="0">
                  <a:srgbClr val="6B8AD9">
                    <a:alpha val="3067"/>
                  </a:srgbClr>
                </a:gs>
                <a:gs pos="14286">
                  <a:srgbClr val="6B8AD9">
                    <a:alpha val="2823"/>
                  </a:srgbClr>
                </a:gs>
                <a:gs pos="28571">
                  <a:srgbClr val="6B8AD9">
                    <a:alpha val="2199"/>
                  </a:srgbClr>
                </a:gs>
                <a:gs pos="42857">
                  <a:srgbClr val="6B8AD9">
                    <a:alpha val="1448"/>
                  </a:srgbClr>
                </a:gs>
                <a:gs pos="57143">
                  <a:srgbClr val="6B8AD9">
                    <a:alpha val="805"/>
                  </a:srgbClr>
                </a:gs>
                <a:gs pos="71429">
                  <a:srgbClr val="6B8AD9">
                    <a:alpha val="378"/>
                  </a:srgbClr>
                </a:gs>
                <a:gs pos="85714">
                  <a:srgbClr val="6B8AD9">
                    <a:alpha val="149"/>
                  </a:srgbClr>
                </a:gs>
                <a:gs pos="100000">
                  <a:srgbClr val="6B8AD9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Splat 595"/>
            <p:cNvSpPr>
              <a:spLocks noGrp="1"/>
            </p:cNvSpPr>
            <p:nvPr/>
          </p:nvSpPr>
          <p:spPr>
            <a:xfrm rot="5673474">
              <a:off x="1652008" y="2200187"/>
              <a:ext cx="309801" cy="21958"/>
            </a:xfrm>
            <a:prstGeom prst="ellipse">
              <a:avLst/>
            </a:prstGeom>
            <a:gradFill>
              <a:gsLst>
                <a:gs pos="0">
                  <a:srgbClr val="E8A200">
                    <a:alpha val="32968"/>
                  </a:srgbClr>
                </a:gs>
                <a:gs pos="14286">
                  <a:srgbClr val="E8A200">
                    <a:alpha val="30764"/>
                  </a:srgbClr>
                </a:gs>
                <a:gs pos="28571">
                  <a:srgbClr val="E8A200">
                    <a:alpha val="24833"/>
                  </a:srgbClr>
                </a:gs>
                <a:gs pos="42857">
                  <a:srgbClr val="E8A200">
                    <a:alpha val="17075"/>
                  </a:srgbClr>
                </a:gs>
                <a:gs pos="57143">
                  <a:srgbClr val="E8A200">
                    <a:alpha val="9855"/>
                  </a:srgbClr>
                </a:gs>
                <a:gs pos="71429">
                  <a:srgbClr val="E8A200">
                    <a:alpha val="4740"/>
                  </a:srgbClr>
                </a:gs>
                <a:gs pos="85714">
                  <a:srgbClr val="E8A200">
                    <a:alpha val="1902"/>
                  </a:srgbClr>
                </a:gs>
                <a:gs pos="100000">
                  <a:srgbClr val="E8A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Splat 596"/>
            <p:cNvSpPr>
              <a:spLocks noGrp="1"/>
            </p:cNvSpPr>
            <p:nvPr/>
          </p:nvSpPr>
          <p:spPr>
            <a:xfrm rot="-10619826">
              <a:off x="2343714" y="861502"/>
              <a:ext cx="361515" cy="351624"/>
            </a:xfrm>
            <a:prstGeom prst="ellipse">
              <a:avLst/>
            </a:prstGeom>
            <a:gradFill>
              <a:gsLst>
                <a:gs pos="0">
                  <a:srgbClr val="2D4955">
                    <a:alpha val="4816"/>
                  </a:srgbClr>
                </a:gs>
                <a:gs pos="14286">
                  <a:srgbClr val="2D4955">
                    <a:alpha val="4435"/>
                  </a:srgbClr>
                </a:gs>
                <a:gs pos="28571">
                  <a:srgbClr val="2D4955">
                    <a:alpha val="3461"/>
                  </a:srgbClr>
                </a:gs>
                <a:gs pos="42857">
                  <a:srgbClr val="2D4955">
                    <a:alpha val="2284"/>
                  </a:srgbClr>
                </a:gs>
                <a:gs pos="57143">
                  <a:srgbClr val="2D4955">
                    <a:alpha val="1272"/>
                  </a:srgbClr>
                </a:gs>
                <a:gs pos="71429">
                  <a:srgbClr val="2D4955">
                    <a:alpha val="598"/>
                  </a:srgbClr>
                </a:gs>
                <a:gs pos="85714">
                  <a:srgbClr val="2D4955">
                    <a:alpha val="237"/>
                  </a:srgbClr>
                </a:gs>
                <a:gs pos="100000">
                  <a:srgbClr val="2D4955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Splat 597"/>
            <p:cNvSpPr>
              <a:spLocks noGrp="1"/>
            </p:cNvSpPr>
            <p:nvPr/>
          </p:nvSpPr>
          <p:spPr>
            <a:xfrm rot="5216299">
              <a:off x="2290695" y="835870"/>
              <a:ext cx="530132" cy="6676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Splat 598"/>
            <p:cNvSpPr>
              <a:spLocks noGrp="1"/>
            </p:cNvSpPr>
            <p:nvPr/>
          </p:nvSpPr>
          <p:spPr>
            <a:xfrm rot="4982681">
              <a:off x="1645439" y="2062513"/>
              <a:ext cx="400908" cy="117468"/>
            </a:xfrm>
            <a:prstGeom prst="ellipse">
              <a:avLst/>
            </a:prstGeom>
            <a:gradFill>
              <a:gsLst>
                <a:gs pos="0">
                  <a:srgbClr val="FFD9A1">
                    <a:alpha val="32968"/>
                  </a:srgbClr>
                </a:gs>
                <a:gs pos="14286">
                  <a:srgbClr val="FFD9A1">
                    <a:alpha val="30764"/>
                  </a:srgbClr>
                </a:gs>
                <a:gs pos="28571">
                  <a:srgbClr val="FFD9A1">
                    <a:alpha val="24833"/>
                  </a:srgbClr>
                </a:gs>
                <a:gs pos="42857">
                  <a:srgbClr val="FFD9A1">
                    <a:alpha val="17075"/>
                  </a:srgbClr>
                </a:gs>
                <a:gs pos="57143">
                  <a:srgbClr val="FFD9A1">
                    <a:alpha val="9855"/>
                  </a:srgbClr>
                </a:gs>
                <a:gs pos="71429">
                  <a:srgbClr val="FFD9A1">
                    <a:alpha val="4740"/>
                  </a:srgbClr>
                </a:gs>
                <a:gs pos="85714">
                  <a:srgbClr val="FFD9A1">
                    <a:alpha val="1902"/>
                  </a:srgbClr>
                </a:gs>
                <a:gs pos="100000">
                  <a:srgbClr val="FFD9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Splat 599"/>
            <p:cNvSpPr>
              <a:spLocks noGrp="1"/>
            </p:cNvSpPr>
            <p:nvPr/>
          </p:nvSpPr>
          <p:spPr>
            <a:xfrm rot="5217811">
              <a:off x="1556648" y="1301069"/>
              <a:ext cx="344119" cy="343036"/>
            </a:xfrm>
            <a:prstGeom prst="ellipse">
              <a:avLst/>
            </a:prstGeom>
            <a:gradFill>
              <a:gsLst>
                <a:gs pos="0">
                  <a:srgbClr val="403F00">
                    <a:alpha val="2666"/>
                  </a:srgbClr>
                </a:gs>
                <a:gs pos="14286">
                  <a:srgbClr val="403F00">
                    <a:alpha val="2453"/>
                  </a:srgbClr>
                </a:gs>
                <a:gs pos="28571">
                  <a:srgbClr val="403F00">
                    <a:alpha val="1910"/>
                  </a:srgbClr>
                </a:gs>
                <a:gs pos="42857">
                  <a:srgbClr val="403F00">
                    <a:alpha val="1257"/>
                  </a:srgbClr>
                </a:gs>
                <a:gs pos="57143">
                  <a:srgbClr val="403F00">
                    <a:alpha val="698"/>
                  </a:srgbClr>
                </a:gs>
                <a:gs pos="71429">
                  <a:srgbClr val="403F00">
                    <a:alpha val="328"/>
                  </a:srgbClr>
                </a:gs>
                <a:gs pos="85714">
                  <a:srgbClr val="403F00">
                    <a:alpha val="130"/>
                  </a:srgbClr>
                </a:gs>
                <a:gs pos="100000">
                  <a:srgbClr val="403F00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Splat 600"/>
            <p:cNvSpPr>
              <a:spLocks noGrp="1"/>
            </p:cNvSpPr>
            <p:nvPr/>
          </p:nvSpPr>
          <p:spPr>
            <a:xfrm rot="4115194">
              <a:off x="3452399" y="2109077"/>
              <a:ext cx="391351" cy="252407"/>
            </a:xfrm>
            <a:prstGeom prst="ellipse">
              <a:avLst/>
            </a:prstGeom>
            <a:gradFill>
              <a:gsLst>
                <a:gs pos="0">
                  <a:srgbClr val="1D1800">
                    <a:alpha val="19478"/>
                  </a:srgbClr>
                </a:gs>
                <a:gs pos="14286">
                  <a:srgbClr val="1D1800">
                    <a:alpha val="18055"/>
                  </a:srgbClr>
                </a:gs>
                <a:gs pos="28571">
                  <a:srgbClr val="1D1800">
                    <a:alpha val="14325"/>
                  </a:srgbClr>
                </a:gs>
                <a:gs pos="42857">
                  <a:srgbClr val="1D1800">
                    <a:alpha val="9644"/>
                  </a:srgbClr>
                </a:gs>
                <a:gs pos="57143">
                  <a:srgbClr val="1D1800">
                    <a:alpha val="5464"/>
                  </a:srgbClr>
                </a:gs>
                <a:gs pos="71429">
                  <a:srgbClr val="1D1800">
                    <a:alpha val="2596"/>
                  </a:srgbClr>
                </a:gs>
                <a:gs pos="85714">
                  <a:srgbClr val="1D1800">
                    <a:alpha val="1035"/>
                  </a:srgbClr>
                </a:gs>
                <a:gs pos="100000">
                  <a:srgbClr val="1D1800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Splat 601"/>
            <p:cNvSpPr>
              <a:spLocks noGrp="1"/>
            </p:cNvSpPr>
            <p:nvPr/>
          </p:nvSpPr>
          <p:spPr>
            <a:xfrm rot="8591727">
              <a:off x="1006604" y="1253960"/>
              <a:ext cx="338606" cy="305253"/>
            </a:xfrm>
            <a:prstGeom prst="ellipse">
              <a:avLst/>
            </a:prstGeom>
            <a:gradFill>
              <a:gsLst>
                <a:gs pos="0">
                  <a:srgbClr val="3A61A7">
                    <a:alpha val="5060"/>
                  </a:srgbClr>
                </a:gs>
                <a:gs pos="14286">
                  <a:srgbClr val="3A61A7">
                    <a:alpha val="4660"/>
                  </a:srgbClr>
                </a:gs>
                <a:gs pos="28571">
                  <a:srgbClr val="3A61A7">
                    <a:alpha val="3638"/>
                  </a:srgbClr>
                </a:gs>
                <a:gs pos="42857">
                  <a:srgbClr val="3A61A7">
                    <a:alpha val="2401"/>
                  </a:srgbClr>
                </a:gs>
                <a:gs pos="57143">
                  <a:srgbClr val="3A61A7">
                    <a:alpha val="1338"/>
                  </a:srgbClr>
                </a:gs>
                <a:gs pos="71429">
                  <a:srgbClr val="3A61A7">
                    <a:alpha val="628"/>
                  </a:srgbClr>
                </a:gs>
                <a:gs pos="85714">
                  <a:srgbClr val="3A61A7">
                    <a:alpha val="249"/>
                  </a:srgbClr>
                </a:gs>
                <a:gs pos="100000">
                  <a:srgbClr val="3A61A7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Splat 602"/>
            <p:cNvSpPr>
              <a:spLocks noGrp="1"/>
            </p:cNvSpPr>
            <p:nvPr/>
          </p:nvSpPr>
          <p:spPr>
            <a:xfrm rot="4882279">
              <a:off x="3392240" y="1986813"/>
              <a:ext cx="447232" cy="209593"/>
            </a:xfrm>
            <a:prstGeom prst="ellipse">
              <a:avLst/>
            </a:prstGeom>
            <a:gradFill>
              <a:gsLst>
                <a:gs pos="0">
                  <a:srgbClr val="060A21">
                    <a:alpha val="24721"/>
                  </a:srgbClr>
                </a:gs>
                <a:gs pos="14286">
                  <a:srgbClr val="060A21">
                    <a:alpha val="22972"/>
                  </a:srgbClr>
                </a:gs>
                <a:gs pos="28571">
                  <a:srgbClr val="060A21">
                    <a:alpha val="18344"/>
                  </a:srgbClr>
                </a:gs>
                <a:gs pos="42857">
                  <a:srgbClr val="060A21">
                    <a:alpha val="12447"/>
                  </a:srgbClr>
                </a:gs>
                <a:gs pos="57143">
                  <a:srgbClr val="060A21">
                    <a:alpha val="7101"/>
                  </a:srgbClr>
                </a:gs>
                <a:gs pos="71429">
                  <a:srgbClr val="060A21">
                    <a:alpha val="3389"/>
                  </a:srgbClr>
                </a:gs>
                <a:gs pos="85714">
                  <a:srgbClr val="060A21">
                    <a:alpha val="1354"/>
                  </a:srgbClr>
                </a:gs>
                <a:gs pos="100000">
                  <a:srgbClr val="060A21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Splat 603"/>
            <p:cNvSpPr>
              <a:spLocks noGrp="1"/>
            </p:cNvSpPr>
            <p:nvPr/>
          </p:nvSpPr>
          <p:spPr>
            <a:xfrm rot="8897405">
              <a:off x="-168544" y="1997822"/>
              <a:ext cx="424078" cy="222559"/>
            </a:xfrm>
            <a:prstGeom prst="ellipse">
              <a:avLst/>
            </a:prstGeom>
            <a:gradFill>
              <a:gsLst>
                <a:gs pos="0">
                  <a:srgbClr val="000B00">
                    <a:alpha val="17957"/>
                  </a:srgbClr>
                </a:gs>
                <a:gs pos="14286">
                  <a:srgbClr val="000B00">
                    <a:alpha val="16633"/>
                  </a:srgbClr>
                </a:gs>
                <a:gs pos="28571">
                  <a:srgbClr val="000B00">
                    <a:alpha val="13172"/>
                  </a:srgbClr>
                </a:gs>
                <a:gs pos="42857">
                  <a:srgbClr val="000B00">
                    <a:alpha val="8848"/>
                  </a:srgbClr>
                </a:gs>
                <a:gs pos="57143">
                  <a:srgbClr val="000B00">
                    <a:alpha val="5004"/>
                  </a:srgbClr>
                </a:gs>
                <a:gs pos="71429">
                  <a:srgbClr val="000B00">
                    <a:alpha val="2374"/>
                  </a:srgbClr>
                </a:gs>
                <a:gs pos="85714">
                  <a:srgbClr val="000B00">
                    <a:alpha val="946"/>
                  </a:srgbClr>
                </a:gs>
                <a:gs pos="100000">
                  <a:srgbClr val="000B00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Splat 604"/>
            <p:cNvSpPr>
              <a:spLocks noGrp="1"/>
            </p:cNvSpPr>
            <p:nvPr/>
          </p:nvSpPr>
          <p:spPr>
            <a:xfrm rot="5439197">
              <a:off x="1567009" y="2100414"/>
              <a:ext cx="446326" cy="15132"/>
            </a:xfrm>
            <a:prstGeom prst="ellipse">
              <a:avLst/>
            </a:prstGeom>
            <a:gradFill>
              <a:gsLst>
                <a:gs pos="0">
                  <a:srgbClr val="FFEABD">
                    <a:alpha val="32968"/>
                  </a:srgbClr>
                </a:gs>
                <a:gs pos="14286">
                  <a:srgbClr val="FFEABD">
                    <a:alpha val="30764"/>
                  </a:srgbClr>
                </a:gs>
                <a:gs pos="28571">
                  <a:srgbClr val="FFEABD">
                    <a:alpha val="24833"/>
                  </a:srgbClr>
                </a:gs>
                <a:gs pos="42857">
                  <a:srgbClr val="FFEABD">
                    <a:alpha val="17075"/>
                  </a:srgbClr>
                </a:gs>
                <a:gs pos="57143">
                  <a:srgbClr val="FFEABD">
                    <a:alpha val="9855"/>
                  </a:srgbClr>
                </a:gs>
                <a:gs pos="71429">
                  <a:srgbClr val="FFEABD">
                    <a:alpha val="4740"/>
                  </a:srgbClr>
                </a:gs>
                <a:gs pos="85714">
                  <a:srgbClr val="FFEABD">
                    <a:alpha val="1902"/>
                  </a:srgbClr>
                </a:gs>
                <a:gs pos="100000">
                  <a:srgbClr val="FFEAB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Splat 605"/>
            <p:cNvSpPr>
              <a:spLocks noGrp="1"/>
            </p:cNvSpPr>
            <p:nvPr/>
          </p:nvSpPr>
          <p:spPr>
            <a:xfrm rot="5232695">
              <a:off x="1643457" y="2163999"/>
              <a:ext cx="328025" cy="15081"/>
            </a:xfrm>
            <a:prstGeom prst="ellipse">
              <a:avLst/>
            </a:prstGeom>
            <a:gradFill>
              <a:gsLst>
                <a:gs pos="0">
                  <a:srgbClr val="AB9A7C">
                    <a:alpha val="32968"/>
                  </a:srgbClr>
                </a:gs>
                <a:gs pos="14286">
                  <a:srgbClr val="AB9A7C">
                    <a:alpha val="30764"/>
                  </a:srgbClr>
                </a:gs>
                <a:gs pos="28571">
                  <a:srgbClr val="AB9A7C">
                    <a:alpha val="24833"/>
                  </a:srgbClr>
                </a:gs>
                <a:gs pos="42857">
                  <a:srgbClr val="AB9A7C">
                    <a:alpha val="17075"/>
                  </a:srgbClr>
                </a:gs>
                <a:gs pos="57143">
                  <a:srgbClr val="AB9A7C">
                    <a:alpha val="9855"/>
                  </a:srgbClr>
                </a:gs>
                <a:gs pos="71429">
                  <a:srgbClr val="AB9A7C">
                    <a:alpha val="4740"/>
                  </a:srgbClr>
                </a:gs>
                <a:gs pos="85714">
                  <a:srgbClr val="AB9A7C">
                    <a:alpha val="1902"/>
                  </a:srgbClr>
                </a:gs>
                <a:gs pos="100000">
                  <a:srgbClr val="AB9A7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Splat 606"/>
            <p:cNvSpPr>
              <a:spLocks noGrp="1"/>
            </p:cNvSpPr>
            <p:nvPr/>
          </p:nvSpPr>
          <p:spPr>
            <a:xfrm rot="4619600">
              <a:off x="3282440" y="2250019"/>
              <a:ext cx="338345" cy="272773"/>
            </a:xfrm>
            <a:prstGeom prst="ellipse">
              <a:avLst/>
            </a:prstGeom>
            <a:gradFill>
              <a:gsLst>
                <a:gs pos="0">
                  <a:srgbClr val="001600">
                    <a:alpha val="12484"/>
                  </a:srgbClr>
                </a:gs>
                <a:gs pos="14286">
                  <a:srgbClr val="001600">
                    <a:alpha val="11535"/>
                  </a:srgbClr>
                </a:gs>
                <a:gs pos="28571">
                  <a:srgbClr val="001600">
                    <a:alpha val="9077"/>
                  </a:srgbClr>
                </a:gs>
                <a:gs pos="42857">
                  <a:srgbClr val="001600">
                    <a:alpha val="6051"/>
                  </a:srgbClr>
                </a:gs>
                <a:gs pos="57143">
                  <a:srgbClr val="001600">
                    <a:alpha val="3399"/>
                  </a:srgbClr>
                </a:gs>
                <a:gs pos="71429">
                  <a:srgbClr val="001600">
                    <a:alpha val="1606"/>
                  </a:srgbClr>
                </a:gs>
                <a:gs pos="85714">
                  <a:srgbClr val="001600">
                    <a:alpha val="638"/>
                  </a:srgbClr>
                </a:gs>
                <a:gs pos="100000">
                  <a:srgbClr val="001600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Splat 607"/>
            <p:cNvSpPr>
              <a:spLocks noGrp="1"/>
            </p:cNvSpPr>
            <p:nvPr/>
          </p:nvSpPr>
          <p:spPr>
            <a:xfrm rot="6962371">
              <a:off x="1646032" y="2240559"/>
              <a:ext cx="259119" cy="32446"/>
            </a:xfrm>
            <a:prstGeom prst="ellipse">
              <a:avLst/>
            </a:prstGeom>
            <a:gradFill>
              <a:gsLst>
                <a:gs pos="0">
                  <a:srgbClr val="F0B248">
                    <a:alpha val="7590"/>
                  </a:srgbClr>
                </a:gs>
                <a:gs pos="14286">
                  <a:srgbClr val="F0B248">
                    <a:alpha val="6998"/>
                  </a:srgbClr>
                </a:gs>
                <a:gs pos="28571">
                  <a:srgbClr val="F0B248">
                    <a:alpha val="5477"/>
                  </a:srgbClr>
                </a:gs>
                <a:gs pos="42857">
                  <a:srgbClr val="F0B248">
                    <a:alpha val="3627"/>
                  </a:srgbClr>
                </a:gs>
                <a:gs pos="57143">
                  <a:srgbClr val="F0B248">
                    <a:alpha val="2027"/>
                  </a:srgbClr>
                </a:gs>
                <a:gs pos="71429">
                  <a:srgbClr val="F0B248">
                    <a:alpha val="954"/>
                  </a:srgbClr>
                </a:gs>
                <a:gs pos="85714">
                  <a:srgbClr val="F0B248">
                    <a:alpha val="378"/>
                  </a:srgbClr>
                </a:gs>
                <a:gs pos="100000">
                  <a:srgbClr val="F0B248">
                    <a:alpha val="1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Splat 608"/>
            <p:cNvSpPr>
              <a:spLocks noGrp="1"/>
            </p:cNvSpPr>
            <p:nvPr/>
          </p:nvSpPr>
          <p:spPr>
            <a:xfrm rot="-9920512">
              <a:off x="636327" y="2128901"/>
              <a:ext cx="412317" cy="28209"/>
            </a:xfrm>
            <a:prstGeom prst="ellipse">
              <a:avLst/>
            </a:prstGeom>
            <a:gradFill>
              <a:gsLst>
                <a:gs pos="0">
                  <a:srgbClr val="FFFF8F">
                    <a:alpha val="32968"/>
                  </a:srgbClr>
                </a:gs>
                <a:gs pos="14286">
                  <a:srgbClr val="FFFF8F">
                    <a:alpha val="30764"/>
                  </a:srgbClr>
                </a:gs>
                <a:gs pos="28571">
                  <a:srgbClr val="FFFF8F">
                    <a:alpha val="24833"/>
                  </a:srgbClr>
                </a:gs>
                <a:gs pos="42857">
                  <a:srgbClr val="FFFF8F">
                    <a:alpha val="17075"/>
                  </a:srgbClr>
                </a:gs>
                <a:gs pos="57143">
                  <a:srgbClr val="FFFF8F">
                    <a:alpha val="9855"/>
                  </a:srgbClr>
                </a:gs>
                <a:gs pos="71429">
                  <a:srgbClr val="FFFF8F">
                    <a:alpha val="4740"/>
                  </a:srgbClr>
                </a:gs>
                <a:gs pos="85714">
                  <a:srgbClr val="FFFF8F">
                    <a:alpha val="1902"/>
                  </a:srgbClr>
                </a:gs>
                <a:gs pos="100000">
                  <a:srgbClr val="FFFF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Splat 609"/>
            <p:cNvSpPr>
              <a:spLocks noGrp="1"/>
            </p:cNvSpPr>
            <p:nvPr/>
          </p:nvSpPr>
          <p:spPr>
            <a:xfrm rot="9944490">
              <a:off x="3110184" y="2157097"/>
              <a:ext cx="317194" cy="279123"/>
            </a:xfrm>
            <a:prstGeom prst="ellipse">
              <a:avLst/>
            </a:prstGeom>
            <a:gradFill>
              <a:gsLst>
                <a:gs pos="0">
                  <a:srgbClr val="001201">
                    <a:alpha val="20439"/>
                  </a:srgbClr>
                </a:gs>
                <a:gs pos="14286">
                  <a:srgbClr val="001201">
                    <a:alpha val="18954"/>
                  </a:srgbClr>
                </a:gs>
                <a:gs pos="28571">
                  <a:srgbClr val="001201">
                    <a:alpha val="15055"/>
                  </a:srgbClr>
                </a:gs>
                <a:gs pos="42857">
                  <a:srgbClr val="001201">
                    <a:alpha val="10150"/>
                  </a:srgbClr>
                </a:gs>
                <a:gs pos="57143">
                  <a:srgbClr val="001201">
                    <a:alpha val="5758"/>
                  </a:srgbClr>
                </a:gs>
                <a:gs pos="71429">
                  <a:srgbClr val="001201">
                    <a:alpha val="2738"/>
                  </a:srgbClr>
                </a:gs>
                <a:gs pos="85714">
                  <a:srgbClr val="001201">
                    <a:alpha val="1092"/>
                  </a:srgbClr>
                </a:gs>
                <a:gs pos="100000">
                  <a:srgbClr val="001201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Splat 610"/>
            <p:cNvSpPr>
              <a:spLocks noGrp="1"/>
            </p:cNvSpPr>
            <p:nvPr/>
          </p:nvSpPr>
          <p:spPr>
            <a:xfrm rot="-10565142">
              <a:off x="-72326" y="1683204"/>
              <a:ext cx="404434" cy="240734"/>
            </a:xfrm>
            <a:prstGeom prst="ellipse">
              <a:avLst/>
            </a:prstGeom>
            <a:gradFill>
              <a:gsLst>
                <a:gs pos="0">
                  <a:srgbClr val="745D00">
                    <a:alpha val="10254"/>
                  </a:srgbClr>
                </a:gs>
                <a:gs pos="14286">
                  <a:srgbClr val="745D00">
                    <a:alpha val="9466"/>
                  </a:srgbClr>
                </a:gs>
                <a:gs pos="28571">
                  <a:srgbClr val="745D00">
                    <a:alpha val="7430"/>
                  </a:srgbClr>
                </a:gs>
                <a:gs pos="42857">
                  <a:srgbClr val="745D00">
                    <a:alpha val="4938"/>
                  </a:srgbClr>
                </a:gs>
                <a:gs pos="57143">
                  <a:srgbClr val="745D00">
                    <a:alpha val="2767"/>
                  </a:srgbClr>
                </a:gs>
                <a:gs pos="71429">
                  <a:srgbClr val="745D00">
                    <a:alpha val="1305"/>
                  </a:srgbClr>
                </a:gs>
                <a:gs pos="85714">
                  <a:srgbClr val="745D00">
                    <a:alpha val="518"/>
                  </a:srgbClr>
                </a:gs>
                <a:gs pos="100000">
                  <a:srgbClr val="745D00">
                    <a:alpha val="1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Splat 611"/>
            <p:cNvSpPr>
              <a:spLocks noGrp="1"/>
            </p:cNvSpPr>
            <p:nvPr/>
          </p:nvSpPr>
          <p:spPr>
            <a:xfrm rot="5365032">
              <a:off x="1633784" y="1672462"/>
              <a:ext cx="402853" cy="117727"/>
            </a:xfrm>
            <a:prstGeom prst="ellipse">
              <a:avLst/>
            </a:prstGeom>
            <a:gradFill>
              <a:gsLst>
                <a:gs pos="0">
                  <a:srgbClr val="FDDB8C">
                    <a:alpha val="28846"/>
                  </a:srgbClr>
                </a:gs>
                <a:gs pos="14286">
                  <a:srgbClr val="FDDB8C">
                    <a:alpha val="26860"/>
                  </a:srgbClr>
                </a:gs>
                <a:gs pos="28571">
                  <a:srgbClr val="FDDB8C">
                    <a:alpha val="21563"/>
                  </a:srgbClr>
                </a:gs>
                <a:gs pos="42857">
                  <a:srgbClr val="FDDB8C">
                    <a:alpha val="14726"/>
                  </a:srgbClr>
                </a:gs>
                <a:gs pos="57143">
                  <a:srgbClr val="FDDB8C">
                    <a:alpha val="8449"/>
                  </a:srgbClr>
                </a:gs>
                <a:gs pos="71429">
                  <a:srgbClr val="FDDB8C">
                    <a:alpha val="4048"/>
                  </a:srgbClr>
                </a:gs>
                <a:gs pos="85714">
                  <a:srgbClr val="FDDB8C">
                    <a:alpha val="1621"/>
                  </a:srgbClr>
                </a:gs>
                <a:gs pos="100000">
                  <a:srgbClr val="FDDB8C">
                    <a:alpha val="5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Splat 612"/>
            <p:cNvSpPr>
              <a:spLocks noGrp="1"/>
            </p:cNvSpPr>
            <p:nvPr/>
          </p:nvSpPr>
          <p:spPr>
            <a:xfrm rot="5432767">
              <a:off x="1625323" y="2133400"/>
              <a:ext cx="293165" cy="42777"/>
            </a:xfrm>
            <a:prstGeom prst="ellipse">
              <a:avLst/>
            </a:prstGeom>
            <a:gradFill>
              <a:gsLst>
                <a:gs pos="0">
                  <a:srgbClr val="A75000">
                    <a:alpha val="14262"/>
                  </a:srgbClr>
                </a:gs>
                <a:gs pos="14286">
                  <a:srgbClr val="A75000">
                    <a:alpha val="13188"/>
                  </a:srgbClr>
                </a:gs>
                <a:gs pos="28571">
                  <a:srgbClr val="A75000">
                    <a:alpha val="10400"/>
                  </a:srgbClr>
                </a:gs>
                <a:gs pos="42857">
                  <a:srgbClr val="A75000">
                    <a:alpha val="6949"/>
                  </a:srgbClr>
                </a:gs>
                <a:gs pos="57143">
                  <a:srgbClr val="A75000">
                    <a:alpha val="3912"/>
                  </a:srgbClr>
                </a:gs>
                <a:gs pos="71429">
                  <a:srgbClr val="A75000">
                    <a:alpha val="1851"/>
                  </a:srgbClr>
                </a:gs>
                <a:gs pos="85714">
                  <a:srgbClr val="A75000">
                    <a:alpha val="736"/>
                  </a:srgbClr>
                </a:gs>
                <a:gs pos="100000">
                  <a:srgbClr val="A75000">
                    <a:alpha val="2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Splat 613"/>
            <p:cNvSpPr>
              <a:spLocks noGrp="1"/>
            </p:cNvSpPr>
            <p:nvPr/>
          </p:nvSpPr>
          <p:spPr>
            <a:xfrm rot="5143033">
              <a:off x="1665068" y="1967780"/>
              <a:ext cx="354709" cy="80472"/>
            </a:xfrm>
            <a:prstGeom prst="ellipse">
              <a:avLst/>
            </a:prstGeom>
            <a:gradFill>
              <a:gsLst>
                <a:gs pos="0">
                  <a:srgbClr val="FEE6B3">
                    <a:alpha val="32968"/>
                  </a:srgbClr>
                </a:gs>
                <a:gs pos="14286">
                  <a:srgbClr val="FEE6B3">
                    <a:alpha val="30764"/>
                  </a:srgbClr>
                </a:gs>
                <a:gs pos="28571">
                  <a:srgbClr val="FEE6B3">
                    <a:alpha val="24833"/>
                  </a:srgbClr>
                </a:gs>
                <a:gs pos="42857">
                  <a:srgbClr val="FEE6B3">
                    <a:alpha val="17075"/>
                  </a:srgbClr>
                </a:gs>
                <a:gs pos="57143">
                  <a:srgbClr val="FEE6B3">
                    <a:alpha val="9855"/>
                  </a:srgbClr>
                </a:gs>
                <a:gs pos="71429">
                  <a:srgbClr val="FEE6B3">
                    <a:alpha val="4740"/>
                  </a:srgbClr>
                </a:gs>
                <a:gs pos="85714">
                  <a:srgbClr val="FEE6B3">
                    <a:alpha val="1902"/>
                  </a:srgbClr>
                </a:gs>
                <a:gs pos="100000">
                  <a:srgbClr val="FEE6B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Splat 614"/>
            <p:cNvSpPr>
              <a:spLocks noGrp="1"/>
            </p:cNvSpPr>
            <p:nvPr/>
          </p:nvSpPr>
          <p:spPr>
            <a:xfrm rot="-8970821">
              <a:off x="105542" y="1766545"/>
              <a:ext cx="436167" cy="160998"/>
            </a:xfrm>
            <a:prstGeom prst="ellipse">
              <a:avLst/>
            </a:prstGeom>
            <a:gradFill>
              <a:gsLst>
                <a:gs pos="0">
                  <a:srgbClr val="2B1E00">
                    <a:alpha val="32968"/>
                  </a:srgbClr>
                </a:gs>
                <a:gs pos="14286">
                  <a:srgbClr val="2B1E00">
                    <a:alpha val="30764"/>
                  </a:srgbClr>
                </a:gs>
                <a:gs pos="28571">
                  <a:srgbClr val="2B1E00">
                    <a:alpha val="24833"/>
                  </a:srgbClr>
                </a:gs>
                <a:gs pos="42857">
                  <a:srgbClr val="2B1E00">
                    <a:alpha val="17075"/>
                  </a:srgbClr>
                </a:gs>
                <a:gs pos="57143">
                  <a:srgbClr val="2B1E00">
                    <a:alpha val="9855"/>
                  </a:srgbClr>
                </a:gs>
                <a:gs pos="71429">
                  <a:srgbClr val="2B1E00">
                    <a:alpha val="4740"/>
                  </a:srgbClr>
                </a:gs>
                <a:gs pos="85714">
                  <a:srgbClr val="2B1E00">
                    <a:alpha val="1902"/>
                  </a:srgbClr>
                </a:gs>
                <a:gs pos="100000">
                  <a:srgbClr val="2B1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Splat 615"/>
            <p:cNvSpPr>
              <a:spLocks noGrp="1"/>
            </p:cNvSpPr>
            <p:nvPr/>
          </p:nvSpPr>
          <p:spPr>
            <a:xfrm rot="5317265">
              <a:off x="3049835" y="2301051"/>
              <a:ext cx="536696" cy="1328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Splat 616"/>
            <p:cNvSpPr>
              <a:spLocks noGrp="1"/>
            </p:cNvSpPr>
            <p:nvPr/>
          </p:nvSpPr>
          <p:spPr>
            <a:xfrm rot="-10287384">
              <a:off x="3317434" y="1934045"/>
              <a:ext cx="432270" cy="397124"/>
            </a:xfrm>
            <a:prstGeom prst="ellipse">
              <a:avLst/>
            </a:prstGeom>
            <a:gradFill>
              <a:gsLst>
                <a:gs pos="0">
                  <a:srgbClr val="4B3C00">
                    <a:alpha val="7281"/>
                  </a:srgbClr>
                </a:gs>
                <a:gs pos="14286">
                  <a:srgbClr val="4B3C00">
                    <a:alpha val="6713"/>
                  </a:srgbClr>
                </a:gs>
                <a:gs pos="28571">
                  <a:srgbClr val="4B3C00">
                    <a:alpha val="5252"/>
                  </a:srgbClr>
                </a:gs>
                <a:gs pos="42857">
                  <a:srgbClr val="4B3C00">
                    <a:alpha val="3477"/>
                  </a:srgbClr>
                </a:gs>
                <a:gs pos="57143">
                  <a:srgbClr val="4B3C00">
                    <a:alpha val="1942"/>
                  </a:srgbClr>
                </a:gs>
                <a:gs pos="71429">
                  <a:srgbClr val="4B3C00">
                    <a:alpha val="914"/>
                  </a:srgbClr>
                </a:gs>
                <a:gs pos="85714">
                  <a:srgbClr val="4B3C00">
                    <a:alpha val="362"/>
                  </a:srgbClr>
                </a:gs>
                <a:gs pos="100000">
                  <a:srgbClr val="4B3C00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Splat 617"/>
            <p:cNvSpPr>
              <a:spLocks noGrp="1"/>
            </p:cNvSpPr>
            <p:nvPr/>
          </p:nvSpPr>
          <p:spPr>
            <a:xfrm rot="10175420">
              <a:off x="339923" y="2109862"/>
              <a:ext cx="327848" cy="265646"/>
            </a:xfrm>
            <a:prstGeom prst="ellipse">
              <a:avLst/>
            </a:prstGeom>
            <a:gradFill>
              <a:gsLst>
                <a:gs pos="0">
                  <a:srgbClr val="2C1753">
                    <a:alpha val="7987"/>
                  </a:srgbClr>
                </a:gs>
                <a:gs pos="14286">
                  <a:srgbClr val="2C1753">
                    <a:alpha val="7365"/>
                  </a:srgbClr>
                </a:gs>
                <a:gs pos="28571">
                  <a:srgbClr val="2C1753">
                    <a:alpha val="5767"/>
                  </a:srgbClr>
                </a:gs>
                <a:gs pos="42857">
                  <a:srgbClr val="2C1753">
                    <a:alpha val="3821"/>
                  </a:srgbClr>
                </a:gs>
                <a:gs pos="57143">
                  <a:srgbClr val="2C1753">
                    <a:alpha val="2136"/>
                  </a:srgbClr>
                </a:gs>
                <a:gs pos="71429">
                  <a:srgbClr val="2C1753">
                    <a:alpha val="1006"/>
                  </a:srgbClr>
                </a:gs>
                <a:gs pos="85714">
                  <a:srgbClr val="2C1753">
                    <a:alpha val="399"/>
                  </a:srgbClr>
                </a:gs>
                <a:gs pos="100000">
                  <a:srgbClr val="2C1753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Splat 618"/>
            <p:cNvSpPr>
              <a:spLocks noGrp="1"/>
            </p:cNvSpPr>
            <p:nvPr/>
          </p:nvSpPr>
          <p:spPr>
            <a:xfrm rot="10314990">
              <a:off x="84787" y="1341243"/>
              <a:ext cx="303712" cy="220651"/>
            </a:xfrm>
            <a:prstGeom prst="ellipse">
              <a:avLst/>
            </a:prstGeom>
            <a:gradFill>
              <a:gsLst>
                <a:gs pos="0">
                  <a:srgbClr val="4872A9">
                    <a:alpha val="14815"/>
                  </a:srgbClr>
                </a:gs>
                <a:gs pos="14286">
                  <a:srgbClr val="4872A9">
                    <a:alpha val="13703"/>
                  </a:srgbClr>
                </a:gs>
                <a:gs pos="28571">
                  <a:srgbClr val="4872A9">
                    <a:alpha val="10812"/>
                  </a:srgbClr>
                </a:gs>
                <a:gs pos="42857">
                  <a:srgbClr val="4872A9">
                    <a:alpha val="7231"/>
                  </a:srgbClr>
                </a:gs>
                <a:gs pos="57143">
                  <a:srgbClr val="4872A9">
                    <a:alpha val="4074"/>
                  </a:srgbClr>
                </a:gs>
                <a:gs pos="71429">
                  <a:srgbClr val="4872A9">
                    <a:alpha val="1928"/>
                  </a:srgbClr>
                </a:gs>
                <a:gs pos="85714">
                  <a:srgbClr val="4872A9">
                    <a:alpha val="767"/>
                  </a:srgbClr>
                </a:gs>
                <a:gs pos="100000">
                  <a:srgbClr val="4872A9">
                    <a:alpha val="2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Splat 619"/>
            <p:cNvSpPr>
              <a:spLocks noGrp="1"/>
            </p:cNvSpPr>
            <p:nvPr/>
          </p:nvSpPr>
          <p:spPr>
            <a:xfrm rot="10563336">
              <a:off x="1264693" y="1966248"/>
              <a:ext cx="406529" cy="370692"/>
            </a:xfrm>
            <a:prstGeom prst="ellipse">
              <a:avLst/>
            </a:prstGeom>
            <a:gradFill>
              <a:gsLst>
                <a:gs pos="0">
                  <a:srgbClr val="140132">
                    <a:alpha val="7825"/>
                  </a:srgbClr>
                </a:gs>
                <a:gs pos="14286">
                  <a:srgbClr val="140132">
                    <a:alpha val="7215"/>
                  </a:srgbClr>
                </a:gs>
                <a:gs pos="28571">
                  <a:srgbClr val="140132">
                    <a:alpha val="5649"/>
                  </a:srgbClr>
                </a:gs>
                <a:gs pos="42857">
                  <a:srgbClr val="140132">
                    <a:alpha val="3742"/>
                  </a:srgbClr>
                </a:gs>
                <a:gs pos="57143">
                  <a:srgbClr val="140132">
                    <a:alpha val="2091"/>
                  </a:srgbClr>
                </a:gs>
                <a:gs pos="71429">
                  <a:srgbClr val="140132">
                    <a:alpha val="984"/>
                  </a:srgbClr>
                </a:gs>
                <a:gs pos="85714">
                  <a:srgbClr val="140132">
                    <a:alpha val="390"/>
                  </a:srgbClr>
                </a:gs>
                <a:gs pos="100000">
                  <a:srgbClr val="140132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Splat 620"/>
            <p:cNvSpPr>
              <a:spLocks noGrp="1"/>
            </p:cNvSpPr>
            <p:nvPr/>
          </p:nvSpPr>
          <p:spPr>
            <a:xfrm rot="5532612">
              <a:off x="1193940" y="2003307"/>
              <a:ext cx="416638" cy="373974"/>
            </a:xfrm>
            <a:prstGeom prst="ellipse">
              <a:avLst/>
            </a:prstGeom>
            <a:gradFill>
              <a:gsLst>
                <a:gs pos="0">
                  <a:srgbClr val="111A00">
                    <a:alpha val="14939"/>
                  </a:srgbClr>
                </a:gs>
                <a:gs pos="14286">
                  <a:srgbClr val="111A00">
                    <a:alpha val="13818"/>
                  </a:srgbClr>
                </a:gs>
                <a:gs pos="28571">
                  <a:srgbClr val="111A00">
                    <a:alpha val="10905"/>
                  </a:srgbClr>
                </a:gs>
                <a:gs pos="42857">
                  <a:srgbClr val="111A00">
                    <a:alpha val="7294"/>
                  </a:srgbClr>
                </a:gs>
                <a:gs pos="57143">
                  <a:srgbClr val="111A00">
                    <a:alpha val="4110"/>
                  </a:srgbClr>
                </a:gs>
                <a:gs pos="71429">
                  <a:srgbClr val="111A00">
                    <a:alpha val="1945"/>
                  </a:srgbClr>
                </a:gs>
                <a:gs pos="85714">
                  <a:srgbClr val="111A00">
                    <a:alpha val="774"/>
                  </a:srgbClr>
                </a:gs>
                <a:gs pos="100000">
                  <a:srgbClr val="111A00">
                    <a:alpha val="2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Splat 621"/>
            <p:cNvSpPr>
              <a:spLocks noGrp="1"/>
            </p:cNvSpPr>
            <p:nvPr/>
          </p:nvSpPr>
          <p:spPr>
            <a:xfrm rot="5486387">
              <a:off x="119200" y="1140317"/>
              <a:ext cx="326801" cy="323264"/>
            </a:xfrm>
            <a:prstGeom prst="ellipse">
              <a:avLst/>
            </a:prstGeom>
            <a:gradFill>
              <a:gsLst>
                <a:gs pos="0">
                  <a:srgbClr val="1E5100">
                    <a:alpha val="1856"/>
                  </a:srgbClr>
                </a:gs>
                <a:gs pos="14286">
                  <a:srgbClr val="1E5100">
                    <a:alpha val="1707"/>
                  </a:srgbClr>
                </a:gs>
                <a:gs pos="28571">
                  <a:srgbClr val="1E5100">
                    <a:alpha val="1328"/>
                  </a:srgbClr>
                </a:gs>
                <a:gs pos="42857">
                  <a:srgbClr val="1E5100">
                    <a:alpha val="873"/>
                  </a:srgbClr>
                </a:gs>
                <a:gs pos="57143">
                  <a:srgbClr val="1E5100">
                    <a:alpha val="485"/>
                  </a:srgbClr>
                </a:gs>
                <a:gs pos="71429">
                  <a:srgbClr val="1E5100">
                    <a:alpha val="227"/>
                  </a:srgbClr>
                </a:gs>
                <a:gs pos="85714">
                  <a:srgbClr val="1E5100">
                    <a:alpha val="90"/>
                  </a:srgbClr>
                </a:gs>
                <a:gs pos="100000">
                  <a:srgbClr val="1E5100">
                    <a:alpha val="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Splat 622"/>
            <p:cNvSpPr>
              <a:spLocks noGrp="1"/>
            </p:cNvSpPr>
            <p:nvPr/>
          </p:nvSpPr>
          <p:spPr>
            <a:xfrm rot="-9545055">
              <a:off x="3283098" y="2264539"/>
              <a:ext cx="449605" cy="424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Splat 623"/>
            <p:cNvSpPr>
              <a:spLocks noGrp="1"/>
            </p:cNvSpPr>
            <p:nvPr/>
          </p:nvSpPr>
          <p:spPr>
            <a:xfrm rot="9835436">
              <a:off x="3226582" y="1671049"/>
              <a:ext cx="356439" cy="296648"/>
            </a:xfrm>
            <a:prstGeom prst="ellipse">
              <a:avLst/>
            </a:prstGeom>
            <a:gradFill>
              <a:gsLst>
                <a:gs pos="0">
                  <a:srgbClr val="736B5B">
                    <a:alpha val="24355"/>
                  </a:srgbClr>
                </a:gs>
                <a:gs pos="14286">
                  <a:srgbClr val="736B5B">
                    <a:alpha val="22628"/>
                  </a:srgbClr>
                </a:gs>
                <a:gs pos="28571">
                  <a:srgbClr val="736B5B">
                    <a:alpha val="18061"/>
                  </a:srgbClr>
                </a:gs>
                <a:gs pos="42857">
                  <a:srgbClr val="736B5B">
                    <a:alpha val="12248"/>
                  </a:srgbClr>
                </a:gs>
                <a:gs pos="57143">
                  <a:srgbClr val="736B5B">
                    <a:alpha val="6984"/>
                  </a:srgbClr>
                </a:gs>
                <a:gs pos="71429">
                  <a:srgbClr val="736B5B">
                    <a:alpha val="3332"/>
                  </a:srgbClr>
                </a:gs>
                <a:gs pos="85714">
                  <a:srgbClr val="736B5B">
                    <a:alpha val="1331"/>
                  </a:srgbClr>
                </a:gs>
                <a:gs pos="100000">
                  <a:srgbClr val="736B5B">
                    <a:alpha val="4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Splat 624"/>
            <p:cNvSpPr>
              <a:spLocks noGrp="1"/>
            </p:cNvSpPr>
            <p:nvPr/>
          </p:nvSpPr>
          <p:spPr>
            <a:xfrm rot="-10030575">
              <a:off x="1704042" y="1859958"/>
              <a:ext cx="297336" cy="221219"/>
            </a:xfrm>
            <a:prstGeom prst="ellipse">
              <a:avLst/>
            </a:prstGeom>
            <a:gradFill>
              <a:gsLst>
                <a:gs pos="0">
                  <a:srgbClr val="FFCB2A">
                    <a:alpha val="4004"/>
                  </a:srgbClr>
                </a:gs>
                <a:gs pos="14286">
                  <a:srgbClr val="FFCB2A">
                    <a:alpha val="3686"/>
                  </a:srgbClr>
                </a:gs>
                <a:gs pos="28571">
                  <a:srgbClr val="FFCB2A">
                    <a:alpha val="2874"/>
                  </a:srgbClr>
                </a:gs>
                <a:gs pos="42857">
                  <a:srgbClr val="FFCB2A">
                    <a:alpha val="1894"/>
                  </a:srgbClr>
                </a:gs>
                <a:gs pos="57143">
                  <a:srgbClr val="FFCB2A">
                    <a:alpha val="1054"/>
                  </a:srgbClr>
                </a:gs>
                <a:gs pos="71429">
                  <a:srgbClr val="FFCB2A">
                    <a:alpha val="495"/>
                  </a:srgbClr>
                </a:gs>
                <a:gs pos="85714">
                  <a:srgbClr val="FFCB2A">
                    <a:alpha val="196"/>
                  </a:srgbClr>
                </a:gs>
                <a:gs pos="100000">
                  <a:srgbClr val="FFCB2A">
                    <a:alpha val="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Splat 625"/>
            <p:cNvSpPr>
              <a:spLocks noGrp="1"/>
            </p:cNvSpPr>
            <p:nvPr/>
          </p:nvSpPr>
          <p:spPr>
            <a:xfrm rot="5847570">
              <a:off x="1628969" y="1898880"/>
              <a:ext cx="396722" cy="92707"/>
            </a:xfrm>
            <a:prstGeom prst="ellipse">
              <a:avLst/>
            </a:prstGeom>
            <a:gradFill>
              <a:gsLst>
                <a:gs pos="0">
                  <a:srgbClr val="FAEAC9">
                    <a:alpha val="32951"/>
                  </a:srgbClr>
                </a:gs>
                <a:gs pos="14286">
                  <a:srgbClr val="FAEAC9">
                    <a:alpha val="30748"/>
                  </a:srgbClr>
                </a:gs>
                <a:gs pos="28571">
                  <a:srgbClr val="FAEAC9">
                    <a:alpha val="24820"/>
                  </a:srgbClr>
                </a:gs>
                <a:gs pos="42857">
                  <a:srgbClr val="FAEAC9">
                    <a:alpha val="17066"/>
                  </a:srgbClr>
                </a:gs>
                <a:gs pos="57143">
                  <a:srgbClr val="FAEAC9">
                    <a:alpha val="9849"/>
                  </a:srgbClr>
                </a:gs>
                <a:gs pos="71429">
                  <a:srgbClr val="FAEAC9">
                    <a:alpha val="4738"/>
                  </a:srgbClr>
                </a:gs>
                <a:gs pos="85714">
                  <a:srgbClr val="FAEAC9">
                    <a:alpha val="1901"/>
                  </a:srgbClr>
                </a:gs>
                <a:gs pos="100000">
                  <a:srgbClr val="FAEAC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Splat 626"/>
            <p:cNvSpPr>
              <a:spLocks noGrp="1"/>
            </p:cNvSpPr>
            <p:nvPr/>
          </p:nvSpPr>
          <p:spPr>
            <a:xfrm rot="5446008">
              <a:off x="3283875" y="2180087"/>
              <a:ext cx="316796" cy="286981"/>
            </a:xfrm>
            <a:prstGeom prst="ellipse">
              <a:avLst/>
            </a:prstGeom>
            <a:gradFill>
              <a:gsLst>
                <a:gs pos="0">
                  <a:srgbClr val="000000">
                    <a:alpha val="4489"/>
                  </a:srgbClr>
                </a:gs>
                <a:gs pos="14286">
                  <a:srgbClr val="000000">
                    <a:alpha val="4134"/>
                  </a:srgbClr>
                </a:gs>
                <a:gs pos="28571">
                  <a:srgbClr val="000000">
                    <a:alpha val="3225"/>
                  </a:srgbClr>
                </a:gs>
                <a:gs pos="42857">
                  <a:srgbClr val="000000">
                    <a:alpha val="2127"/>
                  </a:srgbClr>
                </a:gs>
                <a:gs pos="57143">
                  <a:srgbClr val="000000">
                    <a:alpha val="1184"/>
                  </a:srgbClr>
                </a:gs>
                <a:gs pos="71429">
                  <a:srgbClr val="000000">
                    <a:alpha val="556"/>
                  </a:srgbClr>
                </a:gs>
                <a:gs pos="85714">
                  <a:srgbClr val="000000">
                    <a:alpha val="220"/>
                  </a:srgbClr>
                </a:gs>
                <a:gs pos="100000">
                  <a:srgbClr val="000000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Splat 627"/>
            <p:cNvSpPr>
              <a:spLocks noGrp="1"/>
            </p:cNvSpPr>
            <p:nvPr/>
          </p:nvSpPr>
          <p:spPr>
            <a:xfrm rot="5525688">
              <a:off x="1648772" y="1619563"/>
              <a:ext cx="283619" cy="72442"/>
            </a:xfrm>
            <a:prstGeom prst="ellipse">
              <a:avLst/>
            </a:prstGeom>
            <a:gradFill>
              <a:gsLst>
                <a:gs pos="0">
                  <a:srgbClr val="E2B500">
                    <a:alpha val="6772"/>
                  </a:srgbClr>
                </a:gs>
                <a:gs pos="14286">
                  <a:srgbClr val="E2B500">
                    <a:alpha val="6242"/>
                  </a:srgbClr>
                </a:gs>
                <a:gs pos="28571">
                  <a:srgbClr val="E2B500">
                    <a:alpha val="4881"/>
                  </a:srgbClr>
                </a:gs>
                <a:gs pos="42857">
                  <a:srgbClr val="E2B500">
                    <a:alpha val="3229"/>
                  </a:srgbClr>
                </a:gs>
                <a:gs pos="57143">
                  <a:srgbClr val="E2B500">
                    <a:alpha val="1802"/>
                  </a:srgbClr>
                </a:gs>
                <a:gs pos="71429">
                  <a:srgbClr val="E2B500">
                    <a:alpha val="848"/>
                  </a:srgbClr>
                </a:gs>
                <a:gs pos="85714">
                  <a:srgbClr val="E2B500">
                    <a:alpha val="336"/>
                  </a:srgbClr>
                </a:gs>
                <a:gs pos="100000">
                  <a:srgbClr val="E2B500">
                    <a:alpha val="1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Splat 628"/>
            <p:cNvSpPr>
              <a:spLocks noGrp="1"/>
            </p:cNvSpPr>
            <p:nvPr/>
          </p:nvSpPr>
          <p:spPr>
            <a:xfrm rot="6036140">
              <a:off x="272386" y="1860334"/>
              <a:ext cx="336358" cy="79477"/>
            </a:xfrm>
            <a:prstGeom prst="ellipse">
              <a:avLst/>
            </a:prstGeom>
            <a:gradFill>
              <a:gsLst>
                <a:gs pos="0">
                  <a:srgbClr val="4D0000">
                    <a:alpha val="6347"/>
                  </a:srgbClr>
                </a:gs>
                <a:gs pos="14286">
                  <a:srgbClr val="4D0000">
                    <a:alpha val="5849"/>
                  </a:srgbClr>
                </a:gs>
                <a:gs pos="28571">
                  <a:srgbClr val="4D0000">
                    <a:alpha val="4572"/>
                  </a:srgbClr>
                </a:gs>
                <a:gs pos="42857">
                  <a:srgbClr val="4D0000">
                    <a:alpha val="3023"/>
                  </a:srgbClr>
                </a:gs>
                <a:gs pos="57143">
                  <a:srgbClr val="4D0000">
                    <a:alpha val="1686"/>
                  </a:srgbClr>
                </a:gs>
                <a:gs pos="71429">
                  <a:srgbClr val="4D0000">
                    <a:alpha val="793"/>
                  </a:srgbClr>
                </a:gs>
                <a:gs pos="85714">
                  <a:srgbClr val="4D0000">
                    <a:alpha val="314"/>
                  </a:srgbClr>
                </a:gs>
                <a:gs pos="100000">
                  <a:srgbClr val="4D0000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Splat 629"/>
            <p:cNvSpPr>
              <a:spLocks noGrp="1"/>
            </p:cNvSpPr>
            <p:nvPr/>
          </p:nvSpPr>
          <p:spPr>
            <a:xfrm rot="5729435">
              <a:off x="1630861" y="1410758"/>
              <a:ext cx="372983" cy="67554"/>
            </a:xfrm>
            <a:prstGeom prst="ellipse">
              <a:avLst/>
            </a:prstGeom>
            <a:gradFill>
              <a:gsLst>
                <a:gs pos="0">
                  <a:srgbClr val="E3D3B5">
                    <a:alpha val="26076"/>
                  </a:srgbClr>
                </a:gs>
                <a:gs pos="14286">
                  <a:srgbClr val="E3D3B5">
                    <a:alpha val="24248"/>
                  </a:srgbClr>
                </a:gs>
                <a:gs pos="28571">
                  <a:srgbClr val="E3D3B5">
                    <a:alpha val="19396"/>
                  </a:srgbClr>
                </a:gs>
                <a:gs pos="42857">
                  <a:srgbClr val="E3D3B5">
                    <a:alpha val="13188"/>
                  </a:srgbClr>
                </a:gs>
                <a:gs pos="57143">
                  <a:srgbClr val="E3D3B5">
                    <a:alpha val="7537"/>
                  </a:srgbClr>
                </a:gs>
                <a:gs pos="71429">
                  <a:srgbClr val="E3D3B5">
                    <a:alpha val="3602"/>
                  </a:srgbClr>
                </a:gs>
                <a:gs pos="85714">
                  <a:srgbClr val="E3D3B5">
                    <a:alpha val="1440"/>
                  </a:srgbClr>
                </a:gs>
                <a:gs pos="100000">
                  <a:srgbClr val="E3D3B5">
                    <a:alpha val="4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Splat 630"/>
            <p:cNvSpPr>
              <a:spLocks noGrp="1"/>
            </p:cNvSpPr>
            <p:nvPr/>
          </p:nvSpPr>
          <p:spPr>
            <a:xfrm rot="5837344">
              <a:off x="810901" y="1589388"/>
              <a:ext cx="366115" cy="233899"/>
            </a:xfrm>
            <a:prstGeom prst="ellipse">
              <a:avLst/>
            </a:prstGeom>
            <a:gradFill>
              <a:gsLst>
                <a:gs pos="0">
                  <a:srgbClr val="3292CB">
                    <a:alpha val="2275"/>
                  </a:srgbClr>
                </a:gs>
                <a:gs pos="14286">
                  <a:srgbClr val="3292CB">
                    <a:alpha val="2093"/>
                  </a:srgbClr>
                </a:gs>
                <a:gs pos="28571">
                  <a:srgbClr val="3292CB">
                    <a:alpha val="1629"/>
                  </a:srgbClr>
                </a:gs>
                <a:gs pos="42857">
                  <a:srgbClr val="3292CB">
                    <a:alpha val="1072"/>
                  </a:srgbClr>
                </a:gs>
                <a:gs pos="57143">
                  <a:srgbClr val="3292CB">
                    <a:alpha val="595"/>
                  </a:srgbClr>
                </a:gs>
                <a:gs pos="71429">
                  <a:srgbClr val="3292CB">
                    <a:alpha val="279"/>
                  </a:srgbClr>
                </a:gs>
                <a:gs pos="85714">
                  <a:srgbClr val="3292CB">
                    <a:alpha val="110"/>
                  </a:srgbClr>
                </a:gs>
                <a:gs pos="100000">
                  <a:srgbClr val="3292CB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Splat 631"/>
            <p:cNvSpPr>
              <a:spLocks noGrp="1"/>
            </p:cNvSpPr>
            <p:nvPr/>
          </p:nvSpPr>
          <p:spPr>
            <a:xfrm rot="6125283">
              <a:off x="-180935" y="1694297"/>
              <a:ext cx="459845" cy="115379"/>
            </a:xfrm>
            <a:prstGeom prst="ellipse">
              <a:avLst/>
            </a:prstGeom>
            <a:gradFill>
              <a:gsLst>
                <a:gs pos="0">
                  <a:srgbClr val="453300">
                    <a:alpha val="32968"/>
                  </a:srgbClr>
                </a:gs>
                <a:gs pos="14286">
                  <a:srgbClr val="453300">
                    <a:alpha val="30764"/>
                  </a:srgbClr>
                </a:gs>
                <a:gs pos="28571">
                  <a:srgbClr val="453300">
                    <a:alpha val="24833"/>
                  </a:srgbClr>
                </a:gs>
                <a:gs pos="42857">
                  <a:srgbClr val="453300">
                    <a:alpha val="17075"/>
                  </a:srgbClr>
                </a:gs>
                <a:gs pos="57143">
                  <a:srgbClr val="453300">
                    <a:alpha val="9855"/>
                  </a:srgbClr>
                </a:gs>
                <a:gs pos="71429">
                  <a:srgbClr val="453300">
                    <a:alpha val="4740"/>
                  </a:srgbClr>
                </a:gs>
                <a:gs pos="85714">
                  <a:srgbClr val="453300">
                    <a:alpha val="1902"/>
                  </a:srgbClr>
                </a:gs>
                <a:gs pos="100000">
                  <a:srgbClr val="453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Splat 632"/>
            <p:cNvSpPr>
              <a:spLocks noGrp="1"/>
            </p:cNvSpPr>
            <p:nvPr/>
          </p:nvSpPr>
          <p:spPr>
            <a:xfrm rot="8996239">
              <a:off x="707156" y="2122881"/>
              <a:ext cx="330018" cy="29661"/>
            </a:xfrm>
            <a:prstGeom prst="ellipse">
              <a:avLst/>
            </a:prstGeom>
            <a:gradFill>
              <a:gsLst>
                <a:gs pos="0">
                  <a:srgbClr val="FFFEB8">
                    <a:alpha val="32968"/>
                  </a:srgbClr>
                </a:gs>
                <a:gs pos="14286">
                  <a:srgbClr val="FFFEB8">
                    <a:alpha val="30764"/>
                  </a:srgbClr>
                </a:gs>
                <a:gs pos="28571">
                  <a:srgbClr val="FFFEB8">
                    <a:alpha val="24833"/>
                  </a:srgbClr>
                </a:gs>
                <a:gs pos="42857">
                  <a:srgbClr val="FFFEB8">
                    <a:alpha val="17075"/>
                  </a:srgbClr>
                </a:gs>
                <a:gs pos="57143">
                  <a:srgbClr val="FFFEB8">
                    <a:alpha val="9855"/>
                  </a:srgbClr>
                </a:gs>
                <a:gs pos="71429">
                  <a:srgbClr val="FFFEB8">
                    <a:alpha val="4740"/>
                  </a:srgbClr>
                </a:gs>
                <a:gs pos="85714">
                  <a:srgbClr val="FFFEB8">
                    <a:alpha val="1902"/>
                  </a:srgbClr>
                </a:gs>
                <a:gs pos="100000">
                  <a:srgbClr val="FFFEB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Splat 633"/>
            <p:cNvSpPr>
              <a:spLocks noGrp="1"/>
            </p:cNvSpPr>
            <p:nvPr/>
          </p:nvSpPr>
          <p:spPr>
            <a:xfrm rot="5887922">
              <a:off x="-76441" y="1396973"/>
              <a:ext cx="356625" cy="143890"/>
            </a:xfrm>
            <a:prstGeom prst="ellipse">
              <a:avLst/>
            </a:prstGeom>
            <a:gradFill>
              <a:gsLst>
                <a:gs pos="0">
                  <a:srgbClr val="220400">
                    <a:alpha val="32968"/>
                  </a:srgbClr>
                </a:gs>
                <a:gs pos="14286">
                  <a:srgbClr val="220400">
                    <a:alpha val="30764"/>
                  </a:srgbClr>
                </a:gs>
                <a:gs pos="28571">
                  <a:srgbClr val="220400">
                    <a:alpha val="24833"/>
                  </a:srgbClr>
                </a:gs>
                <a:gs pos="42857">
                  <a:srgbClr val="220400">
                    <a:alpha val="17075"/>
                  </a:srgbClr>
                </a:gs>
                <a:gs pos="57143">
                  <a:srgbClr val="220400">
                    <a:alpha val="9855"/>
                  </a:srgbClr>
                </a:gs>
                <a:gs pos="71429">
                  <a:srgbClr val="220400">
                    <a:alpha val="4740"/>
                  </a:srgbClr>
                </a:gs>
                <a:gs pos="85714">
                  <a:srgbClr val="220400">
                    <a:alpha val="1902"/>
                  </a:srgbClr>
                </a:gs>
                <a:gs pos="100000">
                  <a:srgbClr val="220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Splat 634"/>
            <p:cNvSpPr>
              <a:spLocks noGrp="1"/>
            </p:cNvSpPr>
            <p:nvPr/>
          </p:nvSpPr>
          <p:spPr>
            <a:xfrm rot="5565204">
              <a:off x="1000081" y="1111362"/>
              <a:ext cx="333015" cy="308286"/>
            </a:xfrm>
            <a:prstGeom prst="ellipse">
              <a:avLst/>
            </a:prstGeom>
            <a:gradFill>
              <a:gsLst>
                <a:gs pos="0">
                  <a:srgbClr val="383700">
                    <a:alpha val="9462"/>
                  </a:srgbClr>
                </a:gs>
                <a:gs pos="14286">
                  <a:srgbClr val="383700">
                    <a:alpha val="8731"/>
                  </a:srgbClr>
                </a:gs>
                <a:gs pos="28571">
                  <a:srgbClr val="383700">
                    <a:alpha val="6848"/>
                  </a:srgbClr>
                </a:gs>
                <a:gs pos="42857">
                  <a:srgbClr val="383700">
                    <a:alpha val="4546"/>
                  </a:srgbClr>
                </a:gs>
                <a:gs pos="57143">
                  <a:srgbClr val="383700">
                    <a:alpha val="2545"/>
                  </a:srgbClr>
                </a:gs>
                <a:gs pos="71429">
                  <a:srgbClr val="383700">
                    <a:alpha val="1200"/>
                  </a:srgbClr>
                </a:gs>
                <a:gs pos="85714">
                  <a:srgbClr val="383700">
                    <a:alpha val="476"/>
                  </a:srgbClr>
                </a:gs>
                <a:gs pos="100000">
                  <a:srgbClr val="383700">
                    <a:alpha val="1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Splat 635"/>
            <p:cNvSpPr>
              <a:spLocks noGrp="1"/>
            </p:cNvSpPr>
            <p:nvPr/>
          </p:nvSpPr>
          <p:spPr>
            <a:xfrm rot="9588616">
              <a:off x="2420601" y="744708"/>
              <a:ext cx="330032" cy="314447"/>
            </a:xfrm>
            <a:prstGeom prst="ellipse">
              <a:avLst/>
            </a:prstGeom>
            <a:gradFill>
              <a:gsLst>
                <a:gs pos="0">
                  <a:srgbClr val="2A3785">
                    <a:alpha val="2312"/>
                  </a:srgbClr>
                </a:gs>
                <a:gs pos="14286">
                  <a:srgbClr val="2A3785">
                    <a:alpha val="2127"/>
                  </a:srgbClr>
                </a:gs>
                <a:gs pos="28571">
                  <a:srgbClr val="2A3785">
                    <a:alpha val="1656"/>
                  </a:srgbClr>
                </a:gs>
                <a:gs pos="42857">
                  <a:srgbClr val="2A3785">
                    <a:alpha val="1089"/>
                  </a:srgbClr>
                </a:gs>
                <a:gs pos="57143">
                  <a:srgbClr val="2A3785">
                    <a:alpha val="605"/>
                  </a:srgbClr>
                </a:gs>
                <a:gs pos="71429">
                  <a:srgbClr val="2A3785">
                    <a:alpha val="284"/>
                  </a:srgbClr>
                </a:gs>
                <a:gs pos="85714">
                  <a:srgbClr val="2A3785">
                    <a:alpha val="112"/>
                  </a:srgbClr>
                </a:gs>
                <a:gs pos="100000">
                  <a:srgbClr val="2A3785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Splat 636"/>
            <p:cNvSpPr>
              <a:spLocks noGrp="1"/>
            </p:cNvSpPr>
            <p:nvPr/>
          </p:nvSpPr>
          <p:spPr>
            <a:xfrm rot="-8222179">
              <a:off x="46142" y="1885149"/>
              <a:ext cx="335174" cy="214539"/>
            </a:xfrm>
            <a:prstGeom prst="ellipse">
              <a:avLst/>
            </a:prstGeom>
            <a:gradFill>
              <a:gsLst>
                <a:gs pos="0">
                  <a:srgbClr val="FFBC00">
                    <a:alpha val="1325"/>
                  </a:srgbClr>
                </a:gs>
                <a:gs pos="14286">
                  <a:srgbClr val="FFBC00">
                    <a:alpha val="1218"/>
                  </a:srgbClr>
                </a:gs>
                <a:gs pos="28571">
                  <a:srgbClr val="FFBC00">
                    <a:alpha val="947"/>
                  </a:srgbClr>
                </a:gs>
                <a:gs pos="42857">
                  <a:srgbClr val="FFBC00">
                    <a:alpha val="622"/>
                  </a:srgbClr>
                </a:gs>
                <a:gs pos="57143">
                  <a:srgbClr val="FFBC00">
                    <a:alpha val="345"/>
                  </a:srgbClr>
                </a:gs>
                <a:gs pos="71429">
                  <a:srgbClr val="FFBC00">
                    <a:alpha val="162"/>
                  </a:srgbClr>
                </a:gs>
                <a:gs pos="85714">
                  <a:srgbClr val="FFBC00">
                    <a:alpha val="64"/>
                  </a:srgbClr>
                </a:gs>
                <a:gs pos="100000">
                  <a:srgbClr val="FFBC00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Splat 637"/>
            <p:cNvSpPr>
              <a:spLocks noGrp="1"/>
            </p:cNvSpPr>
            <p:nvPr/>
          </p:nvSpPr>
          <p:spPr>
            <a:xfrm rot="5180781">
              <a:off x="3300577" y="2201442"/>
              <a:ext cx="311201" cy="278681"/>
            </a:xfrm>
            <a:prstGeom prst="ellipse">
              <a:avLst/>
            </a:prstGeom>
            <a:gradFill>
              <a:gsLst>
                <a:gs pos="0">
                  <a:srgbClr val="000000">
                    <a:alpha val="2400"/>
                  </a:srgbClr>
                </a:gs>
                <a:gs pos="14286">
                  <a:srgbClr val="000000">
                    <a:alpha val="2208"/>
                  </a:srgbClr>
                </a:gs>
                <a:gs pos="28571">
                  <a:srgbClr val="000000">
                    <a:alpha val="1718"/>
                  </a:srgbClr>
                </a:gs>
                <a:gs pos="42857">
                  <a:srgbClr val="000000">
                    <a:alpha val="1130"/>
                  </a:srgbClr>
                </a:gs>
                <a:gs pos="57143">
                  <a:srgbClr val="000000">
                    <a:alpha val="628"/>
                  </a:srgbClr>
                </a:gs>
                <a:gs pos="71429">
                  <a:srgbClr val="000000">
                    <a:alpha val="294"/>
                  </a:srgbClr>
                </a:gs>
                <a:gs pos="85714">
                  <a:srgbClr val="000000">
                    <a:alpha val="117"/>
                  </a:srgbClr>
                </a:gs>
                <a:gs pos="100000">
                  <a:srgbClr val="000000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Splat 638"/>
            <p:cNvSpPr>
              <a:spLocks noGrp="1"/>
            </p:cNvSpPr>
            <p:nvPr/>
          </p:nvSpPr>
          <p:spPr>
            <a:xfrm rot="10440145">
              <a:off x="-119099" y="1417509"/>
              <a:ext cx="362497" cy="258926"/>
            </a:xfrm>
            <a:prstGeom prst="ellipse">
              <a:avLst/>
            </a:prstGeom>
            <a:gradFill>
              <a:gsLst>
                <a:gs pos="0">
                  <a:srgbClr val="A37300">
                    <a:alpha val="1559"/>
                  </a:srgbClr>
                </a:gs>
                <a:gs pos="14286">
                  <a:srgbClr val="A37300">
                    <a:alpha val="1434"/>
                  </a:srgbClr>
                </a:gs>
                <a:gs pos="28571">
                  <a:srgbClr val="A37300">
                    <a:alpha val="1115"/>
                  </a:srgbClr>
                </a:gs>
                <a:gs pos="42857">
                  <a:srgbClr val="A37300">
                    <a:alpha val="733"/>
                  </a:srgbClr>
                </a:gs>
                <a:gs pos="57143">
                  <a:srgbClr val="A37300">
                    <a:alpha val="407"/>
                  </a:srgbClr>
                </a:gs>
                <a:gs pos="71429">
                  <a:srgbClr val="A37300">
                    <a:alpha val="191"/>
                  </a:srgbClr>
                </a:gs>
                <a:gs pos="85714">
                  <a:srgbClr val="A37300">
                    <a:alpha val="75"/>
                  </a:srgbClr>
                </a:gs>
                <a:gs pos="100000">
                  <a:srgbClr val="A37300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Splat 639"/>
            <p:cNvSpPr>
              <a:spLocks noGrp="1"/>
            </p:cNvSpPr>
            <p:nvPr/>
          </p:nvSpPr>
          <p:spPr>
            <a:xfrm rot="-10604402">
              <a:off x="28824" y="181636"/>
              <a:ext cx="492596" cy="289184"/>
            </a:xfrm>
            <a:prstGeom prst="ellipse">
              <a:avLst/>
            </a:prstGeom>
            <a:gradFill>
              <a:gsLst>
                <a:gs pos="0">
                  <a:srgbClr val="3569B0">
                    <a:alpha val="6391"/>
                  </a:srgbClr>
                </a:gs>
                <a:gs pos="14286">
                  <a:srgbClr val="3569B0">
                    <a:alpha val="5890"/>
                  </a:srgbClr>
                </a:gs>
                <a:gs pos="28571">
                  <a:srgbClr val="3569B0">
                    <a:alpha val="4604"/>
                  </a:srgbClr>
                </a:gs>
                <a:gs pos="42857">
                  <a:srgbClr val="3569B0">
                    <a:alpha val="3044"/>
                  </a:srgbClr>
                </a:gs>
                <a:gs pos="57143">
                  <a:srgbClr val="3569B0">
                    <a:alpha val="1699"/>
                  </a:srgbClr>
                </a:gs>
                <a:gs pos="71429">
                  <a:srgbClr val="3569B0">
                    <a:alpha val="799"/>
                  </a:srgbClr>
                </a:gs>
                <a:gs pos="85714">
                  <a:srgbClr val="3569B0">
                    <a:alpha val="317"/>
                  </a:srgbClr>
                </a:gs>
                <a:gs pos="100000">
                  <a:srgbClr val="3569B0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Splat 640"/>
            <p:cNvSpPr>
              <a:spLocks noGrp="1"/>
            </p:cNvSpPr>
            <p:nvPr/>
          </p:nvSpPr>
          <p:spPr>
            <a:xfrm rot="5188977">
              <a:off x="1031799" y="1861578"/>
              <a:ext cx="424660" cy="286557"/>
            </a:xfrm>
            <a:prstGeom prst="ellipse">
              <a:avLst/>
            </a:prstGeom>
            <a:gradFill>
              <a:gsLst>
                <a:gs pos="0">
                  <a:srgbClr val="94A2D1">
                    <a:alpha val="2298"/>
                  </a:srgbClr>
                </a:gs>
                <a:gs pos="14286">
                  <a:srgbClr val="94A2D1">
                    <a:alpha val="2114"/>
                  </a:srgbClr>
                </a:gs>
                <a:gs pos="28571">
                  <a:srgbClr val="94A2D1">
                    <a:alpha val="1646"/>
                  </a:srgbClr>
                </a:gs>
                <a:gs pos="42857">
                  <a:srgbClr val="94A2D1">
                    <a:alpha val="1082"/>
                  </a:srgbClr>
                </a:gs>
                <a:gs pos="57143">
                  <a:srgbClr val="94A2D1">
                    <a:alpha val="601"/>
                  </a:srgbClr>
                </a:gs>
                <a:gs pos="71429">
                  <a:srgbClr val="94A2D1">
                    <a:alpha val="282"/>
                  </a:srgbClr>
                </a:gs>
                <a:gs pos="85714">
                  <a:srgbClr val="94A2D1">
                    <a:alpha val="112"/>
                  </a:srgbClr>
                </a:gs>
                <a:gs pos="100000">
                  <a:srgbClr val="94A2D1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Splat 641"/>
            <p:cNvSpPr>
              <a:spLocks noGrp="1"/>
            </p:cNvSpPr>
            <p:nvPr/>
          </p:nvSpPr>
          <p:spPr>
            <a:xfrm rot="8936277">
              <a:off x="143323" y="2247546"/>
              <a:ext cx="392014" cy="225819"/>
            </a:xfrm>
            <a:prstGeom prst="ellipse">
              <a:avLst/>
            </a:prstGeom>
            <a:gradFill>
              <a:gsLst>
                <a:gs pos="0">
                  <a:srgbClr val="316389">
                    <a:alpha val="5856"/>
                  </a:srgbClr>
                </a:gs>
                <a:gs pos="14286">
                  <a:srgbClr val="316389">
                    <a:alpha val="5396"/>
                  </a:srgbClr>
                </a:gs>
                <a:gs pos="28571">
                  <a:srgbClr val="316389">
                    <a:alpha val="4215"/>
                  </a:srgbClr>
                </a:gs>
                <a:gs pos="42857">
                  <a:srgbClr val="316389">
                    <a:alpha val="2785"/>
                  </a:srgbClr>
                </a:gs>
                <a:gs pos="57143">
                  <a:srgbClr val="316389">
                    <a:alpha val="1553"/>
                  </a:srgbClr>
                </a:gs>
                <a:gs pos="71429">
                  <a:srgbClr val="316389">
                    <a:alpha val="730"/>
                  </a:srgbClr>
                </a:gs>
                <a:gs pos="85714">
                  <a:srgbClr val="316389">
                    <a:alpha val="289"/>
                  </a:srgbClr>
                </a:gs>
                <a:gs pos="100000">
                  <a:srgbClr val="316389">
                    <a:alpha val="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Splat 642"/>
            <p:cNvSpPr>
              <a:spLocks noGrp="1"/>
            </p:cNvSpPr>
            <p:nvPr/>
          </p:nvSpPr>
          <p:spPr>
            <a:xfrm rot="10216270">
              <a:off x="827821" y="2029225"/>
              <a:ext cx="311427" cy="130069"/>
            </a:xfrm>
            <a:prstGeom prst="ellipse">
              <a:avLst/>
            </a:prstGeom>
            <a:gradFill>
              <a:gsLst>
                <a:gs pos="0">
                  <a:srgbClr val="B55E00">
                    <a:alpha val="2277"/>
                  </a:srgbClr>
                </a:gs>
                <a:gs pos="14286">
                  <a:srgbClr val="B55E00">
                    <a:alpha val="2094"/>
                  </a:srgbClr>
                </a:gs>
                <a:gs pos="28571">
                  <a:srgbClr val="B55E00">
                    <a:alpha val="1630"/>
                  </a:srgbClr>
                </a:gs>
                <a:gs pos="42857">
                  <a:srgbClr val="B55E00">
                    <a:alpha val="1072"/>
                  </a:srgbClr>
                </a:gs>
                <a:gs pos="57143">
                  <a:srgbClr val="B55E00">
                    <a:alpha val="596"/>
                  </a:srgbClr>
                </a:gs>
                <a:gs pos="71429">
                  <a:srgbClr val="B55E00">
                    <a:alpha val="279"/>
                  </a:srgbClr>
                </a:gs>
                <a:gs pos="85714">
                  <a:srgbClr val="B55E00">
                    <a:alpha val="110"/>
                  </a:srgbClr>
                </a:gs>
                <a:gs pos="100000">
                  <a:srgbClr val="B55E00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Splat 643"/>
            <p:cNvSpPr>
              <a:spLocks noGrp="1"/>
            </p:cNvSpPr>
            <p:nvPr/>
          </p:nvSpPr>
          <p:spPr>
            <a:xfrm rot="6313770">
              <a:off x="3229015" y="1798998"/>
              <a:ext cx="268455" cy="120852"/>
            </a:xfrm>
            <a:prstGeom prst="ellipse">
              <a:avLst/>
            </a:prstGeom>
            <a:gradFill>
              <a:gsLst>
                <a:gs pos="0">
                  <a:srgbClr val="00144A">
                    <a:alpha val="32968"/>
                  </a:srgbClr>
                </a:gs>
                <a:gs pos="14286">
                  <a:srgbClr val="00144A">
                    <a:alpha val="30764"/>
                  </a:srgbClr>
                </a:gs>
                <a:gs pos="28571">
                  <a:srgbClr val="00144A">
                    <a:alpha val="24833"/>
                  </a:srgbClr>
                </a:gs>
                <a:gs pos="42857">
                  <a:srgbClr val="00144A">
                    <a:alpha val="17075"/>
                  </a:srgbClr>
                </a:gs>
                <a:gs pos="57143">
                  <a:srgbClr val="00144A">
                    <a:alpha val="9855"/>
                  </a:srgbClr>
                </a:gs>
                <a:gs pos="71429">
                  <a:srgbClr val="00144A">
                    <a:alpha val="4740"/>
                  </a:srgbClr>
                </a:gs>
                <a:gs pos="85714">
                  <a:srgbClr val="00144A">
                    <a:alpha val="1902"/>
                  </a:srgbClr>
                </a:gs>
                <a:gs pos="100000">
                  <a:srgbClr val="0014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Splat 644"/>
            <p:cNvSpPr>
              <a:spLocks noGrp="1"/>
            </p:cNvSpPr>
            <p:nvPr/>
          </p:nvSpPr>
          <p:spPr>
            <a:xfrm rot="-8867300">
              <a:off x="1237290" y="2000813"/>
              <a:ext cx="391196" cy="297225"/>
            </a:xfrm>
            <a:prstGeom prst="ellipse">
              <a:avLst/>
            </a:prstGeom>
            <a:gradFill>
              <a:gsLst>
                <a:gs pos="0">
                  <a:srgbClr val="49567D">
                    <a:alpha val="4525"/>
                  </a:srgbClr>
                </a:gs>
                <a:gs pos="14286">
                  <a:srgbClr val="49567D">
                    <a:alpha val="4166"/>
                  </a:srgbClr>
                </a:gs>
                <a:gs pos="28571">
                  <a:srgbClr val="49567D">
                    <a:alpha val="3250"/>
                  </a:srgbClr>
                </a:gs>
                <a:gs pos="42857">
                  <a:srgbClr val="49567D">
                    <a:alpha val="2144"/>
                  </a:srgbClr>
                </a:gs>
                <a:gs pos="57143">
                  <a:srgbClr val="49567D">
                    <a:alpha val="1194"/>
                  </a:srgbClr>
                </a:gs>
                <a:gs pos="71429">
                  <a:srgbClr val="49567D">
                    <a:alpha val="561"/>
                  </a:srgbClr>
                </a:gs>
                <a:gs pos="85714">
                  <a:srgbClr val="49567D">
                    <a:alpha val="222"/>
                  </a:srgbClr>
                </a:gs>
                <a:gs pos="100000">
                  <a:srgbClr val="49567D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Splat 645"/>
            <p:cNvSpPr>
              <a:spLocks noGrp="1"/>
            </p:cNvSpPr>
            <p:nvPr/>
          </p:nvSpPr>
          <p:spPr>
            <a:xfrm rot="-9300681">
              <a:off x="1580681" y="2281110"/>
              <a:ext cx="323178" cy="6289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Splat 646"/>
            <p:cNvSpPr>
              <a:spLocks noGrp="1"/>
            </p:cNvSpPr>
            <p:nvPr/>
          </p:nvSpPr>
          <p:spPr>
            <a:xfrm rot="-10740858">
              <a:off x="1766110" y="1587694"/>
              <a:ext cx="300206" cy="297928"/>
            </a:xfrm>
            <a:prstGeom prst="ellipse">
              <a:avLst/>
            </a:prstGeom>
            <a:gradFill>
              <a:gsLst>
                <a:gs pos="0">
                  <a:srgbClr val="2E1700">
                    <a:alpha val="4250"/>
                  </a:srgbClr>
                </a:gs>
                <a:gs pos="14286">
                  <a:srgbClr val="2E1700">
                    <a:alpha val="3913"/>
                  </a:srgbClr>
                </a:gs>
                <a:gs pos="28571">
                  <a:srgbClr val="2E1700">
                    <a:alpha val="3052"/>
                  </a:srgbClr>
                </a:gs>
                <a:gs pos="42857">
                  <a:srgbClr val="2E1700">
                    <a:alpha val="2012"/>
                  </a:srgbClr>
                </a:gs>
                <a:gs pos="57143">
                  <a:srgbClr val="2E1700">
                    <a:alpha val="1120"/>
                  </a:srgbClr>
                </a:gs>
                <a:gs pos="71429">
                  <a:srgbClr val="2E1700">
                    <a:alpha val="526"/>
                  </a:srgbClr>
                </a:gs>
                <a:gs pos="85714">
                  <a:srgbClr val="2E1700">
                    <a:alpha val="208"/>
                  </a:srgbClr>
                </a:gs>
                <a:gs pos="100000">
                  <a:srgbClr val="2E1700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Splat 647"/>
            <p:cNvSpPr>
              <a:spLocks noGrp="1"/>
            </p:cNvSpPr>
            <p:nvPr/>
          </p:nvSpPr>
          <p:spPr>
            <a:xfrm rot="8531281">
              <a:off x="255312" y="1151985"/>
              <a:ext cx="307274" cy="167839"/>
            </a:xfrm>
            <a:prstGeom prst="ellipse">
              <a:avLst/>
            </a:prstGeom>
            <a:gradFill>
              <a:gsLst>
                <a:gs pos="0">
                  <a:srgbClr val="231B00">
                    <a:alpha val="28848"/>
                  </a:srgbClr>
                </a:gs>
                <a:gs pos="14286">
                  <a:srgbClr val="231B00">
                    <a:alpha val="26862"/>
                  </a:srgbClr>
                </a:gs>
                <a:gs pos="28571">
                  <a:srgbClr val="231B00">
                    <a:alpha val="21564"/>
                  </a:srgbClr>
                </a:gs>
                <a:gs pos="42857">
                  <a:srgbClr val="231B00">
                    <a:alpha val="14727"/>
                  </a:srgbClr>
                </a:gs>
                <a:gs pos="57143">
                  <a:srgbClr val="231B00">
                    <a:alpha val="8449"/>
                  </a:srgbClr>
                </a:gs>
                <a:gs pos="71429">
                  <a:srgbClr val="231B00">
                    <a:alpha val="4048"/>
                  </a:srgbClr>
                </a:gs>
                <a:gs pos="85714">
                  <a:srgbClr val="231B00">
                    <a:alpha val="1621"/>
                  </a:srgbClr>
                </a:gs>
                <a:gs pos="100000">
                  <a:srgbClr val="231B00">
                    <a:alpha val="5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Splat 648"/>
            <p:cNvSpPr>
              <a:spLocks noGrp="1"/>
            </p:cNvSpPr>
            <p:nvPr/>
          </p:nvSpPr>
          <p:spPr>
            <a:xfrm rot="5485544">
              <a:off x="1644907" y="1656605"/>
              <a:ext cx="369953" cy="87118"/>
            </a:xfrm>
            <a:prstGeom prst="ellipse">
              <a:avLst/>
            </a:prstGeom>
            <a:gradFill>
              <a:gsLst>
                <a:gs pos="0">
                  <a:srgbClr val="D6C7B0">
                    <a:alpha val="32330"/>
                  </a:srgbClr>
                </a:gs>
                <a:gs pos="14286">
                  <a:srgbClr val="D6C7B0">
                    <a:alpha val="30158"/>
                  </a:srgbClr>
                </a:gs>
                <a:gs pos="28571">
                  <a:srgbClr val="D6C7B0">
                    <a:alpha val="24323"/>
                  </a:srgbClr>
                </a:gs>
                <a:gs pos="42857">
                  <a:srgbClr val="D6C7B0">
                    <a:alpha val="16707"/>
                  </a:srgbClr>
                </a:gs>
                <a:gs pos="57143">
                  <a:srgbClr val="D6C7B0">
                    <a:alpha val="9633"/>
                  </a:srgbClr>
                </a:gs>
                <a:gs pos="71429">
                  <a:srgbClr val="D6C7B0">
                    <a:alpha val="4631"/>
                  </a:srgbClr>
                </a:gs>
                <a:gs pos="85714">
                  <a:srgbClr val="D6C7B0">
                    <a:alpha val="1857"/>
                  </a:srgbClr>
                </a:gs>
                <a:gs pos="100000">
                  <a:srgbClr val="D6C7B0">
                    <a:alpha val="6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Splat 649"/>
            <p:cNvSpPr>
              <a:spLocks noGrp="1"/>
            </p:cNvSpPr>
            <p:nvPr/>
          </p:nvSpPr>
          <p:spPr>
            <a:xfrm rot="6675304">
              <a:off x="655808" y="1634963"/>
              <a:ext cx="481377" cy="384988"/>
            </a:xfrm>
            <a:prstGeom prst="ellipse">
              <a:avLst/>
            </a:prstGeom>
            <a:gradFill>
              <a:gsLst>
                <a:gs pos="0">
                  <a:srgbClr val="6C84A9">
                    <a:alpha val="32537"/>
                  </a:srgbClr>
                </a:gs>
                <a:gs pos="14286">
                  <a:srgbClr val="6C84A9">
                    <a:alpha val="30355"/>
                  </a:srgbClr>
                </a:gs>
                <a:gs pos="28571">
                  <a:srgbClr val="6C84A9">
                    <a:alpha val="24488"/>
                  </a:srgbClr>
                </a:gs>
                <a:gs pos="42857">
                  <a:srgbClr val="6C84A9">
                    <a:alpha val="16826"/>
                  </a:srgbClr>
                </a:gs>
                <a:gs pos="57143">
                  <a:srgbClr val="6C84A9">
                    <a:alpha val="9705"/>
                  </a:srgbClr>
                </a:gs>
                <a:gs pos="71429">
                  <a:srgbClr val="6C84A9">
                    <a:alpha val="4666"/>
                  </a:srgbClr>
                </a:gs>
                <a:gs pos="85714">
                  <a:srgbClr val="6C84A9">
                    <a:alpha val="1872"/>
                  </a:srgbClr>
                </a:gs>
                <a:gs pos="100000">
                  <a:srgbClr val="6C84A9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Splat 650"/>
            <p:cNvSpPr>
              <a:spLocks noGrp="1"/>
            </p:cNvSpPr>
            <p:nvPr/>
          </p:nvSpPr>
          <p:spPr>
            <a:xfrm rot="10654928">
              <a:off x="838998" y="1367883"/>
              <a:ext cx="308138" cy="305578"/>
            </a:xfrm>
            <a:prstGeom prst="ellipse">
              <a:avLst/>
            </a:prstGeom>
            <a:gradFill>
              <a:gsLst>
                <a:gs pos="0">
                  <a:srgbClr val="00407C">
                    <a:alpha val="4259"/>
                  </a:srgbClr>
                </a:gs>
                <a:gs pos="14286">
                  <a:srgbClr val="00407C">
                    <a:alpha val="3921"/>
                  </a:srgbClr>
                </a:gs>
                <a:gs pos="28571">
                  <a:srgbClr val="00407C">
                    <a:alpha val="3058"/>
                  </a:srgbClr>
                </a:gs>
                <a:gs pos="42857">
                  <a:srgbClr val="00407C">
                    <a:alpha val="2017"/>
                  </a:srgbClr>
                </a:gs>
                <a:gs pos="57143">
                  <a:srgbClr val="00407C">
                    <a:alpha val="1123"/>
                  </a:srgbClr>
                </a:gs>
                <a:gs pos="71429">
                  <a:srgbClr val="00407C">
                    <a:alpha val="527"/>
                  </a:srgbClr>
                </a:gs>
                <a:gs pos="85714">
                  <a:srgbClr val="00407C">
                    <a:alpha val="209"/>
                  </a:srgbClr>
                </a:gs>
                <a:gs pos="100000">
                  <a:srgbClr val="00407C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Splat 651"/>
            <p:cNvSpPr>
              <a:spLocks noGrp="1"/>
            </p:cNvSpPr>
            <p:nvPr/>
          </p:nvSpPr>
          <p:spPr>
            <a:xfrm rot="9330813">
              <a:off x="3488615" y="2369149"/>
              <a:ext cx="318919" cy="119452"/>
            </a:xfrm>
            <a:prstGeom prst="ellipse">
              <a:avLst/>
            </a:prstGeom>
            <a:gradFill>
              <a:gsLst>
                <a:gs pos="0">
                  <a:srgbClr val="CFAB00">
                    <a:alpha val="7573"/>
                  </a:srgbClr>
                </a:gs>
                <a:gs pos="14286">
                  <a:srgbClr val="CFAB00">
                    <a:alpha val="6982"/>
                  </a:srgbClr>
                </a:gs>
                <a:gs pos="28571">
                  <a:srgbClr val="CFAB00">
                    <a:alpha val="5465"/>
                  </a:srgbClr>
                </a:gs>
                <a:gs pos="42857">
                  <a:srgbClr val="CFAB00">
                    <a:alpha val="3619"/>
                  </a:srgbClr>
                </a:gs>
                <a:gs pos="57143">
                  <a:srgbClr val="CFAB00">
                    <a:alpha val="2022"/>
                  </a:srgbClr>
                </a:gs>
                <a:gs pos="71429">
                  <a:srgbClr val="CFAB00">
                    <a:alpha val="952"/>
                  </a:srgbClr>
                </a:gs>
                <a:gs pos="85714">
                  <a:srgbClr val="CFAB00">
                    <a:alpha val="377"/>
                  </a:srgbClr>
                </a:gs>
                <a:gs pos="100000">
                  <a:srgbClr val="CFAB00">
                    <a:alpha val="1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Splat 652"/>
            <p:cNvSpPr>
              <a:spLocks noGrp="1"/>
            </p:cNvSpPr>
            <p:nvPr/>
          </p:nvSpPr>
          <p:spPr>
            <a:xfrm rot="4811378">
              <a:off x="1095705" y="2047660"/>
              <a:ext cx="383123" cy="349530"/>
            </a:xfrm>
            <a:prstGeom prst="ellipse">
              <a:avLst/>
            </a:prstGeom>
            <a:gradFill>
              <a:gsLst>
                <a:gs pos="0">
                  <a:srgbClr val="6A5810">
                    <a:alpha val="1765"/>
                  </a:srgbClr>
                </a:gs>
                <a:gs pos="14286">
                  <a:srgbClr val="6A5810">
                    <a:alpha val="1623"/>
                  </a:srgbClr>
                </a:gs>
                <a:gs pos="28571">
                  <a:srgbClr val="6A5810">
                    <a:alpha val="1263"/>
                  </a:srgbClr>
                </a:gs>
                <a:gs pos="42857">
                  <a:srgbClr val="6A5810">
                    <a:alpha val="830"/>
                  </a:srgbClr>
                </a:gs>
                <a:gs pos="57143">
                  <a:srgbClr val="6A5810">
                    <a:alpha val="461"/>
                  </a:srgbClr>
                </a:gs>
                <a:gs pos="71429">
                  <a:srgbClr val="6A5810">
                    <a:alpha val="216"/>
                  </a:srgbClr>
                </a:gs>
                <a:gs pos="85714">
                  <a:srgbClr val="6A5810">
                    <a:alpha val="85"/>
                  </a:srgbClr>
                </a:gs>
                <a:gs pos="100000">
                  <a:srgbClr val="6A5810">
                    <a:alpha val="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Splat 653"/>
            <p:cNvSpPr>
              <a:spLocks noGrp="1"/>
            </p:cNvSpPr>
            <p:nvPr/>
          </p:nvSpPr>
          <p:spPr>
            <a:xfrm rot="5131605">
              <a:off x="3018836" y="2282294"/>
              <a:ext cx="586648" cy="19271"/>
            </a:xfrm>
            <a:prstGeom prst="ellipse">
              <a:avLst/>
            </a:prstGeom>
            <a:gradFill>
              <a:gsLst>
                <a:gs pos="0">
                  <a:srgbClr val="FFE288">
                    <a:alpha val="32968"/>
                  </a:srgbClr>
                </a:gs>
                <a:gs pos="14286">
                  <a:srgbClr val="FFE288">
                    <a:alpha val="30764"/>
                  </a:srgbClr>
                </a:gs>
                <a:gs pos="28571">
                  <a:srgbClr val="FFE288">
                    <a:alpha val="24833"/>
                  </a:srgbClr>
                </a:gs>
                <a:gs pos="42857">
                  <a:srgbClr val="FFE288">
                    <a:alpha val="17075"/>
                  </a:srgbClr>
                </a:gs>
                <a:gs pos="57143">
                  <a:srgbClr val="FFE288">
                    <a:alpha val="9855"/>
                  </a:srgbClr>
                </a:gs>
                <a:gs pos="71429">
                  <a:srgbClr val="FFE288">
                    <a:alpha val="4740"/>
                  </a:srgbClr>
                </a:gs>
                <a:gs pos="85714">
                  <a:srgbClr val="FFE288">
                    <a:alpha val="1902"/>
                  </a:srgbClr>
                </a:gs>
                <a:gs pos="100000">
                  <a:srgbClr val="FFE28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Splat 654"/>
            <p:cNvSpPr>
              <a:spLocks noGrp="1"/>
            </p:cNvSpPr>
            <p:nvPr/>
          </p:nvSpPr>
          <p:spPr>
            <a:xfrm rot="-10149794">
              <a:off x="317340" y="1011218"/>
              <a:ext cx="313660" cy="291001"/>
            </a:xfrm>
            <a:prstGeom prst="ellipse">
              <a:avLst/>
            </a:prstGeom>
            <a:gradFill>
              <a:gsLst>
                <a:gs pos="0">
                  <a:srgbClr val="495C83">
                    <a:alpha val="6015"/>
                  </a:srgbClr>
                </a:gs>
                <a:gs pos="14286">
                  <a:srgbClr val="495C83">
                    <a:alpha val="5542"/>
                  </a:srgbClr>
                </a:gs>
                <a:gs pos="28571">
                  <a:srgbClr val="495C83">
                    <a:alpha val="4331"/>
                  </a:srgbClr>
                </a:gs>
                <a:gs pos="42857">
                  <a:srgbClr val="495C83">
                    <a:alpha val="2862"/>
                  </a:srgbClr>
                </a:gs>
                <a:gs pos="57143">
                  <a:srgbClr val="495C83">
                    <a:alpha val="1596"/>
                  </a:srgbClr>
                </a:gs>
                <a:gs pos="71429">
                  <a:srgbClr val="495C83">
                    <a:alpha val="750"/>
                  </a:srgbClr>
                </a:gs>
                <a:gs pos="85714">
                  <a:srgbClr val="495C83">
                    <a:alpha val="297"/>
                  </a:srgbClr>
                </a:gs>
                <a:gs pos="100000">
                  <a:srgbClr val="495C83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Splat 655"/>
            <p:cNvSpPr>
              <a:spLocks noGrp="1"/>
            </p:cNvSpPr>
            <p:nvPr/>
          </p:nvSpPr>
          <p:spPr>
            <a:xfrm rot="4240684">
              <a:off x="2241638" y="2244646"/>
              <a:ext cx="296521" cy="269201"/>
            </a:xfrm>
            <a:prstGeom prst="ellipse">
              <a:avLst/>
            </a:prstGeom>
            <a:gradFill>
              <a:gsLst>
                <a:gs pos="0">
                  <a:srgbClr val="130038">
                    <a:alpha val="15775"/>
                  </a:srgbClr>
                </a:gs>
                <a:gs pos="14286">
                  <a:srgbClr val="130038">
                    <a:alpha val="14597"/>
                  </a:srgbClr>
                </a:gs>
                <a:gs pos="28571">
                  <a:srgbClr val="130038">
                    <a:alpha val="11531"/>
                  </a:srgbClr>
                </a:gs>
                <a:gs pos="42857">
                  <a:srgbClr val="130038">
                    <a:alpha val="7722"/>
                  </a:srgbClr>
                </a:gs>
                <a:gs pos="57143">
                  <a:srgbClr val="130038">
                    <a:alpha val="4355"/>
                  </a:srgbClr>
                </a:gs>
                <a:gs pos="71429">
                  <a:srgbClr val="130038">
                    <a:alpha val="2063"/>
                  </a:srgbClr>
                </a:gs>
                <a:gs pos="85714">
                  <a:srgbClr val="130038">
                    <a:alpha val="821"/>
                  </a:srgbClr>
                </a:gs>
                <a:gs pos="100000">
                  <a:srgbClr val="130038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Splat 656"/>
            <p:cNvSpPr>
              <a:spLocks noGrp="1"/>
            </p:cNvSpPr>
            <p:nvPr/>
          </p:nvSpPr>
          <p:spPr>
            <a:xfrm rot="7061364">
              <a:off x="-6706" y="1074922"/>
              <a:ext cx="284357" cy="263234"/>
            </a:xfrm>
            <a:prstGeom prst="ellipse">
              <a:avLst/>
            </a:prstGeom>
            <a:gradFill>
              <a:gsLst>
                <a:gs pos="0">
                  <a:srgbClr val="260000">
                    <a:alpha val="18161"/>
                  </a:srgbClr>
                </a:gs>
                <a:gs pos="14286">
                  <a:srgbClr val="260000">
                    <a:alpha val="16824"/>
                  </a:srgbClr>
                </a:gs>
                <a:gs pos="28571">
                  <a:srgbClr val="260000">
                    <a:alpha val="13327"/>
                  </a:srgbClr>
                </a:gs>
                <a:gs pos="42857">
                  <a:srgbClr val="260000">
                    <a:alpha val="8955"/>
                  </a:srgbClr>
                </a:gs>
                <a:gs pos="57143">
                  <a:srgbClr val="260000">
                    <a:alpha val="5066"/>
                  </a:srgbClr>
                </a:gs>
                <a:gs pos="71429">
                  <a:srgbClr val="260000">
                    <a:alpha val="2404"/>
                  </a:srgbClr>
                </a:gs>
                <a:gs pos="85714">
                  <a:srgbClr val="260000">
                    <a:alpha val="958"/>
                  </a:srgbClr>
                </a:gs>
                <a:gs pos="100000">
                  <a:srgbClr val="260000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Splat 657"/>
            <p:cNvSpPr>
              <a:spLocks noGrp="1"/>
            </p:cNvSpPr>
            <p:nvPr/>
          </p:nvSpPr>
          <p:spPr>
            <a:xfrm rot="4132157">
              <a:off x="-100043" y="1724995"/>
              <a:ext cx="299415" cy="274119"/>
            </a:xfrm>
            <a:prstGeom prst="ellipse">
              <a:avLst/>
            </a:prstGeom>
            <a:gradFill>
              <a:gsLst>
                <a:gs pos="0">
                  <a:srgbClr val="937235">
                    <a:alpha val="32542"/>
                  </a:srgbClr>
                </a:gs>
                <a:gs pos="14286">
                  <a:srgbClr val="937235">
                    <a:alpha val="30359"/>
                  </a:srgbClr>
                </a:gs>
                <a:gs pos="28571">
                  <a:srgbClr val="937235">
                    <a:alpha val="24492"/>
                  </a:srgbClr>
                </a:gs>
                <a:gs pos="42857">
                  <a:srgbClr val="937235">
                    <a:alpha val="16829"/>
                  </a:srgbClr>
                </a:gs>
                <a:gs pos="57143">
                  <a:srgbClr val="937235">
                    <a:alpha val="9706"/>
                  </a:srgbClr>
                </a:gs>
                <a:gs pos="71429">
                  <a:srgbClr val="937235">
                    <a:alpha val="4667"/>
                  </a:srgbClr>
                </a:gs>
                <a:gs pos="85714">
                  <a:srgbClr val="937235">
                    <a:alpha val="1872"/>
                  </a:srgbClr>
                </a:gs>
                <a:gs pos="100000">
                  <a:srgbClr val="937235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Splat 658"/>
            <p:cNvSpPr>
              <a:spLocks noGrp="1"/>
            </p:cNvSpPr>
            <p:nvPr/>
          </p:nvSpPr>
          <p:spPr>
            <a:xfrm rot="6453815">
              <a:off x="642720" y="2107734"/>
              <a:ext cx="440391" cy="29750"/>
            </a:xfrm>
            <a:prstGeom prst="ellipse">
              <a:avLst/>
            </a:prstGeom>
            <a:gradFill>
              <a:gsLst>
                <a:gs pos="0">
                  <a:srgbClr val="FFFF9A">
                    <a:alpha val="32968"/>
                  </a:srgbClr>
                </a:gs>
                <a:gs pos="14286">
                  <a:srgbClr val="FFFF9A">
                    <a:alpha val="30764"/>
                  </a:srgbClr>
                </a:gs>
                <a:gs pos="28571">
                  <a:srgbClr val="FFFF9A">
                    <a:alpha val="24833"/>
                  </a:srgbClr>
                </a:gs>
                <a:gs pos="42857">
                  <a:srgbClr val="FFFF9A">
                    <a:alpha val="17075"/>
                  </a:srgbClr>
                </a:gs>
                <a:gs pos="57143">
                  <a:srgbClr val="FFFF9A">
                    <a:alpha val="9855"/>
                  </a:srgbClr>
                </a:gs>
                <a:gs pos="71429">
                  <a:srgbClr val="FFFF9A">
                    <a:alpha val="4740"/>
                  </a:srgbClr>
                </a:gs>
                <a:gs pos="85714">
                  <a:srgbClr val="FFFF9A">
                    <a:alpha val="1902"/>
                  </a:srgbClr>
                </a:gs>
                <a:gs pos="100000">
                  <a:srgbClr val="FFFF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Splat 659"/>
            <p:cNvSpPr>
              <a:spLocks noGrp="1"/>
            </p:cNvSpPr>
            <p:nvPr/>
          </p:nvSpPr>
          <p:spPr>
            <a:xfrm rot="8557272">
              <a:off x="387918" y="2119313"/>
              <a:ext cx="274675" cy="255357"/>
            </a:xfrm>
            <a:prstGeom prst="ellipse">
              <a:avLst/>
            </a:prstGeom>
            <a:gradFill>
              <a:gsLst>
                <a:gs pos="0">
                  <a:srgbClr val="000900">
                    <a:alpha val="13976"/>
                  </a:srgbClr>
                </a:gs>
                <a:gs pos="14286">
                  <a:srgbClr val="000900">
                    <a:alpha val="12923"/>
                  </a:srgbClr>
                </a:gs>
                <a:gs pos="28571">
                  <a:srgbClr val="000900">
                    <a:alpha val="10187"/>
                  </a:srgbClr>
                </a:gs>
                <a:gs pos="42857">
                  <a:srgbClr val="000900">
                    <a:alpha val="6805"/>
                  </a:srgbClr>
                </a:gs>
                <a:gs pos="57143">
                  <a:srgbClr val="000900">
                    <a:alpha val="3830"/>
                  </a:srgbClr>
                </a:gs>
                <a:gs pos="71429">
                  <a:srgbClr val="000900">
                    <a:alpha val="1811"/>
                  </a:srgbClr>
                </a:gs>
                <a:gs pos="85714">
                  <a:srgbClr val="000900">
                    <a:alpha val="720"/>
                  </a:srgbClr>
                </a:gs>
                <a:gs pos="100000">
                  <a:srgbClr val="000900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Splat 660"/>
            <p:cNvSpPr>
              <a:spLocks noGrp="1"/>
            </p:cNvSpPr>
            <p:nvPr/>
          </p:nvSpPr>
          <p:spPr>
            <a:xfrm rot="-10638655">
              <a:off x="1703945" y="622081"/>
              <a:ext cx="291976" cy="286828"/>
            </a:xfrm>
            <a:prstGeom prst="ellipse">
              <a:avLst/>
            </a:prstGeom>
            <a:gradFill>
              <a:gsLst>
                <a:gs pos="0">
                  <a:srgbClr val="0A2000">
                    <a:alpha val="9394"/>
                  </a:srgbClr>
                </a:gs>
                <a:gs pos="14286">
                  <a:srgbClr val="0A2000">
                    <a:alpha val="8668"/>
                  </a:srgbClr>
                </a:gs>
                <a:gs pos="28571">
                  <a:srgbClr val="0A2000">
                    <a:alpha val="6798"/>
                  </a:srgbClr>
                </a:gs>
                <a:gs pos="42857">
                  <a:srgbClr val="0A2000">
                    <a:alpha val="4513"/>
                  </a:srgbClr>
                </a:gs>
                <a:gs pos="57143">
                  <a:srgbClr val="0A2000">
                    <a:alpha val="2526"/>
                  </a:srgbClr>
                </a:gs>
                <a:gs pos="71429">
                  <a:srgbClr val="0A2000">
                    <a:alpha val="1191"/>
                  </a:srgbClr>
                </a:gs>
                <a:gs pos="85714">
                  <a:srgbClr val="0A2000">
                    <a:alpha val="472"/>
                  </a:srgbClr>
                </a:gs>
                <a:gs pos="100000">
                  <a:srgbClr val="0A2000">
                    <a:alpha val="1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Splat 661"/>
            <p:cNvSpPr>
              <a:spLocks noGrp="1"/>
            </p:cNvSpPr>
            <p:nvPr/>
          </p:nvSpPr>
          <p:spPr>
            <a:xfrm rot="6132580">
              <a:off x="-117853" y="1144672"/>
              <a:ext cx="392942" cy="351753"/>
            </a:xfrm>
            <a:prstGeom prst="ellipse">
              <a:avLst/>
            </a:prstGeom>
            <a:gradFill>
              <a:gsLst>
                <a:gs pos="0">
                  <a:srgbClr val="61922B">
                    <a:alpha val="4186"/>
                  </a:srgbClr>
                </a:gs>
                <a:gs pos="14286">
                  <a:srgbClr val="61922B">
                    <a:alpha val="3854"/>
                  </a:srgbClr>
                </a:gs>
                <a:gs pos="28571">
                  <a:srgbClr val="61922B">
                    <a:alpha val="3006"/>
                  </a:srgbClr>
                </a:gs>
                <a:gs pos="42857">
                  <a:srgbClr val="61922B">
                    <a:alpha val="1982"/>
                  </a:srgbClr>
                </a:gs>
                <a:gs pos="57143">
                  <a:srgbClr val="61922B">
                    <a:alpha val="1103"/>
                  </a:srgbClr>
                </a:gs>
                <a:gs pos="71429">
                  <a:srgbClr val="61922B">
                    <a:alpha val="518"/>
                  </a:srgbClr>
                </a:gs>
                <a:gs pos="85714">
                  <a:srgbClr val="61922B">
                    <a:alpha val="205"/>
                  </a:srgbClr>
                </a:gs>
                <a:gs pos="100000">
                  <a:srgbClr val="61922B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Splat 662"/>
            <p:cNvSpPr>
              <a:spLocks noGrp="1"/>
            </p:cNvSpPr>
            <p:nvPr/>
          </p:nvSpPr>
          <p:spPr>
            <a:xfrm rot="-10551667">
              <a:off x="1712149" y="885048"/>
              <a:ext cx="281626" cy="242745"/>
            </a:xfrm>
            <a:prstGeom prst="ellipse">
              <a:avLst/>
            </a:prstGeom>
            <a:gradFill>
              <a:gsLst>
                <a:gs pos="0">
                  <a:srgbClr val="9B8E71">
                    <a:alpha val="10707"/>
                  </a:srgbClr>
                </a:gs>
                <a:gs pos="14286">
                  <a:srgbClr val="9B8E71">
                    <a:alpha val="9885"/>
                  </a:srgbClr>
                </a:gs>
                <a:gs pos="28571">
                  <a:srgbClr val="9B8E71">
                    <a:alpha val="7764"/>
                  </a:srgbClr>
                </a:gs>
                <a:gs pos="42857">
                  <a:srgbClr val="9B8E71">
                    <a:alpha val="5163"/>
                  </a:srgbClr>
                </a:gs>
                <a:gs pos="57143">
                  <a:srgbClr val="9B8E71">
                    <a:alpha val="2894"/>
                  </a:srgbClr>
                </a:gs>
                <a:gs pos="71429">
                  <a:srgbClr val="9B8E71">
                    <a:alpha val="1365"/>
                  </a:srgbClr>
                </a:gs>
                <a:gs pos="85714">
                  <a:srgbClr val="9B8E71">
                    <a:alpha val="542"/>
                  </a:srgbClr>
                </a:gs>
                <a:gs pos="100000">
                  <a:srgbClr val="9B8E71">
                    <a:alpha val="1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Splat 663"/>
            <p:cNvSpPr>
              <a:spLocks noGrp="1"/>
            </p:cNvSpPr>
            <p:nvPr/>
          </p:nvSpPr>
          <p:spPr>
            <a:xfrm rot="9791071">
              <a:off x="91904" y="-84409"/>
              <a:ext cx="380851" cy="225889"/>
            </a:xfrm>
            <a:prstGeom prst="ellipse">
              <a:avLst/>
            </a:prstGeom>
            <a:gradFill>
              <a:gsLst>
                <a:gs pos="0">
                  <a:srgbClr val="3A2600">
                    <a:alpha val="32968"/>
                  </a:srgbClr>
                </a:gs>
                <a:gs pos="14286">
                  <a:srgbClr val="3A2600">
                    <a:alpha val="30764"/>
                  </a:srgbClr>
                </a:gs>
                <a:gs pos="28571">
                  <a:srgbClr val="3A2600">
                    <a:alpha val="24833"/>
                  </a:srgbClr>
                </a:gs>
                <a:gs pos="42857">
                  <a:srgbClr val="3A2600">
                    <a:alpha val="17075"/>
                  </a:srgbClr>
                </a:gs>
                <a:gs pos="57143">
                  <a:srgbClr val="3A2600">
                    <a:alpha val="9855"/>
                  </a:srgbClr>
                </a:gs>
                <a:gs pos="71429">
                  <a:srgbClr val="3A2600">
                    <a:alpha val="4740"/>
                  </a:srgbClr>
                </a:gs>
                <a:gs pos="85714">
                  <a:srgbClr val="3A2600">
                    <a:alpha val="1902"/>
                  </a:srgbClr>
                </a:gs>
                <a:gs pos="100000">
                  <a:srgbClr val="3A2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Splat 664"/>
            <p:cNvSpPr>
              <a:spLocks noGrp="1"/>
            </p:cNvSpPr>
            <p:nvPr/>
          </p:nvSpPr>
          <p:spPr>
            <a:xfrm rot="4661841">
              <a:off x="1491310" y="1519287"/>
              <a:ext cx="383483" cy="368496"/>
            </a:xfrm>
            <a:prstGeom prst="ellipse">
              <a:avLst/>
            </a:prstGeom>
            <a:gradFill>
              <a:gsLst>
                <a:gs pos="0">
                  <a:srgbClr val="46588A">
                    <a:alpha val="8976"/>
                  </a:srgbClr>
                </a:gs>
                <a:gs pos="14286">
                  <a:srgbClr val="46588A">
                    <a:alpha val="8281"/>
                  </a:srgbClr>
                </a:gs>
                <a:gs pos="28571">
                  <a:srgbClr val="46588A">
                    <a:alpha val="6491"/>
                  </a:srgbClr>
                </a:gs>
                <a:gs pos="42857">
                  <a:srgbClr val="46588A">
                    <a:alpha val="4307"/>
                  </a:srgbClr>
                </a:gs>
                <a:gs pos="57143">
                  <a:srgbClr val="46588A">
                    <a:alpha val="2410"/>
                  </a:srgbClr>
                </a:gs>
                <a:gs pos="71429">
                  <a:srgbClr val="46588A">
                    <a:alpha val="1135"/>
                  </a:srgbClr>
                </a:gs>
                <a:gs pos="85714">
                  <a:srgbClr val="46588A">
                    <a:alpha val="450"/>
                  </a:srgbClr>
                </a:gs>
                <a:gs pos="100000">
                  <a:srgbClr val="46588A">
                    <a:alpha val="1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Splat 665"/>
            <p:cNvSpPr>
              <a:spLocks noGrp="1"/>
            </p:cNvSpPr>
            <p:nvPr/>
          </p:nvSpPr>
          <p:spPr>
            <a:xfrm rot="-10048766">
              <a:off x="1765293" y="1679654"/>
              <a:ext cx="291580" cy="287144"/>
            </a:xfrm>
            <a:prstGeom prst="ellipse">
              <a:avLst/>
            </a:prstGeom>
            <a:gradFill>
              <a:gsLst>
                <a:gs pos="0">
                  <a:srgbClr val="4D2404">
                    <a:alpha val="6186"/>
                  </a:srgbClr>
                </a:gs>
                <a:gs pos="14286">
                  <a:srgbClr val="4D2404">
                    <a:alpha val="5700"/>
                  </a:srgbClr>
                </a:gs>
                <a:gs pos="28571">
                  <a:srgbClr val="4D2404">
                    <a:alpha val="4455"/>
                  </a:srgbClr>
                </a:gs>
                <a:gs pos="42857">
                  <a:srgbClr val="4D2404">
                    <a:alpha val="2945"/>
                  </a:srgbClr>
                </a:gs>
                <a:gs pos="57143">
                  <a:srgbClr val="4D2404">
                    <a:alpha val="1643"/>
                  </a:srgbClr>
                </a:gs>
                <a:gs pos="71429">
                  <a:srgbClr val="4D2404">
                    <a:alpha val="772"/>
                  </a:srgbClr>
                </a:gs>
                <a:gs pos="85714">
                  <a:srgbClr val="4D2404">
                    <a:alpha val="306"/>
                  </a:srgbClr>
                </a:gs>
                <a:gs pos="100000">
                  <a:srgbClr val="4D2404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Splat 666"/>
            <p:cNvSpPr>
              <a:spLocks noGrp="1"/>
            </p:cNvSpPr>
            <p:nvPr/>
          </p:nvSpPr>
          <p:spPr>
            <a:xfrm rot="9905153">
              <a:off x="1528634" y="1099433"/>
              <a:ext cx="381284" cy="281494"/>
            </a:xfrm>
            <a:prstGeom prst="ellipse">
              <a:avLst/>
            </a:prstGeom>
            <a:gradFill>
              <a:gsLst>
                <a:gs pos="0">
                  <a:srgbClr val="232B4C">
                    <a:alpha val="18831"/>
                  </a:srgbClr>
                </a:gs>
                <a:gs pos="14286">
                  <a:srgbClr val="232B4C">
                    <a:alpha val="17450"/>
                  </a:srgbClr>
                </a:gs>
                <a:gs pos="28571">
                  <a:srgbClr val="232B4C">
                    <a:alpha val="13834"/>
                  </a:srgbClr>
                </a:gs>
                <a:gs pos="42857">
                  <a:srgbClr val="232B4C">
                    <a:alpha val="9305"/>
                  </a:srgbClr>
                </a:gs>
                <a:gs pos="57143">
                  <a:srgbClr val="232B4C">
                    <a:alpha val="5268"/>
                  </a:srgbClr>
                </a:gs>
                <a:gs pos="71429">
                  <a:srgbClr val="232B4C">
                    <a:alpha val="2501"/>
                  </a:srgbClr>
                </a:gs>
                <a:gs pos="85714">
                  <a:srgbClr val="232B4C">
                    <a:alpha val="997"/>
                  </a:srgbClr>
                </a:gs>
                <a:gs pos="100000">
                  <a:srgbClr val="232B4C">
                    <a:alpha val="3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Splat 667"/>
            <p:cNvSpPr>
              <a:spLocks noGrp="1"/>
            </p:cNvSpPr>
            <p:nvPr/>
          </p:nvSpPr>
          <p:spPr>
            <a:xfrm rot="5565435">
              <a:off x="1843337" y="1303305"/>
              <a:ext cx="100817" cy="41048"/>
            </a:xfrm>
            <a:prstGeom prst="ellipse">
              <a:avLst/>
            </a:prstGeom>
            <a:gradFill>
              <a:gsLst>
                <a:gs pos="0">
                  <a:srgbClr val="FFDB9A">
                    <a:alpha val="30761"/>
                  </a:srgbClr>
                </a:gs>
                <a:gs pos="14286">
                  <a:srgbClr val="FFDB9A">
                    <a:alpha val="28672"/>
                  </a:srgbClr>
                </a:gs>
                <a:gs pos="28571">
                  <a:srgbClr val="FFDB9A">
                    <a:alpha val="23075"/>
                  </a:srgbClr>
                </a:gs>
                <a:gs pos="42857">
                  <a:srgbClr val="FFDB9A">
                    <a:alpha val="15808"/>
                  </a:srgbClr>
                </a:gs>
                <a:gs pos="57143">
                  <a:srgbClr val="FFDB9A">
                    <a:alpha val="9094"/>
                  </a:srgbClr>
                </a:gs>
                <a:gs pos="71429">
                  <a:srgbClr val="FFDB9A">
                    <a:alpha val="4365"/>
                  </a:srgbClr>
                </a:gs>
                <a:gs pos="85714">
                  <a:srgbClr val="FFDB9A">
                    <a:alpha val="1749"/>
                  </a:srgbClr>
                </a:gs>
                <a:gs pos="100000">
                  <a:srgbClr val="FFDB9A">
                    <a:alpha val="5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Splat 668"/>
            <p:cNvSpPr>
              <a:spLocks noGrp="1"/>
            </p:cNvSpPr>
            <p:nvPr/>
          </p:nvSpPr>
          <p:spPr>
            <a:xfrm rot="10638267">
              <a:off x="1500900" y="1617476"/>
              <a:ext cx="369359" cy="366454"/>
            </a:xfrm>
            <a:prstGeom prst="ellipse">
              <a:avLst/>
            </a:prstGeom>
            <a:gradFill>
              <a:gsLst>
                <a:gs pos="0">
                  <a:srgbClr val="3F4B74">
                    <a:alpha val="7464"/>
                  </a:srgbClr>
                </a:gs>
                <a:gs pos="14286">
                  <a:srgbClr val="3F4B74">
                    <a:alpha val="6882"/>
                  </a:srgbClr>
                </a:gs>
                <a:gs pos="28571">
                  <a:srgbClr val="3F4B74">
                    <a:alpha val="5386"/>
                  </a:srgbClr>
                </a:gs>
                <a:gs pos="42857">
                  <a:srgbClr val="3F4B74">
                    <a:alpha val="3566"/>
                  </a:srgbClr>
                </a:gs>
                <a:gs pos="57143">
                  <a:srgbClr val="3F4B74">
                    <a:alpha val="1992"/>
                  </a:srgbClr>
                </a:gs>
                <a:gs pos="71429">
                  <a:srgbClr val="3F4B74">
                    <a:alpha val="937"/>
                  </a:srgbClr>
                </a:gs>
                <a:gs pos="85714">
                  <a:srgbClr val="3F4B74">
                    <a:alpha val="372"/>
                  </a:srgbClr>
                </a:gs>
                <a:gs pos="100000">
                  <a:srgbClr val="3F4B74">
                    <a:alpha val="1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Splat 669"/>
            <p:cNvSpPr>
              <a:spLocks noGrp="1"/>
            </p:cNvSpPr>
            <p:nvPr/>
          </p:nvSpPr>
          <p:spPr>
            <a:xfrm rot="10514018">
              <a:off x="3288728" y="2296813"/>
              <a:ext cx="215428" cy="20235"/>
            </a:xfrm>
            <a:prstGeom prst="ellipse">
              <a:avLst/>
            </a:prstGeom>
            <a:gradFill>
              <a:gsLst>
                <a:gs pos="0">
                  <a:srgbClr val="CC9F00">
                    <a:alpha val="16468"/>
                  </a:srgbClr>
                </a:gs>
                <a:gs pos="14286">
                  <a:srgbClr val="CC9F00">
                    <a:alpha val="15243"/>
                  </a:srgbClr>
                </a:gs>
                <a:gs pos="28571">
                  <a:srgbClr val="CC9F00">
                    <a:alpha val="12051"/>
                  </a:srgbClr>
                </a:gs>
                <a:gs pos="42857">
                  <a:srgbClr val="CC9F00">
                    <a:alpha val="8078"/>
                  </a:srgbClr>
                </a:gs>
                <a:gs pos="57143">
                  <a:srgbClr val="CC9F00">
                    <a:alpha val="4560"/>
                  </a:srgbClr>
                </a:gs>
                <a:gs pos="71429">
                  <a:srgbClr val="CC9F00">
                    <a:alpha val="2161"/>
                  </a:srgbClr>
                </a:gs>
                <a:gs pos="85714">
                  <a:srgbClr val="CC9F00">
                    <a:alpha val="860"/>
                  </a:srgbClr>
                </a:gs>
                <a:gs pos="100000">
                  <a:srgbClr val="CC9F00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Splat 670"/>
            <p:cNvSpPr>
              <a:spLocks noGrp="1"/>
            </p:cNvSpPr>
            <p:nvPr/>
          </p:nvSpPr>
          <p:spPr>
            <a:xfrm rot="-10340058">
              <a:off x="1914534" y="2328117"/>
              <a:ext cx="315189" cy="124231"/>
            </a:xfrm>
            <a:prstGeom prst="ellipse">
              <a:avLst/>
            </a:prstGeom>
            <a:gradFill>
              <a:gsLst>
                <a:gs pos="0">
                  <a:srgbClr val="D40000">
                    <a:alpha val="2276"/>
                  </a:srgbClr>
                </a:gs>
                <a:gs pos="14286">
                  <a:srgbClr val="D40000">
                    <a:alpha val="2094"/>
                  </a:srgbClr>
                </a:gs>
                <a:gs pos="28571">
                  <a:srgbClr val="D40000">
                    <a:alpha val="1630"/>
                  </a:srgbClr>
                </a:gs>
                <a:gs pos="42857">
                  <a:srgbClr val="D40000">
                    <a:alpha val="1072"/>
                  </a:srgbClr>
                </a:gs>
                <a:gs pos="57143">
                  <a:srgbClr val="D40000">
                    <a:alpha val="595"/>
                  </a:srgbClr>
                </a:gs>
                <a:gs pos="71429">
                  <a:srgbClr val="D40000">
                    <a:alpha val="279"/>
                  </a:srgbClr>
                </a:gs>
                <a:gs pos="85714">
                  <a:srgbClr val="D40000">
                    <a:alpha val="110"/>
                  </a:srgbClr>
                </a:gs>
                <a:gs pos="100000">
                  <a:srgbClr val="D40000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Splat 671"/>
            <p:cNvSpPr>
              <a:spLocks noGrp="1"/>
            </p:cNvSpPr>
            <p:nvPr/>
          </p:nvSpPr>
          <p:spPr>
            <a:xfrm rot="10168007">
              <a:off x="1782153" y="1343114"/>
              <a:ext cx="371101" cy="370491"/>
            </a:xfrm>
            <a:prstGeom prst="ellipse">
              <a:avLst/>
            </a:prstGeom>
            <a:gradFill>
              <a:gsLst>
                <a:gs pos="0">
                  <a:srgbClr val="2F404D">
                    <a:alpha val="10031"/>
                  </a:srgbClr>
                </a:gs>
                <a:gs pos="14286">
                  <a:srgbClr val="2F404D">
                    <a:alpha val="9259"/>
                  </a:srgbClr>
                </a:gs>
                <a:gs pos="28571">
                  <a:srgbClr val="2F404D">
                    <a:alpha val="7266"/>
                  </a:srgbClr>
                </a:gs>
                <a:gs pos="42857">
                  <a:srgbClr val="2F404D">
                    <a:alpha val="4828"/>
                  </a:srgbClr>
                </a:gs>
                <a:gs pos="57143">
                  <a:srgbClr val="2F404D">
                    <a:alpha val="2705"/>
                  </a:srgbClr>
                </a:gs>
                <a:gs pos="71429">
                  <a:srgbClr val="2F404D">
                    <a:alpha val="1275"/>
                  </a:srgbClr>
                </a:gs>
                <a:gs pos="85714">
                  <a:srgbClr val="2F404D">
                    <a:alpha val="506"/>
                  </a:srgbClr>
                </a:gs>
                <a:gs pos="100000">
                  <a:srgbClr val="2F404D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Splat 672"/>
            <p:cNvSpPr>
              <a:spLocks noGrp="1"/>
            </p:cNvSpPr>
            <p:nvPr/>
          </p:nvSpPr>
          <p:spPr>
            <a:xfrm rot="5178506">
              <a:off x="1743301" y="762651"/>
              <a:ext cx="297888" cy="250695"/>
            </a:xfrm>
            <a:prstGeom prst="ellipse">
              <a:avLst/>
            </a:prstGeom>
            <a:gradFill>
              <a:gsLst>
                <a:gs pos="0">
                  <a:srgbClr val="646644">
                    <a:alpha val="9107"/>
                  </a:srgbClr>
                </a:gs>
                <a:gs pos="14286">
                  <a:srgbClr val="646644">
                    <a:alpha val="8402"/>
                  </a:srgbClr>
                </a:gs>
                <a:gs pos="28571">
                  <a:srgbClr val="646644">
                    <a:alpha val="6587"/>
                  </a:srgbClr>
                </a:gs>
                <a:gs pos="42857">
                  <a:srgbClr val="646644">
                    <a:alpha val="4371"/>
                  </a:srgbClr>
                </a:gs>
                <a:gs pos="57143">
                  <a:srgbClr val="646644">
                    <a:alpha val="2446"/>
                  </a:srgbClr>
                </a:gs>
                <a:gs pos="71429">
                  <a:srgbClr val="646644">
                    <a:alpha val="1153"/>
                  </a:srgbClr>
                </a:gs>
                <a:gs pos="85714">
                  <a:srgbClr val="646644">
                    <a:alpha val="457"/>
                  </a:srgbClr>
                </a:gs>
                <a:gs pos="100000">
                  <a:srgbClr val="646644">
                    <a:alpha val="1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Splat 673"/>
            <p:cNvSpPr>
              <a:spLocks noGrp="1"/>
            </p:cNvSpPr>
            <p:nvPr/>
          </p:nvSpPr>
          <p:spPr>
            <a:xfrm rot="5464729">
              <a:off x="3211402" y="1731653"/>
              <a:ext cx="439612" cy="2092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Splat 674"/>
            <p:cNvSpPr>
              <a:spLocks noGrp="1"/>
            </p:cNvSpPr>
            <p:nvPr/>
          </p:nvSpPr>
          <p:spPr>
            <a:xfrm rot="2735441">
              <a:off x="1136393" y="1935819"/>
              <a:ext cx="392846" cy="327458"/>
            </a:xfrm>
            <a:prstGeom prst="ellipse">
              <a:avLst/>
            </a:prstGeom>
            <a:gradFill>
              <a:gsLst>
                <a:gs pos="0">
                  <a:srgbClr val="6C7A8A">
                    <a:alpha val="22232"/>
                  </a:srgbClr>
                </a:gs>
                <a:gs pos="14286">
                  <a:srgbClr val="6C7A8A">
                    <a:alpha val="20634"/>
                  </a:srgbClr>
                </a:gs>
                <a:gs pos="28571">
                  <a:srgbClr val="6C7A8A">
                    <a:alpha val="16426"/>
                  </a:srgbClr>
                </a:gs>
                <a:gs pos="42857">
                  <a:srgbClr val="6C7A8A">
                    <a:alpha val="11104"/>
                  </a:srgbClr>
                </a:gs>
                <a:gs pos="57143">
                  <a:srgbClr val="6C7A8A">
                    <a:alpha val="6314"/>
                  </a:srgbClr>
                </a:gs>
                <a:gs pos="71429">
                  <a:srgbClr val="6C7A8A">
                    <a:alpha val="3007"/>
                  </a:srgbClr>
                </a:gs>
                <a:gs pos="85714">
                  <a:srgbClr val="6C7A8A">
                    <a:alpha val="1200"/>
                  </a:srgbClr>
                </a:gs>
                <a:gs pos="100000">
                  <a:srgbClr val="6C7A8A">
                    <a:alpha val="4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Splat 675"/>
            <p:cNvSpPr>
              <a:spLocks noGrp="1"/>
            </p:cNvSpPr>
            <p:nvPr/>
          </p:nvSpPr>
          <p:spPr>
            <a:xfrm rot="5280135">
              <a:off x="1720196" y="1679099"/>
              <a:ext cx="313302" cy="59647"/>
            </a:xfrm>
            <a:prstGeom prst="ellipse">
              <a:avLst/>
            </a:prstGeom>
            <a:gradFill>
              <a:gsLst>
                <a:gs pos="0">
                  <a:srgbClr val="BFA200">
                    <a:alpha val="7915"/>
                  </a:srgbClr>
                </a:gs>
                <a:gs pos="14286">
                  <a:srgbClr val="BFA200">
                    <a:alpha val="7299"/>
                  </a:srgbClr>
                </a:gs>
                <a:gs pos="28571">
                  <a:srgbClr val="BFA200">
                    <a:alpha val="5715"/>
                  </a:srgbClr>
                </a:gs>
                <a:gs pos="42857">
                  <a:srgbClr val="BFA200">
                    <a:alpha val="3786"/>
                  </a:srgbClr>
                </a:gs>
                <a:gs pos="57143">
                  <a:srgbClr val="BFA200">
                    <a:alpha val="2116"/>
                  </a:srgbClr>
                </a:gs>
                <a:gs pos="71429">
                  <a:srgbClr val="BFA200">
                    <a:alpha val="996"/>
                  </a:srgbClr>
                </a:gs>
                <a:gs pos="85714">
                  <a:srgbClr val="BFA200">
                    <a:alpha val="395"/>
                  </a:srgbClr>
                </a:gs>
                <a:gs pos="100000">
                  <a:srgbClr val="BFA200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Splat 676"/>
            <p:cNvSpPr>
              <a:spLocks noGrp="1"/>
            </p:cNvSpPr>
            <p:nvPr/>
          </p:nvSpPr>
          <p:spPr>
            <a:xfrm rot="5439194">
              <a:off x="1532494" y="1921479"/>
              <a:ext cx="614037" cy="38724"/>
            </a:xfrm>
            <a:prstGeom prst="ellipse">
              <a:avLst/>
            </a:prstGeom>
            <a:gradFill>
              <a:gsLst>
                <a:gs pos="0">
                  <a:srgbClr val="C5AD7B">
                    <a:alpha val="32968"/>
                  </a:srgbClr>
                </a:gs>
                <a:gs pos="14286">
                  <a:srgbClr val="C5AD7B">
                    <a:alpha val="30764"/>
                  </a:srgbClr>
                </a:gs>
                <a:gs pos="28571">
                  <a:srgbClr val="C5AD7B">
                    <a:alpha val="24833"/>
                  </a:srgbClr>
                </a:gs>
                <a:gs pos="42857">
                  <a:srgbClr val="C5AD7B">
                    <a:alpha val="17075"/>
                  </a:srgbClr>
                </a:gs>
                <a:gs pos="57143">
                  <a:srgbClr val="C5AD7B">
                    <a:alpha val="9855"/>
                  </a:srgbClr>
                </a:gs>
                <a:gs pos="71429">
                  <a:srgbClr val="C5AD7B">
                    <a:alpha val="4740"/>
                  </a:srgbClr>
                </a:gs>
                <a:gs pos="85714">
                  <a:srgbClr val="C5AD7B">
                    <a:alpha val="1902"/>
                  </a:srgbClr>
                </a:gs>
                <a:gs pos="100000">
                  <a:srgbClr val="C5AD7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Splat 677"/>
            <p:cNvSpPr>
              <a:spLocks noGrp="1"/>
            </p:cNvSpPr>
            <p:nvPr/>
          </p:nvSpPr>
          <p:spPr>
            <a:xfrm rot="7135355">
              <a:off x="1085182" y="2152746"/>
              <a:ext cx="410529" cy="373389"/>
            </a:xfrm>
            <a:prstGeom prst="ellipse">
              <a:avLst/>
            </a:prstGeom>
            <a:gradFill>
              <a:gsLst>
                <a:gs pos="0">
                  <a:srgbClr val="9D5400">
                    <a:alpha val="2580"/>
                  </a:srgbClr>
                </a:gs>
                <a:gs pos="14286">
                  <a:srgbClr val="9D5400">
                    <a:alpha val="2374"/>
                  </a:srgbClr>
                </a:gs>
                <a:gs pos="28571">
                  <a:srgbClr val="9D5400">
                    <a:alpha val="1848"/>
                  </a:srgbClr>
                </a:gs>
                <a:gs pos="42857">
                  <a:srgbClr val="9D5400">
                    <a:alpha val="1216"/>
                  </a:srgbClr>
                </a:gs>
                <a:gs pos="57143">
                  <a:srgbClr val="9D5400">
                    <a:alpha val="676"/>
                  </a:srgbClr>
                </a:gs>
                <a:gs pos="71429">
                  <a:srgbClr val="9D5400">
                    <a:alpha val="317"/>
                  </a:srgbClr>
                </a:gs>
                <a:gs pos="85714">
                  <a:srgbClr val="9D5400">
                    <a:alpha val="125"/>
                  </a:srgbClr>
                </a:gs>
                <a:gs pos="100000">
                  <a:srgbClr val="9D5400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Splat 678"/>
            <p:cNvSpPr>
              <a:spLocks noGrp="1"/>
            </p:cNvSpPr>
            <p:nvPr/>
          </p:nvSpPr>
          <p:spPr>
            <a:xfrm rot="-10161373">
              <a:off x="1465855" y="2319589"/>
              <a:ext cx="256725" cy="88740"/>
            </a:xfrm>
            <a:prstGeom prst="ellipse">
              <a:avLst/>
            </a:prstGeom>
            <a:gradFill>
              <a:gsLst>
                <a:gs pos="0">
                  <a:srgbClr val="D89548">
                    <a:alpha val="32968"/>
                  </a:srgbClr>
                </a:gs>
                <a:gs pos="14286">
                  <a:srgbClr val="D89548">
                    <a:alpha val="30764"/>
                  </a:srgbClr>
                </a:gs>
                <a:gs pos="28571">
                  <a:srgbClr val="D89548">
                    <a:alpha val="24833"/>
                  </a:srgbClr>
                </a:gs>
                <a:gs pos="42857">
                  <a:srgbClr val="D89548">
                    <a:alpha val="17075"/>
                  </a:srgbClr>
                </a:gs>
                <a:gs pos="57143">
                  <a:srgbClr val="D89548">
                    <a:alpha val="9855"/>
                  </a:srgbClr>
                </a:gs>
                <a:gs pos="71429">
                  <a:srgbClr val="D89548">
                    <a:alpha val="4740"/>
                  </a:srgbClr>
                </a:gs>
                <a:gs pos="85714">
                  <a:srgbClr val="D89548">
                    <a:alpha val="1902"/>
                  </a:srgbClr>
                </a:gs>
                <a:gs pos="100000">
                  <a:srgbClr val="D8954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Splat 679"/>
            <p:cNvSpPr>
              <a:spLocks noGrp="1"/>
            </p:cNvSpPr>
            <p:nvPr/>
          </p:nvSpPr>
          <p:spPr>
            <a:xfrm rot="5605161">
              <a:off x="1778309" y="1522651"/>
              <a:ext cx="292380" cy="290237"/>
            </a:xfrm>
            <a:prstGeom prst="ellipse">
              <a:avLst/>
            </a:prstGeom>
            <a:gradFill>
              <a:gsLst>
                <a:gs pos="0">
                  <a:srgbClr val="1F4F7D">
                    <a:alpha val="4295"/>
                  </a:srgbClr>
                </a:gs>
                <a:gs pos="14286">
                  <a:srgbClr val="1F4F7D">
                    <a:alpha val="3954"/>
                  </a:srgbClr>
                </a:gs>
                <a:gs pos="28571">
                  <a:srgbClr val="1F4F7D">
                    <a:alpha val="3084"/>
                  </a:srgbClr>
                </a:gs>
                <a:gs pos="42857">
                  <a:srgbClr val="1F4F7D">
                    <a:alpha val="2034"/>
                  </a:srgbClr>
                </a:gs>
                <a:gs pos="57143">
                  <a:srgbClr val="1F4F7D">
                    <a:alpha val="1132"/>
                  </a:srgbClr>
                </a:gs>
                <a:gs pos="71429">
                  <a:srgbClr val="1F4F7D">
                    <a:alpha val="532"/>
                  </a:srgbClr>
                </a:gs>
                <a:gs pos="85714">
                  <a:srgbClr val="1F4F7D">
                    <a:alpha val="211"/>
                  </a:srgbClr>
                </a:gs>
                <a:gs pos="100000">
                  <a:srgbClr val="1F4F7D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Splat 680"/>
            <p:cNvSpPr>
              <a:spLocks noGrp="1"/>
            </p:cNvSpPr>
            <p:nvPr/>
          </p:nvSpPr>
          <p:spPr>
            <a:xfrm rot="5339654">
              <a:off x="1610295" y="1822172"/>
              <a:ext cx="507583" cy="24981"/>
            </a:xfrm>
            <a:prstGeom prst="ellipse">
              <a:avLst/>
            </a:prstGeom>
            <a:gradFill>
              <a:gsLst>
                <a:gs pos="0">
                  <a:srgbClr val="91815B">
                    <a:alpha val="31579"/>
                  </a:srgbClr>
                </a:gs>
                <a:gs pos="14286">
                  <a:srgbClr val="91815B">
                    <a:alpha val="29446"/>
                  </a:srgbClr>
                </a:gs>
                <a:gs pos="28571">
                  <a:srgbClr val="91815B">
                    <a:alpha val="23725"/>
                  </a:srgbClr>
                </a:gs>
                <a:gs pos="42857">
                  <a:srgbClr val="91815B">
                    <a:alpha val="16275"/>
                  </a:srgbClr>
                </a:gs>
                <a:gs pos="57143">
                  <a:srgbClr val="91815B">
                    <a:alpha val="9374"/>
                  </a:srgbClr>
                </a:gs>
                <a:gs pos="71429">
                  <a:srgbClr val="91815B">
                    <a:alpha val="4503"/>
                  </a:srgbClr>
                </a:gs>
                <a:gs pos="85714">
                  <a:srgbClr val="91815B">
                    <a:alpha val="1805"/>
                  </a:srgbClr>
                </a:gs>
                <a:gs pos="100000">
                  <a:srgbClr val="91815B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Splat 681"/>
            <p:cNvSpPr>
              <a:spLocks noGrp="1"/>
            </p:cNvSpPr>
            <p:nvPr/>
          </p:nvSpPr>
          <p:spPr>
            <a:xfrm rot="8384352">
              <a:off x="878254" y="1499651"/>
              <a:ext cx="324242" cy="243383"/>
            </a:xfrm>
            <a:prstGeom prst="ellipse">
              <a:avLst/>
            </a:prstGeom>
            <a:gradFill>
              <a:gsLst>
                <a:gs pos="0">
                  <a:srgbClr val="4E0036">
                    <a:alpha val="4858"/>
                  </a:srgbClr>
                </a:gs>
                <a:gs pos="14286">
                  <a:srgbClr val="4E0036">
                    <a:alpha val="4474"/>
                  </a:srgbClr>
                </a:gs>
                <a:gs pos="28571">
                  <a:srgbClr val="4E0036">
                    <a:alpha val="3491"/>
                  </a:srgbClr>
                </a:gs>
                <a:gs pos="42857">
                  <a:srgbClr val="4E0036">
                    <a:alpha val="2304"/>
                  </a:srgbClr>
                </a:gs>
                <a:gs pos="57143">
                  <a:srgbClr val="4E0036">
                    <a:alpha val="1283"/>
                  </a:srgbClr>
                </a:gs>
                <a:gs pos="71429">
                  <a:srgbClr val="4E0036">
                    <a:alpha val="603"/>
                  </a:srgbClr>
                </a:gs>
                <a:gs pos="85714">
                  <a:srgbClr val="4E0036">
                    <a:alpha val="239"/>
                  </a:srgbClr>
                </a:gs>
                <a:gs pos="100000">
                  <a:srgbClr val="4E0036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Splat 682"/>
            <p:cNvSpPr>
              <a:spLocks noGrp="1"/>
            </p:cNvSpPr>
            <p:nvPr/>
          </p:nvSpPr>
          <p:spPr>
            <a:xfrm rot="6565448">
              <a:off x="323359" y="730755"/>
              <a:ext cx="465823" cy="280926"/>
            </a:xfrm>
            <a:prstGeom prst="ellipse">
              <a:avLst/>
            </a:prstGeom>
            <a:gradFill>
              <a:gsLst>
                <a:gs pos="0">
                  <a:srgbClr val="5579B9">
                    <a:alpha val="4888"/>
                  </a:srgbClr>
                </a:gs>
                <a:gs pos="14286">
                  <a:srgbClr val="5579B9">
                    <a:alpha val="4501"/>
                  </a:srgbClr>
                </a:gs>
                <a:gs pos="28571">
                  <a:srgbClr val="5579B9">
                    <a:alpha val="3513"/>
                  </a:srgbClr>
                </a:gs>
                <a:gs pos="42857">
                  <a:srgbClr val="5579B9">
                    <a:alpha val="2318"/>
                  </a:srgbClr>
                </a:gs>
                <a:gs pos="57143">
                  <a:srgbClr val="5579B9">
                    <a:alpha val="1291"/>
                  </a:srgbClr>
                </a:gs>
                <a:gs pos="71429">
                  <a:srgbClr val="5579B9">
                    <a:alpha val="607"/>
                  </a:srgbClr>
                </a:gs>
                <a:gs pos="85714">
                  <a:srgbClr val="5579B9">
                    <a:alpha val="240"/>
                  </a:srgbClr>
                </a:gs>
                <a:gs pos="100000">
                  <a:srgbClr val="5579B9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Splat 683"/>
            <p:cNvSpPr>
              <a:spLocks noGrp="1"/>
            </p:cNvSpPr>
            <p:nvPr/>
          </p:nvSpPr>
          <p:spPr>
            <a:xfrm rot="5342409">
              <a:off x="1712986" y="1818661"/>
              <a:ext cx="281944" cy="44163"/>
            </a:xfrm>
            <a:prstGeom prst="ellipse">
              <a:avLst/>
            </a:prstGeom>
            <a:gradFill>
              <a:gsLst>
                <a:gs pos="0">
                  <a:srgbClr val="DED683">
                    <a:alpha val="4179"/>
                  </a:srgbClr>
                </a:gs>
                <a:gs pos="14286">
                  <a:srgbClr val="DED683">
                    <a:alpha val="3848"/>
                  </a:srgbClr>
                </a:gs>
                <a:gs pos="28571">
                  <a:srgbClr val="DED683">
                    <a:alpha val="3001"/>
                  </a:srgbClr>
                </a:gs>
                <a:gs pos="42857">
                  <a:srgbClr val="DED683">
                    <a:alpha val="1978"/>
                  </a:srgbClr>
                </a:gs>
                <a:gs pos="57143">
                  <a:srgbClr val="DED683">
                    <a:alpha val="1101"/>
                  </a:srgbClr>
                </a:gs>
                <a:gs pos="71429">
                  <a:srgbClr val="DED683">
                    <a:alpha val="517"/>
                  </a:srgbClr>
                </a:gs>
                <a:gs pos="85714">
                  <a:srgbClr val="DED683">
                    <a:alpha val="205"/>
                  </a:srgbClr>
                </a:gs>
                <a:gs pos="100000">
                  <a:srgbClr val="DED683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Splat 684"/>
            <p:cNvSpPr>
              <a:spLocks noGrp="1"/>
            </p:cNvSpPr>
            <p:nvPr/>
          </p:nvSpPr>
          <p:spPr>
            <a:xfrm rot="10663810">
              <a:off x="1420882" y="2316599"/>
              <a:ext cx="451187" cy="31448"/>
            </a:xfrm>
            <a:prstGeom prst="ellipse">
              <a:avLst/>
            </a:prstGeom>
            <a:gradFill>
              <a:gsLst>
                <a:gs pos="0">
                  <a:srgbClr val="EBA751">
                    <a:alpha val="32968"/>
                  </a:srgbClr>
                </a:gs>
                <a:gs pos="14286">
                  <a:srgbClr val="EBA751">
                    <a:alpha val="30764"/>
                  </a:srgbClr>
                </a:gs>
                <a:gs pos="28571">
                  <a:srgbClr val="EBA751">
                    <a:alpha val="24833"/>
                  </a:srgbClr>
                </a:gs>
                <a:gs pos="42857">
                  <a:srgbClr val="EBA751">
                    <a:alpha val="17075"/>
                  </a:srgbClr>
                </a:gs>
                <a:gs pos="57143">
                  <a:srgbClr val="EBA751">
                    <a:alpha val="9855"/>
                  </a:srgbClr>
                </a:gs>
                <a:gs pos="71429">
                  <a:srgbClr val="EBA751">
                    <a:alpha val="4740"/>
                  </a:srgbClr>
                </a:gs>
                <a:gs pos="85714">
                  <a:srgbClr val="EBA751">
                    <a:alpha val="1902"/>
                  </a:srgbClr>
                </a:gs>
                <a:gs pos="100000">
                  <a:srgbClr val="EBA75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Splat 685"/>
            <p:cNvSpPr>
              <a:spLocks noGrp="1"/>
            </p:cNvSpPr>
            <p:nvPr/>
          </p:nvSpPr>
          <p:spPr>
            <a:xfrm rot="-10105789">
              <a:off x="3164514" y="1969952"/>
              <a:ext cx="269083" cy="245077"/>
            </a:xfrm>
            <a:prstGeom prst="ellipse">
              <a:avLst/>
            </a:prstGeom>
            <a:gradFill>
              <a:gsLst>
                <a:gs pos="0">
                  <a:srgbClr val="000032">
                    <a:alpha val="10847"/>
                  </a:srgbClr>
                </a:gs>
                <a:gs pos="14286">
                  <a:srgbClr val="000032">
                    <a:alpha val="10016"/>
                  </a:srgbClr>
                </a:gs>
                <a:gs pos="28571">
                  <a:srgbClr val="000032">
                    <a:alpha val="7867"/>
                  </a:srgbClr>
                </a:gs>
                <a:gs pos="42857">
                  <a:srgbClr val="000032">
                    <a:alpha val="5233"/>
                  </a:srgbClr>
                </a:gs>
                <a:gs pos="57143">
                  <a:srgbClr val="000032">
                    <a:alpha val="2934"/>
                  </a:srgbClr>
                </a:gs>
                <a:gs pos="71429">
                  <a:srgbClr val="000032">
                    <a:alpha val="1384"/>
                  </a:srgbClr>
                </a:gs>
                <a:gs pos="85714">
                  <a:srgbClr val="000032">
                    <a:alpha val="550"/>
                  </a:srgbClr>
                </a:gs>
                <a:gs pos="100000">
                  <a:srgbClr val="000032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Splat 686"/>
            <p:cNvSpPr>
              <a:spLocks noGrp="1"/>
            </p:cNvSpPr>
            <p:nvPr/>
          </p:nvSpPr>
          <p:spPr>
            <a:xfrm rot="3687742">
              <a:off x="1716309" y="746495"/>
              <a:ext cx="303158" cy="175118"/>
            </a:xfrm>
            <a:prstGeom prst="ellipse">
              <a:avLst/>
            </a:prstGeom>
            <a:gradFill>
              <a:gsLst>
                <a:gs pos="0">
                  <a:srgbClr val="694200">
                    <a:alpha val="27248"/>
                  </a:srgbClr>
                </a:gs>
                <a:gs pos="14286">
                  <a:srgbClr val="694200">
                    <a:alpha val="25352"/>
                  </a:srgbClr>
                </a:gs>
                <a:gs pos="28571">
                  <a:srgbClr val="694200">
                    <a:alpha val="20309"/>
                  </a:srgbClr>
                </a:gs>
                <a:gs pos="42857">
                  <a:srgbClr val="694200">
                    <a:alpha val="13835"/>
                  </a:srgbClr>
                </a:gs>
                <a:gs pos="57143">
                  <a:srgbClr val="694200">
                    <a:alpha val="7920"/>
                  </a:srgbClr>
                </a:gs>
                <a:gs pos="71429">
                  <a:srgbClr val="694200">
                    <a:alpha val="3789"/>
                  </a:srgbClr>
                </a:gs>
                <a:gs pos="85714">
                  <a:srgbClr val="694200">
                    <a:alpha val="1516"/>
                  </a:srgbClr>
                </a:gs>
                <a:gs pos="100000">
                  <a:srgbClr val="694200">
                    <a:alpha val="5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Splat 687"/>
            <p:cNvSpPr>
              <a:spLocks noGrp="1"/>
            </p:cNvSpPr>
            <p:nvPr/>
          </p:nvSpPr>
          <p:spPr>
            <a:xfrm rot="-9876608">
              <a:off x="1553409" y="1049902"/>
              <a:ext cx="345964" cy="317234"/>
            </a:xfrm>
            <a:prstGeom prst="ellipse">
              <a:avLst/>
            </a:prstGeom>
            <a:gradFill>
              <a:gsLst>
                <a:gs pos="0">
                  <a:srgbClr val="0B2E00">
                    <a:alpha val="9076"/>
                  </a:srgbClr>
                </a:gs>
                <a:gs pos="14286">
                  <a:srgbClr val="0B2E00">
                    <a:alpha val="8374"/>
                  </a:srgbClr>
                </a:gs>
                <a:gs pos="28571">
                  <a:srgbClr val="0B2E00">
                    <a:alpha val="6565"/>
                  </a:srgbClr>
                </a:gs>
                <a:gs pos="42857">
                  <a:srgbClr val="0B2E00">
                    <a:alpha val="4356"/>
                  </a:srgbClr>
                </a:gs>
                <a:gs pos="57143">
                  <a:srgbClr val="0B2E00">
                    <a:alpha val="2438"/>
                  </a:srgbClr>
                </a:gs>
                <a:gs pos="71429">
                  <a:srgbClr val="0B2E00">
                    <a:alpha val="1149"/>
                  </a:srgbClr>
                </a:gs>
                <a:gs pos="85714">
                  <a:srgbClr val="0B2E00">
                    <a:alpha val="456"/>
                  </a:srgbClr>
                </a:gs>
                <a:gs pos="100000">
                  <a:srgbClr val="0B2E00">
                    <a:alpha val="1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Splat 688"/>
            <p:cNvSpPr>
              <a:spLocks noGrp="1"/>
            </p:cNvSpPr>
            <p:nvPr/>
          </p:nvSpPr>
          <p:spPr>
            <a:xfrm rot="4320035">
              <a:off x="1757724" y="675201"/>
              <a:ext cx="281263" cy="266839"/>
            </a:xfrm>
            <a:prstGeom prst="ellipse">
              <a:avLst/>
            </a:prstGeom>
            <a:gradFill>
              <a:gsLst>
                <a:gs pos="0">
                  <a:srgbClr val="426D4A">
                    <a:alpha val="3693"/>
                  </a:srgbClr>
                </a:gs>
                <a:gs pos="14286">
                  <a:srgbClr val="426D4A">
                    <a:alpha val="3400"/>
                  </a:srgbClr>
                </a:gs>
                <a:gs pos="28571">
                  <a:srgbClr val="426D4A">
                    <a:alpha val="2650"/>
                  </a:srgbClr>
                </a:gs>
                <a:gs pos="42857">
                  <a:srgbClr val="426D4A">
                    <a:alpha val="1746"/>
                  </a:srgbClr>
                </a:gs>
                <a:gs pos="57143">
                  <a:srgbClr val="426D4A">
                    <a:alpha val="971"/>
                  </a:srgbClr>
                </a:gs>
                <a:gs pos="71429">
                  <a:srgbClr val="426D4A">
                    <a:alpha val="456"/>
                  </a:srgbClr>
                </a:gs>
                <a:gs pos="85714">
                  <a:srgbClr val="426D4A">
                    <a:alpha val="181"/>
                  </a:srgbClr>
                </a:gs>
                <a:gs pos="100000">
                  <a:srgbClr val="426D4A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Splat 689"/>
            <p:cNvSpPr>
              <a:spLocks noGrp="1"/>
            </p:cNvSpPr>
            <p:nvPr/>
          </p:nvSpPr>
          <p:spPr>
            <a:xfrm rot="9685978">
              <a:off x="3134238" y="1773708"/>
              <a:ext cx="275899" cy="255667"/>
            </a:xfrm>
            <a:prstGeom prst="ellipse">
              <a:avLst/>
            </a:prstGeom>
            <a:gradFill>
              <a:gsLst>
                <a:gs pos="0">
                  <a:srgbClr val="697148">
                    <a:alpha val="6397"/>
                  </a:srgbClr>
                </a:gs>
                <a:gs pos="14286">
                  <a:srgbClr val="697148">
                    <a:alpha val="5895"/>
                  </a:srgbClr>
                </a:gs>
                <a:gs pos="28571">
                  <a:srgbClr val="697148">
                    <a:alpha val="4608"/>
                  </a:srgbClr>
                </a:gs>
                <a:gs pos="42857">
                  <a:srgbClr val="697148">
                    <a:alpha val="3047"/>
                  </a:srgbClr>
                </a:gs>
                <a:gs pos="57143">
                  <a:srgbClr val="697148">
                    <a:alpha val="1700"/>
                  </a:srgbClr>
                </a:gs>
                <a:gs pos="71429">
                  <a:srgbClr val="697148">
                    <a:alpha val="799"/>
                  </a:srgbClr>
                </a:gs>
                <a:gs pos="85714">
                  <a:srgbClr val="697148">
                    <a:alpha val="317"/>
                  </a:srgbClr>
                </a:gs>
                <a:gs pos="100000">
                  <a:srgbClr val="697148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Splat 690"/>
            <p:cNvSpPr>
              <a:spLocks noGrp="1"/>
            </p:cNvSpPr>
            <p:nvPr/>
          </p:nvSpPr>
          <p:spPr>
            <a:xfrm rot="6828478">
              <a:off x="1263345" y="2216375"/>
              <a:ext cx="401732" cy="224945"/>
            </a:xfrm>
            <a:prstGeom prst="ellipse">
              <a:avLst/>
            </a:prstGeom>
            <a:gradFill>
              <a:gsLst>
                <a:gs pos="0">
                  <a:srgbClr val="393B46">
                    <a:alpha val="12616"/>
                  </a:srgbClr>
                </a:gs>
                <a:gs pos="14286">
                  <a:srgbClr val="393B46">
                    <a:alpha val="11657"/>
                  </a:srgbClr>
                </a:gs>
                <a:gs pos="28571">
                  <a:srgbClr val="393B46">
                    <a:alpha val="9175"/>
                  </a:srgbClr>
                </a:gs>
                <a:gs pos="42857">
                  <a:srgbClr val="393B46">
                    <a:alpha val="6117"/>
                  </a:srgbClr>
                </a:gs>
                <a:gs pos="57143">
                  <a:srgbClr val="393B46">
                    <a:alpha val="3437"/>
                  </a:srgbClr>
                </a:gs>
                <a:gs pos="71429">
                  <a:srgbClr val="393B46">
                    <a:alpha val="1624"/>
                  </a:srgbClr>
                </a:gs>
                <a:gs pos="85714">
                  <a:srgbClr val="393B46">
                    <a:alpha val="645"/>
                  </a:srgbClr>
                </a:gs>
                <a:gs pos="100000">
                  <a:srgbClr val="393B46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Splat 691"/>
            <p:cNvSpPr>
              <a:spLocks noGrp="1"/>
            </p:cNvSpPr>
            <p:nvPr/>
          </p:nvSpPr>
          <p:spPr>
            <a:xfrm rot="5621557">
              <a:off x="1703942" y="757294"/>
              <a:ext cx="270054" cy="211663"/>
            </a:xfrm>
            <a:prstGeom prst="ellipse">
              <a:avLst/>
            </a:prstGeom>
            <a:gradFill>
              <a:gsLst>
                <a:gs pos="0">
                  <a:srgbClr val="050000">
                    <a:alpha val="26230"/>
                  </a:srgbClr>
                </a:gs>
                <a:gs pos="14286">
                  <a:srgbClr val="050000">
                    <a:alpha val="24392"/>
                  </a:srgbClr>
                </a:gs>
                <a:gs pos="28571">
                  <a:srgbClr val="050000">
                    <a:alpha val="19515"/>
                  </a:srgbClr>
                </a:gs>
                <a:gs pos="42857">
                  <a:srgbClr val="050000">
                    <a:alpha val="13273"/>
                  </a:srgbClr>
                </a:gs>
                <a:gs pos="57143">
                  <a:srgbClr val="050000">
                    <a:alpha val="7587"/>
                  </a:srgbClr>
                </a:gs>
                <a:gs pos="71429">
                  <a:srgbClr val="050000">
                    <a:alpha val="3626"/>
                  </a:srgbClr>
                </a:gs>
                <a:gs pos="85714">
                  <a:srgbClr val="050000">
                    <a:alpha val="1450"/>
                  </a:srgbClr>
                </a:gs>
                <a:gs pos="100000">
                  <a:srgbClr val="050000">
                    <a:alpha val="4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Splat 692"/>
            <p:cNvSpPr>
              <a:spLocks noGrp="1"/>
            </p:cNvSpPr>
            <p:nvPr/>
          </p:nvSpPr>
          <p:spPr>
            <a:xfrm rot="-10780871">
              <a:off x="3190848" y="2200659"/>
              <a:ext cx="271175" cy="252527"/>
            </a:xfrm>
            <a:prstGeom prst="ellipse">
              <a:avLst/>
            </a:prstGeom>
            <a:gradFill>
              <a:gsLst>
                <a:gs pos="0">
                  <a:srgbClr val="000078">
                    <a:alpha val="2175"/>
                  </a:srgbClr>
                </a:gs>
                <a:gs pos="14286">
                  <a:srgbClr val="000078">
                    <a:alpha val="2001"/>
                  </a:srgbClr>
                </a:gs>
                <a:gs pos="28571">
                  <a:srgbClr val="000078">
                    <a:alpha val="1557"/>
                  </a:srgbClr>
                </a:gs>
                <a:gs pos="42857">
                  <a:srgbClr val="000078">
                    <a:alpha val="1024"/>
                  </a:srgbClr>
                </a:gs>
                <a:gs pos="57143">
                  <a:srgbClr val="000078">
                    <a:alpha val="569"/>
                  </a:srgbClr>
                </a:gs>
                <a:gs pos="71429">
                  <a:srgbClr val="000078">
                    <a:alpha val="267"/>
                  </a:srgbClr>
                </a:gs>
                <a:gs pos="85714">
                  <a:srgbClr val="000078">
                    <a:alpha val="106"/>
                  </a:srgbClr>
                </a:gs>
                <a:gs pos="100000">
                  <a:srgbClr val="000078">
                    <a:alpha val="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Splat 693"/>
            <p:cNvSpPr>
              <a:spLocks noGrp="1"/>
            </p:cNvSpPr>
            <p:nvPr/>
          </p:nvSpPr>
          <p:spPr>
            <a:xfrm rot="3829149">
              <a:off x="1329409" y="2343556"/>
              <a:ext cx="364872" cy="96431"/>
            </a:xfrm>
            <a:prstGeom prst="ellipse">
              <a:avLst/>
            </a:prstGeom>
            <a:gradFill>
              <a:gsLst>
                <a:gs pos="0">
                  <a:srgbClr val="001939">
                    <a:alpha val="32968"/>
                  </a:srgbClr>
                </a:gs>
                <a:gs pos="14286">
                  <a:srgbClr val="001939">
                    <a:alpha val="30764"/>
                  </a:srgbClr>
                </a:gs>
                <a:gs pos="28571">
                  <a:srgbClr val="001939">
                    <a:alpha val="24833"/>
                  </a:srgbClr>
                </a:gs>
                <a:gs pos="42857">
                  <a:srgbClr val="001939">
                    <a:alpha val="17075"/>
                  </a:srgbClr>
                </a:gs>
                <a:gs pos="57143">
                  <a:srgbClr val="001939">
                    <a:alpha val="9855"/>
                  </a:srgbClr>
                </a:gs>
                <a:gs pos="71429">
                  <a:srgbClr val="001939">
                    <a:alpha val="4740"/>
                  </a:srgbClr>
                </a:gs>
                <a:gs pos="85714">
                  <a:srgbClr val="001939">
                    <a:alpha val="1902"/>
                  </a:srgbClr>
                </a:gs>
                <a:gs pos="100000">
                  <a:srgbClr val="00193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Splat 694"/>
            <p:cNvSpPr>
              <a:spLocks noGrp="1"/>
            </p:cNvSpPr>
            <p:nvPr/>
          </p:nvSpPr>
          <p:spPr>
            <a:xfrm rot="5398717">
              <a:off x="1511041" y="1590189"/>
              <a:ext cx="574672" cy="34623"/>
            </a:xfrm>
            <a:prstGeom prst="ellipse">
              <a:avLst/>
            </a:prstGeom>
            <a:gradFill>
              <a:gsLst>
                <a:gs pos="0">
                  <a:srgbClr val="FBF9EC">
                    <a:alpha val="24445"/>
                  </a:srgbClr>
                </a:gs>
                <a:gs pos="14286">
                  <a:srgbClr val="FBF9EC">
                    <a:alpha val="22712"/>
                  </a:srgbClr>
                </a:gs>
                <a:gs pos="28571">
                  <a:srgbClr val="FBF9EC">
                    <a:alpha val="18130"/>
                  </a:srgbClr>
                </a:gs>
                <a:gs pos="42857">
                  <a:srgbClr val="FBF9EC">
                    <a:alpha val="12297"/>
                  </a:srgbClr>
                </a:gs>
                <a:gs pos="57143">
                  <a:srgbClr val="FBF9EC">
                    <a:alpha val="7012"/>
                  </a:srgbClr>
                </a:gs>
                <a:gs pos="71429">
                  <a:srgbClr val="FBF9EC">
                    <a:alpha val="3346"/>
                  </a:srgbClr>
                </a:gs>
                <a:gs pos="85714">
                  <a:srgbClr val="FBF9EC">
                    <a:alpha val="1337"/>
                  </a:srgbClr>
                </a:gs>
                <a:gs pos="100000">
                  <a:srgbClr val="FBF9EC">
                    <a:alpha val="4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Splat 695"/>
            <p:cNvSpPr>
              <a:spLocks noGrp="1"/>
            </p:cNvSpPr>
            <p:nvPr/>
          </p:nvSpPr>
          <p:spPr>
            <a:xfrm rot="5388482">
              <a:off x="1628741" y="1675810"/>
              <a:ext cx="422754" cy="39405"/>
            </a:xfrm>
            <a:prstGeom prst="ellipse">
              <a:avLst/>
            </a:prstGeom>
            <a:gradFill>
              <a:gsLst>
                <a:gs pos="0">
                  <a:srgbClr val="858028">
                    <a:alpha val="15449"/>
                  </a:srgbClr>
                </a:gs>
                <a:gs pos="14286">
                  <a:srgbClr val="858028">
                    <a:alpha val="14293"/>
                  </a:srgbClr>
                </a:gs>
                <a:gs pos="28571">
                  <a:srgbClr val="858028">
                    <a:alpha val="11287"/>
                  </a:srgbClr>
                </a:gs>
                <a:gs pos="42857">
                  <a:srgbClr val="858028">
                    <a:alpha val="7555"/>
                  </a:srgbClr>
                </a:gs>
                <a:gs pos="57143">
                  <a:srgbClr val="858028">
                    <a:alpha val="4259"/>
                  </a:srgbClr>
                </a:gs>
                <a:gs pos="71429">
                  <a:srgbClr val="858028">
                    <a:alpha val="2017"/>
                  </a:srgbClr>
                </a:gs>
                <a:gs pos="85714">
                  <a:srgbClr val="858028">
                    <a:alpha val="802"/>
                  </a:srgbClr>
                </a:gs>
                <a:gs pos="100000">
                  <a:srgbClr val="858028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Splat 696"/>
            <p:cNvSpPr>
              <a:spLocks noGrp="1"/>
            </p:cNvSpPr>
            <p:nvPr/>
          </p:nvSpPr>
          <p:spPr>
            <a:xfrm rot="9914593">
              <a:off x="1768527" y="797773"/>
              <a:ext cx="99186" cy="36952"/>
            </a:xfrm>
            <a:prstGeom prst="ellipse">
              <a:avLst/>
            </a:prstGeom>
            <a:gradFill>
              <a:gsLst>
                <a:gs pos="0">
                  <a:srgbClr val="A49589">
                    <a:alpha val="32968"/>
                  </a:srgbClr>
                </a:gs>
                <a:gs pos="14286">
                  <a:srgbClr val="A49589">
                    <a:alpha val="30764"/>
                  </a:srgbClr>
                </a:gs>
                <a:gs pos="28571">
                  <a:srgbClr val="A49589">
                    <a:alpha val="24833"/>
                  </a:srgbClr>
                </a:gs>
                <a:gs pos="42857">
                  <a:srgbClr val="A49589">
                    <a:alpha val="17075"/>
                  </a:srgbClr>
                </a:gs>
                <a:gs pos="57143">
                  <a:srgbClr val="A49589">
                    <a:alpha val="9855"/>
                  </a:srgbClr>
                </a:gs>
                <a:gs pos="71429">
                  <a:srgbClr val="A49589">
                    <a:alpha val="4740"/>
                  </a:srgbClr>
                </a:gs>
                <a:gs pos="85714">
                  <a:srgbClr val="A49589">
                    <a:alpha val="1902"/>
                  </a:srgbClr>
                </a:gs>
                <a:gs pos="100000">
                  <a:srgbClr val="A4958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Splat 697"/>
            <p:cNvSpPr>
              <a:spLocks noGrp="1"/>
            </p:cNvSpPr>
            <p:nvPr/>
          </p:nvSpPr>
          <p:spPr>
            <a:xfrm rot="5316854">
              <a:off x="1559050" y="1134378"/>
              <a:ext cx="506420" cy="57349"/>
            </a:xfrm>
            <a:prstGeom prst="ellipse">
              <a:avLst/>
            </a:prstGeom>
            <a:gradFill>
              <a:gsLst>
                <a:gs pos="0">
                  <a:srgbClr val="FFFFF8">
                    <a:alpha val="32968"/>
                  </a:srgbClr>
                </a:gs>
                <a:gs pos="14286">
                  <a:srgbClr val="FFFFF8">
                    <a:alpha val="30764"/>
                  </a:srgbClr>
                </a:gs>
                <a:gs pos="28571">
                  <a:srgbClr val="FFFFF8">
                    <a:alpha val="24833"/>
                  </a:srgbClr>
                </a:gs>
                <a:gs pos="42857">
                  <a:srgbClr val="FFFFF8">
                    <a:alpha val="17075"/>
                  </a:srgbClr>
                </a:gs>
                <a:gs pos="57143">
                  <a:srgbClr val="FFFFF8">
                    <a:alpha val="9855"/>
                  </a:srgbClr>
                </a:gs>
                <a:gs pos="71429">
                  <a:srgbClr val="FFFFF8">
                    <a:alpha val="4740"/>
                  </a:srgbClr>
                </a:gs>
                <a:gs pos="85714">
                  <a:srgbClr val="FFFFF8">
                    <a:alpha val="1902"/>
                  </a:srgbClr>
                </a:gs>
                <a:gs pos="100000">
                  <a:srgbClr val="FFFF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Splat 698"/>
            <p:cNvSpPr>
              <a:spLocks noGrp="1"/>
            </p:cNvSpPr>
            <p:nvPr/>
          </p:nvSpPr>
          <p:spPr>
            <a:xfrm rot="-10041237">
              <a:off x="1931117" y="2143842"/>
              <a:ext cx="358155" cy="109881"/>
            </a:xfrm>
            <a:prstGeom prst="ellipse">
              <a:avLst/>
            </a:prstGeom>
            <a:gradFill>
              <a:gsLst>
                <a:gs pos="0">
                  <a:srgbClr val="FF5B57">
                    <a:alpha val="6691"/>
                  </a:srgbClr>
                </a:gs>
                <a:gs pos="14286">
                  <a:srgbClr val="FF5B57">
                    <a:alpha val="6167"/>
                  </a:srgbClr>
                </a:gs>
                <a:gs pos="28571">
                  <a:srgbClr val="FF5B57">
                    <a:alpha val="4822"/>
                  </a:srgbClr>
                </a:gs>
                <a:gs pos="42857">
                  <a:srgbClr val="FF5B57">
                    <a:alpha val="3190"/>
                  </a:srgbClr>
                </a:gs>
                <a:gs pos="57143">
                  <a:srgbClr val="FF5B57">
                    <a:alpha val="1780"/>
                  </a:srgbClr>
                </a:gs>
                <a:gs pos="71429">
                  <a:srgbClr val="FF5B57">
                    <a:alpha val="837"/>
                  </a:srgbClr>
                </a:gs>
                <a:gs pos="85714">
                  <a:srgbClr val="FF5B57">
                    <a:alpha val="332"/>
                  </a:srgbClr>
                </a:gs>
                <a:gs pos="100000">
                  <a:srgbClr val="FF5B57">
                    <a:alpha val="1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Splat 699"/>
            <p:cNvSpPr>
              <a:spLocks noGrp="1"/>
            </p:cNvSpPr>
            <p:nvPr/>
          </p:nvSpPr>
          <p:spPr>
            <a:xfrm rot="3219428">
              <a:off x="373209" y="636282"/>
              <a:ext cx="285735" cy="218469"/>
            </a:xfrm>
            <a:prstGeom prst="ellipse">
              <a:avLst/>
            </a:prstGeom>
            <a:gradFill>
              <a:gsLst>
                <a:gs pos="0">
                  <a:srgbClr val="30466E">
                    <a:alpha val="10630"/>
                  </a:srgbClr>
                </a:gs>
                <a:gs pos="14286">
                  <a:srgbClr val="30466E">
                    <a:alpha val="9814"/>
                  </a:srgbClr>
                </a:gs>
                <a:gs pos="28571">
                  <a:srgbClr val="30466E">
                    <a:alpha val="7707"/>
                  </a:srgbClr>
                </a:gs>
                <a:gs pos="42857">
                  <a:srgbClr val="30466E">
                    <a:alpha val="5125"/>
                  </a:srgbClr>
                </a:gs>
                <a:gs pos="57143">
                  <a:srgbClr val="30466E">
                    <a:alpha val="2873"/>
                  </a:srgbClr>
                </a:gs>
                <a:gs pos="71429">
                  <a:srgbClr val="30466E">
                    <a:alpha val="1355"/>
                  </a:srgbClr>
                </a:gs>
                <a:gs pos="85714">
                  <a:srgbClr val="30466E">
                    <a:alpha val="538"/>
                  </a:srgbClr>
                </a:gs>
                <a:gs pos="100000">
                  <a:srgbClr val="30466E">
                    <a:alpha val="1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Splat 700"/>
            <p:cNvSpPr>
              <a:spLocks noGrp="1"/>
            </p:cNvSpPr>
            <p:nvPr/>
          </p:nvSpPr>
          <p:spPr>
            <a:xfrm rot="5978863">
              <a:off x="360257" y="92540"/>
              <a:ext cx="280463" cy="262167"/>
            </a:xfrm>
            <a:prstGeom prst="ellipse">
              <a:avLst/>
            </a:prstGeom>
            <a:gradFill>
              <a:gsLst>
                <a:gs pos="0">
                  <a:srgbClr val="3A4459">
                    <a:alpha val="2475"/>
                  </a:srgbClr>
                </a:gs>
                <a:gs pos="14286">
                  <a:srgbClr val="3A4459">
                    <a:alpha val="2277"/>
                  </a:srgbClr>
                </a:gs>
                <a:gs pos="28571">
                  <a:srgbClr val="3A4459">
                    <a:alpha val="1773"/>
                  </a:srgbClr>
                </a:gs>
                <a:gs pos="42857">
                  <a:srgbClr val="3A4459">
                    <a:alpha val="1166"/>
                  </a:srgbClr>
                </a:gs>
                <a:gs pos="57143">
                  <a:srgbClr val="3A4459">
                    <a:alpha val="648"/>
                  </a:srgbClr>
                </a:gs>
                <a:gs pos="71429">
                  <a:srgbClr val="3A4459">
                    <a:alpha val="304"/>
                  </a:srgbClr>
                </a:gs>
                <a:gs pos="85714">
                  <a:srgbClr val="3A4459">
                    <a:alpha val="120"/>
                  </a:srgbClr>
                </a:gs>
                <a:gs pos="100000">
                  <a:srgbClr val="3A4459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Splat 701"/>
            <p:cNvSpPr>
              <a:spLocks noGrp="1"/>
            </p:cNvSpPr>
            <p:nvPr/>
          </p:nvSpPr>
          <p:spPr>
            <a:xfrm rot="-8542757">
              <a:off x="637075" y="2223542"/>
              <a:ext cx="268683" cy="242383"/>
            </a:xfrm>
            <a:prstGeom prst="ellipse">
              <a:avLst/>
            </a:prstGeom>
            <a:gradFill>
              <a:gsLst>
                <a:gs pos="0">
                  <a:srgbClr val="004B84">
                    <a:alpha val="5964"/>
                  </a:srgbClr>
                </a:gs>
                <a:gs pos="14286">
                  <a:srgbClr val="004B84">
                    <a:alpha val="5495"/>
                  </a:srgbClr>
                </a:gs>
                <a:gs pos="28571">
                  <a:srgbClr val="004B84">
                    <a:alpha val="4294"/>
                  </a:srgbClr>
                </a:gs>
                <a:gs pos="42857">
                  <a:srgbClr val="004B84">
                    <a:alpha val="2838"/>
                  </a:srgbClr>
                </a:gs>
                <a:gs pos="57143">
                  <a:srgbClr val="004B84">
                    <a:alpha val="1582"/>
                  </a:srgbClr>
                </a:gs>
                <a:gs pos="71429">
                  <a:srgbClr val="004B84">
                    <a:alpha val="744"/>
                  </a:srgbClr>
                </a:gs>
                <a:gs pos="85714">
                  <a:srgbClr val="004B84">
                    <a:alpha val="295"/>
                  </a:srgbClr>
                </a:gs>
                <a:gs pos="100000">
                  <a:srgbClr val="004B84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Splat 702"/>
            <p:cNvSpPr>
              <a:spLocks noGrp="1"/>
            </p:cNvSpPr>
            <p:nvPr/>
          </p:nvSpPr>
          <p:spPr>
            <a:xfrm rot="9028326">
              <a:off x="207111" y="1325863"/>
              <a:ext cx="276270" cy="234007"/>
            </a:xfrm>
            <a:prstGeom prst="ellipse">
              <a:avLst/>
            </a:prstGeom>
            <a:gradFill>
              <a:gsLst>
                <a:gs pos="0">
                  <a:srgbClr val="291A00">
                    <a:alpha val="13183"/>
                  </a:srgbClr>
                </a:gs>
                <a:gs pos="14286">
                  <a:srgbClr val="291A00">
                    <a:alpha val="12185"/>
                  </a:srgbClr>
                </a:gs>
                <a:gs pos="28571">
                  <a:srgbClr val="291A00">
                    <a:alpha val="9597"/>
                  </a:srgbClr>
                </a:gs>
                <a:gs pos="42857">
                  <a:srgbClr val="291A00">
                    <a:alpha val="6403"/>
                  </a:srgbClr>
                </a:gs>
                <a:gs pos="57143">
                  <a:srgbClr val="291A00">
                    <a:alpha val="3600"/>
                  </a:srgbClr>
                </a:gs>
                <a:gs pos="71429">
                  <a:srgbClr val="291A00">
                    <a:alpha val="1702"/>
                  </a:srgbClr>
                </a:gs>
                <a:gs pos="85714">
                  <a:srgbClr val="291A00">
                    <a:alpha val="676"/>
                  </a:srgbClr>
                </a:gs>
                <a:gs pos="100000">
                  <a:srgbClr val="291A00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Splat 703"/>
            <p:cNvSpPr>
              <a:spLocks noGrp="1"/>
            </p:cNvSpPr>
            <p:nvPr/>
          </p:nvSpPr>
          <p:spPr>
            <a:xfrm rot="5387883">
              <a:off x="1611671" y="1947160"/>
              <a:ext cx="531286" cy="34269"/>
            </a:xfrm>
            <a:prstGeom prst="ellipse">
              <a:avLst/>
            </a:prstGeom>
            <a:gradFill>
              <a:gsLst>
                <a:gs pos="0">
                  <a:srgbClr val="FDD48C">
                    <a:alpha val="32768"/>
                  </a:srgbClr>
                </a:gs>
                <a:gs pos="14286">
                  <a:srgbClr val="FDD48C">
                    <a:alpha val="30574"/>
                  </a:srgbClr>
                </a:gs>
                <a:gs pos="28571">
                  <a:srgbClr val="FDD48C">
                    <a:alpha val="24673"/>
                  </a:srgbClr>
                </a:gs>
                <a:gs pos="42857">
                  <a:srgbClr val="FDD48C">
                    <a:alpha val="16960"/>
                  </a:srgbClr>
                </a:gs>
                <a:gs pos="57143">
                  <a:srgbClr val="FDD48C">
                    <a:alpha val="9785"/>
                  </a:srgbClr>
                </a:gs>
                <a:gs pos="71429">
                  <a:srgbClr val="FDD48C">
                    <a:alpha val="4706"/>
                  </a:srgbClr>
                </a:gs>
                <a:gs pos="85714">
                  <a:srgbClr val="FDD48C">
                    <a:alpha val="1888"/>
                  </a:srgbClr>
                </a:gs>
                <a:gs pos="100000">
                  <a:srgbClr val="FDD48C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Splat 704"/>
            <p:cNvSpPr>
              <a:spLocks noGrp="1"/>
            </p:cNvSpPr>
            <p:nvPr/>
          </p:nvSpPr>
          <p:spPr>
            <a:xfrm rot="3731902">
              <a:off x="239852" y="2149072"/>
              <a:ext cx="305068" cy="267314"/>
            </a:xfrm>
            <a:prstGeom prst="ellipse">
              <a:avLst/>
            </a:prstGeom>
            <a:gradFill>
              <a:gsLst>
                <a:gs pos="0">
                  <a:srgbClr val="565877">
                    <a:alpha val="6397"/>
                  </a:srgbClr>
                </a:gs>
                <a:gs pos="14286">
                  <a:srgbClr val="565877">
                    <a:alpha val="5895"/>
                  </a:srgbClr>
                </a:gs>
                <a:gs pos="28571">
                  <a:srgbClr val="565877">
                    <a:alpha val="4608"/>
                  </a:srgbClr>
                </a:gs>
                <a:gs pos="42857">
                  <a:srgbClr val="565877">
                    <a:alpha val="3047"/>
                  </a:srgbClr>
                </a:gs>
                <a:gs pos="57143">
                  <a:srgbClr val="565877">
                    <a:alpha val="1700"/>
                  </a:srgbClr>
                </a:gs>
                <a:gs pos="71429">
                  <a:srgbClr val="565877">
                    <a:alpha val="799"/>
                  </a:srgbClr>
                </a:gs>
                <a:gs pos="85714">
                  <a:srgbClr val="565877">
                    <a:alpha val="317"/>
                  </a:srgbClr>
                </a:gs>
                <a:gs pos="100000">
                  <a:srgbClr val="565877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Splat 705"/>
            <p:cNvSpPr>
              <a:spLocks noGrp="1"/>
            </p:cNvSpPr>
            <p:nvPr/>
          </p:nvSpPr>
          <p:spPr>
            <a:xfrm rot="6819393">
              <a:off x="2181030" y="2040039"/>
              <a:ext cx="337250" cy="302784"/>
            </a:xfrm>
            <a:prstGeom prst="ellipse">
              <a:avLst/>
            </a:prstGeom>
            <a:gradFill>
              <a:gsLst>
                <a:gs pos="0">
                  <a:srgbClr val="000035">
                    <a:alpha val="2371"/>
                  </a:srgbClr>
                </a:gs>
                <a:gs pos="14286">
                  <a:srgbClr val="000035">
                    <a:alpha val="2181"/>
                  </a:srgbClr>
                </a:gs>
                <a:gs pos="28571">
                  <a:srgbClr val="000035">
                    <a:alpha val="1698"/>
                  </a:srgbClr>
                </a:gs>
                <a:gs pos="42857">
                  <a:srgbClr val="000035">
                    <a:alpha val="1117"/>
                  </a:srgbClr>
                </a:gs>
                <a:gs pos="57143">
                  <a:srgbClr val="000035">
                    <a:alpha val="620"/>
                  </a:srgbClr>
                </a:gs>
                <a:gs pos="71429">
                  <a:srgbClr val="000035">
                    <a:alpha val="291"/>
                  </a:srgbClr>
                </a:gs>
                <a:gs pos="85714">
                  <a:srgbClr val="000035">
                    <a:alpha val="115"/>
                  </a:srgbClr>
                </a:gs>
                <a:gs pos="100000">
                  <a:srgbClr val="000035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Splat 706"/>
            <p:cNvSpPr>
              <a:spLocks noGrp="1"/>
            </p:cNvSpPr>
            <p:nvPr/>
          </p:nvSpPr>
          <p:spPr>
            <a:xfrm rot="6326811">
              <a:off x="-74413" y="1860869"/>
              <a:ext cx="247812" cy="217271"/>
            </a:xfrm>
            <a:prstGeom prst="ellipse">
              <a:avLst/>
            </a:prstGeom>
            <a:gradFill>
              <a:gsLst>
                <a:gs pos="0">
                  <a:srgbClr val="2B0037">
                    <a:alpha val="9983"/>
                  </a:srgbClr>
                </a:gs>
                <a:gs pos="14286">
                  <a:srgbClr val="2B0037">
                    <a:alpha val="9214"/>
                  </a:srgbClr>
                </a:gs>
                <a:gs pos="28571">
                  <a:srgbClr val="2B0037">
                    <a:alpha val="7231"/>
                  </a:srgbClr>
                </a:gs>
                <a:gs pos="42857">
                  <a:srgbClr val="2B0037">
                    <a:alpha val="4804"/>
                  </a:srgbClr>
                </a:gs>
                <a:gs pos="57143">
                  <a:srgbClr val="2B0037">
                    <a:alpha val="2691"/>
                  </a:srgbClr>
                </a:gs>
                <a:gs pos="71429">
                  <a:srgbClr val="2B0037">
                    <a:alpha val="1269"/>
                  </a:srgbClr>
                </a:gs>
                <a:gs pos="85714">
                  <a:srgbClr val="2B0037">
                    <a:alpha val="504"/>
                  </a:srgbClr>
                </a:gs>
                <a:gs pos="100000">
                  <a:srgbClr val="2B0037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Splat 707"/>
            <p:cNvSpPr>
              <a:spLocks noGrp="1"/>
            </p:cNvSpPr>
            <p:nvPr/>
          </p:nvSpPr>
          <p:spPr>
            <a:xfrm rot="-10756319">
              <a:off x="1576853" y="2315143"/>
              <a:ext cx="618641" cy="26851"/>
            </a:xfrm>
            <a:prstGeom prst="ellipse">
              <a:avLst/>
            </a:prstGeom>
            <a:gradFill>
              <a:gsLst>
                <a:gs pos="0">
                  <a:srgbClr val="DE9448">
                    <a:alpha val="32968"/>
                  </a:srgbClr>
                </a:gs>
                <a:gs pos="14286">
                  <a:srgbClr val="DE9448">
                    <a:alpha val="30764"/>
                  </a:srgbClr>
                </a:gs>
                <a:gs pos="28571">
                  <a:srgbClr val="DE9448">
                    <a:alpha val="24833"/>
                  </a:srgbClr>
                </a:gs>
                <a:gs pos="42857">
                  <a:srgbClr val="DE9448">
                    <a:alpha val="17075"/>
                  </a:srgbClr>
                </a:gs>
                <a:gs pos="57143">
                  <a:srgbClr val="DE9448">
                    <a:alpha val="9855"/>
                  </a:srgbClr>
                </a:gs>
                <a:gs pos="71429">
                  <a:srgbClr val="DE9448">
                    <a:alpha val="4740"/>
                  </a:srgbClr>
                </a:gs>
                <a:gs pos="85714">
                  <a:srgbClr val="DE9448">
                    <a:alpha val="1902"/>
                  </a:srgbClr>
                </a:gs>
                <a:gs pos="100000">
                  <a:srgbClr val="DE944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Splat 708"/>
            <p:cNvSpPr>
              <a:spLocks noGrp="1"/>
            </p:cNvSpPr>
            <p:nvPr/>
          </p:nvSpPr>
          <p:spPr>
            <a:xfrm rot="5670047">
              <a:off x="1646388" y="2039896"/>
              <a:ext cx="441941" cy="24630"/>
            </a:xfrm>
            <a:prstGeom prst="ellipse">
              <a:avLst/>
            </a:prstGeom>
            <a:gradFill>
              <a:gsLst>
                <a:gs pos="0">
                  <a:srgbClr val="BD9E67">
                    <a:alpha val="32968"/>
                  </a:srgbClr>
                </a:gs>
                <a:gs pos="14286">
                  <a:srgbClr val="BD9E67">
                    <a:alpha val="30764"/>
                  </a:srgbClr>
                </a:gs>
                <a:gs pos="28571">
                  <a:srgbClr val="BD9E67">
                    <a:alpha val="24833"/>
                  </a:srgbClr>
                </a:gs>
                <a:gs pos="42857">
                  <a:srgbClr val="BD9E67">
                    <a:alpha val="17075"/>
                  </a:srgbClr>
                </a:gs>
                <a:gs pos="57143">
                  <a:srgbClr val="BD9E67">
                    <a:alpha val="9855"/>
                  </a:srgbClr>
                </a:gs>
                <a:gs pos="71429">
                  <a:srgbClr val="BD9E67">
                    <a:alpha val="4740"/>
                  </a:srgbClr>
                </a:gs>
                <a:gs pos="85714">
                  <a:srgbClr val="BD9E67">
                    <a:alpha val="1902"/>
                  </a:srgbClr>
                </a:gs>
                <a:gs pos="100000">
                  <a:srgbClr val="BD9E6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Splat 709"/>
            <p:cNvSpPr>
              <a:spLocks noGrp="1"/>
            </p:cNvSpPr>
            <p:nvPr/>
          </p:nvSpPr>
          <p:spPr>
            <a:xfrm rot="10557562">
              <a:off x="-10913" y="1755058"/>
              <a:ext cx="398883" cy="20624"/>
            </a:xfrm>
            <a:prstGeom prst="ellipse">
              <a:avLst/>
            </a:prstGeom>
            <a:gradFill>
              <a:gsLst>
                <a:gs pos="0">
                  <a:srgbClr val="230000">
                    <a:alpha val="32968"/>
                  </a:srgbClr>
                </a:gs>
                <a:gs pos="14286">
                  <a:srgbClr val="230000">
                    <a:alpha val="30764"/>
                  </a:srgbClr>
                </a:gs>
                <a:gs pos="28571">
                  <a:srgbClr val="230000">
                    <a:alpha val="24833"/>
                  </a:srgbClr>
                </a:gs>
                <a:gs pos="42857">
                  <a:srgbClr val="230000">
                    <a:alpha val="17075"/>
                  </a:srgbClr>
                </a:gs>
                <a:gs pos="57143">
                  <a:srgbClr val="230000">
                    <a:alpha val="9855"/>
                  </a:srgbClr>
                </a:gs>
                <a:gs pos="71429">
                  <a:srgbClr val="230000">
                    <a:alpha val="4740"/>
                  </a:srgbClr>
                </a:gs>
                <a:gs pos="85714">
                  <a:srgbClr val="230000">
                    <a:alpha val="1902"/>
                  </a:srgbClr>
                </a:gs>
                <a:gs pos="100000">
                  <a:srgbClr val="2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Splat 710"/>
            <p:cNvSpPr>
              <a:spLocks noGrp="1"/>
            </p:cNvSpPr>
            <p:nvPr/>
          </p:nvSpPr>
          <p:spPr>
            <a:xfrm rot="4450463">
              <a:off x="770700" y="1873825"/>
              <a:ext cx="346889" cy="209994"/>
            </a:xfrm>
            <a:prstGeom prst="ellipse">
              <a:avLst/>
            </a:prstGeom>
            <a:gradFill>
              <a:gsLst>
                <a:gs pos="0">
                  <a:srgbClr val="786E6F">
                    <a:alpha val="32968"/>
                  </a:srgbClr>
                </a:gs>
                <a:gs pos="14286">
                  <a:srgbClr val="786E6F">
                    <a:alpha val="30764"/>
                  </a:srgbClr>
                </a:gs>
                <a:gs pos="28571">
                  <a:srgbClr val="786E6F">
                    <a:alpha val="24833"/>
                  </a:srgbClr>
                </a:gs>
                <a:gs pos="42857">
                  <a:srgbClr val="786E6F">
                    <a:alpha val="17075"/>
                  </a:srgbClr>
                </a:gs>
                <a:gs pos="57143">
                  <a:srgbClr val="786E6F">
                    <a:alpha val="9855"/>
                  </a:srgbClr>
                </a:gs>
                <a:gs pos="71429">
                  <a:srgbClr val="786E6F">
                    <a:alpha val="4740"/>
                  </a:srgbClr>
                </a:gs>
                <a:gs pos="85714">
                  <a:srgbClr val="786E6F">
                    <a:alpha val="1902"/>
                  </a:srgbClr>
                </a:gs>
                <a:gs pos="100000">
                  <a:srgbClr val="786E6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Splat 711"/>
            <p:cNvSpPr>
              <a:spLocks noGrp="1"/>
            </p:cNvSpPr>
            <p:nvPr/>
          </p:nvSpPr>
          <p:spPr>
            <a:xfrm rot="-10626249">
              <a:off x="1132144" y="2045180"/>
              <a:ext cx="271527" cy="251222"/>
            </a:xfrm>
            <a:prstGeom prst="ellipse">
              <a:avLst/>
            </a:prstGeom>
            <a:gradFill>
              <a:gsLst>
                <a:gs pos="0">
                  <a:srgbClr val="503400">
                    <a:alpha val="5425"/>
                  </a:srgbClr>
                </a:gs>
                <a:gs pos="14286">
                  <a:srgbClr val="503400">
                    <a:alpha val="4998"/>
                  </a:srgbClr>
                </a:gs>
                <a:gs pos="28571">
                  <a:srgbClr val="503400">
                    <a:alpha val="3903"/>
                  </a:srgbClr>
                </a:gs>
                <a:gs pos="42857">
                  <a:srgbClr val="503400">
                    <a:alpha val="2577"/>
                  </a:srgbClr>
                </a:gs>
                <a:gs pos="57143">
                  <a:srgbClr val="503400">
                    <a:alpha val="1436"/>
                  </a:srgbClr>
                </a:gs>
                <a:gs pos="71429">
                  <a:srgbClr val="503400">
                    <a:alpha val="675"/>
                  </a:srgbClr>
                </a:gs>
                <a:gs pos="85714">
                  <a:srgbClr val="503400">
                    <a:alpha val="267"/>
                  </a:srgbClr>
                </a:gs>
                <a:gs pos="100000">
                  <a:srgbClr val="503400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Splat 712"/>
            <p:cNvSpPr>
              <a:spLocks noGrp="1"/>
            </p:cNvSpPr>
            <p:nvPr/>
          </p:nvSpPr>
          <p:spPr>
            <a:xfrm rot="10064012">
              <a:off x="3478975" y="2296196"/>
              <a:ext cx="238631" cy="201094"/>
            </a:xfrm>
            <a:prstGeom prst="ellipse">
              <a:avLst/>
            </a:prstGeom>
            <a:gradFill>
              <a:gsLst>
                <a:gs pos="0">
                  <a:srgbClr val="231F00">
                    <a:alpha val="28162"/>
                  </a:srgbClr>
                </a:gs>
                <a:gs pos="14286">
                  <a:srgbClr val="231F00">
                    <a:alpha val="26214"/>
                  </a:srgbClr>
                </a:gs>
                <a:gs pos="28571">
                  <a:srgbClr val="231F00">
                    <a:alpha val="21025"/>
                  </a:srgbClr>
                </a:gs>
                <a:gs pos="42857">
                  <a:srgbClr val="231F00">
                    <a:alpha val="14343"/>
                  </a:srgbClr>
                </a:gs>
                <a:gs pos="57143">
                  <a:srgbClr val="231F00">
                    <a:alpha val="8221"/>
                  </a:srgbClr>
                </a:gs>
                <a:gs pos="71429">
                  <a:srgbClr val="231F00">
                    <a:alpha val="3936"/>
                  </a:srgbClr>
                </a:gs>
                <a:gs pos="85714">
                  <a:srgbClr val="231F00">
                    <a:alpha val="1575"/>
                  </a:srgbClr>
                </a:gs>
                <a:gs pos="100000">
                  <a:srgbClr val="231F00">
                    <a:alpha val="5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Splat 713"/>
            <p:cNvSpPr>
              <a:spLocks noGrp="1"/>
            </p:cNvSpPr>
            <p:nvPr/>
          </p:nvSpPr>
          <p:spPr>
            <a:xfrm rot="-9275130">
              <a:off x="1811815" y="2322251"/>
              <a:ext cx="482157" cy="64034"/>
            </a:xfrm>
            <a:prstGeom prst="ellipse">
              <a:avLst/>
            </a:prstGeom>
            <a:gradFill>
              <a:gsLst>
                <a:gs pos="0">
                  <a:srgbClr val="FFA753">
                    <a:alpha val="9786"/>
                  </a:srgbClr>
                </a:gs>
                <a:gs pos="14286">
                  <a:srgbClr val="FFA753">
                    <a:alpha val="9031"/>
                  </a:srgbClr>
                </a:gs>
                <a:gs pos="28571">
                  <a:srgbClr val="FFA753">
                    <a:alpha val="7086"/>
                  </a:srgbClr>
                </a:gs>
                <a:gs pos="42857">
                  <a:srgbClr val="FFA753">
                    <a:alpha val="4706"/>
                  </a:srgbClr>
                </a:gs>
                <a:gs pos="57143">
                  <a:srgbClr val="FFA753">
                    <a:alpha val="2636"/>
                  </a:srgbClr>
                </a:gs>
                <a:gs pos="71429">
                  <a:srgbClr val="FFA753">
                    <a:alpha val="1243"/>
                  </a:srgbClr>
                </a:gs>
                <a:gs pos="85714">
                  <a:srgbClr val="FFA753">
                    <a:alpha val="493"/>
                  </a:srgbClr>
                </a:gs>
                <a:gs pos="100000">
                  <a:srgbClr val="FFA753">
                    <a:alpha val="1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Splat 714"/>
            <p:cNvSpPr>
              <a:spLocks noGrp="1"/>
            </p:cNvSpPr>
            <p:nvPr/>
          </p:nvSpPr>
          <p:spPr>
            <a:xfrm rot="10602778">
              <a:off x="2096101" y="2249834"/>
              <a:ext cx="307512" cy="275496"/>
            </a:xfrm>
            <a:prstGeom prst="ellipse">
              <a:avLst/>
            </a:prstGeom>
            <a:gradFill>
              <a:gsLst>
                <a:gs pos="0">
                  <a:srgbClr val="4A0400">
                    <a:alpha val="6046"/>
                  </a:srgbClr>
                </a:gs>
                <a:gs pos="14286">
                  <a:srgbClr val="4A0400">
                    <a:alpha val="5571"/>
                  </a:srgbClr>
                </a:gs>
                <a:gs pos="28571">
                  <a:srgbClr val="4A0400">
                    <a:alpha val="4353"/>
                  </a:srgbClr>
                </a:gs>
                <a:gs pos="42857">
                  <a:srgbClr val="4A0400">
                    <a:alpha val="2877"/>
                  </a:srgbClr>
                </a:gs>
                <a:gs pos="57143">
                  <a:srgbClr val="4A0400">
                    <a:alpha val="1605"/>
                  </a:srgbClr>
                </a:gs>
                <a:gs pos="71429">
                  <a:srgbClr val="4A0400">
                    <a:alpha val="754"/>
                  </a:srgbClr>
                </a:gs>
                <a:gs pos="85714">
                  <a:srgbClr val="4A0400">
                    <a:alpha val="299"/>
                  </a:srgbClr>
                </a:gs>
                <a:gs pos="100000">
                  <a:srgbClr val="4A0400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Splat 715"/>
            <p:cNvSpPr>
              <a:spLocks noGrp="1"/>
            </p:cNvSpPr>
            <p:nvPr/>
          </p:nvSpPr>
          <p:spPr>
            <a:xfrm rot="9044968">
              <a:off x="477880" y="2294829"/>
              <a:ext cx="461155" cy="79270"/>
            </a:xfrm>
            <a:prstGeom prst="ellipse">
              <a:avLst/>
            </a:prstGeom>
            <a:gradFill>
              <a:gsLst>
                <a:gs pos="0">
                  <a:srgbClr val="FFFFCD">
                    <a:alpha val="4968"/>
                  </a:srgbClr>
                </a:gs>
                <a:gs pos="14286">
                  <a:srgbClr val="FFFFCD">
                    <a:alpha val="4575"/>
                  </a:srgbClr>
                </a:gs>
                <a:gs pos="28571">
                  <a:srgbClr val="FFFFCD">
                    <a:alpha val="3571"/>
                  </a:srgbClr>
                </a:gs>
                <a:gs pos="42857">
                  <a:srgbClr val="FFFFCD">
                    <a:alpha val="2357"/>
                  </a:srgbClr>
                </a:gs>
                <a:gs pos="57143">
                  <a:srgbClr val="FFFFCD">
                    <a:alpha val="1313"/>
                  </a:srgbClr>
                </a:gs>
                <a:gs pos="71429">
                  <a:srgbClr val="FFFFCD">
                    <a:alpha val="617"/>
                  </a:srgbClr>
                </a:gs>
                <a:gs pos="85714">
                  <a:srgbClr val="FFFFCD">
                    <a:alpha val="244"/>
                  </a:srgbClr>
                </a:gs>
                <a:gs pos="100000">
                  <a:srgbClr val="FFFFCD">
                    <a:alpha val="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Splat 716"/>
            <p:cNvSpPr>
              <a:spLocks noGrp="1"/>
            </p:cNvSpPr>
            <p:nvPr/>
          </p:nvSpPr>
          <p:spPr>
            <a:xfrm rot="-8634098">
              <a:off x="603334" y="2151477"/>
              <a:ext cx="264770" cy="214533"/>
            </a:xfrm>
            <a:prstGeom prst="ellipse">
              <a:avLst/>
            </a:prstGeom>
            <a:gradFill>
              <a:gsLst>
                <a:gs pos="0">
                  <a:srgbClr val="16061B">
                    <a:alpha val="17019"/>
                  </a:srgbClr>
                </a:gs>
                <a:gs pos="14286">
                  <a:srgbClr val="16061B">
                    <a:alpha val="15758"/>
                  </a:srgbClr>
                </a:gs>
                <a:gs pos="28571">
                  <a:srgbClr val="16061B">
                    <a:alpha val="12466"/>
                  </a:srgbClr>
                </a:gs>
                <a:gs pos="42857">
                  <a:srgbClr val="16061B">
                    <a:alpha val="8362"/>
                  </a:srgbClr>
                </a:gs>
                <a:gs pos="57143">
                  <a:srgbClr val="16061B">
                    <a:alpha val="4724"/>
                  </a:srgbClr>
                </a:gs>
                <a:gs pos="71429">
                  <a:srgbClr val="16061B">
                    <a:alpha val="2240"/>
                  </a:srgbClr>
                </a:gs>
                <a:gs pos="85714">
                  <a:srgbClr val="16061B">
                    <a:alpha val="892"/>
                  </a:srgbClr>
                </a:gs>
                <a:gs pos="100000">
                  <a:srgbClr val="16061B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Splat 717"/>
            <p:cNvSpPr>
              <a:spLocks noGrp="1"/>
            </p:cNvSpPr>
            <p:nvPr/>
          </p:nvSpPr>
          <p:spPr>
            <a:xfrm rot="6295646">
              <a:off x="1873412" y="2212811"/>
              <a:ext cx="404131" cy="25423"/>
            </a:xfrm>
            <a:prstGeom prst="ellipse">
              <a:avLst/>
            </a:prstGeom>
            <a:gradFill>
              <a:gsLst>
                <a:gs pos="0">
                  <a:srgbClr val="FFFF94">
                    <a:alpha val="32968"/>
                  </a:srgbClr>
                </a:gs>
                <a:gs pos="14286">
                  <a:srgbClr val="FFFF94">
                    <a:alpha val="30764"/>
                  </a:srgbClr>
                </a:gs>
                <a:gs pos="28571">
                  <a:srgbClr val="FFFF94">
                    <a:alpha val="24833"/>
                  </a:srgbClr>
                </a:gs>
                <a:gs pos="42857">
                  <a:srgbClr val="FFFF94">
                    <a:alpha val="17075"/>
                  </a:srgbClr>
                </a:gs>
                <a:gs pos="57143">
                  <a:srgbClr val="FFFF94">
                    <a:alpha val="9855"/>
                  </a:srgbClr>
                </a:gs>
                <a:gs pos="71429">
                  <a:srgbClr val="FFFF94">
                    <a:alpha val="4740"/>
                  </a:srgbClr>
                </a:gs>
                <a:gs pos="85714">
                  <a:srgbClr val="FFFF94">
                    <a:alpha val="1902"/>
                  </a:srgbClr>
                </a:gs>
                <a:gs pos="100000">
                  <a:srgbClr val="FFFF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Splat 718"/>
            <p:cNvSpPr>
              <a:spLocks noGrp="1"/>
            </p:cNvSpPr>
            <p:nvPr/>
          </p:nvSpPr>
          <p:spPr>
            <a:xfrm rot="10620805">
              <a:off x="2398474" y="643613"/>
              <a:ext cx="282621" cy="239114"/>
            </a:xfrm>
            <a:prstGeom prst="ellipse">
              <a:avLst/>
            </a:prstGeom>
            <a:gradFill>
              <a:gsLst>
                <a:gs pos="0">
                  <a:srgbClr val="003300">
                    <a:alpha val="2836"/>
                  </a:srgbClr>
                </a:gs>
                <a:gs pos="14286">
                  <a:srgbClr val="003300">
                    <a:alpha val="2610"/>
                  </a:srgbClr>
                </a:gs>
                <a:gs pos="28571">
                  <a:srgbClr val="003300">
                    <a:alpha val="2032"/>
                  </a:srgbClr>
                </a:gs>
                <a:gs pos="42857">
                  <a:srgbClr val="003300">
                    <a:alpha val="1338"/>
                  </a:srgbClr>
                </a:gs>
                <a:gs pos="57143">
                  <a:srgbClr val="003300">
                    <a:alpha val="744"/>
                  </a:srgbClr>
                </a:gs>
                <a:gs pos="71429">
                  <a:srgbClr val="003300">
                    <a:alpha val="349"/>
                  </a:srgbClr>
                </a:gs>
                <a:gs pos="85714">
                  <a:srgbClr val="003300">
                    <a:alpha val="138"/>
                  </a:srgbClr>
                </a:gs>
                <a:gs pos="100000">
                  <a:srgbClr val="003300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Splat 719"/>
            <p:cNvSpPr>
              <a:spLocks noGrp="1"/>
            </p:cNvSpPr>
            <p:nvPr/>
          </p:nvSpPr>
          <p:spPr>
            <a:xfrm rot="10694363">
              <a:off x="394588" y="1336185"/>
              <a:ext cx="315720" cy="312357"/>
            </a:xfrm>
            <a:prstGeom prst="ellipse">
              <a:avLst/>
            </a:prstGeom>
            <a:gradFill>
              <a:gsLst>
                <a:gs pos="0">
                  <a:srgbClr val="262D87">
                    <a:alpha val="7190"/>
                  </a:srgbClr>
                </a:gs>
                <a:gs pos="14286">
                  <a:srgbClr val="262D87">
                    <a:alpha val="6628"/>
                  </a:srgbClr>
                </a:gs>
                <a:gs pos="28571">
                  <a:srgbClr val="262D87">
                    <a:alpha val="5186"/>
                  </a:srgbClr>
                </a:gs>
                <a:gs pos="42857">
                  <a:srgbClr val="262D87">
                    <a:alpha val="3433"/>
                  </a:srgbClr>
                </a:gs>
                <a:gs pos="57143">
                  <a:srgbClr val="262D87">
                    <a:alpha val="1917"/>
                  </a:srgbClr>
                </a:gs>
                <a:gs pos="71429">
                  <a:srgbClr val="262D87">
                    <a:alpha val="902"/>
                  </a:srgbClr>
                </a:gs>
                <a:gs pos="85714">
                  <a:srgbClr val="262D87">
                    <a:alpha val="358"/>
                  </a:srgbClr>
                </a:gs>
                <a:gs pos="100000">
                  <a:srgbClr val="262D87">
                    <a:alpha val="1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Splat 720"/>
            <p:cNvSpPr>
              <a:spLocks noGrp="1"/>
            </p:cNvSpPr>
            <p:nvPr/>
          </p:nvSpPr>
          <p:spPr>
            <a:xfrm rot="10444410">
              <a:off x="252736" y="1005034"/>
              <a:ext cx="289709" cy="277698"/>
            </a:xfrm>
            <a:prstGeom prst="ellipse">
              <a:avLst/>
            </a:prstGeom>
            <a:gradFill>
              <a:gsLst>
                <a:gs pos="0">
                  <a:srgbClr val="334A6D">
                    <a:alpha val="28236"/>
                  </a:srgbClr>
                </a:gs>
                <a:gs pos="14286">
                  <a:srgbClr val="334A6D">
                    <a:alpha val="26284"/>
                  </a:srgbClr>
                </a:gs>
                <a:gs pos="28571">
                  <a:srgbClr val="334A6D">
                    <a:alpha val="21084"/>
                  </a:srgbClr>
                </a:gs>
                <a:gs pos="42857">
                  <a:srgbClr val="334A6D">
                    <a:alpha val="14385"/>
                  </a:srgbClr>
                </a:gs>
                <a:gs pos="57143">
                  <a:srgbClr val="334A6D">
                    <a:alpha val="8246"/>
                  </a:srgbClr>
                </a:gs>
                <a:gs pos="71429">
                  <a:srgbClr val="334A6D">
                    <a:alpha val="3948"/>
                  </a:srgbClr>
                </a:gs>
                <a:gs pos="85714">
                  <a:srgbClr val="334A6D">
                    <a:alpha val="1580"/>
                  </a:srgbClr>
                </a:gs>
                <a:gs pos="100000">
                  <a:srgbClr val="334A6D">
                    <a:alpha val="5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Splat 721"/>
            <p:cNvSpPr>
              <a:spLocks noGrp="1"/>
            </p:cNvSpPr>
            <p:nvPr/>
          </p:nvSpPr>
          <p:spPr>
            <a:xfrm rot="-10197133">
              <a:off x="359409" y="1741221"/>
              <a:ext cx="272705" cy="247545"/>
            </a:xfrm>
            <a:prstGeom prst="ellipse">
              <a:avLst/>
            </a:prstGeom>
            <a:gradFill>
              <a:gsLst>
                <a:gs pos="0">
                  <a:srgbClr val="000000">
                    <a:alpha val="2711"/>
                  </a:srgbClr>
                </a:gs>
                <a:gs pos="14286">
                  <a:srgbClr val="000000">
                    <a:alpha val="2495"/>
                  </a:srgbClr>
                </a:gs>
                <a:gs pos="28571">
                  <a:srgbClr val="000000">
                    <a:alpha val="1942"/>
                  </a:srgbClr>
                </a:gs>
                <a:gs pos="42857">
                  <a:srgbClr val="000000">
                    <a:alpha val="1278"/>
                  </a:srgbClr>
                </a:gs>
                <a:gs pos="57143">
                  <a:srgbClr val="000000">
                    <a:alpha val="710"/>
                  </a:srgbClr>
                </a:gs>
                <a:gs pos="71429">
                  <a:srgbClr val="000000">
                    <a:alpha val="333"/>
                  </a:srgbClr>
                </a:gs>
                <a:gs pos="85714">
                  <a:srgbClr val="000000">
                    <a:alpha val="132"/>
                  </a:srgbClr>
                </a:gs>
                <a:gs pos="100000">
                  <a:srgbClr val="000000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Splat 722"/>
            <p:cNvSpPr>
              <a:spLocks noGrp="1"/>
            </p:cNvSpPr>
            <p:nvPr/>
          </p:nvSpPr>
          <p:spPr>
            <a:xfrm rot="10750259">
              <a:off x="244036" y="1279126"/>
              <a:ext cx="259575" cy="243061"/>
            </a:xfrm>
            <a:prstGeom prst="ellipse">
              <a:avLst/>
            </a:prstGeom>
            <a:gradFill>
              <a:gsLst>
                <a:gs pos="0">
                  <a:srgbClr val="375D7A">
                    <a:alpha val="9763"/>
                  </a:srgbClr>
                </a:gs>
                <a:gs pos="14286">
                  <a:srgbClr val="375D7A">
                    <a:alpha val="9010"/>
                  </a:srgbClr>
                </a:gs>
                <a:gs pos="28571">
                  <a:srgbClr val="375D7A">
                    <a:alpha val="7069"/>
                  </a:srgbClr>
                </a:gs>
                <a:gs pos="42857">
                  <a:srgbClr val="375D7A">
                    <a:alpha val="4695"/>
                  </a:srgbClr>
                </a:gs>
                <a:gs pos="57143">
                  <a:srgbClr val="375D7A">
                    <a:alpha val="2629"/>
                  </a:srgbClr>
                </a:gs>
                <a:gs pos="71429">
                  <a:srgbClr val="375D7A">
                    <a:alpha val="1240"/>
                  </a:srgbClr>
                </a:gs>
                <a:gs pos="85714">
                  <a:srgbClr val="375D7A">
                    <a:alpha val="492"/>
                  </a:srgbClr>
                </a:gs>
                <a:gs pos="100000">
                  <a:srgbClr val="375D7A">
                    <a:alpha val="1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Splat 723"/>
            <p:cNvSpPr>
              <a:spLocks noGrp="1"/>
            </p:cNvSpPr>
            <p:nvPr/>
          </p:nvSpPr>
          <p:spPr>
            <a:xfrm rot="6894428">
              <a:off x="602279" y="1854639"/>
              <a:ext cx="312631" cy="248863"/>
            </a:xfrm>
            <a:prstGeom prst="ellipse">
              <a:avLst/>
            </a:prstGeom>
            <a:gradFill>
              <a:gsLst>
                <a:gs pos="0">
                  <a:srgbClr val="6C6B76">
                    <a:alpha val="19901"/>
                  </a:srgbClr>
                </a:gs>
                <a:gs pos="14286">
                  <a:srgbClr val="6C6B76">
                    <a:alpha val="18451"/>
                  </a:srgbClr>
                </a:gs>
                <a:gs pos="28571">
                  <a:srgbClr val="6C6B76">
                    <a:alpha val="14646"/>
                  </a:srgbClr>
                </a:gs>
                <a:gs pos="42857">
                  <a:srgbClr val="6C6B76">
                    <a:alpha val="9866"/>
                  </a:srgbClr>
                </a:gs>
                <a:gs pos="57143">
                  <a:srgbClr val="6C6B76">
                    <a:alpha val="5593"/>
                  </a:srgbClr>
                </a:gs>
                <a:gs pos="71429">
                  <a:srgbClr val="6C6B76">
                    <a:alpha val="2658"/>
                  </a:srgbClr>
                </a:gs>
                <a:gs pos="85714">
                  <a:srgbClr val="6C6B76">
                    <a:alpha val="1060"/>
                  </a:srgbClr>
                </a:gs>
                <a:gs pos="100000">
                  <a:srgbClr val="6C6B76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Splat 724"/>
            <p:cNvSpPr>
              <a:spLocks noGrp="1"/>
            </p:cNvSpPr>
            <p:nvPr/>
          </p:nvSpPr>
          <p:spPr>
            <a:xfrm rot="5384859">
              <a:off x="1705706" y="2215218"/>
              <a:ext cx="487947" cy="24630"/>
            </a:xfrm>
            <a:prstGeom prst="ellipse">
              <a:avLst/>
            </a:prstGeom>
            <a:gradFill>
              <a:gsLst>
                <a:gs pos="0">
                  <a:srgbClr val="A87D31">
                    <a:alpha val="32968"/>
                  </a:srgbClr>
                </a:gs>
                <a:gs pos="14286">
                  <a:srgbClr val="A87D31">
                    <a:alpha val="30764"/>
                  </a:srgbClr>
                </a:gs>
                <a:gs pos="28571">
                  <a:srgbClr val="A87D31">
                    <a:alpha val="24833"/>
                  </a:srgbClr>
                </a:gs>
                <a:gs pos="42857">
                  <a:srgbClr val="A87D31">
                    <a:alpha val="17075"/>
                  </a:srgbClr>
                </a:gs>
                <a:gs pos="57143">
                  <a:srgbClr val="A87D31">
                    <a:alpha val="9855"/>
                  </a:srgbClr>
                </a:gs>
                <a:gs pos="71429">
                  <a:srgbClr val="A87D31">
                    <a:alpha val="4740"/>
                  </a:srgbClr>
                </a:gs>
                <a:gs pos="85714">
                  <a:srgbClr val="A87D31">
                    <a:alpha val="1902"/>
                  </a:srgbClr>
                </a:gs>
                <a:gs pos="100000">
                  <a:srgbClr val="A87D3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Splat 725"/>
            <p:cNvSpPr>
              <a:spLocks noGrp="1"/>
            </p:cNvSpPr>
            <p:nvPr/>
          </p:nvSpPr>
          <p:spPr>
            <a:xfrm rot="10724172">
              <a:off x="1434533" y="2313139"/>
              <a:ext cx="619056" cy="71558"/>
            </a:xfrm>
            <a:prstGeom prst="ellipse">
              <a:avLst/>
            </a:prstGeom>
            <a:gradFill>
              <a:gsLst>
                <a:gs pos="0">
                  <a:srgbClr val="D2934C">
                    <a:alpha val="32968"/>
                  </a:srgbClr>
                </a:gs>
                <a:gs pos="14286">
                  <a:srgbClr val="D2934C">
                    <a:alpha val="30764"/>
                  </a:srgbClr>
                </a:gs>
                <a:gs pos="28571">
                  <a:srgbClr val="D2934C">
                    <a:alpha val="24833"/>
                  </a:srgbClr>
                </a:gs>
                <a:gs pos="42857">
                  <a:srgbClr val="D2934C">
                    <a:alpha val="17075"/>
                  </a:srgbClr>
                </a:gs>
                <a:gs pos="57143">
                  <a:srgbClr val="D2934C">
                    <a:alpha val="9855"/>
                  </a:srgbClr>
                </a:gs>
                <a:gs pos="71429">
                  <a:srgbClr val="D2934C">
                    <a:alpha val="4740"/>
                  </a:srgbClr>
                </a:gs>
                <a:gs pos="85714">
                  <a:srgbClr val="D2934C">
                    <a:alpha val="1902"/>
                  </a:srgbClr>
                </a:gs>
                <a:gs pos="100000">
                  <a:srgbClr val="D293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Splat 726"/>
            <p:cNvSpPr>
              <a:spLocks noGrp="1"/>
            </p:cNvSpPr>
            <p:nvPr/>
          </p:nvSpPr>
          <p:spPr>
            <a:xfrm rot="-9769633">
              <a:off x="114170" y="-34599"/>
              <a:ext cx="326030" cy="234258"/>
            </a:xfrm>
            <a:prstGeom prst="ellipse">
              <a:avLst/>
            </a:prstGeom>
            <a:gradFill>
              <a:gsLst>
                <a:gs pos="0">
                  <a:srgbClr val="1F5B6A">
                    <a:alpha val="4628"/>
                  </a:srgbClr>
                </a:gs>
                <a:gs pos="14286">
                  <a:srgbClr val="1F5B6A">
                    <a:alpha val="4261"/>
                  </a:srgbClr>
                </a:gs>
                <a:gs pos="28571">
                  <a:srgbClr val="1F5B6A">
                    <a:alpha val="3325"/>
                  </a:srgbClr>
                </a:gs>
                <a:gs pos="42857">
                  <a:srgbClr val="1F5B6A">
                    <a:alpha val="2193"/>
                  </a:srgbClr>
                </a:gs>
                <a:gs pos="57143">
                  <a:srgbClr val="1F5B6A">
                    <a:alpha val="1221"/>
                  </a:srgbClr>
                </a:gs>
                <a:gs pos="71429">
                  <a:srgbClr val="1F5B6A">
                    <a:alpha val="574"/>
                  </a:srgbClr>
                </a:gs>
                <a:gs pos="85714">
                  <a:srgbClr val="1F5B6A">
                    <a:alpha val="227"/>
                  </a:srgbClr>
                </a:gs>
                <a:gs pos="100000">
                  <a:srgbClr val="1F5B6A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Splat 727"/>
            <p:cNvSpPr>
              <a:spLocks noGrp="1"/>
            </p:cNvSpPr>
            <p:nvPr/>
          </p:nvSpPr>
          <p:spPr>
            <a:xfrm rot="5952101">
              <a:off x="-246127" y="1792383"/>
              <a:ext cx="544255" cy="311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Splat 728"/>
            <p:cNvSpPr>
              <a:spLocks noGrp="1"/>
            </p:cNvSpPr>
            <p:nvPr/>
          </p:nvSpPr>
          <p:spPr>
            <a:xfrm rot="10445310">
              <a:off x="297059" y="1308186"/>
              <a:ext cx="237951" cy="223431"/>
            </a:xfrm>
            <a:prstGeom prst="ellipse">
              <a:avLst/>
            </a:prstGeom>
            <a:gradFill>
              <a:gsLst>
                <a:gs pos="0">
                  <a:srgbClr val="453800">
                    <a:alpha val="14271"/>
                  </a:srgbClr>
                </a:gs>
                <a:gs pos="14286">
                  <a:srgbClr val="453800">
                    <a:alpha val="13196"/>
                  </a:srgbClr>
                </a:gs>
                <a:gs pos="28571">
                  <a:srgbClr val="453800">
                    <a:alpha val="10406"/>
                  </a:srgbClr>
                </a:gs>
                <a:gs pos="42857">
                  <a:srgbClr val="453800">
                    <a:alpha val="6954"/>
                  </a:srgbClr>
                </a:gs>
                <a:gs pos="57143">
                  <a:srgbClr val="453800">
                    <a:alpha val="3915"/>
                  </a:srgbClr>
                </a:gs>
                <a:gs pos="71429">
                  <a:srgbClr val="453800">
                    <a:alpha val="1852"/>
                  </a:srgbClr>
                </a:gs>
                <a:gs pos="85714">
                  <a:srgbClr val="453800">
                    <a:alpha val="737"/>
                  </a:srgbClr>
                </a:gs>
                <a:gs pos="100000">
                  <a:srgbClr val="453800">
                    <a:alpha val="2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Splat 729"/>
            <p:cNvSpPr>
              <a:spLocks noGrp="1"/>
            </p:cNvSpPr>
            <p:nvPr/>
          </p:nvSpPr>
          <p:spPr>
            <a:xfrm rot="9096880">
              <a:off x="322896" y="1243505"/>
              <a:ext cx="260037" cy="123147"/>
            </a:xfrm>
            <a:prstGeom prst="ellipse">
              <a:avLst/>
            </a:prstGeom>
            <a:gradFill>
              <a:gsLst>
                <a:gs pos="0">
                  <a:srgbClr val="38517A">
                    <a:alpha val="28930"/>
                  </a:srgbClr>
                </a:gs>
                <a:gs pos="14286">
                  <a:srgbClr val="38517A">
                    <a:alpha val="26940"/>
                  </a:srgbClr>
                </a:gs>
                <a:gs pos="28571">
                  <a:srgbClr val="38517A">
                    <a:alpha val="21629"/>
                  </a:srgbClr>
                </a:gs>
                <a:gs pos="42857">
                  <a:srgbClr val="38517A">
                    <a:alpha val="14774"/>
                  </a:srgbClr>
                </a:gs>
                <a:gs pos="57143">
                  <a:srgbClr val="38517A">
                    <a:alpha val="8477"/>
                  </a:srgbClr>
                </a:gs>
                <a:gs pos="71429">
                  <a:srgbClr val="38517A">
                    <a:alpha val="4061"/>
                  </a:srgbClr>
                </a:gs>
                <a:gs pos="85714">
                  <a:srgbClr val="38517A">
                    <a:alpha val="1626"/>
                  </a:srgbClr>
                </a:gs>
                <a:gs pos="100000">
                  <a:srgbClr val="38517A">
                    <a:alpha val="5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Splat 730"/>
            <p:cNvSpPr>
              <a:spLocks noGrp="1"/>
            </p:cNvSpPr>
            <p:nvPr/>
          </p:nvSpPr>
          <p:spPr>
            <a:xfrm rot="10542144">
              <a:off x="-32831" y="2035263"/>
              <a:ext cx="206301" cy="76983"/>
            </a:xfrm>
            <a:prstGeom prst="ellipse">
              <a:avLst/>
            </a:prstGeom>
            <a:gradFill>
              <a:gsLst>
                <a:gs pos="0">
                  <a:srgbClr val="BACCEA">
                    <a:alpha val="7947"/>
                  </a:srgbClr>
                </a:gs>
                <a:gs pos="14286">
                  <a:srgbClr val="BACCEA">
                    <a:alpha val="7329"/>
                  </a:srgbClr>
                </a:gs>
                <a:gs pos="28571">
                  <a:srgbClr val="BACCEA">
                    <a:alpha val="5738"/>
                  </a:srgbClr>
                </a:gs>
                <a:gs pos="42857">
                  <a:srgbClr val="BACCEA">
                    <a:alpha val="3802"/>
                  </a:srgbClr>
                </a:gs>
                <a:gs pos="57143">
                  <a:srgbClr val="BACCEA">
                    <a:alpha val="2125"/>
                  </a:srgbClr>
                </a:gs>
                <a:gs pos="71429">
                  <a:srgbClr val="BACCEA">
                    <a:alpha val="1000"/>
                  </a:srgbClr>
                </a:gs>
                <a:gs pos="85714">
                  <a:srgbClr val="BACCEA">
                    <a:alpha val="397"/>
                  </a:srgbClr>
                </a:gs>
                <a:gs pos="100000">
                  <a:srgbClr val="BACCEA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Splat 731"/>
            <p:cNvSpPr>
              <a:spLocks noGrp="1"/>
            </p:cNvSpPr>
            <p:nvPr/>
          </p:nvSpPr>
          <p:spPr>
            <a:xfrm rot="3334690">
              <a:off x="1552432" y="2306492"/>
              <a:ext cx="325051" cy="51854"/>
            </a:xfrm>
            <a:prstGeom prst="ellipse">
              <a:avLst/>
            </a:prstGeom>
            <a:gradFill>
              <a:gsLst>
                <a:gs pos="0">
                  <a:srgbClr val="A17A49">
                    <a:alpha val="28003"/>
                  </a:srgbClr>
                </a:gs>
                <a:gs pos="14286">
                  <a:srgbClr val="A17A49">
                    <a:alpha val="26064"/>
                  </a:srgbClr>
                </a:gs>
                <a:gs pos="28571">
                  <a:srgbClr val="A17A49">
                    <a:alpha val="20901"/>
                  </a:srgbClr>
                </a:gs>
                <a:gs pos="42857">
                  <a:srgbClr val="A17A49">
                    <a:alpha val="14255"/>
                  </a:srgbClr>
                </a:gs>
                <a:gs pos="57143">
                  <a:srgbClr val="A17A49">
                    <a:alpha val="8169"/>
                  </a:srgbClr>
                </a:gs>
                <a:gs pos="71429">
                  <a:srgbClr val="A17A49">
                    <a:alpha val="3910"/>
                  </a:srgbClr>
                </a:gs>
                <a:gs pos="85714">
                  <a:srgbClr val="A17A49">
                    <a:alpha val="1565"/>
                  </a:srgbClr>
                </a:gs>
                <a:gs pos="100000">
                  <a:srgbClr val="A17A49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Splat 732"/>
            <p:cNvSpPr>
              <a:spLocks noGrp="1"/>
            </p:cNvSpPr>
            <p:nvPr/>
          </p:nvSpPr>
          <p:spPr>
            <a:xfrm rot="-10163958">
              <a:off x="1772346" y="2297393"/>
              <a:ext cx="133944" cy="79804"/>
            </a:xfrm>
            <a:prstGeom prst="ellipse">
              <a:avLst/>
            </a:prstGeom>
            <a:gradFill>
              <a:gsLst>
                <a:gs pos="0">
                  <a:srgbClr val="420000">
                    <a:alpha val="32968"/>
                  </a:srgbClr>
                </a:gs>
                <a:gs pos="14286">
                  <a:srgbClr val="420000">
                    <a:alpha val="30764"/>
                  </a:srgbClr>
                </a:gs>
                <a:gs pos="28571">
                  <a:srgbClr val="420000">
                    <a:alpha val="24833"/>
                  </a:srgbClr>
                </a:gs>
                <a:gs pos="42857">
                  <a:srgbClr val="420000">
                    <a:alpha val="17075"/>
                  </a:srgbClr>
                </a:gs>
                <a:gs pos="57143">
                  <a:srgbClr val="420000">
                    <a:alpha val="9855"/>
                  </a:srgbClr>
                </a:gs>
                <a:gs pos="71429">
                  <a:srgbClr val="420000">
                    <a:alpha val="4740"/>
                  </a:srgbClr>
                </a:gs>
                <a:gs pos="85714">
                  <a:srgbClr val="420000">
                    <a:alpha val="1902"/>
                  </a:srgbClr>
                </a:gs>
                <a:gs pos="100000">
                  <a:srgbClr val="4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Splat 733"/>
            <p:cNvSpPr>
              <a:spLocks noGrp="1"/>
            </p:cNvSpPr>
            <p:nvPr/>
          </p:nvSpPr>
          <p:spPr>
            <a:xfrm rot="4154085">
              <a:off x="1438709" y="2357858"/>
              <a:ext cx="230634" cy="124792"/>
            </a:xfrm>
            <a:prstGeom prst="ellipse">
              <a:avLst/>
            </a:prstGeom>
            <a:gradFill>
              <a:gsLst>
                <a:gs pos="0">
                  <a:srgbClr val="FFB450">
                    <a:alpha val="28592"/>
                  </a:srgbClr>
                </a:gs>
                <a:gs pos="14286">
                  <a:srgbClr val="FFB450">
                    <a:alpha val="26620"/>
                  </a:srgbClr>
                </a:gs>
                <a:gs pos="28571">
                  <a:srgbClr val="FFB450">
                    <a:alpha val="21363"/>
                  </a:srgbClr>
                </a:gs>
                <a:gs pos="42857">
                  <a:srgbClr val="FFB450">
                    <a:alpha val="14584"/>
                  </a:srgbClr>
                </a:gs>
                <a:gs pos="57143">
                  <a:srgbClr val="FFB450">
                    <a:alpha val="8364"/>
                  </a:srgbClr>
                </a:gs>
                <a:gs pos="71429">
                  <a:srgbClr val="FFB450">
                    <a:alpha val="4006"/>
                  </a:srgbClr>
                </a:gs>
                <a:gs pos="85714">
                  <a:srgbClr val="FFB450">
                    <a:alpha val="1604"/>
                  </a:srgbClr>
                </a:gs>
                <a:gs pos="100000">
                  <a:srgbClr val="FFB450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Splat 734"/>
            <p:cNvSpPr>
              <a:spLocks noGrp="1"/>
            </p:cNvSpPr>
            <p:nvPr/>
          </p:nvSpPr>
          <p:spPr>
            <a:xfrm rot="5546034">
              <a:off x="329767" y="1281228"/>
              <a:ext cx="341882" cy="107546"/>
            </a:xfrm>
            <a:prstGeom prst="ellipse">
              <a:avLst/>
            </a:prstGeom>
            <a:gradFill>
              <a:gsLst>
                <a:gs pos="0">
                  <a:srgbClr val="383B5B">
                    <a:alpha val="10654"/>
                  </a:srgbClr>
                </a:gs>
                <a:gs pos="14286">
                  <a:srgbClr val="383B5B">
                    <a:alpha val="9836"/>
                  </a:srgbClr>
                </a:gs>
                <a:gs pos="28571">
                  <a:srgbClr val="383B5B">
                    <a:alpha val="7725"/>
                  </a:srgbClr>
                </a:gs>
                <a:gs pos="42857">
                  <a:srgbClr val="383B5B">
                    <a:alpha val="5137"/>
                  </a:srgbClr>
                </a:gs>
                <a:gs pos="57143">
                  <a:srgbClr val="383B5B">
                    <a:alpha val="2880"/>
                  </a:srgbClr>
                </a:gs>
                <a:gs pos="71429">
                  <a:srgbClr val="383B5B">
                    <a:alpha val="1358"/>
                  </a:srgbClr>
                </a:gs>
                <a:gs pos="85714">
                  <a:srgbClr val="383B5B">
                    <a:alpha val="539"/>
                  </a:srgbClr>
                </a:gs>
                <a:gs pos="100000">
                  <a:srgbClr val="383B5B">
                    <a:alpha val="1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Splat 735"/>
            <p:cNvSpPr>
              <a:spLocks noGrp="1"/>
            </p:cNvSpPr>
            <p:nvPr/>
          </p:nvSpPr>
          <p:spPr>
            <a:xfrm rot="5691556">
              <a:off x="943207" y="1158581"/>
              <a:ext cx="388195" cy="1427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Splat 736"/>
            <p:cNvSpPr>
              <a:spLocks noGrp="1"/>
            </p:cNvSpPr>
            <p:nvPr/>
          </p:nvSpPr>
          <p:spPr>
            <a:xfrm rot="-10529914">
              <a:off x="886096" y="1461274"/>
              <a:ext cx="260641" cy="242276"/>
            </a:xfrm>
            <a:prstGeom prst="ellipse">
              <a:avLst/>
            </a:prstGeom>
            <a:gradFill>
              <a:gsLst>
                <a:gs pos="0">
                  <a:srgbClr val="385D59">
                    <a:alpha val="1367"/>
                  </a:srgbClr>
                </a:gs>
                <a:gs pos="14286">
                  <a:srgbClr val="385D59">
                    <a:alpha val="1257"/>
                  </a:srgbClr>
                </a:gs>
                <a:gs pos="28571">
                  <a:srgbClr val="385D59">
                    <a:alpha val="977"/>
                  </a:srgbClr>
                </a:gs>
                <a:gs pos="42857">
                  <a:srgbClr val="385D59">
                    <a:alpha val="642"/>
                  </a:srgbClr>
                </a:gs>
                <a:gs pos="57143">
                  <a:srgbClr val="385D59">
                    <a:alpha val="356"/>
                  </a:srgbClr>
                </a:gs>
                <a:gs pos="71429">
                  <a:srgbClr val="385D59">
                    <a:alpha val="167"/>
                  </a:srgbClr>
                </a:gs>
                <a:gs pos="85714">
                  <a:srgbClr val="385D59">
                    <a:alpha val="66"/>
                  </a:srgbClr>
                </a:gs>
                <a:gs pos="100000">
                  <a:srgbClr val="385D59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Splat 737"/>
            <p:cNvSpPr>
              <a:spLocks noGrp="1"/>
            </p:cNvSpPr>
            <p:nvPr/>
          </p:nvSpPr>
          <p:spPr>
            <a:xfrm rot="10665767">
              <a:off x="1742537" y="2306231"/>
              <a:ext cx="484176" cy="108428"/>
            </a:xfrm>
            <a:prstGeom prst="ellipse">
              <a:avLst/>
            </a:prstGeom>
            <a:gradFill>
              <a:gsLst>
                <a:gs pos="0">
                  <a:srgbClr val="F3AC5B">
                    <a:alpha val="25064"/>
                  </a:srgbClr>
                </a:gs>
                <a:gs pos="14286">
                  <a:srgbClr val="F3AC5B">
                    <a:alpha val="23294"/>
                  </a:srgbClr>
                </a:gs>
                <a:gs pos="28571">
                  <a:srgbClr val="F3AC5B">
                    <a:alpha val="18609"/>
                  </a:srgbClr>
                </a:gs>
                <a:gs pos="42857">
                  <a:srgbClr val="F3AC5B">
                    <a:alpha val="12634"/>
                  </a:srgbClr>
                </a:gs>
                <a:gs pos="57143">
                  <a:srgbClr val="F3AC5B">
                    <a:alpha val="7211"/>
                  </a:srgbClr>
                </a:gs>
                <a:gs pos="71429">
                  <a:srgbClr val="F3AC5B">
                    <a:alpha val="3442"/>
                  </a:srgbClr>
                </a:gs>
                <a:gs pos="85714">
                  <a:srgbClr val="F3AC5B">
                    <a:alpha val="1376"/>
                  </a:srgbClr>
                </a:gs>
                <a:gs pos="100000">
                  <a:srgbClr val="F3AC5B">
                    <a:alpha val="4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Splat 738"/>
            <p:cNvSpPr>
              <a:spLocks noGrp="1"/>
            </p:cNvSpPr>
            <p:nvPr/>
          </p:nvSpPr>
          <p:spPr>
            <a:xfrm rot="7494704">
              <a:off x="1616074" y="649549"/>
              <a:ext cx="282612" cy="225153"/>
            </a:xfrm>
            <a:prstGeom prst="ellipse">
              <a:avLst/>
            </a:prstGeom>
            <a:gradFill>
              <a:gsLst>
                <a:gs pos="0">
                  <a:srgbClr val="436840">
                    <a:alpha val="7297"/>
                  </a:srgbClr>
                </a:gs>
                <a:gs pos="14286">
                  <a:srgbClr val="436840">
                    <a:alpha val="6727"/>
                  </a:srgbClr>
                </a:gs>
                <a:gs pos="28571">
                  <a:srgbClr val="436840">
                    <a:alpha val="5264"/>
                  </a:srgbClr>
                </a:gs>
                <a:gs pos="42857">
                  <a:srgbClr val="436840">
                    <a:alpha val="3485"/>
                  </a:srgbClr>
                </a:gs>
                <a:gs pos="57143">
                  <a:srgbClr val="436840">
                    <a:alpha val="1946"/>
                  </a:srgbClr>
                </a:gs>
                <a:gs pos="71429">
                  <a:srgbClr val="436840">
                    <a:alpha val="916"/>
                  </a:srgbClr>
                </a:gs>
                <a:gs pos="85714">
                  <a:srgbClr val="436840">
                    <a:alpha val="363"/>
                  </a:srgbClr>
                </a:gs>
                <a:gs pos="100000">
                  <a:srgbClr val="436840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Splat 739"/>
            <p:cNvSpPr>
              <a:spLocks noGrp="1"/>
            </p:cNvSpPr>
            <p:nvPr/>
          </p:nvSpPr>
          <p:spPr>
            <a:xfrm rot="-9424267">
              <a:off x="180998" y="1812673"/>
              <a:ext cx="253460" cy="201977"/>
            </a:xfrm>
            <a:prstGeom prst="ellipse">
              <a:avLst/>
            </a:prstGeom>
            <a:gradFill>
              <a:gsLst>
                <a:gs pos="0">
                  <a:srgbClr val="00004E">
                    <a:alpha val="6664"/>
                  </a:srgbClr>
                </a:gs>
                <a:gs pos="14286">
                  <a:srgbClr val="00004E">
                    <a:alpha val="6142"/>
                  </a:srgbClr>
                </a:gs>
                <a:gs pos="28571">
                  <a:srgbClr val="00004E">
                    <a:alpha val="4802"/>
                  </a:srgbClr>
                </a:gs>
                <a:gs pos="42857">
                  <a:srgbClr val="00004E">
                    <a:alpha val="3176"/>
                  </a:srgbClr>
                </a:gs>
                <a:gs pos="57143">
                  <a:srgbClr val="00004E">
                    <a:alpha val="1773"/>
                  </a:srgbClr>
                </a:gs>
                <a:gs pos="71429">
                  <a:srgbClr val="00004E">
                    <a:alpha val="834"/>
                  </a:srgbClr>
                </a:gs>
                <a:gs pos="85714">
                  <a:srgbClr val="00004E">
                    <a:alpha val="331"/>
                  </a:srgbClr>
                </a:gs>
                <a:gs pos="100000">
                  <a:srgbClr val="00004E">
                    <a:alpha val="1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Splat 740"/>
            <p:cNvSpPr>
              <a:spLocks noGrp="1"/>
            </p:cNvSpPr>
            <p:nvPr/>
          </p:nvSpPr>
          <p:spPr>
            <a:xfrm rot="6846993">
              <a:off x="947938" y="1881522"/>
              <a:ext cx="237514" cy="213045"/>
            </a:xfrm>
            <a:prstGeom prst="ellipse">
              <a:avLst/>
            </a:prstGeom>
            <a:gradFill>
              <a:gsLst>
                <a:gs pos="0">
                  <a:srgbClr val="7DAAEE">
                    <a:alpha val="2310"/>
                  </a:srgbClr>
                </a:gs>
                <a:gs pos="14286">
                  <a:srgbClr val="7DAAEE">
                    <a:alpha val="2125"/>
                  </a:srgbClr>
                </a:gs>
                <a:gs pos="28571">
                  <a:srgbClr val="7DAAEE">
                    <a:alpha val="1654"/>
                  </a:srgbClr>
                </a:gs>
                <a:gs pos="42857">
                  <a:srgbClr val="7DAAEE">
                    <a:alpha val="1088"/>
                  </a:srgbClr>
                </a:gs>
                <a:gs pos="57143">
                  <a:srgbClr val="7DAAEE">
                    <a:alpha val="604"/>
                  </a:srgbClr>
                </a:gs>
                <a:gs pos="71429">
                  <a:srgbClr val="7DAAEE">
                    <a:alpha val="283"/>
                  </a:srgbClr>
                </a:gs>
                <a:gs pos="85714">
                  <a:srgbClr val="7DAAEE">
                    <a:alpha val="112"/>
                  </a:srgbClr>
                </a:gs>
                <a:gs pos="100000">
                  <a:srgbClr val="7DAAEE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Splat 741"/>
            <p:cNvSpPr>
              <a:spLocks noGrp="1"/>
            </p:cNvSpPr>
            <p:nvPr/>
          </p:nvSpPr>
          <p:spPr>
            <a:xfrm rot="5145921">
              <a:off x="-29980" y="1174120"/>
              <a:ext cx="313559" cy="214052"/>
            </a:xfrm>
            <a:prstGeom prst="ellipse">
              <a:avLst/>
            </a:prstGeom>
            <a:gradFill>
              <a:gsLst>
                <a:gs pos="0">
                  <a:srgbClr val="4A2700">
                    <a:alpha val="10420"/>
                  </a:srgbClr>
                </a:gs>
                <a:gs pos="14286">
                  <a:srgbClr val="4A2700">
                    <a:alpha val="9619"/>
                  </a:srgbClr>
                </a:gs>
                <a:gs pos="28571">
                  <a:srgbClr val="4A2700">
                    <a:alpha val="7552"/>
                  </a:srgbClr>
                </a:gs>
                <a:gs pos="42857">
                  <a:srgbClr val="4A2700">
                    <a:alpha val="5020"/>
                  </a:srgbClr>
                </a:gs>
                <a:gs pos="57143">
                  <a:srgbClr val="4A2700">
                    <a:alpha val="2814"/>
                  </a:srgbClr>
                </a:gs>
                <a:gs pos="71429">
                  <a:srgbClr val="4A2700">
                    <a:alpha val="1327"/>
                  </a:srgbClr>
                </a:gs>
                <a:gs pos="85714">
                  <a:srgbClr val="4A2700">
                    <a:alpha val="527"/>
                  </a:srgbClr>
                </a:gs>
                <a:gs pos="100000">
                  <a:srgbClr val="4A2700">
                    <a:alpha val="1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Splat 742"/>
            <p:cNvSpPr>
              <a:spLocks noGrp="1"/>
            </p:cNvSpPr>
            <p:nvPr/>
          </p:nvSpPr>
          <p:spPr>
            <a:xfrm rot="-10349580">
              <a:off x="1779301" y="1444400"/>
              <a:ext cx="246822" cy="242528"/>
            </a:xfrm>
            <a:prstGeom prst="ellipse">
              <a:avLst/>
            </a:prstGeom>
            <a:gradFill>
              <a:gsLst>
                <a:gs pos="0">
                  <a:srgbClr val="1E486B">
                    <a:alpha val="4835"/>
                  </a:srgbClr>
                </a:gs>
                <a:gs pos="14286">
                  <a:srgbClr val="1E486B">
                    <a:alpha val="4453"/>
                  </a:srgbClr>
                </a:gs>
                <a:gs pos="28571">
                  <a:srgbClr val="1E486B">
                    <a:alpha val="3475"/>
                  </a:srgbClr>
                </a:gs>
                <a:gs pos="42857">
                  <a:srgbClr val="1E486B">
                    <a:alpha val="2293"/>
                  </a:srgbClr>
                </a:gs>
                <a:gs pos="57143">
                  <a:srgbClr val="1E486B">
                    <a:alpha val="1277"/>
                  </a:srgbClr>
                </a:gs>
                <a:gs pos="71429">
                  <a:srgbClr val="1E486B">
                    <a:alpha val="600"/>
                  </a:srgbClr>
                </a:gs>
                <a:gs pos="85714">
                  <a:srgbClr val="1E486B">
                    <a:alpha val="238"/>
                  </a:srgbClr>
                </a:gs>
                <a:gs pos="100000">
                  <a:srgbClr val="1E486B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Splat 743"/>
            <p:cNvSpPr>
              <a:spLocks noGrp="1"/>
            </p:cNvSpPr>
            <p:nvPr/>
          </p:nvSpPr>
          <p:spPr>
            <a:xfrm rot="9875834">
              <a:off x="1546738" y="1981467"/>
              <a:ext cx="246066" cy="227899"/>
            </a:xfrm>
            <a:prstGeom prst="ellipse">
              <a:avLst/>
            </a:prstGeom>
            <a:gradFill>
              <a:gsLst>
                <a:gs pos="0">
                  <a:srgbClr val="795F50">
                    <a:alpha val="4867"/>
                  </a:srgbClr>
                </a:gs>
                <a:gs pos="14286">
                  <a:srgbClr val="795F50">
                    <a:alpha val="4482"/>
                  </a:srgbClr>
                </a:gs>
                <a:gs pos="28571">
                  <a:srgbClr val="795F50">
                    <a:alpha val="3498"/>
                  </a:srgbClr>
                </a:gs>
                <a:gs pos="42857">
                  <a:srgbClr val="795F50">
                    <a:alpha val="2309"/>
                  </a:srgbClr>
                </a:gs>
                <a:gs pos="57143">
                  <a:srgbClr val="795F50">
                    <a:alpha val="1286"/>
                  </a:srgbClr>
                </a:gs>
                <a:gs pos="71429">
                  <a:srgbClr val="795F50">
                    <a:alpha val="604"/>
                  </a:srgbClr>
                </a:gs>
                <a:gs pos="85714">
                  <a:srgbClr val="795F50">
                    <a:alpha val="239"/>
                  </a:srgbClr>
                </a:gs>
                <a:gs pos="100000">
                  <a:srgbClr val="795F50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Splat 744"/>
            <p:cNvSpPr>
              <a:spLocks noGrp="1"/>
            </p:cNvSpPr>
            <p:nvPr/>
          </p:nvSpPr>
          <p:spPr>
            <a:xfrm rot="4968429">
              <a:off x="1641541" y="1333316"/>
              <a:ext cx="431588" cy="69534"/>
            </a:xfrm>
            <a:prstGeom prst="ellipse">
              <a:avLst/>
            </a:prstGeom>
            <a:gradFill>
              <a:gsLst>
                <a:gs pos="0">
                  <a:srgbClr val="D6D4C1">
                    <a:alpha val="5074"/>
                  </a:srgbClr>
                </a:gs>
                <a:gs pos="14286">
                  <a:srgbClr val="D6D4C1">
                    <a:alpha val="4673"/>
                  </a:srgbClr>
                </a:gs>
                <a:gs pos="28571">
                  <a:srgbClr val="D6D4C1">
                    <a:alpha val="3648"/>
                  </a:srgbClr>
                </a:gs>
                <a:gs pos="42857">
                  <a:srgbClr val="D6D4C1">
                    <a:alpha val="2408"/>
                  </a:srgbClr>
                </a:gs>
                <a:gs pos="57143">
                  <a:srgbClr val="D6D4C1">
                    <a:alpha val="1342"/>
                  </a:srgbClr>
                </a:gs>
                <a:gs pos="71429">
                  <a:srgbClr val="D6D4C1">
                    <a:alpha val="630"/>
                  </a:srgbClr>
                </a:gs>
                <a:gs pos="85714">
                  <a:srgbClr val="D6D4C1">
                    <a:alpha val="250"/>
                  </a:srgbClr>
                </a:gs>
                <a:gs pos="100000">
                  <a:srgbClr val="D6D4C1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Splat 745"/>
            <p:cNvSpPr>
              <a:spLocks noGrp="1"/>
            </p:cNvSpPr>
            <p:nvPr/>
          </p:nvSpPr>
          <p:spPr>
            <a:xfrm rot="9464910">
              <a:off x="2046927" y="2156449"/>
              <a:ext cx="309237" cy="50932"/>
            </a:xfrm>
            <a:prstGeom prst="ellipse">
              <a:avLst/>
            </a:prstGeom>
            <a:gradFill>
              <a:gsLst>
                <a:gs pos="0">
                  <a:srgbClr val="FFA171">
                    <a:alpha val="5766"/>
                  </a:srgbClr>
                </a:gs>
                <a:gs pos="14286">
                  <a:srgbClr val="FFA171">
                    <a:alpha val="5312"/>
                  </a:srgbClr>
                </a:gs>
                <a:gs pos="28571">
                  <a:srgbClr val="FFA171">
                    <a:alpha val="4150"/>
                  </a:srgbClr>
                </a:gs>
                <a:gs pos="42857">
                  <a:srgbClr val="FFA171">
                    <a:alpha val="2742"/>
                  </a:srgbClr>
                </a:gs>
                <a:gs pos="57143">
                  <a:srgbClr val="FFA171">
                    <a:alpha val="1529"/>
                  </a:srgbClr>
                </a:gs>
                <a:gs pos="71429">
                  <a:srgbClr val="FFA171">
                    <a:alpha val="718"/>
                  </a:srgbClr>
                </a:gs>
                <a:gs pos="85714">
                  <a:srgbClr val="FFA171">
                    <a:alpha val="285"/>
                  </a:srgbClr>
                </a:gs>
                <a:gs pos="100000">
                  <a:srgbClr val="FFA171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Splat 746"/>
            <p:cNvSpPr>
              <a:spLocks noGrp="1"/>
            </p:cNvSpPr>
            <p:nvPr/>
          </p:nvSpPr>
          <p:spPr>
            <a:xfrm rot="-10010387">
              <a:off x="1061739" y="2393259"/>
              <a:ext cx="229934" cy="71233"/>
            </a:xfrm>
            <a:prstGeom prst="ellipse">
              <a:avLst/>
            </a:prstGeom>
            <a:gradFill>
              <a:gsLst>
                <a:gs pos="0">
                  <a:srgbClr val="FFA72A">
                    <a:alpha val="32968"/>
                  </a:srgbClr>
                </a:gs>
                <a:gs pos="14286">
                  <a:srgbClr val="FFA72A">
                    <a:alpha val="30764"/>
                  </a:srgbClr>
                </a:gs>
                <a:gs pos="28571">
                  <a:srgbClr val="FFA72A">
                    <a:alpha val="24833"/>
                  </a:srgbClr>
                </a:gs>
                <a:gs pos="42857">
                  <a:srgbClr val="FFA72A">
                    <a:alpha val="17075"/>
                  </a:srgbClr>
                </a:gs>
                <a:gs pos="57143">
                  <a:srgbClr val="FFA72A">
                    <a:alpha val="9855"/>
                  </a:srgbClr>
                </a:gs>
                <a:gs pos="71429">
                  <a:srgbClr val="FFA72A">
                    <a:alpha val="4740"/>
                  </a:srgbClr>
                </a:gs>
                <a:gs pos="85714">
                  <a:srgbClr val="FFA72A">
                    <a:alpha val="1902"/>
                  </a:srgbClr>
                </a:gs>
                <a:gs pos="100000">
                  <a:srgbClr val="FFA72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Splat 747"/>
            <p:cNvSpPr>
              <a:spLocks noGrp="1"/>
            </p:cNvSpPr>
            <p:nvPr/>
          </p:nvSpPr>
          <p:spPr>
            <a:xfrm rot="-9806964">
              <a:off x="1881604" y="2228786"/>
              <a:ext cx="289136" cy="31904"/>
            </a:xfrm>
            <a:prstGeom prst="ellipse">
              <a:avLst/>
            </a:prstGeom>
            <a:gradFill>
              <a:gsLst>
                <a:gs pos="0">
                  <a:srgbClr val="FFFF7D">
                    <a:alpha val="28613"/>
                  </a:srgbClr>
                </a:gs>
                <a:gs pos="14286">
                  <a:srgbClr val="FFFF7D">
                    <a:alpha val="26640"/>
                  </a:srgbClr>
                </a:gs>
                <a:gs pos="28571">
                  <a:srgbClr val="FFFF7D">
                    <a:alpha val="21379"/>
                  </a:srgbClr>
                </a:gs>
                <a:gs pos="42857">
                  <a:srgbClr val="FFFF7D">
                    <a:alpha val="14596"/>
                  </a:srgbClr>
                </a:gs>
                <a:gs pos="57143">
                  <a:srgbClr val="FFFF7D">
                    <a:alpha val="8371"/>
                  </a:srgbClr>
                </a:gs>
                <a:gs pos="71429">
                  <a:srgbClr val="FFFF7D">
                    <a:alpha val="4010"/>
                  </a:srgbClr>
                </a:gs>
                <a:gs pos="85714">
                  <a:srgbClr val="FFFF7D">
                    <a:alpha val="1605"/>
                  </a:srgbClr>
                </a:gs>
                <a:gs pos="100000">
                  <a:srgbClr val="FFFF7D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Splat 748"/>
            <p:cNvSpPr>
              <a:spLocks noGrp="1"/>
            </p:cNvSpPr>
            <p:nvPr/>
          </p:nvSpPr>
          <p:spPr>
            <a:xfrm rot="5932534">
              <a:off x="1639559" y="1517713"/>
              <a:ext cx="473092" cy="89558"/>
            </a:xfrm>
            <a:prstGeom prst="ellipse">
              <a:avLst/>
            </a:prstGeom>
            <a:gradFill>
              <a:gsLst>
                <a:gs pos="0">
                  <a:srgbClr val="E7CB79">
                    <a:alpha val="13698"/>
                  </a:srgbClr>
                </a:gs>
                <a:gs pos="14286">
                  <a:srgbClr val="E7CB79">
                    <a:alpha val="12664"/>
                  </a:srgbClr>
                </a:gs>
                <a:gs pos="28571">
                  <a:srgbClr val="E7CB79">
                    <a:alpha val="9980"/>
                  </a:srgbClr>
                </a:gs>
                <a:gs pos="42857">
                  <a:srgbClr val="E7CB79">
                    <a:alpha val="6663"/>
                  </a:srgbClr>
                </a:gs>
                <a:gs pos="57143">
                  <a:srgbClr val="E7CB79">
                    <a:alpha val="3749"/>
                  </a:srgbClr>
                </a:gs>
                <a:gs pos="71429">
                  <a:srgbClr val="E7CB79">
                    <a:alpha val="1773"/>
                  </a:srgbClr>
                </a:gs>
                <a:gs pos="85714">
                  <a:srgbClr val="E7CB79">
                    <a:alpha val="705"/>
                  </a:srgbClr>
                </a:gs>
                <a:gs pos="100000">
                  <a:srgbClr val="E7CB79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Splat 749"/>
            <p:cNvSpPr>
              <a:spLocks noGrp="1"/>
            </p:cNvSpPr>
            <p:nvPr/>
          </p:nvSpPr>
          <p:spPr>
            <a:xfrm rot="4936953">
              <a:off x="3100233" y="1804823"/>
              <a:ext cx="278845" cy="189410"/>
            </a:xfrm>
            <a:prstGeom prst="ellipse">
              <a:avLst/>
            </a:prstGeom>
            <a:gradFill>
              <a:gsLst>
                <a:gs pos="0">
                  <a:srgbClr val="00003B">
                    <a:alpha val="25165"/>
                  </a:srgbClr>
                </a:gs>
                <a:gs pos="14286">
                  <a:srgbClr val="00003B">
                    <a:alpha val="23389"/>
                  </a:srgbClr>
                </a:gs>
                <a:gs pos="28571">
                  <a:srgbClr val="00003B">
                    <a:alpha val="18688"/>
                  </a:srgbClr>
                </a:gs>
                <a:gs pos="42857">
                  <a:srgbClr val="00003B">
                    <a:alpha val="12689"/>
                  </a:srgbClr>
                </a:gs>
                <a:gs pos="57143">
                  <a:srgbClr val="00003B">
                    <a:alpha val="7243"/>
                  </a:srgbClr>
                </a:gs>
                <a:gs pos="71429">
                  <a:srgbClr val="00003B">
                    <a:alpha val="3458"/>
                  </a:srgbClr>
                </a:gs>
                <a:gs pos="85714">
                  <a:srgbClr val="00003B">
                    <a:alpha val="1382"/>
                  </a:srgbClr>
                </a:gs>
                <a:gs pos="100000">
                  <a:srgbClr val="00003B">
                    <a:alpha val="4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Splat 750"/>
            <p:cNvSpPr>
              <a:spLocks noGrp="1"/>
            </p:cNvSpPr>
            <p:nvPr/>
          </p:nvSpPr>
          <p:spPr>
            <a:xfrm rot="9140858">
              <a:off x="1707143" y="2319009"/>
              <a:ext cx="315872" cy="187894"/>
            </a:xfrm>
            <a:prstGeom prst="ellipse">
              <a:avLst/>
            </a:prstGeom>
            <a:gradFill>
              <a:gsLst>
                <a:gs pos="0">
                  <a:srgbClr val="FFAC33">
                    <a:alpha val="23606"/>
                  </a:srgbClr>
                </a:gs>
                <a:gs pos="14286">
                  <a:srgbClr val="FFAC33">
                    <a:alpha val="21924"/>
                  </a:srgbClr>
                </a:gs>
                <a:gs pos="28571">
                  <a:srgbClr val="FFAC33">
                    <a:alpha val="17483"/>
                  </a:srgbClr>
                </a:gs>
                <a:gs pos="42857">
                  <a:srgbClr val="FFAC33">
                    <a:alpha val="11842"/>
                  </a:srgbClr>
                </a:gs>
                <a:gs pos="57143">
                  <a:srgbClr val="FFAC33">
                    <a:alpha val="6746"/>
                  </a:srgbClr>
                </a:gs>
                <a:gs pos="71429">
                  <a:srgbClr val="FFAC33">
                    <a:alpha val="3216"/>
                  </a:srgbClr>
                </a:gs>
                <a:gs pos="85714">
                  <a:srgbClr val="FFAC33">
                    <a:alpha val="1284"/>
                  </a:srgbClr>
                </a:gs>
                <a:gs pos="100000">
                  <a:srgbClr val="FFAC33">
                    <a:alpha val="4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Splat 751"/>
            <p:cNvSpPr>
              <a:spLocks noGrp="1"/>
            </p:cNvSpPr>
            <p:nvPr/>
          </p:nvSpPr>
          <p:spPr>
            <a:xfrm rot="10375629">
              <a:off x="3173089" y="2012147"/>
              <a:ext cx="564614" cy="50045"/>
            </a:xfrm>
            <a:prstGeom prst="ellipse">
              <a:avLst/>
            </a:prstGeom>
            <a:gradFill>
              <a:gsLst>
                <a:gs pos="0">
                  <a:srgbClr val="F8D400">
                    <a:alpha val="4293"/>
                  </a:srgbClr>
                </a:gs>
                <a:gs pos="14286">
                  <a:srgbClr val="F8D400">
                    <a:alpha val="3953"/>
                  </a:srgbClr>
                </a:gs>
                <a:gs pos="28571">
                  <a:srgbClr val="F8D400">
                    <a:alpha val="3083"/>
                  </a:srgbClr>
                </a:gs>
                <a:gs pos="42857">
                  <a:srgbClr val="F8D400">
                    <a:alpha val="2033"/>
                  </a:srgbClr>
                </a:gs>
                <a:gs pos="57143">
                  <a:srgbClr val="F8D400">
                    <a:alpha val="1132"/>
                  </a:srgbClr>
                </a:gs>
                <a:gs pos="71429">
                  <a:srgbClr val="F8D400">
                    <a:alpha val="531"/>
                  </a:srgbClr>
                </a:gs>
                <a:gs pos="85714">
                  <a:srgbClr val="F8D400">
                    <a:alpha val="210"/>
                  </a:srgbClr>
                </a:gs>
                <a:gs pos="100000">
                  <a:srgbClr val="F8D400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Splat 752"/>
            <p:cNvSpPr>
              <a:spLocks noGrp="1"/>
            </p:cNvSpPr>
            <p:nvPr/>
          </p:nvSpPr>
          <p:spPr>
            <a:xfrm rot="10732985">
              <a:off x="2982844" y="822912"/>
              <a:ext cx="568893" cy="566292"/>
            </a:xfrm>
            <a:prstGeom prst="ellipse">
              <a:avLst/>
            </a:prstGeom>
            <a:gradFill>
              <a:gsLst>
                <a:gs pos="0">
                  <a:srgbClr val="010003">
                    <a:alpha val="11470"/>
                  </a:srgbClr>
                </a:gs>
                <a:gs pos="14286">
                  <a:srgbClr val="010003">
                    <a:alpha val="10593"/>
                  </a:srgbClr>
                </a:gs>
                <a:gs pos="28571">
                  <a:srgbClr val="010003">
                    <a:alpha val="8327"/>
                  </a:srgbClr>
                </a:gs>
                <a:gs pos="42857">
                  <a:srgbClr val="010003">
                    <a:alpha val="5543"/>
                  </a:srgbClr>
                </a:gs>
                <a:gs pos="57143">
                  <a:srgbClr val="010003">
                    <a:alpha val="3110"/>
                  </a:srgbClr>
                </a:gs>
                <a:gs pos="71429">
                  <a:srgbClr val="010003">
                    <a:alpha val="1468"/>
                  </a:srgbClr>
                </a:gs>
                <a:gs pos="85714">
                  <a:srgbClr val="010003">
                    <a:alpha val="583"/>
                  </a:srgbClr>
                </a:gs>
                <a:gs pos="100000">
                  <a:srgbClr val="010003">
                    <a:alpha val="1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Splat 753"/>
            <p:cNvSpPr>
              <a:spLocks noGrp="1"/>
            </p:cNvSpPr>
            <p:nvPr/>
          </p:nvSpPr>
          <p:spPr>
            <a:xfrm rot="5311996">
              <a:off x="1536813" y="756880"/>
              <a:ext cx="352037" cy="220970"/>
            </a:xfrm>
            <a:prstGeom prst="ellipse">
              <a:avLst/>
            </a:prstGeom>
            <a:gradFill>
              <a:gsLst>
                <a:gs pos="0">
                  <a:srgbClr val="0448B2">
                    <a:alpha val="3514"/>
                  </a:srgbClr>
                </a:gs>
                <a:gs pos="14286">
                  <a:srgbClr val="0448B2">
                    <a:alpha val="3234"/>
                  </a:srgbClr>
                </a:gs>
                <a:gs pos="28571">
                  <a:srgbClr val="0448B2">
                    <a:alpha val="2521"/>
                  </a:srgbClr>
                </a:gs>
                <a:gs pos="42857">
                  <a:srgbClr val="0448B2">
                    <a:alpha val="1661"/>
                  </a:srgbClr>
                </a:gs>
                <a:gs pos="57143">
                  <a:srgbClr val="0448B2">
                    <a:alpha val="924"/>
                  </a:srgbClr>
                </a:gs>
                <a:gs pos="71429">
                  <a:srgbClr val="0448B2">
                    <a:alpha val="433"/>
                  </a:srgbClr>
                </a:gs>
                <a:gs pos="85714">
                  <a:srgbClr val="0448B2">
                    <a:alpha val="172"/>
                  </a:srgbClr>
                </a:gs>
                <a:gs pos="100000">
                  <a:srgbClr val="0448B2">
                    <a:alpha val="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Splat 754"/>
            <p:cNvSpPr>
              <a:spLocks noGrp="1"/>
            </p:cNvSpPr>
            <p:nvPr/>
          </p:nvSpPr>
          <p:spPr>
            <a:xfrm rot="10453415">
              <a:off x="3067156" y="862919"/>
              <a:ext cx="583114" cy="576574"/>
            </a:xfrm>
            <a:prstGeom prst="ellipse">
              <a:avLst/>
            </a:prstGeom>
            <a:gradFill>
              <a:gsLst>
                <a:gs pos="0">
                  <a:srgbClr val="463900">
                    <a:alpha val="13545"/>
                  </a:srgbClr>
                </a:gs>
                <a:gs pos="14286">
                  <a:srgbClr val="463900">
                    <a:alpha val="12522"/>
                  </a:srgbClr>
                </a:gs>
                <a:gs pos="28571">
                  <a:srgbClr val="463900">
                    <a:alpha val="9866"/>
                  </a:srgbClr>
                </a:gs>
                <a:gs pos="42857">
                  <a:srgbClr val="463900">
                    <a:alpha val="6586"/>
                  </a:srgbClr>
                </a:gs>
                <a:gs pos="57143">
                  <a:srgbClr val="463900">
                    <a:alpha val="3705"/>
                  </a:srgbClr>
                </a:gs>
                <a:gs pos="71429">
                  <a:srgbClr val="463900">
                    <a:alpha val="1752"/>
                  </a:srgbClr>
                </a:gs>
                <a:gs pos="85714">
                  <a:srgbClr val="463900">
                    <a:alpha val="696"/>
                  </a:srgbClr>
                </a:gs>
                <a:gs pos="100000">
                  <a:srgbClr val="463900">
                    <a:alpha val="2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Splat 755"/>
            <p:cNvSpPr>
              <a:spLocks noGrp="1"/>
            </p:cNvSpPr>
            <p:nvPr/>
          </p:nvSpPr>
          <p:spPr>
            <a:xfrm rot="9896302">
              <a:off x="1819468" y="2327791"/>
              <a:ext cx="271924" cy="104391"/>
            </a:xfrm>
            <a:prstGeom prst="ellipse">
              <a:avLst/>
            </a:prstGeom>
            <a:gradFill>
              <a:gsLst>
                <a:gs pos="0">
                  <a:srgbClr val="3D002C">
                    <a:alpha val="22194"/>
                  </a:srgbClr>
                </a:gs>
                <a:gs pos="14286">
                  <a:srgbClr val="3D002C">
                    <a:alpha val="20599"/>
                  </a:srgbClr>
                </a:gs>
                <a:gs pos="28571">
                  <a:srgbClr val="3D002C">
                    <a:alpha val="16397"/>
                  </a:srgbClr>
                </a:gs>
                <a:gs pos="42857">
                  <a:srgbClr val="3D002C">
                    <a:alpha val="11083"/>
                  </a:srgbClr>
                </a:gs>
                <a:gs pos="57143">
                  <a:srgbClr val="3D002C">
                    <a:alpha val="6302"/>
                  </a:srgbClr>
                </a:gs>
                <a:gs pos="71429">
                  <a:srgbClr val="3D002C">
                    <a:alpha val="3001"/>
                  </a:srgbClr>
                </a:gs>
                <a:gs pos="85714">
                  <a:srgbClr val="3D002C">
                    <a:alpha val="1198"/>
                  </a:srgbClr>
                </a:gs>
                <a:gs pos="100000">
                  <a:srgbClr val="3D002C">
                    <a:alpha val="4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Splat 756"/>
            <p:cNvSpPr>
              <a:spLocks noGrp="1"/>
            </p:cNvSpPr>
            <p:nvPr/>
          </p:nvSpPr>
          <p:spPr>
            <a:xfrm rot="10463119">
              <a:off x="2973468" y="842491"/>
              <a:ext cx="573534" cy="567945"/>
            </a:xfrm>
            <a:prstGeom prst="ellipse">
              <a:avLst/>
            </a:prstGeom>
            <a:gradFill>
              <a:gsLst>
                <a:gs pos="0">
                  <a:srgbClr val="111502">
                    <a:alpha val="7755"/>
                  </a:srgbClr>
                </a:gs>
                <a:gs pos="14286">
                  <a:srgbClr val="111502">
                    <a:alpha val="7151"/>
                  </a:srgbClr>
                </a:gs>
                <a:gs pos="28571">
                  <a:srgbClr val="111502">
                    <a:alpha val="5598"/>
                  </a:srgbClr>
                </a:gs>
                <a:gs pos="42857">
                  <a:srgbClr val="111502">
                    <a:alpha val="3708"/>
                  </a:srgbClr>
                </a:gs>
                <a:gs pos="57143">
                  <a:srgbClr val="111502">
                    <a:alpha val="2072"/>
                  </a:srgbClr>
                </a:gs>
                <a:gs pos="71429">
                  <a:srgbClr val="111502">
                    <a:alpha val="975"/>
                  </a:srgbClr>
                </a:gs>
                <a:gs pos="85714">
                  <a:srgbClr val="111502">
                    <a:alpha val="387"/>
                  </a:srgbClr>
                </a:gs>
                <a:gs pos="100000">
                  <a:srgbClr val="111502">
                    <a:alpha val="1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Splat 757"/>
            <p:cNvSpPr>
              <a:spLocks noGrp="1"/>
            </p:cNvSpPr>
            <p:nvPr/>
          </p:nvSpPr>
          <p:spPr>
            <a:xfrm rot="-8343526">
              <a:off x="40732" y="604188"/>
              <a:ext cx="565650" cy="535587"/>
            </a:xfrm>
            <a:prstGeom prst="ellipse">
              <a:avLst/>
            </a:prstGeom>
            <a:gradFill>
              <a:gsLst>
                <a:gs pos="0">
                  <a:srgbClr val="1F0000">
                    <a:alpha val="21916"/>
                  </a:srgbClr>
                </a:gs>
                <a:gs pos="14286">
                  <a:srgbClr val="1F0000">
                    <a:alpha val="20337"/>
                  </a:srgbClr>
                </a:gs>
                <a:gs pos="28571">
                  <a:srgbClr val="1F0000">
                    <a:alpha val="16184"/>
                  </a:srgbClr>
                </a:gs>
                <a:gs pos="42857">
                  <a:srgbClr val="1F0000">
                    <a:alpha val="10934"/>
                  </a:srgbClr>
                </a:gs>
                <a:gs pos="57143">
                  <a:srgbClr val="1F0000">
                    <a:alpha val="6215"/>
                  </a:srgbClr>
                </a:gs>
                <a:gs pos="71429">
                  <a:srgbClr val="1F0000">
                    <a:alpha val="2959"/>
                  </a:srgbClr>
                </a:gs>
                <a:gs pos="85714">
                  <a:srgbClr val="1F0000">
                    <a:alpha val="1181"/>
                  </a:srgbClr>
                </a:gs>
                <a:gs pos="100000">
                  <a:srgbClr val="1F0000">
                    <a:alpha val="3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Splat 758"/>
            <p:cNvSpPr>
              <a:spLocks noGrp="1"/>
            </p:cNvSpPr>
            <p:nvPr/>
          </p:nvSpPr>
          <p:spPr>
            <a:xfrm rot="6898832">
              <a:off x="815476" y="1605886"/>
              <a:ext cx="272084" cy="224621"/>
            </a:xfrm>
            <a:prstGeom prst="ellipse">
              <a:avLst/>
            </a:prstGeom>
            <a:gradFill>
              <a:gsLst>
                <a:gs pos="0">
                  <a:srgbClr val="2B2676">
                    <a:alpha val="3310"/>
                  </a:srgbClr>
                </a:gs>
                <a:gs pos="14286">
                  <a:srgbClr val="2B2676">
                    <a:alpha val="3046"/>
                  </a:srgbClr>
                </a:gs>
                <a:gs pos="28571">
                  <a:srgbClr val="2B2676">
                    <a:alpha val="2373"/>
                  </a:srgbClr>
                </a:gs>
                <a:gs pos="42857">
                  <a:srgbClr val="2B2676">
                    <a:alpha val="1563"/>
                  </a:srgbClr>
                </a:gs>
                <a:gs pos="57143">
                  <a:srgbClr val="2B2676">
                    <a:alpha val="869"/>
                  </a:srgbClr>
                </a:gs>
                <a:gs pos="71429">
                  <a:srgbClr val="2B2676">
                    <a:alpha val="408"/>
                  </a:srgbClr>
                </a:gs>
                <a:gs pos="85714">
                  <a:srgbClr val="2B2676">
                    <a:alpha val="161"/>
                  </a:srgbClr>
                </a:gs>
                <a:gs pos="100000">
                  <a:srgbClr val="2B2676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Splat 759"/>
            <p:cNvSpPr>
              <a:spLocks noGrp="1"/>
            </p:cNvSpPr>
            <p:nvPr/>
          </p:nvSpPr>
          <p:spPr>
            <a:xfrm rot="10561897">
              <a:off x="3490514" y="2017879"/>
              <a:ext cx="267726" cy="42634"/>
            </a:xfrm>
            <a:prstGeom prst="ellipse">
              <a:avLst/>
            </a:prstGeom>
            <a:gradFill>
              <a:gsLst>
                <a:gs pos="0">
                  <a:srgbClr val="EAD990">
                    <a:alpha val="32968"/>
                  </a:srgbClr>
                </a:gs>
                <a:gs pos="14286">
                  <a:srgbClr val="EAD990">
                    <a:alpha val="30764"/>
                  </a:srgbClr>
                </a:gs>
                <a:gs pos="28571">
                  <a:srgbClr val="EAD990">
                    <a:alpha val="24833"/>
                  </a:srgbClr>
                </a:gs>
                <a:gs pos="42857">
                  <a:srgbClr val="EAD990">
                    <a:alpha val="17075"/>
                  </a:srgbClr>
                </a:gs>
                <a:gs pos="57143">
                  <a:srgbClr val="EAD990">
                    <a:alpha val="9855"/>
                  </a:srgbClr>
                </a:gs>
                <a:gs pos="71429">
                  <a:srgbClr val="EAD990">
                    <a:alpha val="4740"/>
                  </a:srgbClr>
                </a:gs>
                <a:gs pos="85714">
                  <a:srgbClr val="EAD990">
                    <a:alpha val="1902"/>
                  </a:srgbClr>
                </a:gs>
                <a:gs pos="100000">
                  <a:srgbClr val="EAD99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Splat 760"/>
            <p:cNvSpPr>
              <a:spLocks noGrp="1"/>
            </p:cNvSpPr>
            <p:nvPr/>
          </p:nvSpPr>
          <p:spPr>
            <a:xfrm rot="8850351">
              <a:off x="222363" y="1291434"/>
              <a:ext cx="307300" cy="201736"/>
            </a:xfrm>
            <a:prstGeom prst="ellipse">
              <a:avLst/>
            </a:prstGeom>
            <a:gradFill>
              <a:gsLst>
                <a:gs pos="0">
                  <a:srgbClr val="6D9BE7">
                    <a:alpha val="11575"/>
                  </a:srgbClr>
                </a:gs>
                <a:gs pos="14286">
                  <a:srgbClr val="6D9BE7">
                    <a:alpha val="10690"/>
                  </a:srgbClr>
                </a:gs>
                <a:gs pos="28571">
                  <a:srgbClr val="6D9BE7">
                    <a:alpha val="8404"/>
                  </a:srgbClr>
                </a:gs>
                <a:gs pos="42857">
                  <a:srgbClr val="6D9BE7">
                    <a:alpha val="5595"/>
                  </a:srgbClr>
                </a:gs>
                <a:gs pos="57143">
                  <a:srgbClr val="6D9BE7">
                    <a:alpha val="3140"/>
                  </a:srgbClr>
                </a:gs>
                <a:gs pos="71429">
                  <a:srgbClr val="6D9BE7">
                    <a:alpha val="1482"/>
                  </a:srgbClr>
                </a:gs>
                <a:gs pos="85714">
                  <a:srgbClr val="6D9BE7">
                    <a:alpha val="589"/>
                  </a:srgbClr>
                </a:gs>
                <a:gs pos="100000">
                  <a:srgbClr val="6D9BE7">
                    <a:alpha val="1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Splat 761"/>
            <p:cNvSpPr>
              <a:spLocks noGrp="1"/>
            </p:cNvSpPr>
            <p:nvPr/>
          </p:nvSpPr>
          <p:spPr>
            <a:xfrm rot="10735173">
              <a:off x="3024934" y="878101"/>
              <a:ext cx="575532" cy="571562"/>
            </a:xfrm>
            <a:prstGeom prst="ellipse">
              <a:avLst/>
            </a:prstGeom>
            <a:gradFill>
              <a:gsLst>
                <a:gs pos="0">
                  <a:srgbClr val="353A00">
                    <a:alpha val="4619"/>
                  </a:srgbClr>
                </a:gs>
                <a:gs pos="14286">
                  <a:srgbClr val="353A00">
                    <a:alpha val="4253"/>
                  </a:srgbClr>
                </a:gs>
                <a:gs pos="28571">
                  <a:srgbClr val="353A00">
                    <a:alpha val="3318"/>
                  </a:srgbClr>
                </a:gs>
                <a:gs pos="42857">
                  <a:srgbClr val="353A00">
                    <a:alpha val="2189"/>
                  </a:srgbClr>
                </a:gs>
                <a:gs pos="57143">
                  <a:srgbClr val="353A00">
                    <a:alpha val="1219"/>
                  </a:srgbClr>
                </a:gs>
                <a:gs pos="71429">
                  <a:srgbClr val="353A00">
                    <a:alpha val="572"/>
                  </a:srgbClr>
                </a:gs>
                <a:gs pos="85714">
                  <a:srgbClr val="353A00">
                    <a:alpha val="227"/>
                  </a:srgbClr>
                </a:gs>
                <a:gs pos="100000">
                  <a:srgbClr val="353A00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Splat 762"/>
            <p:cNvSpPr>
              <a:spLocks noGrp="1"/>
            </p:cNvSpPr>
            <p:nvPr/>
          </p:nvSpPr>
          <p:spPr>
            <a:xfrm rot="-10217007">
              <a:off x="1018036" y="1394965"/>
              <a:ext cx="278304" cy="223918"/>
            </a:xfrm>
            <a:prstGeom prst="ellipse">
              <a:avLst/>
            </a:prstGeom>
            <a:gradFill>
              <a:gsLst>
                <a:gs pos="0">
                  <a:srgbClr val="3A003A">
                    <a:alpha val="6724"/>
                  </a:srgbClr>
                </a:gs>
                <a:gs pos="14286">
                  <a:srgbClr val="3A003A">
                    <a:alpha val="6197"/>
                  </a:srgbClr>
                </a:gs>
                <a:gs pos="28571">
                  <a:srgbClr val="3A003A">
                    <a:alpha val="4846"/>
                  </a:srgbClr>
                </a:gs>
                <a:gs pos="42857">
                  <a:srgbClr val="3A003A">
                    <a:alpha val="3206"/>
                  </a:srgbClr>
                </a:gs>
                <a:gs pos="57143">
                  <a:srgbClr val="3A003A">
                    <a:alpha val="1789"/>
                  </a:srgbClr>
                </a:gs>
                <a:gs pos="71429">
                  <a:srgbClr val="3A003A">
                    <a:alpha val="841"/>
                  </a:srgbClr>
                </a:gs>
                <a:gs pos="85714">
                  <a:srgbClr val="3A003A">
                    <a:alpha val="334"/>
                  </a:srgbClr>
                </a:gs>
                <a:gs pos="100000">
                  <a:srgbClr val="3A003A">
                    <a:alpha val="1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Splat 763"/>
            <p:cNvSpPr>
              <a:spLocks noGrp="1"/>
            </p:cNvSpPr>
            <p:nvPr/>
          </p:nvSpPr>
          <p:spPr>
            <a:xfrm rot="7262846">
              <a:off x="1623546" y="647459"/>
              <a:ext cx="260285" cy="208469"/>
            </a:xfrm>
            <a:prstGeom prst="ellipse">
              <a:avLst/>
            </a:prstGeom>
            <a:gradFill>
              <a:gsLst>
                <a:gs pos="0">
                  <a:srgbClr val="00008F">
                    <a:alpha val="9155"/>
                  </a:srgbClr>
                </a:gs>
                <a:gs pos="14286">
                  <a:srgbClr val="00008F">
                    <a:alpha val="8446"/>
                  </a:srgbClr>
                </a:gs>
                <a:gs pos="28571">
                  <a:srgbClr val="00008F">
                    <a:alpha val="6622"/>
                  </a:srgbClr>
                </a:gs>
                <a:gs pos="42857">
                  <a:srgbClr val="00008F">
                    <a:alpha val="4395"/>
                  </a:srgbClr>
                </a:gs>
                <a:gs pos="57143">
                  <a:srgbClr val="00008F">
                    <a:alpha val="2459"/>
                  </a:srgbClr>
                </a:gs>
                <a:gs pos="71429">
                  <a:srgbClr val="00008F">
                    <a:alpha val="1159"/>
                  </a:srgbClr>
                </a:gs>
                <a:gs pos="85714">
                  <a:srgbClr val="00008F">
                    <a:alpha val="460"/>
                  </a:srgbClr>
                </a:gs>
                <a:gs pos="100000">
                  <a:srgbClr val="00008F">
                    <a:alpha val="1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Splat 764"/>
            <p:cNvSpPr>
              <a:spLocks noGrp="1"/>
            </p:cNvSpPr>
            <p:nvPr/>
          </p:nvSpPr>
          <p:spPr>
            <a:xfrm rot="10677149">
              <a:off x="2952343" y="706693"/>
              <a:ext cx="569115" cy="567710"/>
            </a:xfrm>
            <a:prstGeom prst="ellipse">
              <a:avLst/>
            </a:prstGeom>
            <a:gradFill>
              <a:gsLst>
                <a:gs pos="0">
                  <a:srgbClr val="02295A">
                    <a:alpha val="12451"/>
                  </a:srgbClr>
                </a:gs>
                <a:gs pos="14286">
                  <a:srgbClr val="02295A">
                    <a:alpha val="11505"/>
                  </a:srgbClr>
                </a:gs>
                <a:gs pos="28571">
                  <a:srgbClr val="02295A">
                    <a:alpha val="9053"/>
                  </a:srgbClr>
                </a:gs>
                <a:gs pos="42857">
                  <a:srgbClr val="02295A">
                    <a:alpha val="6035"/>
                  </a:srgbClr>
                </a:gs>
                <a:gs pos="57143">
                  <a:srgbClr val="02295A">
                    <a:alpha val="3390"/>
                  </a:srgbClr>
                </a:gs>
                <a:gs pos="71429">
                  <a:srgbClr val="02295A">
                    <a:alpha val="1602"/>
                  </a:srgbClr>
                </a:gs>
                <a:gs pos="85714">
                  <a:srgbClr val="02295A">
                    <a:alpha val="636"/>
                  </a:srgbClr>
                </a:gs>
                <a:gs pos="100000">
                  <a:srgbClr val="02295A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Splat 765"/>
            <p:cNvSpPr>
              <a:spLocks noGrp="1"/>
            </p:cNvSpPr>
            <p:nvPr/>
          </p:nvSpPr>
          <p:spPr>
            <a:xfrm rot="3830475">
              <a:off x="1784615" y="2243837"/>
              <a:ext cx="246330" cy="32247"/>
            </a:xfrm>
            <a:prstGeom prst="ellipse">
              <a:avLst/>
            </a:prstGeom>
            <a:gradFill>
              <a:gsLst>
                <a:gs pos="0">
                  <a:srgbClr val="402D00">
                    <a:alpha val="9411"/>
                  </a:srgbClr>
                </a:gs>
                <a:gs pos="14286">
                  <a:srgbClr val="402D00">
                    <a:alpha val="8684"/>
                  </a:srgbClr>
                </a:gs>
                <a:gs pos="28571">
                  <a:srgbClr val="402D00">
                    <a:alpha val="6810"/>
                  </a:srgbClr>
                </a:gs>
                <a:gs pos="42857">
                  <a:srgbClr val="402D00">
                    <a:alpha val="4521"/>
                  </a:srgbClr>
                </a:gs>
                <a:gs pos="57143">
                  <a:srgbClr val="402D00">
                    <a:alpha val="2531"/>
                  </a:srgbClr>
                </a:gs>
                <a:gs pos="71429">
                  <a:srgbClr val="402D00">
                    <a:alpha val="1193"/>
                  </a:srgbClr>
                </a:gs>
                <a:gs pos="85714">
                  <a:srgbClr val="402D00">
                    <a:alpha val="473"/>
                  </a:srgbClr>
                </a:gs>
                <a:gs pos="100000">
                  <a:srgbClr val="402D00">
                    <a:alpha val="1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Splat 766"/>
            <p:cNvSpPr>
              <a:spLocks noGrp="1"/>
            </p:cNvSpPr>
            <p:nvPr/>
          </p:nvSpPr>
          <p:spPr>
            <a:xfrm rot="-10556463">
              <a:off x="-36901" y="463294"/>
              <a:ext cx="610504" cy="573976"/>
            </a:xfrm>
            <a:prstGeom prst="ellipse">
              <a:avLst/>
            </a:prstGeom>
            <a:gradFill>
              <a:gsLst>
                <a:gs pos="0">
                  <a:srgbClr val="000000">
                    <a:alpha val="9627"/>
                  </a:srgbClr>
                </a:gs>
                <a:gs pos="14286">
                  <a:srgbClr val="000000">
                    <a:alpha val="8884"/>
                  </a:srgbClr>
                </a:gs>
                <a:gs pos="28571">
                  <a:srgbClr val="000000">
                    <a:alpha val="6969"/>
                  </a:srgbClr>
                </a:gs>
                <a:gs pos="42857">
                  <a:srgbClr val="000000">
                    <a:alpha val="4628"/>
                  </a:srgbClr>
                </a:gs>
                <a:gs pos="57143">
                  <a:srgbClr val="000000">
                    <a:alpha val="2591"/>
                  </a:srgbClr>
                </a:gs>
                <a:gs pos="71429">
                  <a:srgbClr val="000000">
                    <a:alpha val="1221"/>
                  </a:srgbClr>
                </a:gs>
                <a:gs pos="85714">
                  <a:srgbClr val="000000">
                    <a:alpha val="485"/>
                  </a:srgbClr>
                </a:gs>
                <a:gs pos="100000">
                  <a:srgbClr val="000000">
                    <a:alpha val="1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Splat 767"/>
            <p:cNvSpPr>
              <a:spLocks noGrp="1"/>
            </p:cNvSpPr>
            <p:nvPr/>
          </p:nvSpPr>
          <p:spPr>
            <a:xfrm rot="3750163">
              <a:off x="138566" y="37059"/>
              <a:ext cx="616258" cy="566677"/>
            </a:xfrm>
            <a:prstGeom prst="ellipse">
              <a:avLst/>
            </a:prstGeom>
            <a:gradFill>
              <a:gsLst>
                <a:gs pos="0">
                  <a:srgbClr val="080100">
                    <a:alpha val="10177"/>
                  </a:srgbClr>
                </a:gs>
                <a:gs pos="14286">
                  <a:srgbClr val="080100">
                    <a:alpha val="9394"/>
                  </a:srgbClr>
                </a:gs>
                <a:gs pos="28571">
                  <a:srgbClr val="080100">
                    <a:alpha val="7374"/>
                  </a:srgbClr>
                </a:gs>
                <a:gs pos="42857">
                  <a:srgbClr val="080100">
                    <a:alpha val="4900"/>
                  </a:srgbClr>
                </a:gs>
                <a:gs pos="57143">
                  <a:srgbClr val="080100">
                    <a:alpha val="2746"/>
                  </a:srgbClr>
                </a:gs>
                <a:gs pos="71429">
                  <a:srgbClr val="080100">
                    <a:alpha val="1295"/>
                  </a:srgbClr>
                </a:gs>
                <a:gs pos="85714">
                  <a:srgbClr val="080100">
                    <a:alpha val="514"/>
                  </a:srgbClr>
                </a:gs>
                <a:gs pos="100000">
                  <a:srgbClr val="080100">
                    <a:alpha val="1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Splat 768"/>
            <p:cNvSpPr>
              <a:spLocks noGrp="1"/>
            </p:cNvSpPr>
            <p:nvPr/>
          </p:nvSpPr>
          <p:spPr>
            <a:xfrm rot="10493584">
              <a:off x="129423" y="1380207"/>
              <a:ext cx="239412" cy="235418"/>
            </a:xfrm>
            <a:prstGeom prst="ellipse">
              <a:avLst/>
            </a:prstGeom>
            <a:gradFill>
              <a:gsLst>
                <a:gs pos="0">
                  <a:srgbClr val="5C6B00">
                    <a:alpha val="2998"/>
                  </a:srgbClr>
                </a:gs>
                <a:gs pos="14286">
                  <a:srgbClr val="5C6B00">
                    <a:alpha val="2759"/>
                  </a:srgbClr>
                </a:gs>
                <a:gs pos="28571">
                  <a:srgbClr val="5C6B00">
                    <a:alpha val="2149"/>
                  </a:srgbClr>
                </a:gs>
                <a:gs pos="42857">
                  <a:srgbClr val="5C6B00">
                    <a:alpha val="1415"/>
                  </a:srgbClr>
                </a:gs>
                <a:gs pos="57143">
                  <a:srgbClr val="5C6B00">
                    <a:alpha val="787"/>
                  </a:srgbClr>
                </a:gs>
                <a:gs pos="71429">
                  <a:srgbClr val="5C6B00">
                    <a:alpha val="369"/>
                  </a:srgbClr>
                </a:gs>
                <a:gs pos="85714">
                  <a:srgbClr val="5C6B00">
                    <a:alpha val="146"/>
                  </a:srgbClr>
                </a:gs>
                <a:gs pos="100000">
                  <a:srgbClr val="5C6B00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Splat 769"/>
            <p:cNvSpPr>
              <a:spLocks noGrp="1"/>
            </p:cNvSpPr>
            <p:nvPr/>
          </p:nvSpPr>
          <p:spPr>
            <a:xfrm rot="-9591905">
              <a:off x="107167" y="1062006"/>
              <a:ext cx="381370" cy="261104"/>
            </a:xfrm>
            <a:prstGeom prst="ellipse">
              <a:avLst/>
            </a:prstGeom>
            <a:gradFill>
              <a:gsLst>
                <a:gs pos="0">
                  <a:srgbClr val="406392">
                    <a:alpha val="32968"/>
                  </a:srgbClr>
                </a:gs>
                <a:gs pos="14286">
                  <a:srgbClr val="406392">
                    <a:alpha val="30764"/>
                  </a:srgbClr>
                </a:gs>
                <a:gs pos="28571">
                  <a:srgbClr val="406392">
                    <a:alpha val="24833"/>
                  </a:srgbClr>
                </a:gs>
                <a:gs pos="42857">
                  <a:srgbClr val="406392">
                    <a:alpha val="17075"/>
                  </a:srgbClr>
                </a:gs>
                <a:gs pos="57143">
                  <a:srgbClr val="406392">
                    <a:alpha val="9855"/>
                  </a:srgbClr>
                </a:gs>
                <a:gs pos="71429">
                  <a:srgbClr val="406392">
                    <a:alpha val="4740"/>
                  </a:srgbClr>
                </a:gs>
                <a:gs pos="85714">
                  <a:srgbClr val="406392">
                    <a:alpha val="1902"/>
                  </a:srgbClr>
                </a:gs>
                <a:gs pos="100000">
                  <a:srgbClr val="4063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Splat 770"/>
            <p:cNvSpPr>
              <a:spLocks noGrp="1"/>
            </p:cNvSpPr>
            <p:nvPr/>
          </p:nvSpPr>
          <p:spPr>
            <a:xfrm rot="10726828">
              <a:off x="1711095" y="862725"/>
              <a:ext cx="245426" cy="69119"/>
            </a:xfrm>
            <a:prstGeom prst="ellipse">
              <a:avLst/>
            </a:prstGeom>
            <a:gradFill>
              <a:gsLst>
                <a:gs pos="0">
                  <a:srgbClr val="B5A995">
                    <a:alpha val="12823"/>
                  </a:srgbClr>
                </a:gs>
                <a:gs pos="14286">
                  <a:srgbClr val="B5A995">
                    <a:alpha val="11850"/>
                  </a:srgbClr>
                </a:gs>
                <a:gs pos="28571">
                  <a:srgbClr val="B5A995">
                    <a:alpha val="9329"/>
                  </a:srgbClr>
                </a:gs>
                <a:gs pos="42857">
                  <a:srgbClr val="B5A995">
                    <a:alpha val="6221"/>
                  </a:srgbClr>
                </a:gs>
                <a:gs pos="57143">
                  <a:srgbClr val="B5A995">
                    <a:alpha val="3497"/>
                  </a:srgbClr>
                </a:gs>
                <a:gs pos="71429">
                  <a:srgbClr val="B5A995">
                    <a:alpha val="1652"/>
                  </a:srgbClr>
                </a:gs>
                <a:gs pos="85714">
                  <a:srgbClr val="B5A995">
                    <a:alpha val="657"/>
                  </a:srgbClr>
                </a:gs>
                <a:gs pos="100000">
                  <a:srgbClr val="B5A995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Splat 771"/>
            <p:cNvSpPr>
              <a:spLocks noGrp="1"/>
            </p:cNvSpPr>
            <p:nvPr/>
          </p:nvSpPr>
          <p:spPr>
            <a:xfrm rot="-10574620">
              <a:off x="-57958" y="2081380"/>
              <a:ext cx="496501" cy="40855"/>
            </a:xfrm>
            <a:prstGeom prst="ellipse">
              <a:avLst/>
            </a:prstGeom>
            <a:gradFill>
              <a:gsLst>
                <a:gs pos="0">
                  <a:srgbClr val="767A88">
                    <a:alpha val="30209"/>
                  </a:srgbClr>
                </a:gs>
                <a:gs pos="14286">
                  <a:srgbClr val="767A88">
                    <a:alpha val="28149"/>
                  </a:srgbClr>
                </a:gs>
                <a:gs pos="28571">
                  <a:srgbClr val="767A88">
                    <a:alpha val="22638"/>
                  </a:srgbClr>
                </a:gs>
                <a:gs pos="42857">
                  <a:srgbClr val="767A88">
                    <a:alpha val="15495"/>
                  </a:srgbClr>
                </a:gs>
                <a:gs pos="57143">
                  <a:srgbClr val="767A88">
                    <a:alpha val="8907"/>
                  </a:srgbClr>
                </a:gs>
                <a:gs pos="71429">
                  <a:srgbClr val="767A88">
                    <a:alpha val="4273"/>
                  </a:srgbClr>
                </a:gs>
                <a:gs pos="85714">
                  <a:srgbClr val="767A88">
                    <a:alpha val="1712"/>
                  </a:srgbClr>
                </a:gs>
                <a:gs pos="100000">
                  <a:srgbClr val="767A88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Splat 772"/>
            <p:cNvSpPr>
              <a:spLocks noGrp="1"/>
            </p:cNvSpPr>
            <p:nvPr/>
          </p:nvSpPr>
          <p:spPr>
            <a:xfrm rot="-10744179">
              <a:off x="2929950" y="811097"/>
              <a:ext cx="573230" cy="571870"/>
            </a:xfrm>
            <a:prstGeom prst="ellipse">
              <a:avLst/>
            </a:prstGeom>
            <a:gradFill>
              <a:gsLst>
                <a:gs pos="0">
                  <a:srgbClr val="323132">
                    <a:alpha val="11580"/>
                  </a:srgbClr>
                </a:gs>
                <a:gs pos="14286">
                  <a:srgbClr val="323132">
                    <a:alpha val="10696"/>
                  </a:srgbClr>
                </a:gs>
                <a:gs pos="28571">
                  <a:srgbClr val="323132">
                    <a:alpha val="8408"/>
                  </a:srgbClr>
                </a:gs>
                <a:gs pos="42857">
                  <a:srgbClr val="323132">
                    <a:alpha val="5598"/>
                  </a:srgbClr>
                </a:gs>
                <a:gs pos="57143">
                  <a:srgbClr val="323132">
                    <a:alpha val="3142"/>
                  </a:srgbClr>
                </a:gs>
                <a:gs pos="71429">
                  <a:srgbClr val="323132">
                    <a:alpha val="1483"/>
                  </a:srgbClr>
                </a:gs>
                <a:gs pos="85714">
                  <a:srgbClr val="323132">
                    <a:alpha val="589"/>
                  </a:srgbClr>
                </a:gs>
                <a:gs pos="100000">
                  <a:srgbClr val="323132">
                    <a:alpha val="1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Splat 773"/>
            <p:cNvSpPr>
              <a:spLocks noGrp="1"/>
            </p:cNvSpPr>
            <p:nvPr/>
          </p:nvSpPr>
          <p:spPr>
            <a:xfrm rot="4123732">
              <a:off x="3118325" y="883930"/>
              <a:ext cx="579208" cy="566872"/>
            </a:xfrm>
            <a:prstGeom prst="ellipse">
              <a:avLst/>
            </a:prstGeom>
            <a:gradFill>
              <a:gsLst>
                <a:gs pos="0">
                  <a:srgbClr val="1B0100">
                    <a:alpha val="17669"/>
                  </a:srgbClr>
                </a:gs>
                <a:gs pos="14286">
                  <a:srgbClr val="1B0100">
                    <a:alpha val="16364"/>
                  </a:srgbClr>
                </a:gs>
                <a:gs pos="28571">
                  <a:srgbClr val="1B0100">
                    <a:alpha val="12955"/>
                  </a:srgbClr>
                </a:gs>
                <a:gs pos="42857">
                  <a:srgbClr val="1B0100">
                    <a:alpha val="8699"/>
                  </a:srgbClr>
                </a:gs>
                <a:gs pos="57143">
                  <a:srgbClr val="1B0100">
                    <a:alpha val="4918"/>
                  </a:srgbClr>
                </a:gs>
                <a:gs pos="71429">
                  <a:srgbClr val="1B0100">
                    <a:alpha val="2333"/>
                  </a:srgbClr>
                </a:gs>
                <a:gs pos="85714">
                  <a:srgbClr val="1B0100">
                    <a:alpha val="929"/>
                  </a:srgbClr>
                </a:gs>
                <a:gs pos="100000">
                  <a:srgbClr val="1B0100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Splat 774"/>
            <p:cNvSpPr>
              <a:spLocks noGrp="1"/>
            </p:cNvSpPr>
            <p:nvPr/>
          </p:nvSpPr>
          <p:spPr>
            <a:xfrm rot="6095125">
              <a:off x="2941242" y="887675"/>
              <a:ext cx="576001" cy="557972"/>
            </a:xfrm>
            <a:prstGeom prst="ellipse">
              <a:avLst/>
            </a:prstGeom>
            <a:gradFill>
              <a:gsLst>
                <a:gs pos="0">
                  <a:srgbClr val="1E3D67">
                    <a:alpha val="13725"/>
                  </a:srgbClr>
                </a:gs>
                <a:gs pos="14286">
                  <a:srgbClr val="1E3D67">
                    <a:alpha val="12688"/>
                  </a:srgbClr>
                </a:gs>
                <a:gs pos="28571">
                  <a:srgbClr val="1E3D67">
                    <a:alpha val="9999"/>
                  </a:srgbClr>
                </a:gs>
                <a:gs pos="42857">
                  <a:srgbClr val="1E3D67">
                    <a:alpha val="6677"/>
                  </a:srgbClr>
                </a:gs>
                <a:gs pos="57143">
                  <a:srgbClr val="1E3D67">
                    <a:alpha val="3757"/>
                  </a:srgbClr>
                </a:gs>
                <a:gs pos="71429">
                  <a:srgbClr val="1E3D67">
                    <a:alpha val="1776"/>
                  </a:srgbClr>
                </a:gs>
                <a:gs pos="85714">
                  <a:srgbClr val="1E3D67">
                    <a:alpha val="706"/>
                  </a:srgbClr>
                </a:gs>
                <a:gs pos="100000">
                  <a:srgbClr val="1E3D67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Splat 775"/>
            <p:cNvSpPr>
              <a:spLocks noGrp="1"/>
            </p:cNvSpPr>
            <p:nvPr/>
          </p:nvSpPr>
          <p:spPr>
            <a:xfrm rot="9944940">
              <a:off x="3260281" y="876303"/>
              <a:ext cx="568777" cy="562613"/>
            </a:xfrm>
            <a:prstGeom prst="ellipse">
              <a:avLst/>
            </a:prstGeom>
            <a:gradFill>
              <a:gsLst>
                <a:gs pos="0">
                  <a:srgbClr val="01002B">
                    <a:alpha val="13985"/>
                  </a:srgbClr>
                </a:gs>
                <a:gs pos="14286">
                  <a:srgbClr val="01002B">
                    <a:alpha val="12931"/>
                  </a:srgbClr>
                </a:gs>
                <a:gs pos="28571">
                  <a:srgbClr val="01002B">
                    <a:alpha val="10193"/>
                  </a:srgbClr>
                </a:gs>
                <a:gs pos="42857">
                  <a:srgbClr val="01002B">
                    <a:alpha val="6809"/>
                  </a:srgbClr>
                </a:gs>
                <a:gs pos="57143">
                  <a:srgbClr val="01002B">
                    <a:alpha val="3832"/>
                  </a:srgbClr>
                </a:gs>
                <a:gs pos="71429">
                  <a:srgbClr val="01002B">
                    <a:alpha val="1812"/>
                  </a:srgbClr>
                </a:gs>
                <a:gs pos="85714">
                  <a:srgbClr val="01002B">
                    <a:alpha val="721"/>
                  </a:srgbClr>
                </a:gs>
                <a:gs pos="100000">
                  <a:srgbClr val="01002B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Splat 776"/>
            <p:cNvSpPr>
              <a:spLocks noGrp="1"/>
            </p:cNvSpPr>
            <p:nvPr/>
          </p:nvSpPr>
          <p:spPr>
            <a:xfrm rot="6551159">
              <a:off x="1064171" y="1418751"/>
              <a:ext cx="257498" cy="216947"/>
            </a:xfrm>
            <a:prstGeom prst="ellipse">
              <a:avLst/>
            </a:prstGeom>
            <a:gradFill>
              <a:gsLst>
                <a:gs pos="0">
                  <a:srgbClr val="476E96">
                    <a:alpha val="8833"/>
                  </a:srgbClr>
                </a:gs>
                <a:gs pos="14286">
                  <a:srgbClr val="476E96">
                    <a:alpha val="8149"/>
                  </a:srgbClr>
                </a:gs>
                <a:gs pos="28571">
                  <a:srgbClr val="476E96">
                    <a:alpha val="6387"/>
                  </a:srgbClr>
                </a:gs>
                <a:gs pos="42857">
                  <a:srgbClr val="476E96">
                    <a:alpha val="4237"/>
                  </a:srgbClr>
                </a:gs>
                <a:gs pos="57143">
                  <a:srgbClr val="476E96">
                    <a:alpha val="2370"/>
                  </a:srgbClr>
                </a:gs>
                <a:gs pos="71429">
                  <a:srgbClr val="476E96">
                    <a:alpha val="1117"/>
                  </a:srgbClr>
                </a:gs>
                <a:gs pos="85714">
                  <a:srgbClr val="476E96">
                    <a:alpha val="443"/>
                  </a:srgbClr>
                </a:gs>
                <a:gs pos="100000">
                  <a:srgbClr val="476E96">
                    <a:alpha val="1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Splat 777"/>
            <p:cNvSpPr>
              <a:spLocks noGrp="1"/>
            </p:cNvSpPr>
            <p:nvPr/>
          </p:nvSpPr>
          <p:spPr>
            <a:xfrm rot="3525835">
              <a:off x="1000922" y="2165052"/>
              <a:ext cx="130197" cy="46825"/>
            </a:xfrm>
            <a:prstGeom prst="ellipse">
              <a:avLst/>
            </a:prstGeom>
            <a:gradFill>
              <a:gsLst>
                <a:gs pos="0">
                  <a:srgbClr val="FFB241">
                    <a:alpha val="28131"/>
                  </a:srgbClr>
                </a:gs>
                <a:gs pos="14286">
                  <a:srgbClr val="FFB241">
                    <a:alpha val="26185"/>
                  </a:srgbClr>
                </a:gs>
                <a:gs pos="28571">
                  <a:srgbClr val="FFB241">
                    <a:alpha val="21001"/>
                  </a:srgbClr>
                </a:gs>
                <a:gs pos="42857">
                  <a:srgbClr val="FFB241">
                    <a:alpha val="14326"/>
                  </a:srgbClr>
                </a:gs>
                <a:gs pos="57143">
                  <a:srgbClr val="FFB241">
                    <a:alpha val="8211"/>
                  </a:srgbClr>
                </a:gs>
                <a:gs pos="71429">
                  <a:srgbClr val="FFB241">
                    <a:alpha val="3931"/>
                  </a:srgbClr>
                </a:gs>
                <a:gs pos="85714">
                  <a:srgbClr val="FFB241">
                    <a:alpha val="1573"/>
                  </a:srgbClr>
                </a:gs>
                <a:gs pos="100000">
                  <a:srgbClr val="FFB241">
                    <a:alpha val="5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Splat 778"/>
            <p:cNvSpPr>
              <a:spLocks noGrp="1"/>
            </p:cNvSpPr>
            <p:nvPr/>
          </p:nvSpPr>
          <p:spPr>
            <a:xfrm rot="5098536">
              <a:off x="2857782" y="896192"/>
              <a:ext cx="560168" cy="542106"/>
            </a:xfrm>
            <a:prstGeom prst="ellipse">
              <a:avLst/>
            </a:prstGeom>
            <a:gradFill>
              <a:gsLst>
                <a:gs pos="0">
                  <a:srgbClr val="091F4B">
                    <a:alpha val="13459"/>
                  </a:srgbClr>
                </a:gs>
                <a:gs pos="14286">
                  <a:srgbClr val="091F4B">
                    <a:alpha val="12441"/>
                  </a:srgbClr>
                </a:gs>
                <a:gs pos="28571">
                  <a:srgbClr val="091F4B">
                    <a:alpha val="9802"/>
                  </a:srgbClr>
                </a:gs>
                <a:gs pos="42857">
                  <a:srgbClr val="091F4B">
                    <a:alpha val="6543"/>
                  </a:srgbClr>
                </a:gs>
                <a:gs pos="57143">
                  <a:srgbClr val="091F4B">
                    <a:alpha val="3680"/>
                  </a:srgbClr>
                </a:gs>
                <a:gs pos="71429">
                  <a:srgbClr val="091F4B">
                    <a:alpha val="1740"/>
                  </a:srgbClr>
                </a:gs>
                <a:gs pos="85714">
                  <a:srgbClr val="091F4B">
                    <a:alpha val="692"/>
                  </a:srgbClr>
                </a:gs>
                <a:gs pos="100000">
                  <a:srgbClr val="091F4B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Splat 779"/>
            <p:cNvSpPr>
              <a:spLocks noGrp="1"/>
            </p:cNvSpPr>
            <p:nvPr/>
          </p:nvSpPr>
          <p:spPr>
            <a:xfrm rot="4973716">
              <a:off x="3267519" y="973024"/>
              <a:ext cx="547945" cy="529955"/>
            </a:xfrm>
            <a:prstGeom prst="ellipse">
              <a:avLst/>
            </a:prstGeom>
            <a:gradFill>
              <a:gsLst>
                <a:gs pos="0">
                  <a:srgbClr val="143A73">
                    <a:alpha val="17224"/>
                  </a:srgbClr>
                </a:gs>
                <a:gs pos="14286">
                  <a:srgbClr val="143A73">
                    <a:alpha val="15948"/>
                  </a:srgbClr>
                </a:gs>
                <a:gs pos="28571">
                  <a:srgbClr val="143A73">
                    <a:alpha val="12620"/>
                  </a:srgbClr>
                </a:gs>
                <a:gs pos="42857">
                  <a:srgbClr val="143A73">
                    <a:alpha val="8468"/>
                  </a:srgbClr>
                </a:gs>
                <a:gs pos="57143">
                  <a:srgbClr val="143A73">
                    <a:alpha val="4785"/>
                  </a:srgbClr>
                </a:gs>
                <a:gs pos="71429">
                  <a:srgbClr val="143A73">
                    <a:alpha val="2269"/>
                  </a:srgbClr>
                </a:gs>
                <a:gs pos="85714">
                  <a:srgbClr val="143A73">
                    <a:alpha val="903"/>
                  </a:srgbClr>
                </a:gs>
                <a:gs pos="100000">
                  <a:srgbClr val="143A73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Splat 780"/>
            <p:cNvSpPr>
              <a:spLocks noGrp="1"/>
            </p:cNvSpPr>
            <p:nvPr/>
          </p:nvSpPr>
          <p:spPr>
            <a:xfrm rot="-10553465">
              <a:off x="2985520" y="617494"/>
              <a:ext cx="556602" cy="554952"/>
            </a:xfrm>
            <a:prstGeom prst="ellipse">
              <a:avLst/>
            </a:prstGeom>
            <a:gradFill>
              <a:gsLst>
                <a:gs pos="0">
                  <a:srgbClr val="003365">
                    <a:alpha val="15342"/>
                  </a:srgbClr>
                </a:gs>
                <a:gs pos="14286">
                  <a:srgbClr val="003365">
                    <a:alpha val="14194"/>
                  </a:srgbClr>
                </a:gs>
                <a:gs pos="28571">
                  <a:srgbClr val="003365">
                    <a:alpha val="11206"/>
                  </a:srgbClr>
                </a:gs>
                <a:gs pos="42857">
                  <a:srgbClr val="003365">
                    <a:alpha val="7500"/>
                  </a:srgbClr>
                </a:gs>
                <a:gs pos="57143">
                  <a:srgbClr val="003365">
                    <a:alpha val="4228"/>
                  </a:srgbClr>
                </a:gs>
                <a:gs pos="71429">
                  <a:srgbClr val="003365">
                    <a:alpha val="2002"/>
                  </a:srgbClr>
                </a:gs>
                <a:gs pos="85714">
                  <a:srgbClr val="003365">
                    <a:alpha val="796"/>
                  </a:srgbClr>
                </a:gs>
                <a:gs pos="100000">
                  <a:srgbClr val="003365">
                    <a:alpha val="2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Splat 781"/>
            <p:cNvSpPr>
              <a:spLocks noGrp="1"/>
            </p:cNvSpPr>
            <p:nvPr/>
          </p:nvSpPr>
          <p:spPr>
            <a:xfrm rot="-10647623">
              <a:off x="2802045" y="704229"/>
              <a:ext cx="548955" cy="548220"/>
            </a:xfrm>
            <a:prstGeom prst="ellipse">
              <a:avLst/>
            </a:prstGeom>
            <a:gradFill>
              <a:gsLst>
                <a:gs pos="0">
                  <a:srgbClr val="1A3063">
                    <a:alpha val="7275"/>
                  </a:srgbClr>
                </a:gs>
                <a:gs pos="14286">
                  <a:srgbClr val="1A3063">
                    <a:alpha val="6707"/>
                  </a:srgbClr>
                </a:gs>
                <a:gs pos="28571">
                  <a:srgbClr val="1A3063">
                    <a:alpha val="5248"/>
                  </a:srgbClr>
                </a:gs>
                <a:gs pos="42857">
                  <a:srgbClr val="1A3063">
                    <a:alpha val="3474"/>
                  </a:srgbClr>
                </a:gs>
                <a:gs pos="57143">
                  <a:srgbClr val="1A3063">
                    <a:alpha val="1940"/>
                  </a:srgbClr>
                </a:gs>
                <a:gs pos="71429">
                  <a:srgbClr val="1A3063">
                    <a:alpha val="913"/>
                  </a:srgbClr>
                </a:gs>
                <a:gs pos="85714">
                  <a:srgbClr val="1A3063">
                    <a:alpha val="362"/>
                  </a:srgbClr>
                </a:gs>
                <a:gs pos="100000">
                  <a:srgbClr val="1A3063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Splat 782"/>
            <p:cNvSpPr>
              <a:spLocks noGrp="1"/>
            </p:cNvSpPr>
            <p:nvPr/>
          </p:nvSpPr>
          <p:spPr>
            <a:xfrm rot="5323035">
              <a:off x="1873150" y="2409658"/>
              <a:ext cx="479202" cy="23928"/>
            </a:xfrm>
            <a:prstGeom prst="ellipse">
              <a:avLst/>
            </a:prstGeom>
            <a:gradFill>
              <a:gsLst>
                <a:gs pos="0">
                  <a:srgbClr val="FFCB64">
                    <a:alpha val="23010"/>
                  </a:srgbClr>
                </a:gs>
                <a:gs pos="14286">
                  <a:srgbClr val="FFCB64">
                    <a:alpha val="21364"/>
                  </a:srgbClr>
                </a:gs>
                <a:gs pos="28571">
                  <a:srgbClr val="FFCB64">
                    <a:alpha val="17023"/>
                  </a:srgbClr>
                </a:gs>
                <a:gs pos="42857">
                  <a:srgbClr val="FFCB64">
                    <a:alpha val="11521"/>
                  </a:srgbClr>
                </a:gs>
                <a:gs pos="57143">
                  <a:srgbClr val="FFCB64">
                    <a:alpha val="6557"/>
                  </a:srgbClr>
                </a:gs>
                <a:gs pos="71429">
                  <a:srgbClr val="FFCB64">
                    <a:alpha val="3125"/>
                  </a:srgbClr>
                </a:gs>
                <a:gs pos="85714">
                  <a:srgbClr val="FFCB64">
                    <a:alpha val="1248"/>
                  </a:srgbClr>
                </a:gs>
                <a:gs pos="100000">
                  <a:srgbClr val="FFCB64">
                    <a:alpha val="4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Splat 783"/>
            <p:cNvSpPr>
              <a:spLocks noGrp="1"/>
            </p:cNvSpPr>
            <p:nvPr/>
          </p:nvSpPr>
          <p:spPr>
            <a:xfrm rot="-8737167">
              <a:off x="-67696" y="1968272"/>
              <a:ext cx="459577" cy="43867"/>
            </a:xfrm>
            <a:prstGeom prst="ellipse">
              <a:avLst/>
            </a:prstGeom>
            <a:gradFill>
              <a:gsLst>
                <a:gs pos="0">
                  <a:srgbClr val="616B7F">
                    <a:alpha val="32968"/>
                  </a:srgbClr>
                </a:gs>
                <a:gs pos="14286">
                  <a:srgbClr val="616B7F">
                    <a:alpha val="30764"/>
                  </a:srgbClr>
                </a:gs>
                <a:gs pos="28571">
                  <a:srgbClr val="616B7F">
                    <a:alpha val="24833"/>
                  </a:srgbClr>
                </a:gs>
                <a:gs pos="42857">
                  <a:srgbClr val="616B7F">
                    <a:alpha val="17075"/>
                  </a:srgbClr>
                </a:gs>
                <a:gs pos="57143">
                  <a:srgbClr val="616B7F">
                    <a:alpha val="9855"/>
                  </a:srgbClr>
                </a:gs>
                <a:gs pos="71429">
                  <a:srgbClr val="616B7F">
                    <a:alpha val="4740"/>
                  </a:srgbClr>
                </a:gs>
                <a:gs pos="85714">
                  <a:srgbClr val="616B7F">
                    <a:alpha val="1902"/>
                  </a:srgbClr>
                </a:gs>
                <a:gs pos="100000">
                  <a:srgbClr val="616B7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Splat 784"/>
            <p:cNvSpPr>
              <a:spLocks noGrp="1"/>
            </p:cNvSpPr>
            <p:nvPr/>
          </p:nvSpPr>
          <p:spPr>
            <a:xfrm rot="3304988">
              <a:off x="3234970" y="961699"/>
              <a:ext cx="560573" cy="534401"/>
            </a:xfrm>
            <a:prstGeom prst="ellipse">
              <a:avLst/>
            </a:prstGeom>
            <a:gradFill>
              <a:gsLst>
                <a:gs pos="0">
                  <a:srgbClr val="003F39">
                    <a:alpha val="17749"/>
                  </a:srgbClr>
                </a:gs>
                <a:gs pos="14286">
                  <a:srgbClr val="003F39">
                    <a:alpha val="16439"/>
                  </a:srgbClr>
                </a:gs>
                <a:gs pos="28571">
                  <a:srgbClr val="003F39">
                    <a:alpha val="13016"/>
                  </a:srgbClr>
                </a:gs>
                <a:gs pos="42857">
                  <a:srgbClr val="003F39">
                    <a:alpha val="8741"/>
                  </a:srgbClr>
                </a:gs>
                <a:gs pos="57143">
                  <a:srgbClr val="003F39">
                    <a:alpha val="4942"/>
                  </a:srgbClr>
                </a:gs>
                <a:gs pos="71429">
                  <a:srgbClr val="003F39">
                    <a:alpha val="2344"/>
                  </a:srgbClr>
                </a:gs>
                <a:gs pos="85714">
                  <a:srgbClr val="003F39">
                    <a:alpha val="934"/>
                  </a:srgbClr>
                </a:gs>
                <a:gs pos="100000">
                  <a:srgbClr val="003F39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Splat 785"/>
            <p:cNvSpPr>
              <a:spLocks noGrp="1"/>
            </p:cNvSpPr>
            <p:nvPr/>
          </p:nvSpPr>
          <p:spPr>
            <a:xfrm rot="10797215">
              <a:off x="2388367" y="351238"/>
              <a:ext cx="540197" cy="539154"/>
            </a:xfrm>
            <a:prstGeom prst="ellipse">
              <a:avLst/>
            </a:prstGeom>
            <a:gradFill>
              <a:gsLst>
                <a:gs pos="0">
                  <a:srgbClr val="112B38">
                    <a:alpha val="1676"/>
                  </a:srgbClr>
                </a:gs>
                <a:gs pos="14286">
                  <a:srgbClr val="112B38">
                    <a:alpha val="1541"/>
                  </a:srgbClr>
                </a:gs>
                <a:gs pos="28571">
                  <a:srgbClr val="112B38">
                    <a:alpha val="1199"/>
                  </a:srgbClr>
                </a:gs>
                <a:gs pos="42857">
                  <a:srgbClr val="112B38">
                    <a:alpha val="788"/>
                  </a:srgbClr>
                </a:gs>
                <a:gs pos="57143">
                  <a:srgbClr val="112B38">
                    <a:alpha val="437"/>
                  </a:srgbClr>
                </a:gs>
                <a:gs pos="71429">
                  <a:srgbClr val="112B38">
                    <a:alpha val="205"/>
                  </a:srgbClr>
                </a:gs>
                <a:gs pos="85714">
                  <a:srgbClr val="112B38">
                    <a:alpha val="81"/>
                  </a:srgbClr>
                </a:gs>
                <a:gs pos="100000">
                  <a:srgbClr val="112B38">
                    <a:alpha val="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Splat 786"/>
            <p:cNvSpPr>
              <a:spLocks noGrp="1"/>
            </p:cNvSpPr>
            <p:nvPr/>
          </p:nvSpPr>
          <p:spPr>
            <a:xfrm rot="10795745">
              <a:off x="2340563" y="280621"/>
              <a:ext cx="542580" cy="539962"/>
            </a:xfrm>
            <a:prstGeom prst="ellipse">
              <a:avLst/>
            </a:prstGeom>
            <a:gradFill>
              <a:gsLst>
                <a:gs pos="0">
                  <a:srgbClr val="1C2E48">
                    <a:alpha val="3983"/>
                  </a:srgbClr>
                </a:gs>
                <a:gs pos="14286">
                  <a:srgbClr val="1C2E48">
                    <a:alpha val="3667"/>
                  </a:srgbClr>
                </a:gs>
                <a:gs pos="28571">
                  <a:srgbClr val="1C2E48">
                    <a:alpha val="2859"/>
                  </a:srgbClr>
                </a:gs>
                <a:gs pos="42857">
                  <a:srgbClr val="1C2E48">
                    <a:alpha val="1885"/>
                  </a:srgbClr>
                </a:gs>
                <a:gs pos="57143">
                  <a:srgbClr val="1C2E48">
                    <a:alpha val="1049"/>
                  </a:srgbClr>
                </a:gs>
                <a:gs pos="71429">
                  <a:srgbClr val="1C2E48">
                    <a:alpha val="492"/>
                  </a:srgbClr>
                </a:gs>
                <a:gs pos="85714">
                  <a:srgbClr val="1C2E48">
                    <a:alpha val="195"/>
                  </a:srgbClr>
                </a:gs>
                <a:gs pos="100000">
                  <a:srgbClr val="1C2E48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Splat 787"/>
            <p:cNvSpPr>
              <a:spLocks noGrp="1"/>
            </p:cNvSpPr>
            <p:nvPr/>
          </p:nvSpPr>
          <p:spPr>
            <a:xfrm rot="5285539">
              <a:off x="2432015" y="371779"/>
              <a:ext cx="539735" cy="538578"/>
            </a:xfrm>
            <a:prstGeom prst="ellipse">
              <a:avLst/>
            </a:prstGeom>
            <a:gradFill>
              <a:gsLst>
                <a:gs pos="0">
                  <a:srgbClr val="212E35">
                    <a:alpha val="3010"/>
                  </a:srgbClr>
                </a:gs>
                <a:gs pos="14286">
                  <a:srgbClr val="212E35">
                    <a:alpha val="2770"/>
                  </a:srgbClr>
                </a:gs>
                <a:gs pos="28571">
                  <a:srgbClr val="212E35">
                    <a:alpha val="2157"/>
                  </a:srgbClr>
                </a:gs>
                <a:gs pos="42857">
                  <a:srgbClr val="212E35">
                    <a:alpha val="1420"/>
                  </a:srgbClr>
                </a:gs>
                <a:gs pos="57143">
                  <a:srgbClr val="212E35">
                    <a:alpha val="789"/>
                  </a:srgbClr>
                </a:gs>
                <a:gs pos="71429">
                  <a:srgbClr val="212E35">
                    <a:alpha val="370"/>
                  </a:srgbClr>
                </a:gs>
                <a:gs pos="85714">
                  <a:srgbClr val="212E35">
                    <a:alpha val="147"/>
                  </a:srgbClr>
                </a:gs>
                <a:gs pos="100000">
                  <a:srgbClr val="212E35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Splat 788"/>
            <p:cNvSpPr>
              <a:spLocks noGrp="1"/>
            </p:cNvSpPr>
            <p:nvPr/>
          </p:nvSpPr>
          <p:spPr>
            <a:xfrm rot="-10778719">
              <a:off x="2348812" y="231578"/>
              <a:ext cx="540754" cy="539821"/>
            </a:xfrm>
            <a:prstGeom prst="ellipse">
              <a:avLst/>
            </a:prstGeom>
            <a:gradFill>
              <a:gsLst>
                <a:gs pos="0">
                  <a:srgbClr val="21263F">
                    <a:alpha val="5769"/>
                  </a:srgbClr>
                </a:gs>
                <a:gs pos="14286">
                  <a:srgbClr val="21263F">
                    <a:alpha val="5315"/>
                  </a:srgbClr>
                </a:gs>
                <a:gs pos="28571">
                  <a:srgbClr val="21263F">
                    <a:alpha val="4152"/>
                  </a:srgbClr>
                </a:gs>
                <a:gs pos="42857">
                  <a:srgbClr val="21263F">
                    <a:alpha val="2743"/>
                  </a:srgbClr>
                </a:gs>
                <a:gs pos="57143">
                  <a:srgbClr val="21263F">
                    <a:alpha val="1529"/>
                  </a:srgbClr>
                </a:gs>
                <a:gs pos="71429">
                  <a:srgbClr val="21263F">
                    <a:alpha val="719"/>
                  </a:srgbClr>
                </a:gs>
                <a:gs pos="85714">
                  <a:srgbClr val="21263F">
                    <a:alpha val="285"/>
                  </a:srgbClr>
                </a:gs>
                <a:gs pos="100000">
                  <a:srgbClr val="21263F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Splat 789"/>
            <p:cNvSpPr>
              <a:spLocks noGrp="1"/>
            </p:cNvSpPr>
            <p:nvPr/>
          </p:nvSpPr>
          <p:spPr>
            <a:xfrm rot="5357466">
              <a:off x="2295970" y="365179"/>
              <a:ext cx="524820" cy="524777"/>
            </a:xfrm>
            <a:prstGeom prst="ellipse">
              <a:avLst/>
            </a:prstGeom>
            <a:gradFill>
              <a:gsLst>
                <a:gs pos="0">
                  <a:srgbClr val="072644">
                    <a:alpha val="1863"/>
                  </a:srgbClr>
                </a:gs>
                <a:gs pos="14286">
                  <a:srgbClr val="072644">
                    <a:alpha val="1714"/>
                  </a:srgbClr>
                </a:gs>
                <a:gs pos="28571">
                  <a:srgbClr val="072644">
                    <a:alpha val="1333"/>
                  </a:srgbClr>
                </a:gs>
                <a:gs pos="42857">
                  <a:srgbClr val="072644">
                    <a:alpha val="876"/>
                  </a:srgbClr>
                </a:gs>
                <a:gs pos="57143">
                  <a:srgbClr val="072644">
                    <a:alpha val="487"/>
                  </a:srgbClr>
                </a:gs>
                <a:gs pos="71429">
                  <a:srgbClr val="072644">
                    <a:alpha val="228"/>
                  </a:srgbClr>
                </a:gs>
                <a:gs pos="85714">
                  <a:srgbClr val="072644">
                    <a:alpha val="90"/>
                  </a:srgbClr>
                </a:gs>
                <a:gs pos="100000">
                  <a:srgbClr val="072644">
                    <a:alpha val="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Splat 790"/>
            <p:cNvSpPr>
              <a:spLocks noGrp="1"/>
            </p:cNvSpPr>
            <p:nvPr/>
          </p:nvSpPr>
          <p:spPr>
            <a:xfrm rot="5399778">
              <a:off x="2746785" y="713333"/>
              <a:ext cx="536516" cy="535443"/>
            </a:xfrm>
            <a:prstGeom prst="ellipse">
              <a:avLst/>
            </a:prstGeom>
            <a:gradFill>
              <a:gsLst>
                <a:gs pos="0">
                  <a:srgbClr val="28324D">
                    <a:alpha val="4457"/>
                  </a:srgbClr>
                </a:gs>
                <a:gs pos="14286">
                  <a:srgbClr val="28324D">
                    <a:alpha val="4104"/>
                  </a:srgbClr>
                </a:gs>
                <a:gs pos="28571">
                  <a:srgbClr val="28324D">
                    <a:alpha val="3201"/>
                  </a:srgbClr>
                </a:gs>
                <a:gs pos="42857">
                  <a:srgbClr val="28324D">
                    <a:alpha val="2111"/>
                  </a:srgbClr>
                </a:gs>
                <a:gs pos="57143">
                  <a:srgbClr val="28324D">
                    <a:alpha val="1175"/>
                  </a:srgbClr>
                </a:gs>
                <a:gs pos="71429">
                  <a:srgbClr val="28324D">
                    <a:alpha val="552"/>
                  </a:srgbClr>
                </a:gs>
                <a:gs pos="85714">
                  <a:srgbClr val="28324D">
                    <a:alpha val="219"/>
                  </a:srgbClr>
                </a:gs>
                <a:gs pos="100000">
                  <a:srgbClr val="28324D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Splat 791"/>
            <p:cNvSpPr>
              <a:spLocks noGrp="1"/>
            </p:cNvSpPr>
            <p:nvPr/>
          </p:nvSpPr>
          <p:spPr>
            <a:xfrm rot="-10764680">
              <a:off x="2409483" y="242016"/>
              <a:ext cx="538873" cy="537687"/>
            </a:xfrm>
            <a:prstGeom prst="ellipse">
              <a:avLst/>
            </a:prstGeom>
            <a:gradFill>
              <a:gsLst>
                <a:gs pos="0">
                  <a:srgbClr val="212641">
                    <a:alpha val="6683"/>
                  </a:srgbClr>
                </a:gs>
                <a:gs pos="14286">
                  <a:srgbClr val="212641">
                    <a:alpha val="6159"/>
                  </a:srgbClr>
                </a:gs>
                <a:gs pos="28571">
                  <a:srgbClr val="212641">
                    <a:alpha val="4816"/>
                  </a:srgbClr>
                </a:gs>
                <a:gs pos="42857">
                  <a:srgbClr val="212641">
                    <a:alpha val="3186"/>
                  </a:srgbClr>
                </a:gs>
                <a:gs pos="57143">
                  <a:srgbClr val="212641">
                    <a:alpha val="1778"/>
                  </a:srgbClr>
                </a:gs>
                <a:gs pos="71429">
                  <a:srgbClr val="212641">
                    <a:alpha val="836"/>
                  </a:srgbClr>
                </a:gs>
                <a:gs pos="85714">
                  <a:srgbClr val="212641">
                    <a:alpha val="331"/>
                  </a:srgbClr>
                </a:gs>
                <a:gs pos="100000">
                  <a:srgbClr val="212641">
                    <a:alpha val="1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Splat 792"/>
            <p:cNvSpPr>
              <a:spLocks noGrp="1"/>
            </p:cNvSpPr>
            <p:nvPr/>
          </p:nvSpPr>
          <p:spPr>
            <a:xfrm rot="-10134446">
              <a:off x="3040473" y="655640"/>
              <a:ext cx="539025" cy="535626"/>
            </a:xfrm>
            <a:prstGeom prst="ellipse">
              <a:avLst/>
            </a:prstGeom>
            <a:gradFill>
              <a:gsLst>
                <a:gs pos="0">
                  <a:srgbClr val="1F252D">
                    <a:alpha val="12189"/>
                  </a:srgbClr>
                </a:gs>
                <a:gs pos="14286">
                  <a:srgbClr val="1F252D">
                    <a:alpha val="11261"/>
                  </a:srgbClr>
                </a:gs>
                <a:gs pos="28571">
                  <a:srgbClr val="1F252D">
                    <a:alpha val="8859"/>
                  </a:srgbClr>
                </a:gs>
                <a:gs pos="42857">
                  <a:srgbClr val="1F252D">
                    <a:alpha val="5903"/>
                  </a:srgbClr>
                </a:gs>
                <a:gs pos="57143">
                  <a:srgbClr val="1F252D">
                    <a:alpha val="3315"/>
                  </a:srgbClr>
                </a:gs>
                <a:gs pos="71429">
                  <a:srgbClr val="1F252D">
                    <a:alpha val="1566"/>
                  </a:srgbClr>
                </a:gs>
                <a:gs pos="85714">
                  <a:srgbClr val="1F252D">
                    <a:alpha val="622"/>
                  </a:srgbClr>
                </a:gs>
                <a:gs pos="100000">
                  <a:srgbClr val="1F252D">
                    <a:alpha val="2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Splat 793"/>
            <p:cNvSpPr>
              <a:spLocks noGrp="1"/>
            </p:cNvSpPr>
            <p:nvPr/>
          </p:nvSpPr>
          <p:spPr>
            <a:xfrm rot="6664048">
              <a:off x="3247241" y="983635"/>
              <a:ext cx="544748" cy="523118"/>
            </a:xfrm>
            <a:prstGeom prst="ellipse">
              <a:avLst/>
            </a:prstGeom>
            <a:gradFill>
              <a:gsLst>
                <a:gs pos="0">
                  <a:srgbClr val="000160">
                    <a:alpha val="17594"/>
                  </a:srgbClr>
                </a:gs>
                <a:gs pos="14286">
                  <a:srgbClr val="000160">
                    <a:alpha val="16294"/>
                  </a:srgbClr>
                </a:gs>
                <a:gs pos="28571">
                  <a:srgbClr val="000160">
                    <a:alpha val="12898"/>
                  </a:srgbClr>
                </a:gs>
                <a:gs pos="42857">
                  <a:srgbClr val="000160">
                    <a:alpha val="8660"/>
                  </a:srgbClr>
                </a:gs>
                <a:gs pos="57143">
                  <a:srgbClr val="000160">
                    <a:alpha val="4895"/>
                  </a:srgbClr>
                </a:gs>
                <a:gs pos="71429">
                  <a:srgbClr val="000160">
                    <a:alpha val="2322"/>
                  </a:srgbClr>
                </a:gs>
                <a:gs pos="85714">
                  <a:srgbClr val="000160">
                    <a:alpha val="925"/>
                  </a:srgbClr>
                </a:gs>
                <a:gs pos="100000">
                  <a:srgbClr val="000160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Splat 794"/>
            <p:cNvSpPr>
              <a:spLocks noGrp="1"/>
            </p:cNvSpPr>
            <p:nvPr/>
          </p:nvSpPr>
          <p:spPr>
            <a:xfrm rot="-10027982">
              <a:off x="834217" y="1927933"/>
              <a:ext cx="234086" cy="210186"/>
            </a:xfrm>
            <a:prstGeom prst="ellipse">
              <a:avLst/>
            </a:prstGeom>
            <a:gradFill>
              <a:gsLst>
                <a:gs pos="0">
                  <a:srgbClr val="747683">
                    <a:alpha val="8781"/>
                  </a:srgbClr>
                </a:gs>
                <a:gs pos="14286">
                  <a:srgbClr val="747683">
                    <a:alpha val="8101"/>
                  </a:srgbClr>
                </a:gs>
                <a:gs pos="28571">
                  <a:srgbClr val="747683">
                    <a:alpha val="6349"/>
                  </a:srgbClr>
                </a:gs>
                <a:gs pos="42857">
                  <a:srgbClr val="747683">
                    <a:alpha val="4211"/>
                  </a:srgbClr>
                </a:gs>
                <a:gs pos="57143">
                  <a:srgbClr val="747683">
                    <a:alpha val="2356"/>
                  </a:srgbClr>
                </a:gs>
                <a:gs pos="71429">
                  <a:srgbClr val="747683">
                    <a:alpha val="1110"/>
                  </a:srgbClr>
                </a:gs>
                <a:gs pos="85714">
                  <a:srgbClr val="747683">
                    <a:alpha val="440"/>
                  </a:srgbClr>
                </a:gs>
                <a:gs pos="100000">
                  <a:srgbClr val="747683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Splat 795"/>
            <p:cNvSpPr>
              <a:spLocks noGrp="1"/>
            </p:cNvSpPr>
            <p:nvPr/>
          </p:nvSpPr>
          <p:spPr>
            <a:xfrm rot="5204214">
              <a:off x="2455622" y="421705"/>
              <a:ext cx="537001" cy="533245"/>
            </a:xfrm>
            <a:prstGeom prst="ellipse">
              <a:avLst/>
            </a:prstGeom>
            <a:gradFill>
              <a:gsLst>
                <a:gs pos="0">
                  <a:srgbClr val="26313F">
                    <a:alpha val="3582"/>
                  </a:srgbClr>
                </a:gs>
                <a:gs pos="14286">
                  <a:srgbClr val="26313F">
                    <a:alpha val="3297"/>
                  </a:srgbClr>
                </a:gs>
                <a:gs pos="28571">
                  <a:srgbClr val="26313F">
                    <a:alpha val="2570"/>
                  </a:srgbClr>
                </a:gs>
                <a:gs pos="42857">
                  <a:srgbClr val="26313F">
                    <a:alpha val="1693"/>
                  </a:srgbClr>
                </a:gs>
                <a:gs pos="57143">
                  <a:srgbClr val="26313F">
                    <a:alpha val="942"/>
                  </a:srgbClr>
                </a:gs>
                <a:gs pos="71429">
                  <a:srgbClr val="26313F">
                    <a:alpha val="442"/>
                  </a:srgbClr>
                </a:gs>
                <a:gs pos="85714">
                  <a:srgbClr val="26313F">
                    <a:alpha val="175"/>
                  </a:srgbClr>
                </a:gs>
                <a:gs pos="100000">
                  <a:srgbClr val="26313F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Splat 796"/>
            <p:cNvSpPr>
              <a:spLocks noGrp="1"/>
            </p:cNvSpPr>
            <p:nvPr/>
          </p:nvSpPr>
          <p:spPr>
            <a:xfrm rot="5279919">
              <a:off x="2470149" y="415806"/>
              <a:ext cx="534672" cy="533476"/>
            </a:xfrm>
            <a:prstGeom prst="ellipse">
              <a:avLst/>
            </a:prstGeom>
            <a:gradFill>
              <a:gsLst>
                <a:gs pos="0">
                  <a:srgbClr val="1B2D2E">
                    <a:alpha val="5177"/>
                  </a:srgbClr>
                </a:gs>
                <a:gs pos="14286">
                  <a:srgbClr val="1B2D2E">
                    <a:alpha val="4769"/>
                  </a:srgbClr>
                </a:gs>
                <a:gs pos="28571">
                  <a:srgbClr val="1B2D2E">
                    <a:alpha val="3723"/>
                  </a:srgbClr>
                </a:gs>
                <a:gs pos="42857">
                  <a:srgbClr val="1B2D2E">
                    <a:alpha val="2458"/>
                  </a:srgbClr>
                </a:gs>
                <a:gs pos="57143">
                  <a:srgbClr val="1B2D2E">
                    <a:alpha val="1369"/>
                  </a:srgbClr>
                </a:gs>
                <a:gs pos="71429">
                  <a:srgbClr val="1B2D2E">
                    <a:alpha val="643"/>
                  </a:srgbClr>
                </a:gs>
                <a:gs pos="85714">
                  <a:srgbClr val="1B2D2E">
                    <a:alpha val="255"/>
                  </a:srgbClr>
                </a:gs>
                <a:gs pos="100000">
                  <a:srgbClr val="1B2D2E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Splat 797"/>
            <p:cNvSpPr>
              <a:spLocks noGrp="1"/>
            </p:cNvSpPr>
            <p:nvPr/>
          </p:nvSpPr>
          <p:spPr>
            <a:xfrm rot="9410298">
              <a:off x="1167236" y="1943322"/>
              <a:ext cx="304150" cy="271246"/>
            </a:xfrm>
            <a:prstGeom prst="ellipse">
              <a:avLst/>
            </a:prstGeom>
            <a:gradFill>
              <a:gsLst>
                <a:gs pos="0">
                  <a:srgbClr val="655361">
                    <a:alpha val="9882"/>
                  </a:srgbClr>
                </a:gs>
                <a:gs pos="14286">
                  <a:srgbClr val="655361">
                    <a:alpha val="9120"/>
                  </a:srgbClr>
                </a:gs>
                <a:gs pos="28571">
                  <a:srgbClr val="655361">
                    <a:alpha val="7156"/>
                  </a:srgbClr>
                </a:gs>
                <a:gs pos="42857">
                  <a:srgbClr val="655361">
                    <a:alpha val="4754"/>
                  </a:srgbClr>
                </a:gs>
                <a:gs pos="57143">
                  <a:srgbClr val="655361">
                    <a:alpha val="2663"/>
                  </a:srgbClr>
                </a:gs>
                <a:gs pos="71429">
                  <a:srgbClr val="655361">
                    <a:alpha val="1255"/>
                  </a:srgbClr>
                </a:gs>
                <a:gs pos="85714">
                  <a:srgbClr val="655361">
                    <a:alpha val="498"/>
                  </a:srgbClr>
                </a:gs>
                <a:gs pos="100000">
                  <a:srgbClr val="655361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Splat 798"/>
            <p:cNvSpPr>
              <a:spLocks noGrp="1"/>
            </p:cNvSpPr>
            <p:nvPr/>
          </p:nvSpPr>
          <p:spPr>
            <a:xfrm rot="5341812">
              <a:off x="2169044" y="235767"/>
              <a:ext cx="540307" cy="535985"/>
            </a:xfrm>
            <a:prstGeom prst="ellipse">
              <a:avLst/>
            </a:prstGeom>
            <a:gradFill>
              <a:gsLst>
                <a:gs pos="0">
                  <a:srgbClr val="1F2E4E">
                    <a:alpha val="3551"/>
                  </a:srgbClr>
                </a:gs>
                <a:gs pos="14286">
                  <a:srgbClr val="1F2E4E">
                    <a:alpha val="3269"/>
                  </a:srgbClr>
                </a:gs>
                <a:gs pos="28571">
                  <a:srgbClr val="1F2E4E">
                    <a:alpha val="2547"/>
                  </a:srgbClr>
                </a:gs>
                <a:gs pos="42857">
                  <a:srgbClr val="1F2E4E">
                    <a:alpha val="1678"/>
                  </a:srgbClr>
                </a:gs>
                <a:gs pos="57143">
                  <a:srgbClr val="1F2E4E">
                    <a:alpha val="933"/>
                  </a:srgbClr>
                </a:gs>
                <a:gs pos="71429">
                  <a:srgbClr val="1F2E4E">
                    <a:alpha val="438"/>
                  </a:srgbClr>
                </a:gs>
                <a:gs pos="85714">
                  <a:srgbClr val="1F2E4E">
                    <a:alpha val="173"/>
                  </a:srgbClr>
                </a:gs>
                <a:gs pos="100000">
                  <a:srgbClr val="1F2E4E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Splat 799"/>
            <p:cNvSpPr>
              <a:spLocks noGrp="1"/>
            </p:cNvSpPr>
            <p:nvPr/>
          </p:nvSpPr>
          <p:spPr>
            <a:xfrm rot="10330149">
              <a:off x="3186018" y="701727"/>
              <a:ext cx="555212" cy="534329"/>
            </a:xfrm>
            <a:prstGeom prst="ellipse">
              <a:avLst/>
            </a:prstGeom>
            <a:gradFill>
              <a:gsLst>
                <a:gs pos="0">
                  <a:srgbClr val="05274F">
                    <a:alpha val="15157"/>
                  </a:srgbClr>
                </a:gs>
                <a:gs pos="14286">
                  <a:srgbClr val="05274F">
                    <a:alpha val="14021"/>
                  </a:srgbClr>
                </a:gs>
                <a:gs pos="28571">
                  <a:srgbClr val="05274F">
                    <a:alpha val="11068"/>
                  </a:srgbClr>
                </a:gs>
                <a:gs pos="42857">
                  <a:srgbClr val="05274F">
                    <a:alpha val="7405"/>
                  </a:srgbClr>
                </a:gs>
                <a:gs pos="57143">
                  <a:srgbClr val="05274F">
                    <a:alpha val="4174"/>
                  </a:srgbClr>
                </a:gs>
                <a:gs pos="71429">
                  <a:srgbClr val="05274F">
                    <a:alpha val="1976"/>
                  </a:srgbClr>
                </a:gs>
                <a:gs pos="85714">
                  <a:srgbClr val="05274F">
                    <a:alpha val="786"/>
                  </a:srgbClr>
                </a:gs>
                <a:gs pos="100000">
                  <a:srgbClr val="05274F">
                    <a:alpha val="2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Splat 800"/>
            <p:cNvSpPr>
              <a:spLocks noGrp="1"/>
            </p:cNvSpPr>
            <p:nvPr/>
          </p:nvSpPr>
          <p:spPr>
            <a:xfrm rot="5701608">
              <a:off x="1596489" y="1219640"/>
              <a:ext cx="420350" cy="31617"/>
            </a:xfrm>
            <a:prstGeom prst="ellipse">
              <a:avLst/>
            </a:prstGeom>
            <a:gradFill>
              <a:gsLst>
                <a:gs pos="0">
                  <a:srgbClr val="F2EEDF">
                    <a:alpha val="32968"/>
                  </a:srgbClr>
                </a:gs>
                <a:gs pos="14286">
                  <a:srgbClr val="F2EEDF">
                    <a:alpha val="30764"/>
                  </a:srgbClr>
                </a:gs>
                <a:gs pos="28571">
                  <a:srgbClr val="F2EEDF">
                    <a:alpha val="24833"/>
                  </a:srgbClr>
                </a:gs>
                <a:gs pos="42857">
                  <a:srgbClr val="F2EEDF">
                    <a:alpha val="17075"/>
                  </a:srgbClr>
                </a:gs>
                <a:gs pos="57143">
                  <a:srgbClr val="F2EEDF">
                    <a:alpha val="9855"/>
                  </a:srgbClr>
                </a:gs>
                <a:gs pos="71429">
                  <a:srgbClr val="F2EEDF">
                    <a:alpha val="4740"/>
                  </a:srgbClr>
                </a:gs>
                <a:gs pos="85714">
                  <a:srgbClr val="F2EEDF">
                    <a:alpha val="1902"/>
                  </a:srgbClr>
                </a:gs>
                <a:gs pos="100000">
                  <a:srgbClr val="F2EED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Splat 801"/>
            <p:cNvSpPr>
              <a:spLocks noGrp="1"/>
            </p:cNvSpPr>
            <p:nvPr/>
          </p:nvSpPr>
          <p:spPr>
            <a:xfrm rot="-10790892">
              <a:off x="2459967" y="250182"/>
              <a:ext cx="534729" cy="534240"/>
            </a:xfrm>
            <a:prstGeom prst="ellipse">
              <a:avLst/>
            </a:prstGeom>
            <a:gradFill>
              <a:gsLst>
                <a:gs pos="0">
                  <a:srgbClr val="20293E">
                    <a:alpha val="7535"/>
                  </a:srgbClr>
                </a:gs>
                <a:gs pos="14286">
                  <a:srgbClr val="20293E">
                    <a:alpha val="6947"/>
                  </a:srgbClr>
                </a:gs>
                <a:gs pos="28571">
                  <a:srgbClr val="20293E">
                    <a:alpha val="5437"/>
                  </a:srgbClr>
                </a:gs>
                <a:gs pos="42857">
                  <a:srgbClr val="20293E">
                    <a:alpha val="3600"/>
                  </a:srgbClr>
                </a:gs>
                <a:gs pos="57143">
                  <a:srgbClr val="20293E">
                    <a:alpha val="2011"/>
                  </a:srgbClr>
                </a:gs>
                <a:gs pos="71429">
                  <a:srgbClr val="20293E">
                    <a:alpha val="947"/>
                  </a:srgbClr>
                </a:gs>
                <a:gs pos="85714">
                  <a:srgbClr val="20293E">
                    <a:alpha val="375"/>
                  </a:srgbClr>
                </a:gs>
                <a:gs pos="100000">
                  <a:srgbClr val="20293E">
                    <a:alpha val="1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Splat 802"/>
            <p:cNvSpPr>
              <a:spLocks noGrp="1"/>
            </p:cNvSpPr>
            <p:nvPr/>
          </p:nvSpPr>
          <p:spPr>
            <a:xfrm rot="6532657">
              <a:off x="3029426" y="623724"/>
              <a:ext cx="534616" cy="526021"/>
            </a:xfrm>
            <a:prstGeom prst="ellipse">
              <a:avLst/>
            </a:prstGeom>
            <a:gradFill>
              <a:gsLst>
                <a:gs pos="0">
                  <a:srgbClr val="292100">
                    <a:alpha val="14749"/>
                  </a:srgbClr>
                </a:gs>
                <a:gs pos="14286">
                  <a:srgbClr val="292100">
                    <a:alpha val="13642"/>
                  </a:srgbClr>
                </a:gs>
                <a:gs pos="28571">
                  <a:srgbClr val="292100">
                    <a:alpha val="10763"/>
                  </a:srgbClr>
                </a:gs>
                <a:gs pos="42857">
                  <a:srgbClr val="292100">
                    <a:alpha val="7197"/>
                  </a:srgbClr>
                </a:gs>
                <a:gs pos="57143">
                  <a:srgbClr val="292100">
                    <a:alpha val="4054"/>
                  </a:srgbClr>
                </a:gs>
                <a:gs pos="71429">
                  <a:srgbClr val="292100">
                    <a:alpha val="1919"/>
                  </a:srgbClr>
                </a:gs>
                <a:gs pos="85714">
                  <a:srgbClr val="292100">
                    <a:alpha val="763"/>
                  </a:srgbClr>
                </a:gs>
                <a:gs pos="100000">
                  <a:srgbClr val="292100">
                    <a:alpha val="2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Splat 803"/>
            <p:cNvSpPr>
              <a:spLocks noGrp="1"/>
            </p:cNvSpPr>
            <p:nvPr/>
          </p:nvSpPr>
          <p:spPr>
            <a:xfrm rot="10778165">
              <a:off x="2330776" y="162891"/>
              <a:ext cx="533593" cy="533150"/>
            </a:xfrm>
            <a:prstGeom prst="ellipse">
              <a:avLst/>
            </a:prstGeom>
            <a:gradFill>
              <a:gsLst>
                <a:gs pos="0">
                  <a:srgbClr val="1B2541">
                    <a:alpha val="7839"/>
                  </a:srgbClr>
                </a:gs>
                <a:gs pos="14286">
                  <a:srgbClr val="1B2541">
                    <a:alpha val="7228"/>
                  </a:srgbClr>
                </a:gs>
                <a:gs pos="28571">
                  <a:srgbClr val="1B2541">
                    <a:alpha val="5659"/>
                  </a:srgbClr>
                </a:gs>
                <a:gs pos="42857">
                  <a:srgbClr val="1B2541">
                    <a:alpha val="3749"/>
                  </a:srgbClr>
                </a:gs>
                <a:gs pos="57143">
                  <a:srgbClr val="1B2541">
                    <a:alpha val="2095"/>
                  </a:srgbClr>
                </a:gs>
                <a:gs pos="71429">
                  <a:srgbClr val="1B2541">
                    <a:alpha val="986"/>
                  </a:srgbClr>
                </a:gs>
                <a:gs pos="85714">
                  <a:srgbClr val="1B2541">
                    <a:alpha val="391"/>
                  </a:srgbClr>
                </a:gs>
                <a:gs pos="100000">
                  <a:srgbClr val="1B2541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Splat 804"/>
            <p:cNvSpPr>
              <a:spLocks noGrp="1"/>
            </p:cNvSpPr>
            <p:nvPr/>
          </p:nvSpPr>
          <p:spPr>
            <a:xfrm rot="10724490">
              <a:off x="2069066" y="197123"/>
              <a:ext cx="534896" cy="530609"/>
            </a:xfrm>
            <a:prstGeom prst="ellipse">
              <a:avLst/>
            </a:prstGeom>
            <a:gradFill>
              <a:gsLst>
                <a:gs pos="0">
                  <a:srgbClr val="142953">
                    <a:alpha val="3878"/>
                  </a:srgbClr>
                </a:gs>
                <a:gs pos="14286">
                  <a:srgbClr val="142953">
                    <a:alpha val="3570"/>
                  </a:srgbClr>
                </a:gs>
                <a:gs pos="28571">
                  <a:srgbClr val="142953">
                    <a:alpha val="2783"/>
                  </a:srgbClr>
                </a:gs>
                <a:gs pos="42857">
                  <a:srgbClr val="142953">
                    <a:alpha val="1834"/>
                  </a:srgbClr>
                </a:gs>
                <a:gs pos="57143">
                  <a:srgbClr val="142953">
                    <a:alpha val="1021"/>
                  </a:srgbClr>
                </a:gs>
                <a:gs pos="71429">
                  <a:srgbClr val="142953">
                    <a:alpha val="479"/>
                  </a:srgbClr>
                </a:gs>
                <a:gs pos="85714">
                  <a:srgbClr val="142953">
                    <a:alpha val="190"/>
                  </a:srgbClr>
                </a:gs>
                <a:gs pos="100000">
                  <a:srgbClr val="142953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Splat 805"/>
            <p:cNvSpPr>
              <a:spLocks noGrp="1"/>
            </p:cNvSpPr>
            <p:nvPr/>
          </p:nvSpPr>
          <p:spPr>
            <a:xfrm rot="-10783866">
              <a:off x="2501317" y="356679"/>
              <a:ext cx="532419" cy="531731"/>
            </a:xfrm>
            <a:prstGeom prst="ellipse">
              <a:avLst/>
            </a:prstGeom>
            <a:gradFill>
              <a:gsLst>
                <a:gs pos="0">
                  <a:srgbClr val="192643">
                    <a:alpha val="6591"/>
                  </a:srgbClr>
                </a:gs>
                <a:gs pos="14286">
                  <a:srgbClr val="192643">
                    <a:alpha val="6074"/>
                  </a:srgbClr>
                </a:gs>
                <a:gs pos="28571">
                  <a:srgbClr val="192643">
                    <a:alpha val="4749"/>
                  </a:srgbClr>
                </a:gs>
                <a:gs pos="42857">
                  <a:srgbClr val="192643">
                    <a:alpha val="3141"/>
                  </a:srgbClr>
                </a:gs>
                <a:gs pos="57143">
                  <a:srgbClr val="192643">
                    <a:alpha val="1753"/>
                  </a:srgbClr>
                </a:gs>
                <a:gs pos="71429">
                  <a:srgbClr val="192643">
                    <a:alpha val="824"/>
                  </a:srgbClr>
                </a:gs>
                <a:gs pos="85714">
                  <a:srgbClr val="192643">
                    <a:alpha val="327"/>
                  </a:srgbClr>
                </a:gs>
                <a:gs pos="100000">
                  <a:srgbClr val="192643">
                    <a:alpha val="1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Splat 806"/>
            <p:cNvSpPr>
              <a:spLocks noGrp="1"/>
            </p:cNvSpPr>
            <p:nvPr/>
          </p:nvSpPr>
          <p:spPr>
            <a:xfrm rot="-10786964">
              <a:off x="2640994" y="604664"/>
              <a:ext cx="530516" cy="529369"/>
            </a:xfrm>
            <a:prstGeom prst="ellipse">
              <a:avLst/>
            </a:prstGeom>
            <a:gradFill>
              <a:gsLst>
                <a:gs pos="0">
                  <a:srgbClr val="2A2F50">
                    <a:alpha val="5125"/>
                  </a:srgbClr>
                </a:gs>
                <a:gs pos="14286">
                  <a:srgbClr val="2A2F50">
                    <a:alpha val="4720"/>
                  </a:srgbClr>
                </a:gs>
                <a:gs pos="28571">
                  <a:srgbClr val="2A2F50">
                    <a:alpha val="3685"/>
                  </a:srgbClr>
                </a:gs>
                <a:gs pos="42857">
                  <a:srgbClr val="2A2F50">
                    <a:alpha val="2432"/>
                  </a:srgbClr>
                </a:gs>
                <a:gs pos="57143">
                  <a:srgbClr val="2A2F50">
                    <a:alpha val="1355"/>
                  </a:srgbClr>
                </a:gs>
                <a:gs pos="71429">
                  <a:srgbClr val="2A2F50">
                    <a:alpha val="637"/>
                  </a:srgbClr>
                </a:gs>
                <a:gs pos="85714">
                  <a:srgbClr val="2A2F50">
                    <a:alpha val="252"/>
                  </a:srgbClr>
                </a:gs>
                <a:gs pos="100000">
                  <a:srgbClr val="2A2F50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Splat 807"/>
            <p:cNvSpPr>
              <a:spLocks noGrp="1"/>
            </p:cNvSpPr>
            <p:nvPr/>
          </p:nvSpPr>
          <p:spPr>
            <a:xfrm rot="-10675587">
              <a:off x="2747172" y="796480"/>
              <a:ext cx="530262" cy="527705"/>
            </a:xfrm>
            <a:prstGeom prst="ellipse">
              <a:avLst/>
            </a:prstGeom>
            <a:gradFill>
              <a:gsLst>
                <a:gs pos="0">
                  <a:srgbClr val="1B2D4A">
                    <a:alpha val="3855"/>
                  </a:srgbClr>
                </a:gs>
                <a:gs pos="14286">
                  <a:srgbClr val="1B2D4A">
                    <a:alpha val="3548"/>
                  </a:srgbClr>
                </a:gs>
                <a:gs pos="28571">
                  <a:srgbClr val="1B2D4A">
                    <a:alpha val="2766"/>
                  </a:srgbClr>
                </a:gs>
                <a:gs pos="42857">
                  <a:srgbClr val="1B2D4A">
                    <a:alpha val="1823"/>
                  </a:srgbClr>
                </a:gs>
                <a:gs pos="57143">
                  <a:srgbClr val="1B2D4A">
                    <a:alpha val="1014"/>
                  </a:srgbClr>
                </a:gs>
                <a:gs pos="71429">
                  <a:srgbClr val="1B2D4A">
                    <a:alpha val="476"/>
                  </a:srgbClr>
                </a:gs>
                <a:gs pos="85714">
                  <a:srgbClr val="1B2D4A">
                    <a:alpha val="189"/>
                  </a:srgbClr>
                </a:gs>
                <a:gs pos="100000">
                  <a:srgbClr val="1B2D4A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Splat 808"/>
            <p:cNvSpPr>
              <a:spLocks noGrp="1"/>
            </p:cNvSpPr>
            <p:nvPr/>
          </p:nvSpPr>
          <p:spPr>
            <a:xfrm rot="5451541">
              <a:off x="2131447" y="132509"/>
              <a:ext cx="531828" cy="528333"/>
            </a:xfrm>
            <a:prstGeom prst="ellipse">
              <a:avLst/>
            </a:prstGeom>
            <a:gradFill>
              <a:gsLst>
                <a:gs pos="0">
                  <a:srgbClr val="181A2F">
                    <a:alpha val="5082"/>
                  </a:srgbClr>
                </a:gs>
                <a:gs pos="14286">
                  <a:srgbClr val="181A2F">
                    <a:alpha val="4680"/>
                  </a:srgbClr>
                </a:gs>
                <a:gs pos="28571">
                  <a:srgbClr val="181A2F">
                    <a:alpha val="3653"/>
                  </a:srgbClr>
                </a:gs>
                <a:gs pos="42857">
                  <a:srgbClr val="181A2F">
                    <a:alpha val="2412"/>
                  </a:srgbClr>
                </a:gs>
                <a:gs pos="57143">
                  <a:srgbClr val="181A2F">
                    <a:alpha val="1344"/>
                  </a:srgbClr>
                </a:gs>
                <a:gs pos="71429">
                  <a:srgbClr val="181A2F">
                    <a:alpha val="631"/>
                  </a:srgbClr>
                </a:gs>
                <a:gs pos="85714">
                  <a:srgbClr val="181A2F">
                    <a:alpha val="250"/>
                  </a:srgbClr>
                </a:gs>
                <a:gs pos="100000">
                  <a:srgbClr val="181A2F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Splat 809"/>
            <p:cNvSpPr>
              <a:spLocks noGrp="1"/>
            </p:cNvSpPr>
            <p:nvPr/>
          </p:nvSpPr>
          <p:spPr>
            <a:xfrm rot="-9805634">
              <a:off x="172927" y="105387"/>
              <a:ext cx="258438" cy="249830"/>
            </a:xfrm>
            <a:prstGeom prst="ellipse">
              <a:avLst/>
            </a:prstGeom>
            <a:gradFill>
              <a:gsLst>
                <a:gs pos="0">
                  <a:srgbClr val="1E281C">
                    <a:alpha val="7519"/>
                  </a:srgbClr>
                </a:gs>
                <a:gs pos="14286">
                  <a:srgbClr val="1E281C">
                    <a:alpha val="6932"/>
                  </a:srgbClr>
                </a:gs>
                <a:gs pos="28571">
                  <a:srgbClr val="1E281C">
                    <a:alpha val="5425"/>
                  </a:srgbClr>
                </a:gs>
                <a:gs pos="42857">
                  <a:srgbClr val="1E281C">
                    <a:alpha val="3593"/>
                  </a:srgbClr>
                </a:gs>
                <a:gs pos="57143">
                  <a:srgbClr val="1E281C">
                    <a:alpha val="2007"/>
                  </a:srgbClr>
                </a:gs>
                <a:gs pos="71429">
                  <a:srgbClr val="1E281C">
                    <a:alpha val="944"/>
                  </a:srgbClr>
                </a:gs>
                <a:gs pos="85714">
                  <a:srgbClr val="1E281C">
                    <a:alpha val="375"/>
                  </a:srgbClr>
                </a:gs>
                <a:gs pos="100000">
                  <a:srgbClr val="1E281C">
                    <a:alpha val="1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Splat 810"/>
            <p:cNvSpPr>
              <a:spLocks noGrp="1"/>
            </p:cNvSpPr>
            <p:nvPr/>
          </p:nvSpPr>
          <p:spPr>
            <a:xfrm rot="5398856">
              <a:off x="2548038" y="434978"/>
              <a:ext cx="527651" cy="527419"/>
            </a:xfrm>
            <a:prstGeom prst="ellipse">
              <a:avLst/>
            </a:prstGeom>
            <a:gradFill>
              <a:gsLst>
                <a:gs pos="0">
                  <a:srgbClr val="1F2C3C">
                    <a:alpha val="6125"/>
                  </a:srgbClr>
                </a:gs>
                <a:gs pos="14286">
                  <a:srgbClr val="1F2C3C">
                    <a:alpha val="5644"/>
                  </a:srgbClr>
                </a:gs>
                <a:gs pos="28571">
                  <a:srgbClr val="1F2C3C">
                    <a:alpha val="4410"/>
                  </a:srgbClr>
                </a:gs>
                <a:gs pos="42857">
                  <a:srgbClr val="1F2C3C">
                    <a:alpha val="2915"/>
                  </a:srgbClr>
                </a:gs>
                <a:gs pos="57143">
                  <a:srgbClr val="1F2C3C">
                    <a:alpha val="1626"/>
                  </a:srgbClr>
                </a:gs>
                <a:gs pos="71429">
                  <a:srgbClr val="1F2C3C">
                    <a:alpha val="764"/>
                  </a:srgbClr>
                </a:gs>
                <a:gs pos="85714">
                  <a:srgbClr val="1F2C3C">
                    <a:alpha val="303"/>
                  </a:srgbClr>
                </a:gs>
                <a:gs pos="100000">
                  <a:srgbClr val="1F2C3C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Splat 811"/>
            <p:cNvSpPr>
              <a:spLocks noGrp="1"/>
            </p:cNvSpPr>
            <p:nvPr/>
          </p:nvSpPr>
          <p:spPr>
            <a:xfrm rot="-10571247">
              <a:off x="2748386" y="813953"/>
              <a:ext cx="528756" cy="525716"/>
            </a:xfrm>
            <a:prstGeom prst="ellipse">
              <a:avLst/>
            </a:prstGeom>
            <a:gradFill>
              <a:gsLst>
                <a:gs pos="0">
                  <a:srgbClr val="1A2D46">
                    <a:alpha val="4871"/>
                  </a:srgbClr>
                </a:gs>
                <a:gs pos="14286">
                  <a:srgbClr val="1A2D46">
                    <a:alpha val="4486"/>
                  </a:srgbClr>
                </a:gs>
                <a:gs pos="28571">
                  <a:srgbClr val="1A2D46">
                    <a:alpha val="3501"/>
                  </a:srgbClr>
                </a:gs>
                <a:gs pos="42857">
                  <a:srgbClr val="1A2D46">
                    <a:alpha val="2310"/>
                  </a:srgbClr>
                </a:gs>
                <a:gs pos="57143">
                  <a:srgbClr val="1A2D46">
                    <a:alpha val="1287"/>
                  </a:srgbClr>
                </a:gs>
                <a:gs pos="71429">
                  <a:srgbClr val="1A2D46">
                    <a:alpha val="604"/>
                  </a:srgbClr>
                </a:gs>
                <a:gs pos="85714">
                  <a:srgbClr val="1A2D46">
                    <a:alpha val="239"/>
                  </a:srgbClr>
                </a:gs>
                <a:gs pos="100000">
                  <a:srgbClr val="1A2D46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Splat 812"/>
            <p:cNvSpPr>
              <a:spLocks noGrp="1"/>
            </p:cNvSpPr>
            <p:nvPr/>
          </p:nvSpPr>
          <p:spPr>
            <a:xfrm rot="6136141">
              <a:off x="1545138" y="1063478"/>
              <a:ext cx="605751" cy="121028"/>
            </a:xfrm>
            <a:prstGeom prst="ellipse">
              <a:avLst/>
            </a:prstGeom>
            <a:gradFill>
              <a:gsLst>
                <a:gs pos="0">
                  <a:srgbClr val="7B6E54">
                    <a:alpha val="30310"/>
                  </a:srgbClr>
                </a:gs>
                <a:gs pos="14286">
                  <a:srgbClr val="7B6E54">
                    <a:alpha val="28244"/>
                  </a:srgbClr>
                </a:gs>
                <a:gs pos="28571">
                  <a:srgbClr val="7B6E54">
                    <a:alpha val="22718"/>
                  </a:srgbClr>
                </a:gs>
                <a:gs pos="42857">
                  <a:srgbClr val="7B6E54">
                    <a:alpha val="15552"/>
                  </a:srgbClr>
                </a:gs>
                <a:gs pos="57143">
                  <a:srgbClr val="7B6E54">
                    <a:alpha val="8941"/>
                  </a:srgbClr>
                </a:gs>
                <a:gs pos="71429">
                  <a:srgbClr val="7B6E54">
                    <a:alpha val="4290"/>
                  </a:srgbClr>
                </a:gs>
                <a:gs pos="85714">
                  <a:srgbClr val="7B6E54">
                    <a:alpha val="1719"/>
                  </a:srgbClr>
                </a:gs>
                <a:gs pos="100000">
                  <a:srgbClr val="7B6E54">
                    <a:alpha val="5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Splat 813"/>
            <p:cNvSpPr>
              <a:spLocks noGrp="1"/>
            </p:cNvSpPr>
            <p:nvPr/>
          </p:nvSpPr>
          <p:spPr>
            <a:xfrm rot="5284749">
              <a:off x="2693657" y="538676"/>
              <a:ext cx="525541" cy="525168"/>
            </a:xfrm>
            <a:prstGeom prst="ellipse">
              <a:avLst/>
            </a:prstGeom>
            <a:gradFill>
              <a:gsLst>
                <a:gs pos="0">
                  <a:srgbClr val="223651">
                    <a:alpha val="5958"/>
                  </a:srgbClr>
                </a:gs>
                <a:gs pos="14286">
                  <a:srgbClr val="223651">
                    <a:alpha val="5489"/>
                  </a:srgbClr>
                </a:gs>
                <a:gs pos="28571">
                  <a:srgbClr val="223651">
                    <a:alpha val="4289"/>
                  </a:srgbClr>
                </a:gs>
                <a:gs pos="42857">
                  <a:srgbClr val="223651">
                    <a:alpha val="2834"/>
                  </a:srgbClr>
                </a:gs>
                <a:gs pos="57143">
                  <a:srgbClr val="223651">
                    <a:alpha val="1581"/>
                  </a:srgbClr>
                </a:gs>
                <a:gs pos="71429">
                  <a:srgbClr val="223651">
                    <a:alpha val="743"/>
                  </a:srgbClr>
                </a:gs>
                <a:gs pos="85714">
                  <a:srgbClr val="223651">
                    <a:alpha val="294"/>
                  </a:srgbClr>
                </a:gs>
                <a:gs pos="100000">
                  <a:srgbClr val="223651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Splat 814"/>
            <p:cNvSpPr>
              <a:spLocks noGrp="1"/>
            </p:cNvSpPr>
            <p:nvPr/>
          </p:nvSpPr>
          <p:spPr>
            <a:xfrm rot="8090147">
              <a:off x="14373" y="1754808"/>
              <a:ext cx="239283" cy="207944"/>
            </a:xfrm>
            <a:prstGeom prst="ellipse">
              <a:avLst/>
            </a:prstGeom>
            <a:gradFill>
              <a:gsLst>
                <a:gs pos="0">
                  <a:srgbClr val="7AA3DD">
                    <a:alpha val="32968"/>
                  </a:srgbClr>
                </a:gs>
                <a:gs pos="14286">
                  <a:srgbClr val="7AA3DD">
                    <a:alpha val="30764"/>
                  </a:srgbClr>
                </a:gs>
                <a:gs pos="28571">
                  <a:srgbClr val="7AA3DD">
                    <a:alpha val="24833"/>
                  </a:srgbClr>
                </a:gs>
                <a:gs pos="42857">
                  <a:srgbClr val="7AA3DD">
                    <a:alpha val="17075"/>
                  </a:srgbClr>
                </a:gs>
                <a:gs pos="57143">
                  <a:srgbClr val="7AA3DD">
                    <a:alpha val="9855"/>
                  </a:srgbClr>
                </a:gs>
                <a:gs pos="71429">
                  <a:srgbClr val="7AA3DD">
                    <a:alpha val="4740"/>
                  </a:srgbClr>
                </a:gs>
                <a:gs pos="85714">
                  <a:srgbClr val="7AA3DD">
                    <a:alpha val="1902"/>
                  </a:srgbClr>
                </a:gs>
                <a:gs pos="100000">
                  <a:srgbClr val="7AA3D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Splat 815"/>
            <p:cNvSpPr>
              <a:spLocks noGrp="1"/>
            </p:cNvSpPr>
            <p:nvPr/>
          </p:nvSpPr>
          <p:spPr>
            <a:xfrm rot="-10791365">
              <a:off x="2497713" y="250829"/>
              <a:ext cx="530653" cy="530105"/>
            </a:xfrm>
            <a:prstGeom prst="ellipse">
              <a:avLst/>
            </a:prstGeom>
            <a:gradFill>
              <a:gsLst>
                <a:gs pos="0">
                  <a:srgbClr val="172538">
                    <a:alpha val="10074"/>
                  </a:srgbClr>
                </a:gs>
                <a:gs pos="14286">
                  <a:srgbClr val="172538">
                    <a:alpha val="9299"/>
                  </a:srgbClr>
                </a:gs>
                <a:gs pos="28571">
                  <a:srgbClr val="172538">
                    <a:alpha val="7298"/>
                  </a:srgbClr>
                </a:gs>
                <a:gs pos="42857">
                  <a:srgbClr val="172538">
                    <a:alpha val="4849"/>
                  </a:srgbClr>
                </a:gs>
                <a:gs pos="57143">
                  <a:srgbClr val="172538">
                    <a:alpha val="2717"/>
                  </a:srgbClr>
                </a:gs>
                <a:gs pos="71429">
                  <a:srgbClr val="172538">
                    <a:alpha val="1281"/>
                  </a:srgbClr>
                </a:gs>
                <a:gs pos="85714">
                  <a:srgbClr val="172538">
                    <a:alpha val="508"/>
                  </a:srgbClr>
                </a:gs>
                <a:gs pos="100000">
                  <a:srgbClr val="172538">
                    <a:alpha val="1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Splat 816"/>
            <p:cNvSpPr>
              <a:spLocks noGrp="1"/>
            </p:cNvSpPr>
            <p:nvPr/>
          </p:nvSpPr>
          <p:spPr>
            <a:xfrm rot="-10797577">
              <a:off x="2433188" y="188447"/>
              <a:ext cx="530332" cy="529770"/>
            </a:xfrm>
            <a:prstGeom prst="ellipse">
              <a:avLst/>
            </a:prstGeom>
            <a:gradFill>
              <a:gsLst>
                <a:gs pos="0">
                  <a:srgbClr val="192B43">
                    <a:alpha val="10791"/>
                  </a:srgbClr>
                </a:gs>
                <a:gs pos="14286">
                  <a:srgbClr val="192B43">
                    <a:alpha val="9963"/>
                  </a:srgbClr>
                </a:gs>
                <a:gs pos="28571">
                  <a:srgbClr val="192B43">
                    <a:alpha val="7826"/>
                  </a:srgbClr>
                </a:gs>
                <a:gs pos="42857">
                  <a:srgbClr val="192B43">
                    <a:alpha val="5205"/>
                  </a:srgbClr>
                </a:gs>
                <a:gs pos="57143">
                  <a:srgbClr val="192B43">
                    <a:alpha val="2918"/>
                  </a:srgbClr>
                </a:gs>
                <a:gs pos="71429">
                  <a:srgbClr val="192B43">
                    <a:alpha val="1377"/>
                  </a:srgbClr>
                </a:gs>
                <a:gs pos="85714">
                  <a:srgbClr val="192B43">
                    <a:alpha val="547"/>
                  </a:srgbClr>
                </a:gs>
                <a:gs pos="100000">
                  <a:srgbClr val="192B43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Splat 817"/>
            <p:cNvSpPr>
              <a:spLocks noGrp="1"/>
            </p:cNvSpPr>
            <p:nvPr/>
          </p:nvSpPr>
          <p:spPr>
            <a:xfrm rot="-10652132">
              <a:off x="3284279" y="1029589"/>
              <a:ext cx="538443" cy="501068"/>
            </a:xfrm>
            <a:prstGeom prst="ellipse">
              <a:avLst/>
            </a:prstGeom>
            <a:gradFill>
              <a:gsLst>
                <a:gs pos="0">
                  <a:srgbClr val="001900">
                    <a:alpha val="13230"/>
                  </a:srgbClr>
                </a:gs>
                <a:gs pos="14286">
                  <a:srgbClr val="001900">
                    <a:alpha val="12228"/>
                  </a:srgbClr>
                </a:gs>
                <a:gs pos="28571">
                  <a:srgbClr val="001900">
                    <a:alpha val="9631"/>
                  </a:srgbClr>
                </a:gs>
                <a:gs pos="42857">
                  <a:srgbClr val="001900">
                    <a:alpha val="6427"/>
                  </a:srgbClr>
                </a:gs>
                <a:gs pos="57143">
                  <a:srgbClr val="001900">
                    <a:alpha val="3614"/>
                  </a:srgbClr>
                </a:gs>
                <a:gs pos="71429">
                  <a:srgbClr val="001900">
                    <a:alpha val="1708"/>
                  </a:srgbClr>
                </a:gs>
                <a:gs pos="85714">
                  <a:srgbClr val="001900">
                    <a:alpha val="679"/>
                  </a:srgbClr>
                </a:gs>
                <a:gs pos="100000">
                  <a:srgbClr val="001900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Splat 818"/>
            <p:cNvSpPr>
              <a:spLocks noGrp="1"/>
            </p:cNvSpPr>
            <p:nvPr/>
          </p:nvSpPr>
          <p:spPr>
            <a:xfrm rot="-10760584">
              <a:off x="2033251" y="90748"/>
              <a:ext cx="526456" cy="524122"/>
            </a:xfrm>
            <a:prstGeom prst="ellipse">
              <a:avLst/>
            </a:prstGeom>
            <a:gradFill>
              <a:gsLst>
                <a:gs pos="0">
                  <a:srgbClr val="112A47">
                    <a:alpha val="3607"/>
                  </a:srgbClr>
                </a:gs>
                <a:gs pos="14286">
                  <a:srgbClr val="112A47">
                    <a:alpha val="3320"/>
                  </a:srgbClr>
                </a:gs>
                <a:gs pos="28571">
                  <a:srgbClr val="112A47">
                    <a:alpha val="2588"/>
                  </a:srgbClr>
                </a:gs>
                <a:gs pos="42857">
                  <a:srgbClr val="112A47">
                    <a:alpha val="1705"/>
                  </a:srgbClr>
                </a:gs>
                <a:gs pos="57143">
                  <a:srgbClr val="112A47">
                    <a:alpha val="948"/>
                  </a:srgbClr>
                </a:gs>
                <a:gs pos="71429">
                  <a:srgbClr val="112A47">
                    <a:alpha val="445"/>
                  </a:srgbClr>
                </a:gs>
                <a:gs pos="85714">
                  <a:srgbClr val="112A47">
                    <a:alpha val="176"/>
                  </a:srgbClr>
                </a:gs>
                <a:gs pos="100000">
                  <a:srgbClr val="112A47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Splat 819"/>
            <p:cNvSpPr>
              <a:spLocks noGrp="1"/>
            </p:cNvSpPr>
            <p:nvPr/>
          </p:nvSpPr>
          <p:spPr>
            <a:xfrm rot="4187559">
              <a:off x="3306455" y="1025479"/>
              <a:ext cx="548579" cy="478541"/>
            </a:xfrm>
            <a:prstGeom prst="ellipse">
              <a:avLst/>
            </a:prstGeom>
            <a:gradFill>
              <a:gsLst>
                <a:gs pos="0">
                  <a:srgbClr val="312600">
                    <a:alpha val="20764"/>
                  </a:srgbClr>
                </a:gs>
                <a:gs pos="14286">
                  <a:srgbClr val="312600">
                    <a:alpha val="19259"/>
                  </a:srgbClr>
                </a:gs>
                <a:gs pos="28571">
                  <a:srgbClr val="312600">
                    <a:alpha val="15303"/>
                  </a:srgbClr>
                </a:gs>
                <a:gs pos="42857">
                  <a:srgbClr val="312600">
                    <a:alpha val="10322"/>
                  </a:srgbClr>
                </a:gs>
                <a:gs pos="57143">
                  <a:srgbClr val="312600">
                    <a:alpha val="5858"/>
                  </a:srgbClr>
                </a:gs>
                <a:gs pos="71429">
                  <a:srgbClr val="312600">
                    <a:alpha val="2786"/>
                  </a:srgbClr>
                </a:gs>
                <a:gs pos="85714">
                  <a:srgbClr val="312600">
                    <a:alpha val="1111"/>
                  </a:srgbClr>
                </a:gs>
                <a:gs pos="100000">
                  <a:srgbClr val="312600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Splat 820"/>
            <p:cNvSpPr>
              <a:spLocks noGrp="1"/>
            </p:cNvSpPr>
            <p:nvPr/>
          </p:nvSpPr>
          <p:spPr>
            <a:xfrm rot="6169867">
              <a:off x="2362673" y="2384544"/>
              <a:ext cx="417415" cy="88662"/>
            </a:xfrm>
            <a:prstGeom prst="ellipse">
              <a:avLst/>
            </a:prstGeom>
            <a:gradFill>
              <a:gsLst>
                <a:gs pos="0">
                  <a:srgbClr val="FFFFFD">
                    <a:alpha val="12977"/>
                  </a:srgbClr>
                </a:gs>
                <a:gs pos="14286">
                  <a:srgbClr val="FFFFFD">
                    <a:alpha val="11993"/>
                  </a:srgbClr>
                </a:gs>
                <a:gs pos="28571">
                  <a:srgbClr val="FFFFFD">
                    <a:alpha val="9443"/>
                  </a:srgbClr>
                </a:gs>
                <a:gs pos="42857">
                  <a:srgbClr val="FFFFFD">
                    <a:alpha val="6299"/>
                  </a:srgbClr>
                </a:gs>
                <a:gs pos="57143">
                  <a:srgbClr val="FFFFFD">
                    <a:alpha val="3541"/>
                  </a:srgbClr>
                </a:gs>
                <a:gs pos="71429">
                  <a:srgbClr val="FFFFFD">
                    <a:alpha val="1673"/>
                  </a:srgbClr>
                </a:gs>
                <a:gs pos="85714">
                  <a:srgbClr val="FFFFFD">
                    <a:alpha val="665"/>
                  </a:srgbClr>
                </a:gs>
                <a:gs pos="100000">
                  <a:srgbClr val="FFFFFD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Splat 821"/>
            <p:cNvSpPr>
              <a:spLocks noGrp="1"/>
            </p:cNvSpPr>
            <p:nvPr/>
          </p:nvSpPr>
          <p:spPr>
            <a:xfrm rot="-10786246">
              <a:off x="1199965" y="-177127"/>
              <a:ext cx="523992" cy="523588"/>
            </a:xfrm>
            <a:prstGeom prst="ellipse">
              <a:avLst/>
            </a:prstGeom>
            <a:gradFill>
              <a:gsLst>
                <a:gs pos="0">
                  <a:srgbClr val="192E40">
                    <a:alpha val="3017"/>
                  </a:srgbClr>
                </a:gs>
                <a:gs pos="14286">
                  <a:srgbClr val="192E40">
                    <a:alpha val="2776"/>
                  </a:srgbClr>
                </a:gs>
                <a:gs pos="28571">
                  <a:srgbClr val="192E40">
                    <a:alpha val="2162"/>
                  </a:srgbClr>
                </a:gs>
                <a:gs pos="42857">
                  <a:srgbClr val="192E40">
                    <a:alpha val="1424"/>
                  </a:srgbClr>
                </a:gs>
                <a:gs pos="57143">
                  <a:srgbClr val="192E40">
                    <a:alpha val="791"/>
                  </a:srgbClr>
                </a:gs>
                <a:gs pos="71429">
                  <a:srgbClr val="192E40">
                    <a:alpha val="371"/>
                  </a:srgbClr>
                </a:gs>
                <a:gs pos="85714">
                  <a:srgbClr val="192E40">
                    <a:alpha val="147"/>
                  </a:srgbClr>
                </a:gs>
                <a:gs pos="100000">
                  <a:srgbClr val="192E40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Splat 822"/>
            <p:cNvSpPr>
              <a:spLocks noGrp="1"/>
            </p:cNvSpPr>
            <p:nvPr/>
          </p:nvSpPr>
          <p:spPr>
            <a:xfrm rot="-9421365">
              <a:off x="1126643" y="-75448"/>
              <a:ext cx="526424" cy="503591"/>
            </a:xfrm>
            <a:prstGeom prst="ellipse">
              <a:avLst/>
            </a:prstGeom>
            <a:gradFill>
              <a:gsLst>
                <a:gs pos="0">
                  <a:srgbClr val="201252">
                    <a:alpha val="5463"/>
                  </a:srgbClr>
                </a:gs>
                <a:gs pos="14286">
                  <a:srgbClr val="201252">
                    <a:alpha val="5032"/>
                  </a:srgbClr>
                </a:gs>
                <a:gs pos="28571">
                  <a:srgbClr val="201252">
                    <a:alpha val="3930"/>
                  </a:srgbClr>
                </a:gs>
                <a:gs pos="42857">
                  <a:srgbClr val="201252">
                    <a:alpha val="2595"/>
                  </a:srgbClr>
                </a:gs>
                <a:gs pos="57143">
                  <a:srgbClr val="201252">
                    <a:alpha val="1446"/>
                  </a:srgbClr>
                </a:gs>
                <a:gs pos="71429">
                  <a:srgbClr val="201252">
                    <a:alpha val="680"/>
                  </a:srgbClr>
                </a:gs>
                <a:gs pos="85714">
                  <a:srgbClr val="201252">
                    <a:alpha val="269"/>
                  </a:srgbClr>
                </a:gs>
                <a:gs pos="100000">
                  <a:srgbClr val="201252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Splat 823"/>
            <p:cNvSpPr>
              <a:spLocks noGrp="1"/>
            </p:cNvSpPr>
            <p:nvPr/>
          </p:nvSpPr>
          <p:spPr>
            <a:xfrm rot="3571464">
              <a:off x="1884904" y="2365353"/>
              <a:ext cx="261825" cy="58628"/>
            </a:xfrm>
            <a:prstGeom prst="ellipse">
              <a:avLst/>
            </a:prstGeom>
            <a:gradFill>
              <a:gsLst>
                <a:gs pos="0">
                  <a:srgbClr val="B98349">
                    <a:alpha val="32968"/>
                  </a:srgbClr>
                </a:gs>
                <a:gs pos="14286">
                  <a:srgbClr val="B98349">
                    <a:alpha val="30764"/>
                  </a:srgbClr>
                </a:gs>
                <a:gs pos="28571">
                  <a:srgbClr val="B98349">
                    <a:alpha val="24833"/>
                  </a:srgbClr>
                </a:gs>
                <a:gs pos="42857">
                  <a:srgbClr val="B98349">
                    <a:alpha val="17075"/>
                  </a:srgbClr>
                </a:gs>
                <a:gs pos="57143">
                  <a:srgbClr val="B98349">
                    <a:alpha val="9855"/>
                  </a:srgbClr>
                </a:gs>
                <a:gs pos="71429">
                  <a:srgbClr val="B98349">
                    <a:alpha val="4740"/>
                  </a:srgbClr>
                </a:gs>
                <a:gs pos="85714">
                  <a:srgbClr val="B98349">
                    <a:alpha val="1902"/>
                  </a:srgbClr>
                </a:gs>
                <a:gs pos="100000">
                  <a:srgbClr val="B9834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Splat 824"/>
            <p:cNvSpPr>
              <a:spLocks noGrp="1"/>
            </p:cNvSpPr>
            <p:nvPr/>
          </p:nvSpPr>
          <p:spPr>
            <a:xfrm rot="4699495">
              <a:off x="1626689" y="1032258"/>
              <a:ext cx="409292" cy="101578"/>
            </a:xfrm>
            <a:prstGeom prst="ellipse">
              <a:avLst/>
            </a:prstGeom>
            <a:gradFill>
              <a:gsLst>
                <a:gs pos="0">
                  <a:srgbClr val="928D7C">
                    <a:alpha val="21042"/>
                  </a:srgbClr>
                </a:gs>
                <a:gs pos="14286">
                  <a:srgbClr val="928D7C">
                    <a:alpha val="19519"/>
                  </a:srgbClr>
                </a:gs>
                <a:gs pos="28571">
                  <a:srgbClr val="928D7C">
                    <a:alpha val="15516"/>
                  </a:srgbClr>
                </a:gs>
                <a:gs pos="42857">
                  <a:srgbClr val="928D7C">
                    <a:alpha val="10469"/>
                  </a:srgbClr>
                </a:gs>
                <a:gs pos="57143">
                  <a:srgbClr val="928D7C">
                    <a:alpha val="5944"/>
                  </a:srgbClr>
                </a:gs>
                <a:gs pos="71429">
                  <a:srgbClr val="928D7C">
                    <a:alpha val="2828"/>
                  </a:srgbClr>
                </a:gs>
                <a:gs pos="85714">
                  <a:srgbClr val="928D7C">
                    <a:alpha val="1128"/>
                  </a:srgbClr>
                </a:gs>
                <a:gs pos="100000">
                  <a:srgbClr val="928D7C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Splat 825"/>
            <p:cNvSpPr>
              <a:spLocks noGrp="1"/>
            </p:cNvSpPr>
            <p:nvPr/>
          </p:nvSpPr>
          <p:spPr>
            <a:xfrm rot="5408134">
              <a:off x="-247537" y="1811899"/>
              <a:ext cx="533262" cy="213376"/>
            </a:xfrm>
            <a:prstGeom prst="ellipse">
              <a:avLst/>
            </a:prstGeom>
            <a:gradFill>
              <a:gsLst>
                <a:gs pos="0">
                  <a:srgbClr val="000000">
                    <a:alpha val="26598"/>
                  </a:srgbClr>
                </a:gs>
                <a:gs pos="14286">
                  <a:srgbClr val="000000">
                    <a:alpha val="24739"/>
                  </a:srgbClr>
                </a:gs>
                <a:gs pos="28571">
                  <a:srgbClr val="000000">
                    <a:alpha val="19802"/>
                  </a:srgbClr>
                </a:gs>
                <a:gs pos="42857">
                  <a:srgbClr val="000000">
                    <a:alpha val="13476"/>
                  </a:srgbClr>
                </a:gs>
                <a:gs pos="57143">
                  <a:srgbClr val="000000">
                    <a:alpha val="7707"/>
                  </a:srgbClr>
                </a:gs>
                <a:gs pos="71429">
                  <a:srgbClr val="000000">
                    <a:alpha val="3685"/>
                  </a:srgbClr>
                </a:gs>
                <a:gs pos="85714">
                  <a:srgbClr val="000000">
                    <a:alpha val="1474"/>
                  </a:srgbClr>
                </a:gs>
                <a:gs pos="100000">
                  <a:srgbClr val="000000">
                    <a:alpha val="4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Splat 826"/>
            <p:cNvSpPr>
              <a:spLocks noGrp="1"/>
            </p:cNvSpPr>
            <p:nvPr/>
          </p:nvSpPr>
          <p:spPr>
            <a:xfrm rot="5419917">
              <a:off x="1513389" y="1138949"/>
              <a:ext cx="599488" cy="35633"/>
            </a:xfrm>
            <a:prstGeom prst="ellipse">
              <a:avLst/>
            </a:prstGeom>
            <a:gradFill>
              <a:gsLst>
                <a:gs pos="0">
                  <a:srgbClr val="300A00">
                    <a:alpha val="32968"/>
                  </a:srgbClr>
                </a:gs>
                <a:gs pos="14286">
                  <a:srgbClr val="300A00">
                    <a:alpha val="30764"/>
                  </a:srgbClr>
                </a:gs>
                <a:gs pos="28571">
                  <a:srgbClr val="300A00">
                    <a:alpha val="24833"/>
                  </a:srgbClr>
                </a:gs>
                <a:gs pos="42857">
                  <a:srgbClr val="300A00">
                    <a:alpha val="17075"/>
                  </a:srgbClr>
                </a:gs>
                <a:gs pos="57143">
                  <a:srgbClr val="300A00">
                    <a:alpha val="9855"/>
                  </a:srgbClr>
                </a:gs>
                <a:gs pos="71429">
                  <a:srgbClr val="300A00">
                    <a:alpha val="4740"/>
                  </a:srgbClr>
                </a:gs>
                <a:gs pos="85714">
                  <a:srgbClr val="300A00">
                    <a:alpha val="1902"/>
                  </a:srgbClr>
                </a:gs>
                <a:gs pos="100000">
                  <a:srgbClr val="300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Splat 827"/>
            <p:cNvSpPr>
              <a:spLocks noGrp="1"/>
            </p:cNvSpPr>
            <p:nvPr/>
          </p:nvSpPr>
          <p:spPr>
            <a:xfrm rot="6417660">
              <a:off x="-236581" y="1482906"/>
              <a:ext cx="639618" cy="49942"/>
            </a:xfrm>
            <a:prstGeom prst="ellipse">
              <a:avLst/>
            </a:prstGeom>
            <a:gradFill>
              <a:gsLst>
                <a:gs pos="0">
                  <a:srgbClr val="050000">
                    <a:alpha val="32968"/>
                  </a:srgbClr>
                </a:gs>
                <a:gs pos="14286">
                  <a:srgbClr val="050000">
                    <a:alpha val="30764"/>
                  </a:srgbClr>
                </a:gs>
                <a:gs pos="28571">
                  <a:srgbClr val="050000">
                    <a:alpha val="24833"/>
                  </a:srgbClr>
                </a:gs>
                <a:gs pos="42857">
                  <a:srgbClr val="050000">
                    <a:alpha val="17075"/>
                  </a:srgbClr>
                </a:gs>
                <a:gs pos="57143">
                  <a:srgbClr val="050000">
                    <a:alpha val="9855"/>
                  </a:srgbClr>
                </a:gs>
                <a:gs pos="71429">
                  <a:srgbClr val="050000">
                    <a:alpha val="4740"/>
                  </a:srgbClr>
                </a:gs>
                <a:gs pos="85714">
                  <a:srgbClr val="050000">
                    <a:alpha val="1902"/>
                  </a:srgbClr>
                </a:gs>
                <a:gs pos="100000">
                  <a:srgbClr val="0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Splat 828"/>
            <p:cNvSpPr>
              <a:spLocks noGrp="1"/>
            </p:cNvSpPr>
            <p:nvPr/>
          </p:nvSpPr>
          <p:spPr>
            <a:xfrm rot="5497750">
              <a:off x="1563080" y="2180546"/>
              <a:ext cx="323762" cy="27106"/>
            </a:xfrm>
            <a:prstGeom prst="ellipse">
              <a:avLst/>
            </a:prstGeom>
            <a:gradFill>
              <a:gsLst>
                <a:gs pos="0">
                  <a:srgbClr val="F5B83C">
                    <a:alpha val="32968"/>
                  </a:srgbClr>
                </a:gs>
                <a:gs pos="14286">
                  <a:srgbClr val="F5B83C">
                    <a:alpha val="30764"/>
                  </a:srgbClr>
                </a:gs>
                <a:gs pos="28571">
                  <a:srgbClr val="F5B83C">
                    <a:alpha val="24833"/>
                  </a:srgbClr>
                </a:gs>
                <a:gs pos="42857">
                  <a:srgbClr val="F5B83C">
                    <a:alpha val="17075"/>
                  </a:srgbClr>
                </a:gs>
                <a:gs pos="57143">
                  <a:srgbClr val="F5B83C">
                    <a:alpha val="9855"/>
                  </a:srgbClr>
                </a:gs>
                <a:gs pos="71429">
                  <a:srgbClr val="F5B83C">
                    <a:alpha val="4740"/>
                  </a:srgbClr>
                </a:gs>
                <a:gs pos="85714">
                  <a:srgbClr val="F5B83C">
                    <a:alpha val="1902"/>
                  </a:srgbClr>
                </a:gs>
                <a:gs pos="100000">
                  <a:srgbClr val="F5B8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Splat 829"/>
            <p:cNvSpPr>
              <a:spLocks noGrp="1"/>
            </p:cNvSpPr>
            <p:nvPr/>
          </p:nvSpPr>
          <p:spPr>
            <a:xfrm rot="-9238926">
              <a:off x="1557917" y="2300005"/>
              <a:ext cx="310096" cy="226086"/>
            </a:xfrm>
            <a:prstGeom prst="ellipse">
              <a:avLst/>
            </a:prstGeom>
            <a:gradFill>
              <a:gsLst>
                <a:gs pos="0">
                  <a:srgbClr val="EEA448">
                    <a:alpha val="32823"/>
                  </a:srgbClr>
                </a:gs>
                <a:gs pos="14286">
                  <a:srgbClr val="EEA448">
                    <a:alpha val="30626"/>
                  </a:srgbClr>
                </a:gs>
                <a:gs pos="28571">
                  <a:srgbClr val="EEA448">
                    <a:alpha val="24717"/>
                  </a:srgbClr>
                </a:gs>
                <a:gs pos="42857">
                  <a:srgbClr val="EEA448">
                    <a:alpha val="16991"/>
                  </a:srgbClr>
                </a:gs>
                <a:gs pos="57143">
                  <a:srgbClr val="EEA448">
                    <a:alpha val="9804"/>
                  </a:srgbClr>
                </a:gs>
                <a:gs pos="71429">
                  <a:srgbClr val="EEA448">
                    <a:alpha val="4715"/>
                  </a:srgbClr>
                </a:gs>
                <a:gs pos="85714">
                  <a:srgbClr val="EEA448">
                    <a:alpha val="1892"/>
                  </a:srgbClr>
                </a:gs>
                <a:gs pos="100000">
                  <a:srgbClr val="EEA448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Splat 830"/>
            <p:cNvSpPr>
              <a:spLocks noGrp="1"/>
            </p:cNvSpPr>
            <p:nvPr/>
          </p:nvSpPr>
          <p:spPr>
            <a:xfrm rot="5366827">
              <a:off x="978369" y="2085962"/>
              <a:ext cx="445609" cy="103164"/>
            </a:xfrm>
            <a:prstGeom prst="ellipse">
              <a:avLst/>
            </a:prstGeom>
            <a:gradFill>
              <a:gsLst>
                <a:gs pos="0">
                  <a:srgbClr val="696D7D">
                    <a:alpha val="28984"/>
                  </a:srgbClr>
                </a:gs>
                <a:gs pos="14286">
                  <a:srgbClr val="696D7D">
                    <a:alpha val="26991"/>
                  </a:srgbClr>
                </a:gs>
                <a:gs pos="28571">
                  <a:srgbClr val="696D7D">
                    <a:alpha val="21671"/>
                  </a:srgbClr>
                </a:gs>
                <a:gs pos="42857">
                  <a:srgbClr val="696D7D">
                    <a:alpha val="14804"/>
                  </a:srgbClr>
                </a:gs>
                <a:gs pos="57143">
                  <a:srgbClr val="696D7D">
                    <a:alpha val="8495"/>
                  </a:srgbClr>
                </a:gs>
                <a:gs pos="71429">
                  <a:srgbClr val="696D7D">
                    <a:alpha val="4070"/>
                  </a:srgbClr>
                </a:gs>
                <a:gs pos="85714">
                  <a:srgbClr val="696D7D">
                    <a:alpha val="1630"/>
                  </a:srgbClr>
                </a:gs>
                <a:gs pos="100000">
                  <a:srgbClr val="696D7D">
                    <a:alpha val="5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Splat 831"/>
            <p:cNvSpPr>
              <a:spLocks noGrp="1"/>
            </p:cNvSpPr>
            <p:nvPr/>
          </p:nvSpPr>
          <p:spPr>
            <a:xfrm rot="-8110699">
              <a:off x="20657" y="1797075"/>
              <a:ext cx="316857" cy="219368"/>
            </a:xfrm>
            <a:prstGeom prst="ellipse">
              <a:avLst/>
            </a:prstGeom>
            <a:gradFill>
              <a:gsLst>
                <a:gs pos="0">
                  <a:srgbClr val="7A8B9D">
                    <a:alpha val="32968"/>
                  </a:srgbClr>
                </a:gs>
                <a:gs pos="14286">
                  <a:srgbClr val="7A8B9D">
                    <a:alpha val="30764"/>
                  </a:srgbClr>
                </a:gs>
                <a:gs pos="28571">
                  <a:srgbClr val="7A8B9D">
                    <a:alpha val="24833"/>
                  </a:srgbClr>
                </a:gs>
                <a:gs pos="42857">
                  <a:srgbClr val="7A8B9D">
                    <a:alpha val="17075"/>
                  </a:srgbClr>
                </a:gs>
                <a:gs pos="57143">
                  <a:srgbClr val="7A8B9D">
                    <a:alpha val="9855"/>
                  </a:srgbClr>
                </a:gs>
                <a:gs pos="71429">
                  <a:srgbClr val="7A8B9D">
                    <a:alpha val="4740"/>
                  </a:srgbClr>
                </a:gs>
                <a:gs pos="85714">
                  <a:srgbClr val="7A8B9D">
                    <a:alpha val="1902"/>
                  </a:srgbClr>
                </a:gs>
                <a:gs pos="100000">
                  <a:srgbClr val="7A8B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Splat 832"/>
            <p:cNvSpPr>
              <a:spLocks noGrp="1"/>
            </p:cNvSpPr>
            <p:nvPr/>
          </p:nvSpPr>
          <p:spPr>
            <a:xfrm rot="5261481">
              <a:off x="-217497" y="1461257"/>
              <a:ext cx="621274" cy="65740"/>
            </a:xfrm>
            <a:prstGeom prst="ellipse">
              <a:avLst/>
            </a:prstGeom>
            <a:gradFill>
              <a:gsLst>
                <a:gs pos="0">
                  <a:srgbClr val="312500">
                    <a:alpha val="32968"/>
                  </a:srgbClr>
                </a:gs>
                <a:gs pos="14286">
                  <a:srgbClr val="312500">
                    <a:alpha val="30764"/>
                  </a:srgbClr>
                </a:gs>
                <a:gs pos="28571">
                  <a:srgbClr val="312500">
                    <a:alpha val="24833"/>
                  </a:srgbClr>
                </a:gs>
                <a:gs pos="42857">
                  <a:srgbClr val="312500">
                    <a:alpha val="17075"/>
                  </a:srgbClr>
                </a:gs>
                <a:gs pos="57143">
                  <a:srgbClr val="312500">
                    <a:alpha val="9855"/>
                  </a:srgbClr>
                </a:gs>
                <a:gs pos="71429">
                  <a:srgbClr val="312500">
                    <a:alpha val="4740"/>
                  </a:srgbClr>
                </a:gs>
                <a:gs pos="85714">
                  <a:srgbClr val="312500">
                    <a:alpha val="1902"/>
                  </a:srgbClr>
                </a:gs>
                <a:gs pos="100000">
                  <a:srgbClr val="312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Splat 833"/>
            <p:cNvSpPr>
              <a:spLocks noGrp="1"/>
            </p:cNvSpPr>
            <p:nvPr/>
          </p:nvSpPr>
          <p:spPr>
            <a:xfrm rot="10582976">
              <a:off x="471977" y="2183723"/>
              <a:ext cx="501259" cy="150412"/>
            </a:xfrm>
            <a:prstGeom prst="ellipse">
              <a:avLst/>
            </a:prstGeom>
            <a:gradFill>
              <a:gsLst>
                <a:gs pos="0">
                  <a:srgbClr val="39353C">
                    <a:alpha val="32968"/>
                  </a:srgbClr>
                </a:gs>
                <a:gs pos="14286">
                  <a:srgbClr val="39353C">
                    <a:alpha val="30764"/>
                  </a:srgbClr>
                </a:gs>
                <a:gs pos="28571">
                  <a:srgbClr val="39353C">
                    <a:alpha val="24833"/>
                  </a:srgbClr>
                </a:gs>
                <a:gs pos="42857">
                  <a:srgbClr val="39353C">
                    <a:alpha val="17075"/>
                  </a:srgbClr>
                </a:gs>
                <a:gs pos="57143">
                  <a:srgbClr val="39353C">
                    <a:alpha val="9855"/>
                  </a:srgbClr>
                </a:gs>
                <a:gs pos="71429">
                  <a:srgbClr val="39353C">
                    <a:alpha val="4740"/>
                  </a:srgbClr>
                </a:gs>
                <a:gs pos="85714">
                  <a:srgbClr val="39353C">
                    <a:alpha val="1902"/>
                  </a:srgbClr>
                </a:gs>
                <a:gs pos="100000">
                  <a:srgbClr val="3935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Splat 834"/>
            <p:cNvSpPr>
              <a:spLocks noGrp="1"/>
            </p:cNvSpPr>
            <p:nvPr/>
          </p:nvSpPr>
          <p:spPr>
            <a:xfrm rot="7541622">
              <a:off x="1763539" y="1929512"/>
              <a:ext cx="358220" cy="251431"/>
            </a:xfrm>
            <a:prstGeom prst="ellipse">
              <a:avLst/>
            </a:prstGeom>
            <a:gradFill>
              <a:gsLst>
                <a:gs pos="0">
                  <a:srgbClr val="BCB1AB">
                    <a:alpha val="4801"/>
                  </a:srgbClr>
                </a:gs>
                <a:gs pos="14286">
                  <a:srgbClr val="BCB1AB">
                    <a:alpha val="4421"/>
                  </a:srgbClr>
                </a:gs>
                <a:gs pos="28571">
                  <a:srgbClr val="BCB1AB">
                    <a:alpha val="3450"/>
                  </a:srgbClr>
                </a:gs>
                <a:gs pos="42857">
                  <a:srgbClr val="BCB1AB">
                    <a:alpha val="2277"/>
                  </a:srgbClr>
                </a:gs>
                <a:gs pos="57143">
                  <a:srgbClr val="BCB1AB">
                    <a:alpha val="1268"/>
                  </a:srgbClr>
                </a:gs>
                <a:gs pos="71429">
                  <a:srgbClr val="BCB1AB">
                    <a:alpha val="596"/>
                  </a:srgbClr>
                </a:gs>
                <a:gs pos="85714">
                  <a:srgbClr val="BCB1AB">
                    <a:alpha val="236"/>
                  </a:srgbClr>
                </a:gs>
                <a:gs pos="100000">
                  <a:srgbClr val="BCB1AB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Splat 835"/>
            <p:cNvSpPr>
              <a:spLocks noGrp="1"/>
            </p:cNvSpPr>
            <p:nvPr/>
          </p:nvSpPr>
          <p:spPr>
            <a:xfrm rot="3081058">
              <a:off x="1066946" y="2333638"/>
              <a:ext cx="176926" cy="77100"/>
            </a:xfrm>
            <a:prstGeom prst="ellipse">
              <a:avLst/>
            </a:prstGeom>
            <a:gradFill>
              <a:gsLst>
                <a:gs pos="0">
                  <a:srgbClr val="9A650D">
                    <a:alpha val="32968"/>
                  </a:srgbClr>
                </a:gs>
                <a:gs pos="14286">
                  <a:srgbClr val="9A650D">
                    <a:alpha val="30764"/>
                  </a:srgbClr>
                </a:gs>
                <a:gs pos="28571">
                  <a:srgbClr val="9A650D">
                    <a:alpha val="24833"/>
                  </a:srgbClr>
                </a:gs>
                <a:gs pos="42857">
                  <a:srgbClr val="9A650D">
                    <a:alpha val="17075"/>
                  </a:srgbClr>
                </a:gs>
                <a:gs pos="57143">
                  <a:srgbClr val="9A650D">
                    <a:alpha val="9855"/>
                  </a:srgbClr>
                </a:gs>
                <a:gs pos="71429">
                  <a:srgbClr val="9A650D">
                    <a:alpha val="4740"/>
                  </a:srgbClr>
                </a:gs>
                <a:gs pos="85714">
                  <a:srgbClr val="9A650D">
                    <a:alpha val="1902"/>
                  </a:srgbClr>
                </a:gs>
                <a:gs pos="100000">
                  <a:srgbClr val="9A650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Splat 836"/>
            <p:cNvSpPr>
              <a:spLocks noGrp="1"/>
            </p:cNvSpPr>
            <p:nvPr/>
          </p:nvSpPr>
          <p:spPr>
            <a:xfrm rot="-10353174">
              <a:off x="166497" y="2023089"/>
              <a:ext cx="363698" cy="95774"/>
            </a:xfrm>
            <a:prstGeom prst="ellipse">
              <a:avLst/>
            </a:prstGeom>
            <a:gradFill>
              <a:gsLst>
                <a:gs pos="0">
                  <a:srgbClr val="6B7481">
                    <a:alpha val="32968"/>
                  </a:srgbClr>
                </a:gs>
                <a:gs pos="14286">
                  <a:srgbClr val="6B7481">
                    <a:alpha val="30764"/>
                  </a:srgbClr>
                </a:gs>
                <a:gs pos="28571">
                  <a:srgbClr val="6B7481">
                    <a:alpha val="24833"/>
                  </a:srgbClr>
                </a:gs>
                <a:gs pos="42857">
                  <a:srgbClr val="6B7481">
                    <a:alpha val="17075"/>
                  </a:srgbClr>
                </a:gs>
                <a:gs pos="57143">
                  <a:srgbClr val="6B7481">
                    <a:alpha val="9855"/>
                  </a:srgbClr>
                </a:gs>
                <a:gs pos="71429">
                  <a:srgbClr val="6B7481">
                    <a:alpha val="4740"/>
                  </a:srgbClr>
                </a:gs>
                <a:gs pos="85714">
                  <a:srgbClr val="6B7481">
                    <a:alpha val="1902"/>
                  </a:srgbClr>
                </a:gs>
                <a:gs pos="100000">
                  <a:srgbClr val="6B748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Splat 837"/>
            <p:cNvSpPr>
              <a:spLocks noGrp="1"/>
            </p:cNvSpPr>
            <p:nvPr/>
          </p:nvSpPr>
          <p:spPr>
            <a:xfrm rot="10568677">
              <a:off x="882168" y="2207992"/>
              <a:ext cx="252239" cy="6911"/>
            </a:xfrm>
            <a:prstGeom prst="ellipse">
              <a:avLst/>
            </a:prstGeom>
            <a:gradFill>
              <a:gsLst>
                <a:gs pos="0">
                  <a:srgbClr val="7F584B">
                    <a:alpha val="32968"/>
                  </a:srgbClr>
                </a:gs>
                <a:gs pos="14286">
                  <a:srgbClr val="7F584B">
                    <a:alpha val="30764"/>
                  </a:srgbClr>
                </a:gs>
                <a:gs pos="28571">
                  <a:srgbClr val="7F584B">
                    <a:alpha val="24833"/>
                  </a:srgbClr>
                </a:gs>
                <a:gs pos="42857">
                  <a:srgbClr val="7F584B">
                    <a:alpha val="17075"/>
                  </a:srgbClr>
                </a:gs>
                <a:gs pos="57143">
                  <a:srgbClr val="7F584B">
                    <a:alpha val="9855"/>
                  </a:srgbClr>
                </a:gs>
                <a:gs pos="71429">
                  <a:srgbClr val="7F584B">
                    <a:alpha val="4740"/>
                  </a:srgbClr>
                </a:gs>
                <a:gs pos="85714">
                  <a:srgbClr val="7F584B">
                    <a:alpha val="1902"/>
                  </a:srgbClr>
                </a:gs>
                <a:gs pos="100000">
                  <a:srgbClr val="7F584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Splat 838"/>
            <p:cNvSpPr>
              <a:spLocks noGrp="1"/>
            </p:cNvSpPr>
            <p:nvPr/>
          </p:nvSpPr>
          <p:spPr>
            <a:xfrm rot="9236707">
              <a:off x="864499" y="2114514"/>
              <a:ext cx="237568" cy="166519"/>
            </a:xfrm>
            <a:prstGeom prst="ellipse">
              <a:avLst/>
            </a:prstGeom>
            <a:gradFill>
              <a:gsLst>
                <a:gs pos="0">
                  <a:srgbClr val="665249">
                    <a:alpha val="31955"/>
                  </a:srgbClr>
                </a:gs>
                <a:gs pos="14286">
                  <a:srgbClr val="665249">
                    <a:alpha val="29803"/>
                  </a:srgbClr>
                </a:gs>
                <a:gs pos="28571">
                  <a:srgbClr val="665249">
                    <a:alpha val="24024"/>
                  </a:srgbClr>
                </a:gs>
                <a:gs pos="42857">
                  <a:srgbClr val="665249">
                    <a:alpha val="16491"/>
                  </a:srgbClr>
                </a:gs>
                <a:gs pos="57143">
                  <a:srgbClr val="665249">
                    <a:alpha val="9504"/>
                  </a:srgbClr>
                </a:gs>
                <a:gs pos="71429">
                  <a:srgbClr val="665249">
                    <a:alpha val="4567"/>
                  </a:srgbClr>
                </a:gs>
                <a:gs pos="85714">
                  <a:srgbClr val="665249">
                    <a:alpha val="1831"/>
                  </a:srgbClr>
                </a:gs>
                <a:gs pos="100000">
                  <a:srgbClr val="665249">
                    <a:alpha val="6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Splat 839"/>
            <p:cNvSpPr>
              <a:spLocks noGrp="1"/>
            </p:cNvSpPr>
            <p:nvPr/>
          </p:nvSpPr>
          <p:spPr>
            <a:xfrm rot="3187590">
              <a:off x="1541956" y="2160867"/>
              <a:ext cx="220682" cy="115897"/>
            </a:xfrm>
            <a:prstGeom prst="ellipse">
              <a:avLst/>
            </a:prstGeom>
            <a:gradFill>
              <a:gsLst>
                <a:gs pos="0">
                  <a:srgbClr val="001D43">
                    <a:alpha val="32968"/>
                  </a:srgbClr>
                </a:gs>
                <a:gs pos="14286">
                  <a:srgbClr val="001D43">
                    <a:alpha val="30764"/>
                  </a:srgbClr>
                </a:gs>
                <a:gs pos="28571">
                  <a:srgbClr val="001D43">
                    <a:alpha val="24833"/>
                  </a:srgbClr>
                </a:gs>
                <a:gs pos="42857">
                  <a:srgbClr val="001D43">
                    <a:alpha val="17075"/>
                  </a:srgbClr>
                </a:gs>
                <a:gs pos="57143">
                  <a:srgbClr val="001D43">
                    <a:alpha val="9855"/>
                  </a:srgbClr>
                </a:gs>
                <a:gs pos="71429">
                  <a:srgbClr val="001D43">
                    <a:alpha val="4740"/>
                  </a:srgbClr>
                </a:gs>
                <a:gs pos="85714">
                  <a:srgbClr val="001D43">
                    <a:alpha val="1902"/>
                  </a:srgbClr>
                </a:gs>
                <a:gs pos="100000">
                  <a:srgbClr val="001D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Splat 840"/>
            <p:cNvSpPr>
              <a:spLocks noGrp="1"/>
            </p:cNvSpPr>
            <p:nvPr/>
          </p:nvSpPr>
          <p:spPr>
            <a:xfrm rot="7712070">
              <a:off x="-42557" y="1804822"/>
              <a:ext cx="487879" cy="168823"/>
            </a:xfrm>
            <a:prstGeom prst="ellipse">
              <a:avLst/>
            </a:prstGeom>
            <a:gradFill>
              <a:gsLst>
                <a:gs pos="0">
                  <a:srgbClr val="697D9F">
                    <a:alpha val="32968"/>
                  </a:srgbClr>
                </a:gs>
                <a:gs pos="14286">
                  <a:srgbClr val="697D9F">
                    <a:alpha val="30764"/>
                  </a:srgbClr>
                </a:gs>
                <a:gs pos="28571">
                  <a:srgbClr val="697D9F">
                    <a:alpha val="24833"/>
                  </a:srgbClr>
                </a:gs>
                <a:gs pos="42857">
                  <a:srgbClr val="697D9F">
                    <a:alpha val="17075"/>
                  </a:srgbClr>
                </a:gs>
                <a:gs pos="57143">
                  <a:srgbClr val="697D9F">
                    <a:alpha val="9855"/>
                  </a:srgbClr>
                </a:gs>
                <a:gs pos="71429">
                  <a:srgbClr val="697D9F">
                    <a:alpha val="4740"/>
                  </a:srgbClr>
                </a:gs>
                <a:gs pos="85714">
                  <a:srgbClr val="697D9F">
                    <a:alpha val="1902"/>
                  </a:srgbClr>
                </a:gs>
                <a:gs pos="100000">
                  <a:srgbClr val="697D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Splat 841"/>
            <p:cNvSpPr>
              <a:spLocks noGrp="1"/>
            </p:cNvSpPr>
            <p:nvPr/>
          </p:nvSpPr>
          <p:spPr>
            <a:xfrm rot="7764749">
              <a:off x="1682901" y="965938"/>
              <a:ext cx="237328" cy="99055"/>
            </a:xfrm>
            <a:prstGeom prst="ellipse">
              <a:avLst/>
            </a:prstGeom>
            <a:gradFill>
              <a:gsLst>
                <a:gs pos="0">
                  <a:srgbClr val="C5A223">
                    <a:alpha val="9736"/>
                  </a:srgbClr>
                </a:gs>
                <a:gs pos="14286">
                  <a:srgbClr val="C5A223">
                    <a:alpha val="8985"/>
                  </a:srgbClr>
                </a:gs>
                <a:gs pos="28571">
                  <a:srgbClr val="C5A223">
                    <a:alpha val="7049"/>
                  </a:srgbClr>
                </a:gs>
                <a:gs pos="42857">
                  <a:srgbClr val="C5A223">
                    <a:alpha val="4682"/>
                  </a:srgbClr>
                </a:gs>
                <a:gs pos="57143">
                  <a:srgbClr val="C5A223">
                    <a:alpha val="2622"/>
                  </a:srgbClr>
                </a:gs>
                <a:gs pos="71429">
                  <a:srgbClr val="C5A223">
                    <a:alpha val="1236"/>
                  </a:srgbClr>
                </a:gs>
                <a:gs pos="85714">
                  <a:srgbClr val="C5A223">
                    <a:alpha val="491"/>
                  </a:srgbClr>
                </a:gs>
                <a:gs pos="100000">
                  <a:srgbClr val="C5A223">
                    <a:alpha val="1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Splat 842"/>
            <p:cNvSpPr>
              <a:spLocks noGrp="1"/>
            </p:cNvSpPr>
            <p:nvPr/>
          </p:nvSpPr>
          <p:spPr>
            <a:xfrm rot="-10587021">
              <a:off x="1591053" y="2282673"/>
              <a:ext cx="203861" cy="30761"/>
            </a:xfrm>
            <a:prstGeom prst="ellipse">
              <a:avLst/>
            </a:prstGeom>
            <a:gradFill>
              <a:gsLst>
                <a:gs pos="0">
                  <a:srgbClr val="876532">
                    <a:alpha val="32968"/>
                  </a:srgbClr>
                </a:gs>
                <a:gs pos="14286">
                  <a:srgbClr val="876532">
                    <a:alpha val="30764"/>
                  </a:srgbClr>
                </a:gs>
                <a:gs pos="28571">
                  <a:srgbClr val="876532">
                    <a:alpha val="24833"/>
                  </a:srgbClr>
                </a:gs>
                <a:gs pos="42857">
                  <a:srgbClr val="876532">
                    <a:alpha val="17075"/>
                  </a:srgbClr>
                </a:gs>
                <a:gs pos="57143">
                  <a:srgbClr val="876532">
                    <a:alpha val="9855"/>
                  </a:srgbClr>
                </a:gs>
                <a:gs pos="71429">
                  <a:srgbClr val="876532">
                    <a:alpha val="4740"/>
                  </a:srgbClr>
                </a:gs>
                <a:gs pos="85714">
                  <a:srgbClr val="876532">
                    <a:alpha val="1902"/>
                  </a:srgbClr>
                </a:gs>
                <a:gs pos="100000">
                  <a:srgbClr val="87653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Splat 843"/>
            <p:cNvSpPr>
              <a:spLocks noGrp="1"/>
            </p:cNvSpPr>
            <p:nvPr/>
          </p:nvSpPr>
          <p:spPr>
            <a:xfrm rot="7893802">
              <a:off x="1718386" y="2345125"/>
              <a:ext cx="409715" cy="115100"/>
            </a:xfrm>
            <a:prstGeom prst="ellipse">
              <a:avLst/>
            </a:prstGeom>
            <a:gradFill>
              <a:gsLst>
                <a:gs pos="0">
                  <a:srgbClr val="FFBF65">
                    <a:alpha val="11301"/>
                  </a:srgbClr>
                </a:gs>
                <a:gs pos="14286">
                  <a:srgbClr val="FFBF65">
                    <a:alpha val="10436"/>
                  </a:srgbClr>
                </a:gs>
                <a:gs pos="28571">
                  <a:srgbClr val="FFBF65">
                    <a:alpha val="8202"/>
                  </a:srgbClr>
                </a:gs>
                <a:gs pos="42857">
                  <a:srgbClr val="FFBF65">
                    <a:alpha val="5459"/>
                  </a:srgbClr>
                </a:gs>
                <a:gs pos="57143">
                  <a:srgbClr val="FFBF65">
                    <a:alpha val="3062"/>
                  </a:srgbClr>
                </a:gs>
                <a:gs pos="71429">
                  <a:srgbClr val="FFBF65">
                    <a:alpha val="1445"/>
                  </a:srgbClr>
                </a:gs>
                <a:gs pos="85714">
                  <a:srgbClr val="FFBF65">
                    <a:alpha val="574"/>
                  </a:srgbClr>
                </a:gs>
                <a:gs pos="100000">
                  <a:srgbClr val="FFBF65">
                    <a:alpha val="1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Splat 844"/>
            <p:cNvSpPr>
              <a:spLocks noGrp="1"/>
            </p:cNvSpPr>
            <p:nvPr/>
          </p:nvSpPr>
          <p:spPr>
            <a:xfrm rot="3091235">
              <a:off x="1636552" y="933409"/>
              <a:ext cx="437795" cy="97813"/>
            </a:xfrm>
            <a:prstGeom prst="ellipse">
              <a:avLst/>
            </a:prstGeom>
            <a:gradFill>
              <a:gsLst>
                <a:gs pos="0">
                  <a:srgbClr val="DABD75">
                    <a:alpha val="5555"/>
                  </a:srgbClr>
                </a:gs>
                <a:gs pos="14286">
                  <a:srgbClr val="DABD75">
                    <a:alpha val="5117"/>
                  </a:srgbClr>
                </a:gs>
                <a:gs pos="28571">
                  <a:srgbClr val="DABD75">
                    <a:alpha val="3996"/>
                  </a:srgbClr>
                </a:gs>
                <a:gs pos="42857">
                  <a:srgbClr val="DABD75">
                    <a:alpha val="2640"/>
                  </a:srgbClr>
                </a:gs>
                <a:gs pos="57143">
                  <a:srgbClr val="DABD75">
                    <a:alpha val="1471"/>
                  </a:srgbClr>
                </a:gs>
                <a:gs pos="71429">
                  <a:srgbClr val="DABD75">
                    <a:alpha val="691"/>
                  </a:srgbClr>
                </a:gs>
                <a:gs pos="85714">
                  <a:srgbClr val="DABD75">
                    <a:alpha val="274"/>
                  </a:srgbClr>
                </a:gs>
                <a:gs pos="100000">
                  <a:srgbClr val="DABD75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Splat 845"/>
            <p:cNvSpPr>
              <a:spLocks noGrp="1"/>
            </p:cNvSpPr>
            <p:nvPr/>
          </p:nvSpPr>
          <p:spPr>
            <a:xfrm rot="4442680">
              <a:off x="1533359" y="2254798"/>
              <a:ext cx="261774" cy="20175"/>
            </a:xfrm>
            <a:prstGeom prst="ellipse">
              <a:avLst/>
            </a:prstGeom>
            <a:gradFill>
              <a:gsLst>
                <a:gs pos="0">
                  <a:srgbClr val="A0763F">
                    <a:alpha val="20688"/>
                  </a:srgbClr>
                </a:gs>
                <a:gs pos="14286">
                  <a:srgbClr val="A0763F">
                    <a:alpha val="19187"/>
                  </a:srgbClr>
                </a:gs>
                <a:gs pos="28571">
                  <a:srgbClr val="A0763F">
                    <a:alpha val="15246"/>
                  </a:srgbClr>
                </a:gs>
                <a:gs pos="42857">
                  <a:srgbClr val="A0763F">
                    <a:alpha val="10282"/>
                  </a:srgbClr>
                </a:gs>
                <a:gs pos="57143">
                  <a:srgbClr val="A0763F">
                    <a:alpha val="5835"/>
                  </a:srgbClr>
                </a:gs>
                <a:gs pos="71429">
                  <a:srgbClr val="A0763F">
                    <a:alpha val="2775"/>
                  </a:srgbClr>
                </a:gs>
                <a:gs pos="85714">
                  <a:srgbClr val="A0763F">
                    <a:alpha val="1107"/>
                  </a:srgbClr>
                </a:gs>
                <a:gs pos="100000">
                  <a:srgbClr val="A0763F">
                    <a:alpha val="3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Splat 846"/>
            <p:cNvSpPr>
              <a:spLocks noGrp="1"/>
            </p:cNvSpPr>
            <p:nvPr/>
          </p:nvSpPr>
          <p:spPr>
            <a:xfrm rot="9140930">
              <a:off x="1086218" y="2175326"/>
              <a:ext cx="207134" cy="34278"/>
            </a:xfrm>
            <a:prstGeom prst="ellipse">
              <a:avLst/>
            </a:prstGeom>
            <a:gradFill>
              <a:gsLst>
                <a:gs pos="0">
                  <a:srgbClr val="FFA768">
                    <a:alpha val="29088"/>
                  </a:srgbClr>
                </a:gs>
                <a:gs pos="14286">
                  <a:srgbClr val="FFA768">
                    <a:alpha val="27089"/>
                  </a:srgbClr>
                </a:gs>
                <a:gs pos="28571">
                  <a:srgbClr val="FFA768">
                    <a:alpha val="21753"/>
                  </a:srgbClr>
                </a:gs>
                <a:gs pos="42857">
                  <a:srgbClr val="FFA768">
                    <a:alpha val="14862"/>
                  </a:srgbClr>
                </a:gs>
                <a:gs pos="57143">
                  <a:srgbClr val="FFA768">
                    <a:alpha val="8530"/>
                  </a:srgbClr>
                </a:gs>
                <a:gs pos="71429">
                  <a:srgbClr val="FFA768">
                    <a:alpha val="4087"/>
                  </a:srgbClr>
                </a:gs>
                <a:gs pos="85714">
                  <a:srgbClr val="FFA768">
                    <a:alpha val="1637"/>
                  </a:srgbClr>
                </a:gs>
                <a:gs pos="100000">
                  <a:srgbClr val="FFA768">
                    <a:alpha val="5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Splat 847"/>
            <p:cNvSpPr>
              <a:spLocks noGrp="1"/>
            </p:cNvSpPr>
            <p:nvPr/>
          </p:nvSpPr>
          <p:spPr>
            <a:xfrm rot="6143565">
              <a:off x="1513942" y="2153233"/>
              <a:ext cx="437493" cy="35516"/>
            </a:xfrm>
            <a:prstGeom prst="ellipse">
              <a:avLst/>
            </a:prstGeom>
            <a:gradFill>
              <a:gsLst>
                <a:gs pos="0">
                  <a:srgbClr val="00234E">
                    <a:alpha val="29478"/>
                  </a:srgbClr>
                </a:gs>
                <a:gs pos="14286">
                  <a:srgbClr val="00234E">
                    <a:alpha val="27458"/>
                  </a:srgbClr>
                </a:gs>
                <a:gs pos="28571">
                  <a:srgbClr val="00234E">
                    <a:alpha val="22061"/>
                  </a:srgbClr>
                </a:gs>
                <a:gs pos="42857">
                  <a:srgbClr val="00234E">
                    <a:alpha val="15082"/>
                  </a:srgbClr>
                </a:gs>
                <a:gs pos="57143">
                  <a:srgbClr val="00234E">
                    <a:alpha val="8660"/>
                  </a:srgbClr>
                </a:gs>
                <a:gs pos="71429">
                  <a:srgbClr val="00234E">
                    <a:alpha val="4152"/>
                  </a:srgbClr>
                </a:gs>
                <a:gs pos="85714">
                  <a:srgbClr val="00234E">
                    <a:alpha val="1663"/>
                  </a:srgbClr>
                </a:gs>
                <a:gs pos="100000">
                  <a:srgbClr val="00234E">
                    <a:alpha val="5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Splat 848"/>
            <p:cNvSpPr>
              <a:spLocks noGrp="1"/>
            </p:cNvSpPr>
            <p:nvPr/>
          </p:nvSpPr>
          <p:spPr>
            <a:xfrm rot="3159318">
              <a:off x="3183278" y="2288445"/>
              <a:ext cx="400206" cy="16877"/>
            </a:xfrm>
            <a:prstGeom prst="ellipse">
              <a:avLst/>
            </a:prstGeom>
            <a:gradFill>
              <a:gsLst>
                <a:gs pos="0">
                  <a:srgbClr val="AB8D61">
                    <a:alpha val="32968"/>
                  </a:srgbClr>
                </a:gs>
                <a:gs pos="14286">
                  <a:srgbClr val="AB8D61">
                    <a:alpha val="30764"/>
                  </a:srgbClr>
                </a:gs>
                <a:gs pos="28571">
                  <a:srgbClr val="AB8D61">
                    <a:alpha val="24833"/>
                  </a:srgbClr>
                </a:gs>
                <a:gs pos="42857">
                  <a:srgbClr val="AB8D61">
                    <a:alpha val="17075"/>
                  </a:srgbClr>
                </a:gs>
                <a:gs pos="57143">
                  <a:srgbClr val="AB8D61">
                    <a:alpha val="9855"/>
                  </a:srgbClr>
                </a:gs>
                <a:gs pos="71429">
                  <a:srgbClr val="AB8D61">
                    <a:alpha val="4740"/>
                  </a:srgbClr>
                </a:gs>
                <a:gs pos="85714">
                  <a:srgbClr val="AB8D61">
                    <a:alpha val="1902"/>
                  </a:srgbClr>
                </a:gs>
                <a:gs pos="100000">
                  <a:srgbClr val="AB8D6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Splat 849"/>
            <p:cNvSpPr>
              <a:spLocks noGrp="1"/>
            </p:cNvSpPr>
            <p:nvPr/>
          </p:nvSpPr>
          <p:spPr>
            <a:xfrm rot="5942630">
              <a:off x="-357383" y="1647645"/>
              <a:ext cx="877050" cy="302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Splat 850"/>
            <p:cNvSpPr>
              <a:spLocks noGrp="1"/>
            </p:cNvSpPr>
            <p:nvPr/>
          </p:nvSpPr>
          <p:spPr>
            <a:xfrm rot="10260908">
              <a:off x="162134" y="2077927"/>
              <a:ext cx="441206" cy="64336"/>
            </a:xfrm>
            <a:prstGeom prst="ellipse">
              <a:avLst/>
            </a:prstGeom>
            <a:gradFill>
              <a:gsLst>
                <a:gs pos="0">
                  <a:srgbClr val="8B9092">
                    <a:alpha val="8570"/>
                  </a:srgbClr>
                </a:gs>
                <a:gs pos="14286">
                  <a:srgbClr val="8B9092">
                    <a:alpha val="7905"/>
                  </a:srgbClr>
                </a:gs>
                <a:gs pos="28571">
                  <a:srgbClr val="8B9092">
                    <a:alpha val="6194"/>
                  </a:srgbClr>
                </a:gs>
                <a:gs pos="42857">
                  <a:srgbClr val="8B9092">
                    <a:alpha val="4107"/>
                  </a:srgbClr>
                </a:gs>
                <a:gs pos="57143">
                  <a:srgbClr val="8B9092">
                    <a:alpha val="2297"/>
                  </a:srgbClr>
                </a:gs>
                <a:gs pos="71429">
                  <a:srgbClr val="8B9092">
                    <a:alpha val="1082"/>
                  </a:srgbClr>
                </a:gs>
                <a:gs pos="85714">
                  <a:srgbClr val="8B9092">
                    <a:alpha val="429"/>
                  </a:srgbClr>
                </a:gs>
                <a:gs pos="100000">
                  <a:srgbClr val="8B9092">
                    <a:alpha val="1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Splat 851"/>
            <p:cNvSpPr>
              <a:spLocks noGrp="1"/>
            </p:cNvSpPr>
            <p:nvPr/>
          </p:nvSpPr>
          <p:spPr>
            <a:xfrm rot="5099287">
              <a:off x="498576" y="2229825"/>
              <a:ext cx="559470" cy="89360"/>
            </a:xfrm>
            <a:prstGeom prst="ellipse">
              <a:avLst/>
            </a:prstGeom>
            <a:gradFill>
              <a:gsLst>
                <a:gs pos="0">
                  <a:srgbClr val="39363D">
                    <a:alpha val="29015"/>
                  </a:srgbClr>
                </a:gs>
                <a:gs pos="14286">
                  <a:srgbClr val="39363D">
                    <a:alpha val="27020"/>
                  </a:srgbClr>
                </a:gs>
                <a:gs pos="28571">
                  <a:srgbClr val="39363D">
                    <a:alpha val="21696"/>
                  </a:srgbClr>
                </a:gs>
                <a:gs pos="42857">
                  <a:srgbClr val="39363D">
                    <a:alpha val="14821"/>
                  </a:srgbClr>
                </a:gs>
                <a:gs pos="57143">
                  <a:srgbClr val="39363D">
                    <a:alpha val="8505"/>
                  </a:srgbClr>
                </a:gs>
                <a:gs pos="71429">
                  <a:srgbClr val="39363D">
                    <a:alpha val="4075"/>
                  </a:srgbClr>
                </a:gs>
                <a:gs pos="85714">
                  <a:srgbClr val="39363D">
                    <a:alpha val="1632"/>
                  </a:srgbClr>
                </a:gs>
                <a:gs pos="100000">
                  <a:srgbClr val="39363D">
                    <a:alpha val="5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Splat 852"/>
            <p:cNvSpPr>
              <a:spLocks noGrp="1"/>
            </p:cNvSpPr>
            <p:nvPr/>
          </p:nvSpPr>
          <p:spPr>
            <a:xfrm rot="9104544">
              <a:off x="663741" y="2167776"/>
              <a:ext cx="239645" cy="44008"/>
            </a:xfrm>
            <a:prstGeom prst="ellipse">
              <a:avLst/>
            </a:prstGeom>
            <a:gradFill>
              <a:gsLst>
                <a:gs pos="0">
                  <a:srgbClr val="FF9767">
                    <a:alpha val="7097"/>
                  </a:srgbClr>
                </a:gs>
                <a:gs pos="14286">
                  <a:srgbClr val="FF9767">
                    <a:alpha val="6542"/>
                  </a:srgbClr>
                </a:gs>
                <a:gs pos="28571">
                  <a:srgbClr val="FF9767">
                    <a:alpha val="5118"/>
                  </a:srgbClr>
                </a:gs>
                <a:gs pos="42857">
                  <a:srgbClr val="FF9767">
                    <a:alpha val="3387"/>
                  </a:srgbClr>
                </a:gs>
                <a:gs pos="57143">
                  <a:srgbClr val="FF9767">
                    <a:alpha val="1891"/>
                  </a:srgbClr>
                </a:gs>
                <a:gs pos="71429">
                  <a:srgbClr val="FF9767">
                    <a:alpha val="890"/>
                  </a:srgbClr>
                </a:gs>
                <a:gs pos="85714">
                  <a:srgbClr val="FF9767">
                    <a:alpha val="353"/>
                  </a:srgbClr>
                </a:gs>
                <a:gs pos="100000">
                  <a:srgbClr val="FF9767">
                    <a:alpha val="1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Splat 853"/>
            <p:cNvSpPr>
              <a:spLocks noGrp="1"/>
            </p:cNvSpPr>
            <p:nvPr/>
          </p:nvSpPr>
          <p:spPr>
            <a:xfrm rot="-10680835">
              <a:off x="1014077" y="2406649"/>
              <a:ext cx="263635" cy="44451"/>
            </a:xfrm>
            <a:prstGeom prst="ellipse">
              <a:avLst/>
            </a:prstGeom>
            <a:gradFill>
              <a:gsLst>
                <a:gs pos="0">
                  <a:srgbClr val="FFB600">
                    <a:alpha val="32968"/>
                  </a:srgbClr>
                </a:gs>
                <a:gs pos="14286">
                  <a:srgbClr val="FFB600">
                    <a:alpha val="30764"/>
                  </a:srgbClr>
                </a:gs>
                <a:gs pos="28571">
                  <a:srgbClr val="FFB600">
                    <a:alpha val="24833"/>
                  </a:srgbClr>
                </a:gs>
                <a:gs pos="42857">
                  <a:srgbClr val="FFB600">
                    <a:alpha val="17075"/>
                  </a:srgbClr>
                </a:gs>
                <a:gs pos="57143">
                  <a:srgbClr val="FFB600">
                    <a:alpha val="9855"/>
                  </a:srgbClr>
                </a:gs>
                <a:gs pos="71429">
                  <a:srgbClr val="FFB600">
                    <a:alpha val="4740"/>
                  </a:srgbClr>
                </a:gs>
                <a:gs pos="85714">
                  <a:srgbClr val="FFB600">
                    <a:alpha val="1902"/>
                  </a:srgbClr>
                </a:gs>
                <a:gs pos="100000">
                  <a:srgbClr val="FFB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Splat 854"/>
            <p:cNvSpPr>
              <a:spLocks noGrp="1"/>
            </p:cNvSpPr>
            <p:nvPr/>
          </p:nvSpPr>
          <p:spPr>
            <a:xfrm rot="5563732">
              <a:off x="32338" y="1929874"/>
              <a:ext cx="801666" cy="352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Splat 855"/>
            <p:cNvSpPr>
              <a:spLocks noGrp="1"/>
            </p:cNvSpPr>
            <p:nvPr/>
          </p:nvSpPr>
          <p:spPr>
            <a:xfrm rot="9891035">
              <a:off x="901642" y="2378565"/>
              <a:ext cx="461007" cy="58081"/>
            </a:xfrm>
            <a:prstGeom prst="ellipse">
              <a:avLst/>
            </a:prstGeom>
            <a:gradFill>
              <a:gsLst>
                <a:gs pos="0">
                  <a:srgbClr val="000A00">
                    <a:alpha val="32968"/>
                  </a:srgbClr>
                </a:gs>
                <a:gs pos="14286">
                  <a:srgbClr val="000A00">
                    <a:alpha val="30764"/>
                  </a:srgbClr>
                </a:gs>
                <a:gs pos="28571">
                  <a:srgbClr val="000A00">
                    <a:alpha val="24833"/>
                  </a:srgbClr>
                </a:gs>
                <a:gs pos="42857">
                  <a:srgbClr val="000A00">
                    <a:alpha val="17075"/>
                  </a:srgbClr>
                </a:gs>
                <a:gs pos="57143">
                  <a:srgbClr val="000A00">
                    <a:alpha val="9855"/>
                  </a:srgbClr>
                </a:gs>
                <a:gs pos="71429">
                  <a:srgbClr val="000A00">
                    <a:alpha val="4740"/>
                  </a:srgbClr>
                </a:gs>
                <a:gs pos="85714">
                  <a:srgbClr val="000A00">
                    <a:alpha val="1902"/>
                  </a:srgbClr>
                </a:gs>
                <a:gs pos="100000">
                  <a:srgbClr val="000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Splat 856"/>
            <p:cNvSpPr>
              <a:spLocks noGrp="1"/>
            </p:cNvSpPr>
            <p:nvPr/>
          </p:nvSpPr>
          <p:spPr>
            <a:xfrm rot="-8945660">
              <a:off x="3203160" y="2274807"/>
              <a:ext cx="451785" cy="101568"/>
            </a:xfrm>
            <a:prstGeom prst="ellipse">
              <a:avLst/>
            </a:prstGeom>
            <a:gradFill>
              <a:gsLst>
                <a:gs pos="0">
                  <a:srgbClr val="00111F">
                    <a:alpha val="18695"/>
                  </a:srgbClr>
                </a:gs>
                <a:gs pos="14286">
                  <a:srgbClr val="00111F">
                    <a:alpha val="17322"/>
                  </a:srgbClr>
                </a:gs>
                <a:gs pos="28571">
                  <a:srgbClr val="00111F">
                    <a:alpha val="13731"/>
                  </a:srgbClr>
                </a:gs>
                <a:gs pos="42857">
                  <a:srgbClr val="00111F">
                    <a:alpha val="9233"/>
                  </a:srgbClr>
                </a:gs>
                <a:gs pos="57143">
                  <a:srgbClr val="00111F">
                    <a:alpha val="5226"/>
                  </a:srgbClr>
                </a:gs>
                <a:gs pos="71429">
                  <a:srgbClr val="00111F">
                    <a:alpha val="2481"/>
                  </a:srgbClr>
                </a:gs>
                <a:gs pos="85714">
                  <a:srgbClr val="00111F">
                    <a:alpha val="989"/>
                  </a:srgbClr>
                </a:gs>
                <a:gs pos="100000">
                  <a:srgbClr val="00111F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Splat 857"/>
            <p:cNvSpPr>
              <a:spLocks noGrp="1"/>
            </p:cNvSpPr>
            <p:nvPr/>
          </p:nvSpPr>
          <p:spPr>
            <a:xfrm rot="9247745">
              <a:off x="-251724" y="1789898"/>
              <a:ext cx="883531" cy="25709"/>
            </a:xfrm>
            <a:prstGeom prst="ellipse">
              <a:avLst/>
            </a:prstGeom>
            <a:gradFill>
              <a:gsLst>
                <a:gs pos="0">
                  <a:srgbClr val="1C0000">
                    <a:alpha val="32968"/>
                  </a:srgbClr>
                </a:gs>
                <a:gs pos="14286">
                  <a:srgbClr val="1C0000">
                    <a:alpha val="30764"/>
                  </a:srgbClr>
                </a:gs>
                <a:gs pos="28571">
                  <a:srgbClr val="1C0000">
                    <a:alpha val="24833"/>
                  </a:srgbClr>
                </a:gs>
                <a:gs pos="42857">
                  <a:srgbClr val="1C0000">
                    <a:alpha val="17075"/>
                  </a:srgbClr>
                </a:gs>
                <a:gs pos="57143">
                  <a:srgbClr val="1C0000">
                    <a:alpha val="9855"/>
                  </a:srgbClr>
                </a:gs>
                <a:gs pos="71429">
                  <a:srgbClr val="1C0000">
                    <a:alpha val="4740"/>
                  </a:srgbClr>
                </a:gs>
                <a:gs pos="85714">
                  <a:srgbClr val="1C0000">
                    <a:alpha val="1902"/>
                  </a:srgbClr>
                </a:gs>
                <a:gs pos="100000">
                  <a:srgbClr val="1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Splat 858"/>
            <p:cNvSpPr>
              <a:spLocks noGrp="1"/>
            </p:cNvSpPr>
            <p:nvPr/>
          </p:nvSpPr>
          <p:spPr>
            <a:xfrm rot="-9723835">
              <a:off x="2080119" y="2277724"/>
              <a:ext cx="246081" cy="45338"/>
            </a:xfrm>
            <a:prstGeom prst="ellipse">
              <a:avLst/>
            </a:prstGeom>
            <a:gradFill>
              <a:gsLst>
                <a:gs pos="0">
                  <a:srgbClr val="FF9F5C">
                    <a:alpha val="17668"/>
                  </a:srgbClr>
                </a:gs>
                <a:gs pos="14286">
                  <a:srgbClr val="FF9F5C">
                    <a:alpha val="16363"/>
                  </a:srgbClr>
                </a:gs>
                <a:gs pos="28571">
                  <a:srgbClr val="FF9F5C">
                    <a:alpha val="12955"/>
                  </a:srgbClr>
                </a:gs>
                <a:gs pos="42857">
                  <a:srgbClr val="FF9F5C">
                    <a:alpha val="8698"/>
                  </a:srgbClr>
                </a:gs>
                <a:gs pos="57143">
                  <a:srgbClr val="FF9F5C">
                    <a:alpha val="4917"/>
                  </a:srgbClr>
                </a:gs>
                <a:gs pos="71429">
                  <a:srgbClr val="FF9F5C">
                    <a:alpha val="2333"/>
                  </a:srgbClr>
                </a:gs>
                <a:gs pos="85714">
                  <a:srgbClr val="FF9F5C">
                    <a:alpha val="929"/>
                  </a:srgbClr>
                </a:gs>
                <a:gs pos="100000">
                  <a:srgbClr val="FF9F5C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Splat 859"/>
            <p:cNvSpPr>
              <a:spLocks noGrp="1"/>
            </p:cNvSpPr>
            <p:nvPr/>
          </p:nvSpPr>
          <p:spPr>
            <a:xfrm rot="5497850">
              <a:off x="110153" y="1433605"/>
              <a:ext cx="691347" cy="31261"/>
            </a:xfrm>
            <a:prstGeom prst="ellipse">
              <a:avLst/>
            </a:prstGeom>
            <a:gradFill>
              <a:gsLst>
                <a:gs pos="0">
                  <a:srgbClr val="894800">
                    <a:alpha val="32968"/>
                  </a:srgbClr>
                </a:gs>
                <a:gs pos="14286">
                  <a:srgbClr val="894800">
                    <a:alpha val="30764"/>
                  </a:srgbClr>
                </a:gs>
                <a:gs pos="28571">
                  <a:srgbClr val="894800">
                    <a:alpha val="24833"/>
                  </a:srgbClr>
                </a:gs>
                <a:gs pos="42857">
                  <a:srgbClr val="894800">
                    <a:alpha val="17075"/>
                  </a:srgbClr>
                </a:gs>
                <a:gs pos="57143">
                  <a:srgbClr val="894800">
                    <a:alpha val="9855"/>
                  </a:srgbClr>
                </a:gs>
                <a:gs pos="71429">
                  <a:srgbClr val="894800">
                    <a:alpha val="4740"/>
                  </a:srgbClr>
                </a:gs>
                <a:gs pos="85714">
                  <a:srgbClr val="894800">
                    <a:alpha val="1902"/>
                  </a:srgbClr>
                </a:gs>
                <a:gs pos="100000">
                  <a:srgbClr val="894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Splat 860"/>
            <p:cNvSpPr>
              <a:spLocks noGrp="1"/>
            </p:cNvSpPr>
            <p:nvPr/>
          </p:nvSpPr>
          <p:spPr>
            <a:xfrm rot="6705792">
              <a:off x="496935" y="2226302"/>
              <a:ext cx="335741" cy="100400"/>
            </a:xfrm>
            <a:prstGeom prst="ellipse">
              <a:avLst/>
            </a:prstGeom>
            <a:gradFill>
              <a:gsLst>
                <a:gs pos="0">
                  <a:srgbClr val="FFF1BB">
                    <a:alpha val="2094"/>
                  </a:srgbClr>
                </a:gs>
                <a:gs pos="14286">
                  <a:srgbClr val="FFF1BB">
                    <a:alpha val="1926"/>
                  </a:srgbClr>
                </a:gs>
                <a:gs pos="28571">
                  <a:srgbClr val="FFF1BB">
                    <a:alpha val="1499"/>
                  </a:srgbClr>
                </a:gs>
                <a:gs pos="42857">
                  <a:srgbClr val="FFF1BB">
                    <a:alpha val="986"/>
                  </a:srgbClr>
                </a:gs>
                <a:gs pos="57143">
                  <a:srgbClr val="FFF1BB">
                    <a:alpha val="547"/>
                  </a:srgbClr>
                </a:gs>
                <a:gs pos="71429">
                  <a:srgbClr val="FFF1BB">
                    <a:alpha val="257"/>
                  </a:srgbClr>
                </a:gs>
                <a:gs pos="85714">
                  <a:srgbClr val="FFF1BB">
                    <a:alpha val="102"/>
                  </a:srgbClr>
                </a:gs>
                <a:gs pos="100000">
                  <a:srgbClr val="FFF1BB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Splat 861"/>
            <p:cNvSpPr>
              <a:spLocks noGrp="1"/>
            </p:cNvSpPr>
            <p:nvPr/>
          </p:nvSpPr>
          <p:spPr>
            <a:xfrm rot="10611707">
              <a:off x="106989" y="2029409"/>
              <a:ext cx="475494" cy="25907"/>
            </a:xfrm>
            <a:prstGeom prst="ellipse">
              <a:avLst/>
            </a:prstGeom>
            <a:gradFill>
              <a:gsLst>
                <a:gs pos="0">
                  <a:srgbClr val="1E0000">
                    <a:alpha val="32968"/>
                  </a:srgbClr>
                </a:gs>
                <a:gs pos="14286">
                  <a:srgbClr val="1E0000">
                    <a:alpha val="30764"/>
                  </a:srgbClr>
                </a:gs>
                <a:gs pos="28571">
                  <a:srgbClr val="1E0000">
                    <a:alpha val="24833"/>
                  </a:srgbClr>
                </a:gs>
                <a:gs pos="42857">
                  <a:srgbClr val="1E0000">
                    <a:alpha val="17075"/>
                  </a:srgbClr>
                </a:gs>
                <a:gs pos="57143">
                  <a:srgbClr val="1E0000">
                    <a:alpha val="9855"/>
                  </a:srgbClr>
                </a:gs>
                <a:gs pos="71429">
                  <a:srgbClr val="1E0000">
                    <a:alpha val="4740"/>
                  </a:srgbClr>
                </a:gs>
                <a:gs pos="85714">
                  <a:srgbClr val="1E0000">
                    <a:alpha val="1902"/>
                  </a:srgbClr>
                </a:gs>
                <a:gs pos="100000">
                  <a:srgbClr val="1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Splat 862"/>
            <p:cNvSpPr>
              <a:spLocks noGrp="1"/>
            </p:cNvSpPr>
            <p:nvPr/>
          </p:nvSpPr>
          <p:spPr>
            <a:xfrm rot="-10797660">
              <a:off x="1301075" y="2388973"/>
              <a:ext cx="873145" cy="22668"/>
            </a:xfrm>
            <a:prstGeom prst="ellipse">
              <a:avLst/>
            </a:prstGeom>
            <a:gradFill>
              <a:gsLst>
                <a:gs pos="0">
                  <a:srgbClr val="1E0300">
                    <a:alpha val="32968"/>
                  </a:srgbClr>
                </a:gs>
                <a:gs pos="14286">
                  <a:srgbClr val="1E0300">
                    <a:alpha val="30764"/>
                  </a:srgbClr>
                </a:gs>
                <a:gs pos="28571">
                  <a:srgbClr val="1E0300">
                    <a:alpha val="24833"/>
                  </a:srgbClr>
                </a:gs>
                <a:gs pos="42857">
                  <a:srgbClr val="1E0300">
                    <a:alpha val="17075"/>
                  </a:srgbClr>
                </a:gs>
                <a:gs pos="57143">
                  <a:srgbClr val="1E0300">
                    <a:alpha val="9855"/>
                  </a:srgbClr>
                </a:gs>
                <a:gs pos="71429">
                  <a:srgbClr val="1E0300">
                    <a:alpha val="4740"/>
                  </a:srgbClr>
                </a:gs>
                <a:gs pos="85714">
                  <a:srgbClr val="1E0300">
                    <a:alpha val="1902"/>
                  </a:srgbClr>
                </a:gs>
                <a:gs pos="100000">
                  <a:srgbClr val="1E0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Splat 863"/>
            <p:cNvSpPr>
              <a:spLocks noGrp="1"/>
            </p:cNvSpPr>
            <p:nvPr/>
          </p:nvSpPr>
          <p:spPr>
            <a:xfrm rot="-10046993">
              <a:off x="407819" y="2349400"/>
              <a:ext cx="399495" cy="48055"/>
            </a:xfrm>
            <a:prstGeom prst="ellipse">
              <a:avLst/>
            </a:prstGeom>
            <a:gradFill>
              <a:gsLst>
                <a:gs pos="0">
                  <a:srgbClr val="FFFFCB">
                    <a:alpha val="22535"/>
                  </a:srgbClr>
                </a:gs>
                <a:gs pos="14286">
                  <a:srgbClr val="FFFFCB">
                    <a:alpha val="20919"/>
                  </a:srgbClr>
                </a:gs>
                <a:gs pos="28571">
                  <a:srgbClr val="FFFFCB">
                    <a:alpha val="16659"/>
                  </a:srgbClr>
                </a:gs>
                <a:gs pos="42857">
                  <a:srgbClr val="FFFFCB">
                    <a:alpha val="11266"/>
                  </a:srgbClr>
                </a:gs>
                <a:gs pos="57143">
                  <a:srgbClr val="FFFFCB">
                    <a:alpha val="6408"/>
                  </a:srgbClr>
                </a:gs>
                <a:gs pos="71429">
                  <a:srgbClr val="FFFFCB">
                    <a:alpha val="3053"/>
                  </a:srgbClr>
                </a:gs>
                <a:gs pos="85714">
                  <a:srgbClr val="FFFFCB">
                    <a:alpha val="1218"/>
                  </a:srgbClr>
                </a:gs>
                <a:gs pos="100000">
                  <a:srgbClr val="FFFFCB">
                    <a:alpha val="4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Splat 864"/>
            <p:cNvSpPr>
              <a:spLocks noGrp="1"/>
            </p:cNvSpPr>
            <p:nvPr/>
          </p:nvSpPr>
          <p:spPr>
            <a:xfrm rot="-10784183">
              <a:off x="616513" y="1911108"/>
              <a:ext cx="455556" cy="202799"/>
            </a:xfrm>
            <a:prstGeom prst="ellipse">
              <a:avLst/>
            </a:prstGeom>
            <a:gradFill>
              <a:gsLst>
                <a:gs pos="0">
                  <a:srgbClr val="6B7385">
                    <a:alpha val="30478"/>
                  </a:srgbClr>
                </a:gs>
                <a:gs pos="14286">
                  <a:srgbClr val="6B7385">
                    <a:alpha val="28403"/>
                  </a:srgbClr>
                </a:gs>
                <a:gs pos="28571">
                  <a:srgbClr val="6B7385">
                    <a:alpha val="22851"/>
                  </a:srgbClr>
                </a:gs>
                <a:gs pos="42857">
                  <a:srgbClr val="6B7385">
                    <a:alpha val="15647"/>
                  </a:srgbClr>
                </a:gs>
                <a:gs pos="57143">
                  <a:srgbClr val="6B7385">
                    <a:alpha val="8998"/>
                  </a:srgbClr>
                </a:gs>
                <a:gs pos="71429">
                  <a:srgbClr val="6B7385">
                    <a:alpha val="4318"/>
                  </a:srgbClr>
                </a:gs>
                <a:gs pos="85714">
                  <a:srgbClr val="6B7385">
                    <a:alpha val="1730"/>
                  </a:srgbClr>
                </a:gs>
                <a:gs pos="100000">
                  <a:srgbClr val="6B7385">
                    <a:alpha val="5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Splat 865"/>
            <p:cNvSpPr>
              <a:spLocks noGrp="1"/>
            </p:cNvSpPr>
            <p:nvPr/>
          </p:nvSpPr>
          <p:spPr>
            <a:xfrm rot="5367740">
              <a:off x="-179733" y="1740499"/>
              <a:ext cx="487845" cy="128766"/>
            </a:xfrm>
            <a:prstGeom prst="ellipse">
              <a:avLst/>
            </a:prstGeom>
            <a:gradFill>
              <a:gsLst>
                <a:gs pos="0">
                  <a:srgbClr val="000000">
                    <a:alpha val="30041"/>
                  </a:srgbClr>
                </a:gs>
                <a:gs pos="14286">
                  <a:srgbClr val="000000">
                    <a:alpha val="27990"/>
                  </a:srgbClr>
                </a:gs>
                <a:gs pos="28571">
                  <a:srgbClr val="000000">
                    <a:alpha val="22505"/>
                  </a:srgbClr>
                </a:gs>
                <a:gs pos="42857">
                  <a:srgbClr val="000000">
                    <a:alpha val="15400"/>
                  </a:srgbClr>
                </a:gs>
                <a:gs pos="57143">
                  <a:srgbClr val="000000">
                    <a:alpha val="8850"/>
                  </a:srgbClr>
                </a:gs>
                <a:gs pos="71429">
                  <a:srgbClr val="000000">
                    <a:alpha val="4245"/>
                  </a:srgbClr>
                </a:gs>
                <a:gs pos="85714">
                  <a:srgbClr val="000000">
                    <a:alpha val="1701"/>
                  </a:srgbClr>
                </a:gs>
                <a:gs pos="100000">
                  <a:srgbClr val="000000">
                    <a:alpha val="5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Splat 866"/>
            <p:cNvSpPr>
              <a:spLocks noGrp="1"/>
            </p:cNvSpPr>
            <p:nvPr/>
          </p:nvSpPr>
          <p:spPr>
            <a:xfrm rot="-10668174">
              <a:off x="3220850" y="2026500"/>
              <a:ext cx="725792" cy="21617"/>
            </a:xfrm>
            <a:prstGeom prst="ellipse">
              <a:avLst/>
            </a:prstGeom>
            <a:gradFill>
              <a:gsLst>
                <a:gs pos="0">
                  <a:srgbClr val="000043">
                    <a:alpha val="32968"/>
                  </a:srgbClr>
                </a:gs>
                <a:gs pos="14286">
                  <a:srgbClr val="000043">
                    <a:alpha val="30764"/>
                  </a:srgbClr>
                </a:gs>
                <a:gs pos="28571">
                  <a:srgbClr val="000043">
                    <a:alpha val="24833"/>
                  </a:srgbClr>
                </a:gs>
                <a:gs pos="42857">
                  <a:srgbClr val="000043">
                    <a:alpha val="17075"/>
                  </a:srgbClr>
                </a:gs>
                <a:gs pos="57143">
                  <a:srgbClr val="000043">
                    <a:alpha val="9855"/>
                  </a:srgbClr>
                </a:gs>
                <a:gs pos="71429">
                  <a:srgbClr val="000043">
                    <a:alpha val="4740"/>
                  </a:srgbClr>
                </a:gs>
                <a:gs pos="85714">
                  <a:srgbClr val="000043">
                    <a:alpha val="1902"/>
                  </a:srgbClr>
                </a:gs>
                <a:gs pos="100000">
                  <a:srgbClr val="0000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Splat 867"/>
            <p:cNvSpPr>
              <a:spLocks noGrp="1"/>
            </p:cNvSpPr>
            <p:nvPr/>
          </p:nvSpPr>
          <p:spPr>
            <a:xfrm rot="7795680">
              <a:off x="1381479" y="2390279"/>
              <a:ext cx="493050" cy="28868"/>
            </a:xfrm>
            <a:prstGeom prst="ellipse">
              <a:avLst/>
            </a:prstGeom>
            <a:gradFill>
              <a:gsLst>
                <a:gs pos="0">
                  <a:srgbClr val="D19856">
                    <a:alpha val="6254"/>
                  </a:srgbClr>
                </a:gs>
                <a:gs pos="14286">
                  <a:srgbClr val="D19856">
                    <a:alpha val="5763"/>
                  </a:srgbClr>
                </a:gs>
                <a:gs pos="28571">
                  <a:srgbClr val="D19856">
                    <a:alpha val="4504"/>
                  </a:srgbClr>
                </a:gs>
                <a:gs pos="42857">
                  <a:srgbClr val="D19856">
                    <a:alpha val="2978"/>
                  </a:srgbClr>
                </a:gs>
                <a:gs pos="57143">
                  <a:srgbClr val="D19856">
                    <a:alpha val="1661"/>
                  </a:srgbClr>
                </a:gs>
                <a:gs pos="71429">
                  <a:srgbClr val="D19856">
                    <a:alpha val="781"/>
                  </a:srgbClr>
                </a:gs>
                <a:gs pos="85714">
                  <a:srgbClr val="D19856">
                    <a:alpha val="310"/>
                  </a:srgbClr>
                </a:gs>
                <a:gs pos="100000">
                  <a:srgbClr val="D19856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Splat 868"/>
            <p:cNvSpPr>
              <a:spLocks noGrp="1"/>
            </p:cNvSpPr>
            <p:nvPr/>
          </p:nvSpPr>
          <p:spPr>
            <a:xfrm rot="5558335">
              <a:off x="1628642" y="2056038"/>
              <a:ext cx="269714" cy="24260"/>
            </a:xfrm>
            <a:prstGeom prst="ellipse">
              <a:avLst/>
            </a:prstGeom>
            <a:gradFill>
              <a:gsLst>
                <a:gs pos="0">
                  <a:srgbClr val="FFDFA8">
                    <a:alpha val="32968"/>
                  </a:srgbClr>
                </a:gs>
                <a:gs pos="14286">
                  <a:srgbClr val="FFDFA8">
                    <a:alpha val="30764"/>
                  </a:srgbClr>
                </a:gs>
                <a:gs pos="28571">
                  <a:srgbClr val="FFDFA8">
                    <a:alpha val="24833"/>
                  </a:srgbClr>
                </a:gs>
                <a:gs pos="42857">
                  <a:srgbClr val="FFDFA8">
                    <a:alpha val="17075"/>
                  </a:srgbClr>
                </a:gs>
                <a:gs pos="57143">
                  <a:srgbClr val="FFDFA8">
                    <a:alpha val="9855"/>
                  </a:srgbClr>
                </a:gs>
                <a:gs pos="71429">
                  <a:srgbClr val="FFDFA8">
                    <a:alpha val="4740"/>
                  </a:srgbClr>
                </a:gs>
                <a:gs pos="85714">
                  <a:srgbClr val="FFDFA8">
                    <a:alpha val="1902"/>
                  </a:srgbClr>
                </a:gs>
                <a:gs pos="100000">
                  <a:srgbClr val="FFDFA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Splat 869"/>
            <p:cNvSpPr>
              <a:spLocks noGrp="1"/>
            </p:cNvSpPr>
            <p:nvPr/>
          </p:nvSpPr>
          <p:spPr>
            <a:xfrm rot="8967698">
              <a:off x="102113" y="1861091"/>
              <a:ext cx="283300" cy="158660"/>
            </a:xfrm>
            <a:prstGeom prst="ellipse">
              <a:avLst/>
            </a:prstGeom>
            <a:gradFill>
              <a:gsLst>
                <a:gs pos="0">
                  <a:srgbClr val="62738C">
                    <a:alpha val="32968"/>
                  </a:srgbClr>
                </a:gs>
                <a:gs pos="14286">
                  <a:srgbClr val="62738C">
                    <a:alpha val="30764"/>
                  </a:srgbClr>
                </a:gs>
                <a:gs pos="28571">
                  <a:srgbClr val="62738C">
                    <a:alpha val="24833"/>
                  </a:srgbClr>
                </a:gs>
                <a:gs pos="42857">
                  <a:srgbClr val="62738C">
                    <a:alpha val="17075"/>
                  </a:srgbClr>
                </a:gs>
                <a:gs pos="57143">
                  <a:srgbClr val="62738C">
                    <a:alpha val="9855"/>
                  </a:srgbClr>
                </a:gs>
                <a:gs pos="71429">
                  <a:srgbClr val="62738C">
                    <a:alpha val="4740"/>
                  </a:srgbClr>
                </a:gs>
                <a:gs pos="85714">
                  <a:srgbClr val="62738C">
                    <a:alpha val="1902"/>
                  </a:srgbClr>
                </a:gs>
                <a:gs pos="100000">
                  <a:srgbClr val="62738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Splat 870"/>
            <p:cNvSpPr>
              <a:spLocks noGrp="1"/>
            </p:cNvSpPr>
            <p:nvPr/>
          </p:nvSpPr>
          <p:spPr>
            <a:xfrm rot="5529726">
              <a:off x="1567859" y="1497828"/>
              <a:ext cx="644799" cy="23985"/>
            </a:xfrm>
            <a:prstGeom prst="ellipse">
              <a:avLst/>
            </a:prstGeom>
            <a:gradFill>
              <a:gsLst>
                <a:gs pos="0">
                  <a:srgbClr val="21000F">
                    <a:alpha val="32968"/>
                  </a:srgbClr>
                </a:gs>
                <a:gs pos="14286">
                  <a:srgbClr val="21000F">
                    <a:alpha val="30764"/>
                  </a:srgbClr>
                </a:gs>
                <a:gs pos="28571">
                  <a:srgbClr val="21000F">
                    <a:alpha val="24833"/>
                  </a:srgbClr>
                </a:gs>
                <a:gs pos="42857">
                  <a:srgbClr val="21000F">
                    <a:alpha val="17075"/>
                  </a:srgbClr>
                </a:gs>
                <a:gs pos="57143">
                  <a:srgbClr val="21000F">
                    <a:alpha val="9855"/>
                  </a:srgbClr>
                </a:gs>
                <a:gs pos="71429">
                  <a:srgbClr val="21000F">
                    <a:alpha val="4740"/>
                  </a:srgbClr>
                </a:gs>
                <a:gs pos="85714">
                  <a:srgbClr val="21000F">
                    <a:alpha val="1902"/>
                  </a:srgbClr>
                </a:gs>
                <a:gs pos="100000">
                  <a:srgbClr val="21000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Splat 871"/>
            <p:cNvSpPr>
              <a:spLocks noGrp="1"/>
            </p:cNvSpPr>
            <p:nvPr/>
          </p:nvSpPr>
          <p:spPr>
            <a:xfrm rot="-8340382">
              <a:off x="260376" y="1813291"/>
              <a:ext cx="199611" cy="35709"/>
            </a:xfrm>
            <a:prstGeom prst="ellipse">
              <a:avLst/>
            </a:prstGeom>
            <a:gradFill>
              <a:gsLst>
                <a:gs pos="0">
                  <a:srgbClr val="677DA3">
                    <a:alpha val="32968"/>
                  </a:srgbClr>
                </a:gs>
                <a:gs pos="14286">
                  <a:srgbClr val="677DA3">
                    <a:alpha val="30764"/>
                  </a:srgbClr>
                </a:gs>
                <a:gs pos="28571">
                  <a:srgbClr val="677DA3">
                    <a:alpha val="24833"/>
                  </a:srgbClr>
                </a:gs>
                <a:gs pos="42857">
                  <a:srgbClr val="677DA3">
                    <a:alpha val="17075"/>
                  </a:srgbClr>
                </a:gs>
                <a:gs pos="57143">
                  <a:srgbClr val="677DA3">
                    <a:alpha val="9855"/>
                  </a:srgbClr>
                </a:gs>
                <a:gs pos="71429">
                  <a:srgbClr val="677DA3">
                    <a:alpha val="4740"/>
                  </a:srgbClr>
                </a:gs>
                <a:gs pos="85714">
                  <a:srgbClr val="677DA3">
                    <a:alpha val="1902"/>
                  </a:srgbClr>
                </a:gs>
                <a:gs pos="100000">
                  <a:srgbClr val="677DA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Splat 872"/>
            <p:cNvSpPr>
              <a:spLocks noGrp="1"/>
            </p:cNvSpPr>
            <p:nvPr/>
          </p:nvSpPr>
          <p:spPr>
            <a:xfrm rot="3987984">
              <a:off x="1575600" y="1951728"/>
              <a:ext cx="340832" cy="21188"/>
            </a:xfrm>
            <a:prstGeom prst="ellipse">
              <a:avLst/>
            </a:prstGeom>
            <a:gradFill>
              <a:gsLst>
                <a:gs pos="0">
                  <a:srgbClr val="424963">
                    <a:alpha val="32968"/>
                  </a:srgbClr>
                </a:gs>
                <a:gs pos="14286">
                  <a:srgbClr val="424963">
                    <a:alpha val="30764"/>
                  </a:srgbClr>
                </a:gs>
                <a:gs pos="28571">
                  <a:srgbClr val="424963">
                    <a:alpha val="24833"/>
                  </a:srgbClr>
                </a:gs>
                <a:gs pos="42857">
                  <a:srgbClr val="424963">
                    <a:alpha val="17075"/>
                  </a:srgbClr>
                </a:gs>
                <a:gs pos="57143">
                  <a:srgbClr val="424963">
                    <a:alpha val="9855"/>
                  </a:srgbClr>
                </a:gs>
                <a:gs pos="71429">
                  <a:srgbClr val="424963">
                    <a:alpha val="4740"/>
                  </a:srgbClr>
                </a:gs>
                <a:gs pos="85714">
                  <a:srgbClr val="424963">
                    <a:alpha val="1902"/>
                  </a:srgbClr>
                </a:gs>
                <a:gs pos="100000">
                  <a:srgbClr val="42496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Splat 873"/>
            <p:cNvSpPr>
              <a:spLocks noGrp="1"/>
            </p:cNvSpPr>
            <p:nvPr/>
          </p:nvSpPr>
          <p:spPr>
            <a:xfrm rot="10669059">
              <a:off x="628271" y="2060816"/>
              <a:ext cx="206803" cy="85827"/>
            </a:xfrm>
            <a:prstGeom prst="ellipse">
              <a:avLst/>
            </a:prstGeom>
            <a:gradFill>
              <a:gsLst>
                <a:gs pos="0">
                  <a:srgbClr val="180013">
                    <a:alpha val="32968"/>
                  </a:srgbClr>
                </a:gs>
                <a:gs pos="14286">
                  <a:srgbClr val="180013">
                    <a:alpha val="30764"/>
                  </a:srgbClr>
                </a:gs>
                <a:gs pos="28571">
                  <a:srgbClr val="180013">
                    <a:alpha val="24833"/>
                  </a:srgbClr>
                </a:gs>
                <a:gs pos="42857">
                  <a:srgbClr val="180013">
                    <a:alpha val="17075"/>
                  </a:srgbClr>
                </a:gs>
                <a:gs pos="57143">
                  <a:srgbClr val="180013">
                    <a:alpha val="9855"/>
                  </a:srgbClr>
                </a:gs>
                <a:gs pos="71429">
                  <a:srgbClr val="180013">
                    <a:alpha val="4740"/>
                  </a:srgbClr>
                </a:gs>
                <a:gs pos="85714">
                  <a:srgbClr val="180013">
                    <a:alpha val="1902"/>
                  </a:srgbClr>
                </a:gs>
                <a:gs pos="100000">
                  <a:srgbClr val="18001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Splat 874"/>
            <p:cNvSpPr>
              <a:spLocks noGrp="1"/>
            </p:cNvSpPr>
            <p:nvPr/>
          </p:nvSpPr>
          <p:spPr>
            <a:xfrm rot="8266109">
              <a:off x="650360" y="2279179"/>
              <a:ext cx="246561" cy="133981"/>
            </a:xfrm>
            <a:prstGeom prst="ellipse">
              <a:avLst/>
            </a:prstGeom>
            <a:gradFill>
              <a:gsLst>
                <a:gs pos="0">
                  <a:srgbClr val="58443C">
                    <a:alpha val="10812"/>
                  </a:srgbClr>
                </a:gs>
                <a:gs pos="14286">
                  <a:srgbClr val="58443C">
                    <a:alpha val="9983"/>
                  </a:srgbClr>
                </a:gs>
                <a:gs pos="28571">
                  <a:srgbClr val="58443C">
                    <a:alpha val="7842"/>
                  </a:srgbClr>
                </a:gs>
                <a:gs pos="42857">
                  <a:srgbClr val="58443C">
                    <a:alpha val="5215"/>
                  </a:srgbClr>
                </a:gs>
                <a:gs pos="57143">
                  <a:srgbClr val="58443C">
                    <a:alpha val="2924"/>
                  </a:srgbClr>
                </a:gs>
                <a:gs pos="71429">
                  <a:srgbClr val="58443C">
                    <a:alpha val="1380"/>
                  </a:srgbClr>
                </a:gs>
                <a:gs pos="85714">
                  <a:srgbClr val="58443C">
                    <a:alpha val="548"/>
                  </a:srgbClr>
                </a:gs>
                <a:gs pos="100000">
                  <a:srgbClr val="58443C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Splat 875"/>
            <p:cNvSpPr>
              <a:spLocks noGrp="1"/>
            </p:cNvSpPr>
            <p:nvPr/>
          </p:nvSpPr>
          <p:spPr>
            <a:xfrm rot="5185380">
              <a:off x="1554063" y="2168619"/>
              <a:ext cx="197092" cy="23841"/>
            </a:xfrm>
            <a:prstGeom prst="ellipse">
              <a:avLst/>
            </a:prstGeom>
            <a:gradFill>
              <a:gsLst>
                <a:gs pos="0">
                  <a:srgbClr val="FDC33F">
                    <a:alpha val="23380"/>
                  </a:srgbClr>
                </a:gs>
                <a:gs pos="14286">
                  <a:srgbClr val="FDC33F">
                    <a:alpha val="21712"/>
                  </a:srgbClr>
                </a:gs>
                <a:gs pos="28571">
                  <a:srgbClr val="FDC33F">
                    <a:alpha val="17308"/>
                  </a:srgbClr>
                </a:gs>
                <a:gs pos="42857">
                  <a:srgbClr val="FDC33F">
                    <a:alpha val="11720"/>
                  </a:srgbClr>
                </a:gs>
                <a:gs pos="57143">
                  <a:srgbClr val="FDC33F">
                    <a:alpha val="6674"/>
                  </a:srgbClr>
                </a:gs>
                <a:gs pos="71429">
                  <a:srgbClr val="FDC33F">
                    <a:alpha val="3182"/>
                  </a:srgbClr>
                </a:gs>
                <a:gs pos="85714">
                  <a:srgbClr val="FDC33F">
                    <a:alpha val="1270"/>
                  </a:srgbClr>
                </a:gs>
                <a:gs pos="100000">
                  <a:srgbClr val="FDC33F">
                    <a:alpha val="4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Splat 876"/>
            <p:cNvSpPr>
              <a:spLocks noGrp="1"/>
            </p:cNvSpPr>
            <p:nvPr/>
          </p:nvSpPr>
          <p:spPr>
            <a:xfrm rot="5432191">
              <a:off x="843319" y="2347199"/>
              <a:ext cx="415275" cy="15389"/>
            </a:xfrm>
            <a:prstGeom prst="ellipse">
              <a:avLst/>
            </a:prstGeom>
            <a:gradFill>
              <a:gsLst>
                <a:gs pos="0">
                  <a:srgbClr val="FFD08E">
                    <a:alpha val="14375"/>
                  </a:srgbClr>
                </a:gs>
                <a:gs pos="14286">
                  <a:srgbClr val="FFD08E">
                    <a:alpha val="13293"/>
                  </a:srgbClr>
                </a:gs>
                <a:gs pos="28571">
                  <a:srgbClr val="FFD08E">
                    <a:alpha val="10484"/>
                  </a:srgbClr>
                </a:gs>
                <a:gs pos="42857">
                  <a:srgbClr val="FFD08E">
                    <a:alpha val="7007"/>
                  </a:srgbClr>
                </a:gs>
                <a:gs pos="57143">
                  <a:srgbClr val="FFD08E">
                    <a:alpha val="3945"/>
                  </a:srgbClr>
                </a:gs>
                <a:gs pos="71429">
                  <a:srgbClr val="FFD08E">
                    <a:alpha val="1867"/>
                  </a:srgbClr>
                </a:gs>
                <a:gs pos="85714">
                  <a:srgbClr val="FFD08E">
                    <a:alpha val="742"/>
                  </a:srgbClr>
                </a:gs>
                <a:gs pos="100000">
                  <a:srgbClr val="FFD08E">
                    <a:alpha val="2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Splat 877"/>
            <p:cNvSpPr>
              <a:spLocks noGrp="1"/>
            </p:cNvSpPr>
            <p:nvPr/>
          </p:nvSpPr>
          <p:spPr>
            <a:xfrm rot="10742705">
              <a:off x="503996" y="2383895"/>
              <a:ext cx="547359" cy="68701"/>
            </a:xfrm>
            <a:prstGeom prst="ellipse">
              <a:avLst/>
            </a:prstGeom>
            <a:gradFill>
              <a:gsLst>
                <a:gs pos="0">
                  <a:srgbClr val="F3B500">
                    <a:alpha val="2342"/>
                  </a:srgbClr>
                </a:gs>
                <a:gs pos="14286">
                  <a:srgbClr val="F3B500">
                    <a:alpha val="2154"/>
                  </a:srgbClr>
                </a:gs>
                <a:gs pos="28571">
                  <a:srgbClr val="F3B500">
                    <a:alpha val="1677"/>
                  </a:srgbClr>
                </a:gs>
                <a:gs pos="42857">
                  <a:srgbClr val="F3B500">
                    <a:alpha val="1103"/>
                  </a:srgbClr>
                </a:gs>
                <a:gs pos="57143">
                  <a:srgbClr val="F3B500">
                    <a:alpha val="613"/>
                  </a:srgbClr>
                </a:gs>
                <a:gs pos="71429">
                  <a:srgbClr val="F3B500">
                    <a:alpha val="287"/>
                  </a:srgbClr>
                </a:gs>
                <a:gs pos="85714">
                  <a:srgbClr val="F3B500">
                    <a:alpha val="114"/>
                  </a:srgbClr>
                </a:gs>
                <a:gs pos="100000">
                  <a:srgbClr val="F3B500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Splat 878"/>
            <p:cNvSpPr>
              <a:spLocks noGrp="1"/>
            </p:cNvSpPr>
            <p:nvPr/>
          </p:nvSpPr>
          <p:spPr>
            <a:xfrm rot="3433118">
              <a:off x="2045790" y="2346943"/>
              <a:ext cx="225854" cy="25214"/>
            </a:xfrm>
            <a:prstGeom prst="ellipse">
              <a:avLst/>
            </a:prstGeom>
            <a:gradFill>
              <a:gsLst>
                <a:gs pos="0">
                  <a:srgbClr val="554F44">
                    <a:alpha val="32968"/>
                  </a:srgbClr>
                </a:gs>
                <a:gs pos="14286">
                  <a:srgbClr val="554F44">
                    <a:alpha val="30764"/>
                  </a:srgbClr>
                </a:gs>
                <a:gs pos="28571">
                  <a:srgbClr val="554F44">
                    <a:alpha val="24833"/>
                  </a:srgbClr>
                </a:gs>
                <a:gs pos="42857">
                  <a:srgbClr val="554F44">
                    <a:alpha val="17075"/>
                  </a:srgbClr>
                </a:gs>
                <a:gs pos="57143">
                  <a:srgbClr val="554F44">
                    <a:alpha val="9855"/>
                  </a:srgbClr>
                </a:gs>
                <a:gs pos="71429">
                  <a:srgbClr val="554F44">
                    <a:alpha val="4740"/>
                  </a:srgbClr>
                </a:gs>
                <a:gs pos="85714">
                  <a:srgbClr val="554F44">
                    <a:alpha val="1902"/>
                  </a:srgbClr>
                </a:gs>
                <a:gs pos="100000">
                  <a:srgbClr val="554F4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Splat 879"/>
            <p:cNvSpPr>
              <a:spLocks noGrp="1"/>
            </p:cNvSpPr>
            <p:nvPr/>
          </p:nvSpPr>
          <p:spPr>
            <a:xfrm rot="5291335">
              <a:off x="84014" y="1523754"/>
              <a:ext cx="630262" cy="60959"/>
            </a:xfrm>
            <a:prstGeom prst="ellipse">
              <a:avLst/>
            </a:prstGeom>
            <a:gradFill>
              <a:gsLst>
                <a:gs pos="0">
                  <a:srgbClr val="5473A2">
                    <a:alpha val="6228"/>
                  </a:srgbClr>
                </a:gs>
                <a:gs pos="14286">
                  <a:srgbClr val="5473A2">
                    <a:alpha val="5739"/>
                  </a:srgbClr>
                </a:gs>
                <a:gs pos="28571">
                  <a:srgbClr val="5473A2">
                    <a:alpha val="4485"/>
                  </a:srgbClr>
                </a:gs>
                <a:gs pos="42857">
                  <a:srgbClr val="5473A2">
                    <a:alpha val="2965"/>
                  </a:srgbClr>
                </a:gs>
                <a:gs pos="57143">
                  <a:srgbClr val="5473A2">
                    <a:alpha val="1654"/>
                  </a:srgbClr>
                </a:gs>
                <a:gs pos="71429">
                  <a:srgbClr val="5473A2">
                    <a:alpha val="778"/>
                  </a:srgbClr>
                </a:gs>
                <a:gs pos="85714">
                  <a:srgbClr val="5473A2">
                    <a:alpha val="308"/>
                  </a:srgbClr>
                </a:gs>
                <a:gs pos="100000">
                  <a:srgbClr val="5473A2">
                    <a:alpha val="1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Splat 880"/>
            <p:cNvSpPr>
              <a:spLocks noGrp="1"/>
            </p:cNvSpPr>
            <p:nvPr/>
          </p:nvSpPr>
          <p:spPr>
            <a:xfrm rot="5537798">
              <a:off x="16733" y="1659649"/>
              <a:ext cx="857826" cy="2744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Splat 881"/>
            <p:cNvSpPr>
              <a:spLocks noGrp="1"/>
            </p:cNvSpPr>
            <p:nvPr/>
          </p:nvSpPr>
          <p:spPr>
            <a:xfrm rot="5404439">
              <a:off x="1472463" y="1686310"/>
              <a:ext cx="579951" cy="11662"/>
            </a:xfrm>
            <a:prstGeom prst="ellipse">
              <a:avLst/>
            </a:prstGeom>
            <a:gradFill>
              <a:gsLst>
                <a:gs pos="0">
                  <a:srgbClr val="1E0A10">
                    <a:alpha val="32968"/>
                  </a:srgbClr>
                </a:gs>
                <a:gs pos="14286">
                  <a:srgbClr val="1E0A10">
                    <a:alpha val="30764"/>
                  </a:srgbClr>
                </a:gs>
                <a:gs pos="28571">
                  <a:srgbClr val="1E0A10">
                    <a:alpha val="24833"/>
                  </a:srgbClr>
                </a:gs>
                <a:gs pos="42857">
                  <a:srgbClr val="1E0A10">
                    <a:alpha val="17075"/>
                  </a:srgbClr>
                </a:gs>
                <a:gs pos="57143">
                  <a:srgbClr val="1E0A10">
                    <a:alpha val="9855"/>
                  </a:srgbClr>
                </a:gs>
                <a:gs pos="71429">
                  <a:srgbClr val="1E0A10">
                    <a:alpha val="4740"/>
                  </a:srgbClr>
                </a:gs>
                <a:gs pos="85714">
                  <a:srgbClr val="1E0A10">
                    <a:alpha val="1902"/>
                  </a:srgbClr>
                </a:gs>
                <a:gs pos="100000">
                  <a:srgbClr val="1E0A1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Splat 882"/>
            <p:cNvSpPr>
              <a:spLocks noGrp="1"/>
            </p:cNvSpPr>
            <p:nvPr/>
          </p:nvSpPr>
          <p:spPr>
            <a:xfrm rot="3922327">
              <a:off x="3241946" y="2059913"/>
              <a:ext cx="289803" cy="83364"/>
            </a:xfrm>
            <a:prstGeom prst="ellipse">
              <a:avLst/>
            </a:prstGeom>
            <a:gradFill>
              <a:gsLst>
                <a:gs pos="0">
                  <a:srgbClr val="191F32">
                    <a:alpha val="29244"/>
                  </a:srgbClr>
                </a:gs>
                <a:gs pos="14286">
                  <a:srgbClr val="191F32">
                    <a:alpha val="27236"/>
                  </a:srgbClr>
                </a:gs>
                <a:gs pos="28571">
                  <a:srgbClr val="191F32">
                    <a:alpha val="21876"/>
                  </a:srgbClr>
                </a:gs>
                <a:gs pos="42857">
                  <a:srgbClr val="191F32">
                    <a:alpha val="14950"/>
                  </a:srgbClr>
                </a:gs>
                <a:gs pos="57143">
                  <a:srgbClr val="191F32">
                    <a:alpha val="8582"/>
                  </a:srgbClr>
                </a:gs>
                <a:gs pos="71429">
                  <a:srgbClr val="191F32">
                    <a:alpha val="4113"/>
                  </a:srgbClr>
                </a:gs>
                <a:gs pos="85714">
                  <a:srgbClr val="191F32">
                    <a:alpha val="1647"/>
                  </a:srgbClr>
                </a:gs>
                <a:gs pos="100000">
                  <a:srgbClr val="191F32">
                    <a:alpha val="5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Splat 883"/>
            <p:cNvSpPr>
              <a:spLocks noGrp="1"/>
            </p:cNvSpPr>
            <p:nvPr/>
          </p:nvSpPr>
          <p:spPr>
            <a:xfrm rot="5592507">
              <a:off x="-211179" y="1240108"/>
              <a:ext cx="678069" cy="152885"/>
            </a:xfrm>
            <a:prstGeom prst="ellipse">
              <a:avLst/>
            </a:prstGeom>
            <a:gradFill>
              <a:gsLst>
                <a:gs pos="0">
                  <a:srgbClr val="190000">
                    <a:alpha val="32968"/>
                  </a:srgbClr>
                </a:gs>
                <a:gs pos="14286">
                  <a:srgbClr val="190000">
                    <a:alpha val="30764"/>
                  </a:srgbClr>
                </a:gs>
                <a:gs pos="28571">
                  <a:srgbClr val="190000">
                    <a:alpha val="24833"/>
                  </a:srgbClr>
                </a:gs>
                <a:gs pos="42857">
                  <a:srgbClr val="190000">
                    <a:alpha val="17075"/>
                  </a:srgbClr>
                </a:gs>
                <a:gs pos="57143">
                  <a:srgbClr val="190000">
                    <a:alpha val="9855"/>
                  </a:srgbClr>
                </a:gs>
                <a:gs pos="71429">
                  <a:srgbClr val="190000">
                    <a:alpha val="4740"/>
                  </a:srgbClr>
                </a:gs>
                <a:gs pos="85714">
                  <a:srgbClr val="190000">
                    <a:alpha val="1902"/>
                  </a:srgbClr>
                </a:gs>
                <a:gs pos="100000">
                  <a:srgbClr val="1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Splat 884"/>
            <p:cNvSpPr>
              <a:spLocks noGrp="1"/>
            </p:cNvSpPr>
            <p:nvPr/>
          </p:nvSpPr>
          <p:spPr>
            <a:xfrm rot="10747744">
              <a:off x="-107385" y="1783599"/>
              <a:ext cx="800868" cy="25807"/>
            </a:xfrm>
            <a:prstGeom prst="ellipse">
              <a:avLst/>
            </a:prstGeom>
            <a:gradFill>
              <a:gsLst>
                <a:gs pos="0">
                  <a:srgbClr val="332000">
                    <a:alpha val="32968"/>
                  </a:srgbClr>
                </a:gs>
                <a:gs pos="14286">
                  <a:srgbClr val="332000">
                    <a:alpha val="30764"/>
                  </a:srgbClr>
                </a:gs>
                <a:gs pos="28571">
                  <a:srgbClr val="332000">
                    <a:alpha val="24833"/>
                  </a:srgbClr>
                </a:gs>
                <a:gs pos="42857">
                  <a:srgbClr val="332000">
                    <a:alpha val="17075"/>
                  </a:srgbClr>
                </a:gs>
                <a:gs pos="57143">
                  <a:srgbClr val="332000">
                    <a:alpha val="9855"/>
                  </a:srgbClr>
                </a:gs>
                <a:gs pos="71429">
                  <a:srgbClr val="332000">
                    <a:alpha val="4740"/>
                  </a:srgbClr>
                </a:gs>
                <a:gs pos="85714">
                  <a:srgbClr val="332000">
                    <a:alpha val="1902"/>
                  </a:srgbClr>
                </a:gs>
                <a:gs pos="100000">
                  <a:srgbClr val="332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Splat 885"/>
            <p:cNvSpPr>
              <a:spLocks noGrp="1"/>
            </p:cNvSpPr>
            <p:nvPr/>
          </p:nvSpPr>
          <p:spPr>
            <a:xfrm rot="5509294">
              <a:off x="63304" y="1054815"/>
              <a:ext cx="810222" cy="256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Splat 886"/>
            <p:cNvSpPr>
              <a:spLocks noGrp="1"/>
            </p:cNvSpPr>
            <p:nvPr/>
          </p:nvSpPr>
          <p:spPr>
            <a:xfrm rot="5181426">
              <a:off x="1607775" y="1812753"/>
              <a:ext cx="348964" cy="36316"/>
            </a:xfrm>
            <a:prstGeom prst="ellipse">
              <a:avLst/>
            </a:prstGeom>
            <a:gradFill>
              <a:gsLst>
                <a:gs pos="0">
                  <a:srgbClr val="FFDD89">
                    <a:alpha val="21769"/>
                  </a:srgbClr>
                </a:gs>
                <a:gs pos="14286">
                  <a:srgbClr val="FFDD89">
                    <a:alpha val="20200"/>
                  </a:srgbClr>
                </a:gs>
                <a:gs pos="28571">
                  <a:srgbClr val="FFDD89">
                    <a:alpha val="16072"/>
                  </a:srgbClr>
                </a:gs>
                <a:gs pos="42857">
                  <a:srgbClr val="FFDD89">
                    <a:alpha val="10856"/>
                  </a:srgbClr>
                </a:gs>
                <a:gs pos="57143">
                  <a:srgbClr val="FFDD89">
                    <a:alpha val="6169"/>
                  </a:srgbClr>
                </a:gs>
                <a:gs pos="71429">
                  <a:srgbClr val="FFDD89">
                    <a:alpha val="2937"/>
                  </a:srgbClr>
                </a:gs>
                <a:gs pos="85714">
                  <a:srgbClr val="FFDD89">
                    <a:alpha val="1172"/>
                  </a:srgbClr>
                </a:gs>
                <a:gs pos="100000">
                  <a:srgbClr val="FFDD89">
                    <a:alpha val="3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Splat 887"/>
            <p:cNvSpPr>
              <a:spLocks noGrp="1"/>
            </p:cNvSpPr>
            <p:nvPr/>
          </p:nvSpPr>
          <p:spPr>
            <a:xfrm rot="-10296141">
              <a:off x="2030760" y="2141206"/>
              <a:ext cx="383864" cy="91172"/>
            </a:xfrm>
            <a:prstGeom prst="ellipse">
              <a:avLst/>
            </a:prstGeom>
            <a:gradFill>
              <a:gsLst>
                <a:gs pos="0">
                  <a:srgbClr val="675452">
                    <a:alpha val="24449"/>
                  </a:srgbClr>
                </a:gs>
                <a:gs pos="14286">
                  <a:srgbClr val="675452">
                    <a:alpha val="22716"/>
                  </a:srgbClr>
                </a:gs>
                <a:gs pos="28571">
                  <a:srgbClr val="675452">
                    <a:alpha val="18133"/>
                  </a:srgbClr>
                </a:gs>
                <a:gs pos="42857">
                  <a:srgbClr val="675452">
                    <a:alpha val="12299"/>
                  </a:srgbClr>
                </a:gs>
                <a:gs pos="57143">
                  <a:srgbClr val="675452">
                    <a:alpha val="7014"/>
                  </a:srgbClr>
                </a:gs>
                <a:gs pos="71429">
                  <a:srgbClr val="675452">
                    <a:alpha val="3347"/>
                  </a:srgbClr>
                </a:gs>
                <a:gs pos="85714">
                  <a:srgbClr val="675452">
                    <a:alpha val="1337"/>
                  </a:srgbClr>
                </a:gs>
                <a:gs pos="100000">
                  <a:srgbClr val="675452">
                    <a:alpha val="4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Splat 888"/>
            <p:cNvSpPr>
              <a:spLocks noGrp="1"/>
            </p:cNvSpPr>
            <p:nvPr/>
          </p:nvSpPr>
          <p:spPr>
            <a:xfrm rot="9099657">
              <a:off x="3295335" y="2271008"/>
              <a:ext cx="676731" cy="18008"/>
            </a:xfrm>
            <a:prstGeom prst="ellipse">
              <a:avLst/>
            </a:prstGeom>
            <a:gradFill>
              <a:gsLst>
                <a:gs pos="0">
                  <a:srgbClr val="BEA66E">
                    <a:alpha val="32968"/>
                  </a:srgbClr>
                </a:gs>
                <a:gs pos="14286">
                  <a:srgbClr val="BEA66E">
                    <a:alpha val="30764"/>
                  </a:srgbClr>
                </a:gs>
                <a:gs pos="28571">
                  <a:srgbClr val="BEA66E">
                    <a:alpha val="24833"/>
                  </a:srgbClr>
                </a:gs>
                <a:gs pos="42857">
                  <a:srgbClr val="BEA66E">
                    <a:alpha val="17075"/>
                  </a:srgbClr>
                </a:gs>
                <a:gs pos="57143">
                  <a:srgbClr val="BEA66E">
                    <a:alpha val="9855"/>
                  </a:srgbClr>
                </a:gs>
                <a:gs pos="71429">
                  <a:srgbClr val="BEA66E">
                    <a:alpha val="4740"/>
                  </a:srgbClr>
                </a:gs>
                <a:gs pos="85714">
                  <a:srgbClr val="BEA66E">
                    <a:alpha val="1902"/>
                  </a:srgbClr>
                </a:gs>
                <a:gs pos="100000">
                  <a:srgbClr val="BEA66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Splat 889"/>
            <p:cNvSpPr>
              <a:spLocks noGrp="1"/>
            </p:cNvSpPr>
            <p:nvPr/>
          </p:nvSpPr>
          <p:spPr>
            <a:xfrm rot="4850456">
              <a:off x="1489454" y="2005729"/>
              <a:ext cx="440957" cy="191393"/>
            </a:xfrm>
            <a:prstGeom prst="ellipse">
              <a:avLst/>
            </a:prstGeom>
            <a:gradFill>
              <a:gsLst>
                <a:gs pos="0">
                  <a:srgbClr val="DBD6C1">
                    <a:alpha val="2932"/>
                  </a:srgbClr>
                </a:gs>
                <a:gs pos="14286">
                  <a:srgbClr val="DBD6C1">
                    <a:alpha val="2698"/>
                  </a:srgbClr>
                </a:gs>
                <a:gs pos="28571">
                  <a:srgbClr val="DBD6C1">
                    <a:alpha val="2101"/>
                  </a:srgbClr>
                </a:gs>
                <a:gs pos="42857">
                  <a:srgbClr val="DBD6C1">
                    <a:alpha val="1383"/>
                  </a:srgbClr>
                </a:gs>
                <a:gs pos="57143">
                  <a:srgbClr val="DBD6C1">
                    <a:alpha val="769"/>
                  </a:srgbClr>
                </a:gs>
                <a:gs pos="71429">
                  <a:srgbClr val="DBD6C1">
                    <a:alpha val="361"/>
                  </a:srgbClr>
                </a:gs>
                <a:gs pos="85714">
                  <a:srgbClr val="DBD6C1">
                    <a:alpha val="143"/>
                  </a:srgbClr>
                </a:gs>
                <a:gs pos="100000">
                  <a:srgbClr val="DBD6C1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Splat 890"/>
            <p:cNvSpPr>
              <a:spLocks noGrp="1"/>
            </p:cNvSpPr>
            <p:nvPr/>
          </p:nvSpPr>
          <p:spPr>
            <a:xfrm rot="3185405">
              <a:off x="3183844" y="2368227"/>
              <a:ext cx="545059" cy="107124"/>
            </a:xfrm>
            <a:prstGeom prst="ellipse">
              <a:avLst/>
            </a:prstGeom>
            <a:gradFill>
              <a:gsLst>
                <a:gs pos="0">
                  <a:srgbClr val="00001C">
                    <a:alpha val="32968"/>
                  </a:srgbClr>
                </a:gs>
                <a:gs pos="14286">
                  <a:srgbClr val="00001C">
                    <a:alpha val="30764"/>
                  </a:srgbClr>
                </a:gs>
                <a:gs pos="28571">
                  <a:srgbClr val="00001C">
                    <a:alpha val="24833"/>
                  </a:srgbClr>
                </a:gs>
                <a:gs pos="42857">
                  <a:srgbClr val="00001C">
                    <a:alpha val="17075"/>
                  </a:srgbClr>
                </a:gs>
                <a:gs pos="57143">
                  <a:srgbClr val="00001C">
                    <a:alpha val="9855"/>
                  </a:srgbClr>
                </a:gs>
                <a:gs pos="71429">
                  <a:srgbClr val="00001C">
                    <a:alpha val="4740"/>
                  </a:srgbClr>
                </a:gs>
                <a:gs pos="85714">
                  <a:srgbClr val="00001C">
                    <a:alpha val="1902"/>
                  </a:srgbClr>
                </a:gs>
                <a:gs pos="100000">
                  <a:srgbClr val="00001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Splat 891"/>
            <p:cNvSpPr>
              <a:spLocks noGrp="1"/>
            </p:cNvSpPr>
            <p:nvPr/>
          </p:nvSpPr>
          <p:spPr>
            <a:xfrm rot="-10306661">
              <a:off x="3133154" y="2051671"/>
              <a:ext cx="606541" cy="6688"/>
            </a:xfrm>
            <a:prstGeom prst="ellipse">
              <a:avLst/>
            </a:prstGeom>
            <a:gradFill>
              <a:gsLst>
                <a:gs pos="0">
                  <a:srgbClr val="000135">
                    <a:alpha val="32968"/>
                  </a:srgbClr>
                </a:gs>
                <a:gs pos="14286">
                  <a:srgbClr val="000135">
                    <a:alpha val="30764"/>
                  </a:srgbClr>
                </a:gs>
                <a:gs pos="28571">
                  <a:srgbClr val="000135">
                    <a:alpha val="24833"/>
                  </a:srgbClr>
                </a:gs>
                <a:gs pos="42857">
                  <a:srgbClr val="000135">
                    <a:alpha val="17075"/>
                  </a:srgbClr>
                </a:gs>
                <a:gs pos="57143">
                  <a:srgbClr val="000135">
                    <a:alpha val="9855"/>
                  </a:srgbClr>
                </a:gs>
                <a:gs pos="71429">
                  <a:srgbClr val="000135">
                    <a:alpha val="4740"/>
                  </a:srgbClr>
                </a:gs>
                <a:gs pos="85714">
                  <a:srgbClr val="000135">
                    <a:alpha val="1902"/>
                  </a:srgbClr>
                </a:gs>
                <a:gs pos="100000">
                  <a:srgbClr val="00013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Splat 892"/>
            <p:cNvSpPr>
              <a:spLocks noGrp="1"/>
            </p:cNvSpPr>
            <p:nvPr/>
          </p:nvSpPr>
          <p:spPr>
            <a:xfrm rot="5510033">
              <a:off x="976585" y="1153998"/>
              <a:ext cx="325136" cy="84279"/>
            </a:xfrm>
            <a:prstGeom prst="ellipse">
              <a:avLst/>
            </a:prstGeom>
            <a:gradFill>
              <a:gsLst>
                <a:gs pos="0">
                  <a:srgbClr val="514837">
                    <a:alpha val="32968"/>
                  </a:srgbClr>
                </a:gs>
                <a:gs pos="14286">
                  <a:srgbClr val="514837">
                    <a:alpha val="30764"/>
                  </a:srgbClr>
                </a:gs>
                <a:gs pos="28571">
                  <a:srgbClr val="514837">
                    <a:alpha val="24833"/>
                  </a:srgbClr>
                </a:gs>
                <a:gs pos="42857">
                  <a:srgbClr val="514837">
                    <a:alpha val="17075"/>
                  </a:srgbClr>
                </a:gs>
                <a:gs pos="57143">
                  <a:srgbClr val="514837">
                    <a:alpha val="9855"/>
                  </a:srgbClr>
                </a:gs>
                <a:gs pos="71429">
                  <a:srgbClr val="514837">
                    <a:alpha val="4740"/>
                  </a:srgbClr>
                </a:gs>
                <a:gs pos="85714">
                  <a:srgbClr val="514837">
                    <a:alpha val="1902"/>
                  </a:srgbClr>
                </a:gs>
                <a:gs pos="100000">
                  <a:srgbClr val="5148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Splat 893"/>
            <p:cNvSpPr>
              <a:spLocks noGrp="1"/>
            </p:cNvSpPr>
            <p:nvPr/>
          </p:nvSpPr>
          <p:spPr>
            <a:xfrm rot="-8112190">
              <a:off x="-181635" y="1428129"/>
              <a:ext cx="772920" cy="20125"/>
            </a:xfrm>
            <a:prstGeom prst="ellipse">
              <a:avLst/>
            </a:prstGeom>
            <a:gradFill>
              <a:gsLst>
                <a:gs pos="0">
                  <a:srgbClr val="301800">
                    <a:alpha val="32968"/>
                  </a:srgbClr>
                </a:gs>
                <a:gs pos="14286">
                  <a:srgbClr val="301800">
                    <a:alpha val="30764"/>
                  </a:srgbClr>
                </a:gs>
                <a:gs pos="28571">
                  <a:srgbClr val="301800">
                    <a:alpha val="24833"/>
                  </a:srgbClr>
                </a:gs>
                <a:gs pos="42857">
                  <a:srgbClr val="301800">
                    <a:alpha val="17075"/>
                  </a:srgbClr>
                </a:gs>
                <a:gs pos="57143">
                  <a:srgbClr val="301800">
                    <a:alpha val="9855"/>
                  </a:srgbClr>
                </a:gs>
                <a:gs pos="71429">
                  <a:srgbClr val="301800">
                    <a:alpha val="4740"/>
                  </a:srgbClr>
                </a:gs>
                <a:gs pos="85714">
                  <a:srgbClr val="301800">
                    <a:alpha val="1902"/>
                  </a:srgbClr>
                </a:gs>
                <a:gs pos="100000">
                  <a:srgbClr val="301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Splat 894"/>
            <p:cNvSpPr>
              <a:spLocks noGrp="1"/>
            </p:cNvSpPr>
            <p:nvPr/>
          </p:nvSpPr>
          <p:spPr>
            <a:xfrm rot="5534179">
              <a:off x="34635" y="1492778"/>
              <a:ext cx="834477" cy="279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Splat 895"/>
            <p:cNvSpPr>
              <a:spLocks noGrp="1"/>
            </p:cNvSpPr>
            <p:nvPr/>
          </p:nvSpPr>
          <p:spPr>
            <a:xfrm rot="5519349">
              <a:off x="56440" y="1193566"/>
              <a:ext cx="815225" cy="25521"/>
            </a:xfrm>
            <a:prstGeom prst="ellipse">
              <a:avLst/>
            </a:prstGeom>
            <a:gradFill>
              <a:gsLst>
                <a:gs pos="0">
                  <a:srgbClr val="590100">
                    <a:alpha val="32968"/>
                  </a:srgbClr>
                </a:gs>
                <a:gs pos="14286">
                  <a:srgbClr val="590100">
                    <a:alpha val="30764"/>
                  </a:srgbClr>
                </a:gs>
                <a:gs pos="28571">
                  <a:srgbClr val="590100">
                    <a:alpha val="24833"/>
                  </a:srgbClr>
                </a:gs>
                <a:gs pos="42857">
                  <a:srgbClr val="590100">
                    <a:alpha val="17075"/>
                  </a:srgbClr>
                </a:gs>
                <a:gs pos="57143">
                  <a:srgbClr val="590100">
                    <a:alpha val="9855"/>
                  </a:srgbClr>
                </a:gs>
                <a:gs pos="71429">
                  <a:srgbClr val="590100">
                    <a:alpha val="4740"/>
                  </a:srgbClr>
                </a:gs>
                <a:gs pos="85714">
                  <a:srgbClr val="590100">
                    <a:alpha val="1902"/>
                  </a:srgbClr>
                </a:gs>
                <a:gs pos="100000">
                  <a:srgbClr val="59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Splat 896"/>
            <p:cNvSpPr>
              <a:spLocks noGrp="1"/>
            </p:cNvSpPr>
            <p:nvPr/>
          </p:nvSpPr>
          <p:spPr>
            <a:xfrm rot="5149001">
              <a:off x="1566365" y="904037"/>
              <a:ext cx="435892" cy="15135"/>
            </a:xfrm>
            <a:prstGeom prst="ellipse">
              <a:avLst/>
            </a:prstGeom>
            <a:gradFill>
              <a:gsLst>
                <a:gs pos="0">
                  <a:srgbClr val="FCFFFD">
                    <a:alpha val="9761"/>
                  </a:srgbClr>
                </a:gs>
                <a:gs pos="14286">
                  <a:srgbClr val="FCFFFD">
                    <a:alpha val="9008"/>
                  </a:srgbClr>
                </a:gs>
                <a:gs pos="28571">
                  <a:srgbClr val="FCFFFD">
                    <a:alpha val="7068"/>
                  </a:srgbClr>
                </a:gs>
                <a:gs pos="42857">
                  <a:srgbClr val="FCFFFD">
                    <a:alpha val="4694"/>
                  </a:srgbClr>
                </a:gs>
                <a:gs pos="57143">
                  <a:srgbClr val="FCFFFD">
                    <a:alpha val="2629"/>
                  </a:srgbClr>
                </a:gs>
                <a:gs pos="71429">
                  <a:srgbClr val="FCFFFD">
                    <a:alpha val="1239"/>
                  </a:srgbClr>
                </a:gs>
                <a:gs pos="85714">
                  <a:srgbClr val="FCFFFD">
                    <a:alpha val="492"/>
                  </a:srgbClr>
                </a:gs>
                <a:gs pos="100000">
                  <a:srgbClr val="FCFFFD">
                    <a:alpha val="1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Splat 897"/>
            <p:cNvSpPr>
              <a:spLocks noGrp="1"/>
            </p:cNvSpPr>
            <p:nvPr/>
          </p:nvSpPr>
          <p:spPr>
            <a:xfrm rot="-8474245">
              <a:off x="-214544" y="1970214"/>
              <a:ext cx="797400" cy="21162"/>
            </a:xfrm>
            <a:prstGeom prst="ellipse">
              <a:avLst/>
            </a:prstGeom>
            <a:gradFill>
              <a:gsLst>
                <a:gs pos="0">
                  <a:srgbClr val="0D0000">
                    <a:alpha val="32968"/>
                  </a:srgbClr>
                </a:gs>
                <a:gs pos="14286">
                  <a:srgbClr val="0D0000">
                    <a:alpha val="30764"/>
                  </a:srgbClr>
                </a:gs>
                <a:gs pos="28571">
                  <a:srgbClr val="0D0000">
                    <a:alpha val="24833"/>
                  </a:srgbClr>
                </a:gs>
                <a:gs pos="42857">
                  <a:srgbClr val="0D0000">
                    <a:alpha val="17075"/>
                  </a:srgbClr>
                </a:gs>
                <a:gs pos="57143">
                  <a:srgbClr val="0D0000">
                    <a:alpha val="9855"/>
                  </a:srgbClr>
                </a:gs>
                <a:gs pos="71429">
                  <a:srgbClr val="0D0000">
                    <a:alpha val="4740"/>
                  </a:srgbClr>
                </a:gs>
                <a:gs pos="85714">
                  <a:srgbClr val="0D0000">
                    <a:alpha val="1902"/>
                  </a:srgbClr>
                </a:gs>
                <a:gs pos="100000">
                  <a:srgbClr val="0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Splat 898"/>
            <p:cNvSpPr>
              <a:spLocks noGrp="1"/>
            </p:cNvSpPr>
            <p:nvPr/>
          </p:nvSpPr>
          <p:spPr>
            <a:xfrm rot="6764190">
              <a:off x="237785" y="2278726"/>
              <a:ext cx="402829" cy="16225"/>
            </a:xfrm>
            <a:prstGeom prst="ellipse">
              <a:avLst/>
            </a:prstGeom>
            <a:gradFill>
              <a:gsLst>
                <a:gs pos="0">
                  <a:srgbClr val="2E3534">
                    <a:alpha val="15949"/>
                  </a:srgbClr>
                </a:gs>
                <a:gs pos="14286">
                  <a:srgbClr val="2E3534">
                    <a:alpha val="14760"/>
                  </a:srgbClr>
                </a:gs>
                <a:gs pos="28571">
                  <a:srgbClr val="2E3534">
                    <a:alpha val="11662"/>
                  </a:srgbClr>
                </a:gs>
                <a:gs pos="42857">
                  <a:srgbClr val="2E3534">
                    <a:alpha val="7811"/>
                  </a:srgbClr>
                </a:gs>
                <a:gs pos="57143">
                  <a:srgbClr val="2E3534">
                    <a:alpha val="4407"/>
                  </a:srgbClr>
                </a:gs>
                <a:gs pos="71429">
                  <a:srgbClr val="2E3534">
                    <a:alpha val="2087"/>
                  </a:srgbClr>
                </a:gs>
                <a:gs pos="85714">
                  <a:srgbClr val="2E3534">
                    <a:alpha val="831"/>
                  </a:srgbClr>
                </a:gs>
                <a:gs pos="100000">
                  <a:srgbClr val="2E3534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Splat 899"/>
            <p:cNvSpPr>
              <a:spLocks noGrp="1"/>
            </p:cNvSpPr>
            <p:nvPr/>
          </p:nvSpPr>
          <p:spPr>
            <a:xfrm rot="8957285">
              <a:off x="383392" y="2283534"/>
              <a:ext cx="267008" cy="125884"/>
            </a:xfrm>
            <a:prstGeom prst="ellipse">
              <a:avLst/>
            </a:prstGeom>
            <a:gradFill>
              <a:gsLst>
                <a:gs pos="0">
                  <a:srgbClr val="484749">
                    <a:alpha val="32968"/>
                  </a:srgbClr>
                </a:gs>
                <a:gs pos="14286">
                  <a:srgbClr val="484749">
                    <a:alpha val="30764"/>
                  </a:srgbClr>
                </a:gs>
                <a:gs pos="28571">
                  <a:srgbClr val="484749">
                    <a:alpha val="24833"/>
                  </a:srgbClr>
                </a:gs>
                <a:gs pos="42857">
                  <a:srgbClr val="484749">
                    <a:alpha val="17075"/>
                  </a:srgbClr>
                </a:gs>
                <a:gs pos="57143">
                  <a:srgbClr val="484749">
                    <a:alpha val="9855"/>
                  </a:srgbClr>
                </a:gs>
                <a:gs pos="71429">
                  <a:srgbClr val="484749">
                    <a:alpha val="4740"/>
                  </a:srgbClr>
                </a:gs>
                <a:gs pos="85714">
                  <a:srgbClr val="484749">
                    <a:alpha val="1902"/>
                  </a:srgbClr>
                </a:gs>
                <a:gs pos="100000">
                  <a:srgbClr val="48474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Splat 900"/>
            <p:cNvSpPr>
              <a:spLocks noGrp="1"/>
            </p:cNvSpPr>
            <p:nvPr/>
          </p:nvSpPr>
          <p:spPr>
            <a:xfrm rot="6070965">
              <a:off x="-6602" y="1661650"/>
              <a:ext cx="290271" cy="60530"/>
            </a:xfrm>
            <a:prstGeom prst="ellipse">
              <a:avLst/>
            </a:prstGeom>
            <a:gradFill>
              <a:gsLst>
                <a:gs pos="0">
                  <a:srgbClr val="5A6C8F">
                    <a:alpha val="25399"/>
                  </a:srgbClr>
                </a:gs>
                <a:gs pos="14286">
                  <a:srgbClr val="5A6C8F">
                    <a:alpha val="23609"/>
                  </a:srgbClr>
                </a:gs>
                <a:gs pos="28571">
                  <a:srgbClr val="5A6C8F">
                    <a:alpha val="18869"/>
                  </a:srgbClr>
                </a:gs>
                <a:gs pos="42857">
                  <a:srgbClr val="5A6C8F">
                    <a:alpha val="12817"/>
                  </a:srgbClr>
                </a:gs>
                <a:gs pos="57143">
                  <a:srgbClr val="5A6C8F">
                    <a:alpha val="7318"/>
                  </a:srgbClr>
                </a:gs>
                <a:gs pos="71429">
                  <a:srgbClr val="5A6C8F">
                    <a:alpha val="3495"/>
                  </a:srgbClr>
                </a:gs>
                <a:gs pos="85714">
                  <a:srgbClr val="5A6C8F">
                    <a:alpha val="1397"/>
                  </a:srgbClr>
                </a:gs>
                <a:gs pos="100000">
                  <a:srgbClr val="5A6C8F">
                    <a:alpha val="4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Splat 901"/>
            <p:cNvSpPr>
              <a:spLocks noGrp="1"/>
            </p:cNvSpPr>
            <p:nvPr/>
          </p:nvSpPr>
          <p:spPr>
            <a:xfrm rot="5434737">
              <a:off x="159559" y="1703253"/>
              <a:ext cx="604761" cy="12967"/>
            </a:xfrm>
            <a:prstGeom prst="ellipse">
              <a:avLst/>
            </a:prstGeom>
            <a:gradFill>
              <a:gsLst>
                <a:gs pos="0">
                  <a:srgbClr val="6CA9FF">
                    <a:alpha val="26768"/>
                  </a:srgbClr>
                </a:gs>
                <a:gs pos="14286">
                  <a:srgbClr val="6CA9FF">
                    <a:alpha val="24899"/>
                  </a:srgbClr>
                </a:gs>
                <a:gs pos="28571">
                  <a:srgbClr val="6CA9FF">
                    <a:alpha val="19935"/>
                  </a:srgbClr>
                </a:gs>
                <a:gs pos="42857">
                  <a:srgbClr val="6CA9FF">
                    <a:alpha val="13569"/>
                  </a:srgbClr>
                </a:gs>
                <a:gs pos="57143">
                  <a:srgbClr val="6CA9FF">
                    <a:alpha val="7763"/>
                  </a:srgbClr>
                </a:gs>
                <a:gs pos="71429">
                  <a:srgbClr val="6CA9FF">
                    <a:alpha val="3712"/>
                  </a:srgbClr>
                </a:gs>
                <a:gs pos="85714">
                  <a:srgbClr val="6CA9FF">
                    <a:alpha val="1485"/>
                  </a:srgbClr>
                </a:gs>
                <a:gs pos="100000">
                  <a:srgbClr val="6CA9FF">
                    <a:alpha val="4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Splat 902"/>
            <p:cNvSpPr>
              <a:spLocks noGrp="1"/>
            </p:cNvSpPr>
            <p:nvPr/>
          </p:nvSpPr>
          <p:spPr>
            <a:xfrm rot="4965379">
              <a:off x="1679470" y="1537485"/>
              <a:ext cx="441373" cy="32659"/>
            </a:xfrm>
            <a:prstGeom prst="ellipse">
              <a:avLst/>
            </a:prstGeom>
            <a:gradFill>
              <a:gsLst>
                <a:gs pos="0">
                  <a:srgbClr val="301900">
                    <a:alpha val="32968"/>
                  </a:srgbClr>
                </a:gs>
                <a:gs pos="14286">
                  <a:srgbClr val="301900">
                    <a:alpha val="30764"/>
                  </a:srgbClr>
                </a:gs>
                <a:gs pos="28571">
                  <a:srgbClr val="301900">
                    <a:alpha val="24833"/>
                  </a:srgbClr>
                </a:gs>
                <a:gs pos="42857">
                  <a:srgbClr val="301900">
                    <a:alpha val="17075"/>
                  </a:srgbClr>
                </a:gs>
                <a:gs pos="57143">
                  <a:srgbClr val="301900">
                    <a:alpha val="9855"/>
                  </a:srgbClr>
                </a:gs>
                <a:gs pos="71429">
                  <a:srgbClr val="301900">
                    <a:alpha val="4740"/>
                  </a:srgbClr>
                </a:gs>
                <a:gs pos="85714">
                  <a:srgbClr val="301900">
                    <a:alpha val="1902"/>
                  </a:srgbClr>
                </a:gs>
                <a:gs pos="100000">
                  <a:srgbClr val="301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Splat 903"/>
            <p:cNvSpPr>
              <a:spLocks noGrp="1"/>
            </p:cNvSpPr>
            <p:nvPr/>
          </p:nvSpPr>
          <p:spPr>
            <a:xfrm rot="-9339135">
              <a:off x="162095" y="1813365"/>
              <a:ext cx="259884" cy="117594"/>
            </a:xfrm>
            <a:prstGeom prst="ellipse">
              <a:avLst/>
            </a:prstGeom>
            <a:gradFill>
              <a:gsLst>
                <a:gs pos="0">
                  <a:srgbClr val="607493">
                    <a:alpha val="32968"/>
                  </a:srgbClr>
                </a:gs>
                <a:gs pos="14286">
                  <a:srgbClr val="607493">
                    <a:alpha val="30764"/>
                  </a:srgbClr>
                </a:gs>
                <a:gs pos="28571">
                  <a:srgbClr val="607493">
                    <a:alpha val="24833"/>
                  </a:srgbClr>
                </a:gs>
                <a:gs pos="42857">
                  <a:srgbClr val="607493">
                    <a:alpha val="17075"/>
                  </a:srgbClr>
                </a:gs>
                <a:gs pos="57143">
                  <a:srgbClr val="607493">
                    <a:alpha val="9855"/>
                  </a:srgbClr>
                </a:gs>
                <a:gs pos="71429">
                  <a:srgbClr val="607493">
                    <a:alpha val="4740"/>
                  </a:srgbClr>
                </a:gs>
                <a:gs pos="85714">
                  <a:srgbClr val="607493">
                    <a:alpha val="1902"/>
                  </a:srgbClr>
                </a:gs>
                <a:gs pos="100000">
                  <a:srgbClr val="6074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Splat 904"/>
            <p:cNvSpPr>
              <a:spLocks noGrp="1"/>
            </p:cNvSpPr>
            <p:nvPr/>
          </p:nvSpPr>
          <p:spPr>
            <a:xfrm rot="9094262">
              <a:off x="150578" y="1426087"/>
              <a:ext cx="380922" cy="80916"/>
            </a:xfrm>
            <a:prstGeom prst="ellipse">
              <a:avLst/>
            </a:prstGeom>
            <a:gradFill>
              <a:gsLst>
                <a:gs pos="0">
                  <a:srgbClr val="72B1FE">
                    <a:alpha val="7042"/>
                  </a:srgbClr>
                </a:gs>
                <a:gs pos="14286">
                  <a:srgbClr val="72B1FE">
                    <a:alpha val="6492"/>
                  </a:srgbClr>
                </a:gs>
                <a:gs pos="28571">
                  <a:srgbClr val="72B1FE">
                    <a:alpha val="5078"/>
                  </a:srgbClr>
                </a:gs>
                <a:gs pos="42857">
                  <a:srgbClr val="72B1FE">
                    <a:alpha val="3361"/>
                  </a:srgbClr>
                </a:gs>
                <a:gs pos="57143">
                  <a:srgbClr val="72B1FE">
                    <a:alpha val="1876"/>
                  </a:srgbClr>
                </a:gs>
                <a:gs pos="71429">
                  <a:srgbClr val="72B1FE">
                    <a:alpha val="883"/>
                  </a:srgbClr>
                </a:gs>
                <a:gs pos="85714">
                  <a:srgbClr val="72B1FE">
                    <a:alpha val="350"/>
                  </a:srgbClr>
                </a:gs>
                <a:gs pos="100000">
                  <a:srgbClr val="72B1FE">
                    <a:alpha val="1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Splat 905"/>
            <p:cNvSpPr>
              <a:spLocks noGrp="1"/>
            </p:cNvSpPr>
            <p:nvPr/>
          </p:nvSpPr>
          <p:spPr>
            <a:xfrm rot="3525322">
              <a:off x="1750374" y="789211"/>
              <a:ext cx="199281" cy="1195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Splat 906"/>
            <p:cNvSpPr>
              <a:spLocks noGrp="1"/>
            </p:cNvSpPr>
            <p:nvPr/>
          </p:nvSpPr>
          <p:spPr>
            <a:xfrm rot="4460652">
              <a:off x="1751763" y="1934868"/>
              <a:ext cx="314124" cy="51575"/>
            </a:xfrm>
            <a:prstGeom prst="ellipse">
              <a:avLst/>
            </a:prstGeom>
            <a:gradFill>
              <a:gsLst>
                <a:gs pos="0">
                  <a:srgbClr val="584000">
                    <a:alpha val="32968"/>
                  </a:srgbClr>
                </a:gs>
                <a:gs pos="14286">
                  <a:srgbClr val="584000">
                    <a:alpha val="30764"/>
                  </a:srgbClr>
                </a:gs>
                <a:gs pos="28571">
                  <a:srgbClr val="584000">
                    <a:alpha val="24833"/>
                  </a:srgbClr>
                </a:gs>
                <a:gs pos="42857">
                  <a:srgbClr val="584000">
                    <a:alpha val="17075"/>
                  </a:srgbClr>
                </a:gs>
                <a:gs pos="57143">
                  <a:srgbClr val="584000">
                    <a:alpha val="9855"/>
                  </a:srgbClr>
                </a:gs>
                <a:gs pos="71429">
                  <a:srgbClr val="584000">
                    <a:alpha val="4740"/>
                  </a:srgbClr>
                </a:gs>
                <a:gs pos="85714">
                  <a:srgbClr val="584000">
                    <a:alpha val="1902"/>
                  </a:srgbClr>
                </a:gs>
                <a:gs pos="100000">
                  <a:srgbClr val="584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Splat 907"/>
            <p:cNvSpPr>
              <a:spLocks noGrp="1"/>
            </p:cNvSpPr>
            <p:nvPr/>
          </p:nvSpPr>
          <p:spPr>
            <a:xfrm rot="9782678">
              <a:off x="397369" y="1974210"/>
              <a:ext cx="276227" cy="160710"/>
            </a:xfrm>
            <a:prstGeom prst="ellipse">
              <a:avLst/>
            </a:prstGeom>
            <a:gradFill>
              <a:gsLst>
                <a:gs pos="0">
                  <a:srgbClr val="D3D5D4">
                    <a:alpha val="12777"/>
                  </a:srgbClr>
                </a:gs>
                <a:gs pos="14286">
                  <a:srgbClr val="D3D5D4">
                    <a:alpha val="11808"/>
                  </a:srgbClr>
                </a:gs>
                <a:gs pos="28571">
                  <a:srgbClr val="D3D5D4">
                    <a:alpha val="9295"/>
                  </a:srgbClr>
                </a:gs>
                <a:gs pos="42857">
                  <a:srgbClr val="D3D5D4">
                    <a:alpha val="6199"/>
                  </a:srgbClr>
                </a:gs>
                <a:gs pos="57143">
                  <a:srgbClr val="D3D5D4">
                    <a:alpha val="3484"/>
                  </a:srgbClr>
                </a:gs>
                <a:gs pos="71429">
                  <a:srgbClr val="D3D5D4">
                    <a:alpha val="1646"/>
                  </a:srgbClr>
                </a:gs>
                <a:gs pos="85714">
                  <a:srgbClr val="D3D5D4">
                    <a:alpha val="654"/>
                  </a:srgbClr>
                </a:gs>
                <a:gs pos="100000">
                  <a:srgbClr val="D3D5D4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Splat 908"/>
            <p:cNvSpPr>
              <a:spLocks noGrp="1"/>
            </p:cNvSpPr>
            <p:nvPr/>
          </p:nvSpPr>
          <p:spPr>
            <a:xfrm rot="-10086565">
              <a:off x="-90336" y="1504847"/>
              <a:ext cx="725513" cy="26811"/>
            </a:xfrm>
            <a:prstGeom prst="ellipse">
              <a:avLst/>
            </a:prstGeom>
            <a:gradFill>
              <a:gsLst>
                <a:gs pos="0">
                  <a:srgbClr val="250B00">
                    <a:alpha val="32968"/>
                  </a:srgbClr>
                </a:gs>
                <a:gs pos="14286">
                  <a:srgbClr val="250B00">
                    <a:alpha val="30764"/>
                  </a:srgbClr>
                </a:gs>
                <a:gs pos="28571">
                  <a:srgbClr val="250B00">
                    <a:alpha val="24833"/>
                  </a:srgbClr>
                </a:gs>
                <a:gs pos="42857">
                  <a:srgbClr val="250B00">
                    <a:alpha val="17075"/>
                  </a:srgbClr>
                </a:gs>
                <a:gs pos="57143">
                  <a:srgbClr val="250B00">
                    <a:alpha val="9855"/>
                  </a:srgbClr>
                </a:gs>
                <a:gs pos="71429">
                  <a:srgbClr val="250B00">
                    <a:alpha val="4740"/>
                  </a:srgbClr>
                </a:gs>
                <a:gs pos="85714">
                  <a:srgbClr val="250B00">
                    <a:alpha val="1902"/>
                  </a:srgbClr>
                </a:gs>
                <a:gs pos="100000">
                  <a:srgbClr val="250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Splat 909"/>
            <p:cNvSpPr>
              <a:spLocks noGrp="1"/>
            </p:cNvSpPr>
            <p:nvPr/>
          </p:nvSpPr>
          <p:spPr>
            <a:xfrm rot="5675725">
              <a:off x="622331" y="2382064"/>
              <a:ext cx="409563" cy="19920"/>
            </a:xfrm>
            <a:prstGeom prst="ellipse">
              <a:avLst/>
            </a:prstGeom>
            <a:gradFill>
              <a:gsLst>
                <a:gs pos="0">
                  <a:srgbClr val="A77523">
                    <a:alpha val="32968"/>
                  </a:srgbClr>
                </a:gs>
                <a:gs pos="14286">
                  <a:srgbClr val="A77523">
                    <a:alpha val="30764"/>
                  </a:srgbClr>
                </a:gs>
                <a:gs pos="28571">
                  <a:srgbClr val="A77523">
                    <a:alpha val="24833"/>
                  </a:srgbClr>
                </a:gs>
                <a:gs pos="42857">
                  <a:srgbClr val="A77523">
                    <a:alpha val="17075"/>
                  </a:srgbClr>
                </a:gs>
                <a:gs pos="57143">
                  <a:srgbClr val="A77523">
                    <a:alpha val="9855"/>
                  </a:srgbClr>
                </a:gs>
                <a:gs pos="71429">
                  <a:srgbClr val="A77523">
                    <a:alpha val="4740"/>
                  </a:srgbClr>
                </a:gs>
                <a:gs pos="85714">
                  <a:srgbClr val="A77523">
                    <a:alpha val="1902"/>
                  </a:srgbClr>
                </a:gs>
                <a:gs pos="100000">
                  <a:srgbClr val="A7752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Splat 910"/>
            <p:cNvSpPr>
              <a:spLocks noGrp="1"/>
            </p:cNvSpPr>
            <p:nvPr/>
          </p:nvSpPr>
          <p:spPr>
            <a:xfrm rot="-9999308">
              <a:off x="584410" y="2379265"/>
              <a:ext cx="158314" cy="24794"/>
            </a:xfrm>
            <a:prstGeom prst="ellipse">
              <a:avLst/>
            </a:prstGeom>
            <a:gradFill>
              <a:gsLst>
                <a:gs pos="0">
                  <a:srgbClr val="FFFFDF">
                    <a:alpha val="32968"/>
                  </a:srgbClr>
                </a:gs>
                <a:gs pos="14286">
                  <a:srgbClr val="FFFFDF">
                    <a:alpha val="30764"/>
                  </a:srgbClr>
                </a:gs>
                <a:gs pos="28571">
                  <a:srgbClr val="FFFFDF">
                    <a:alpha val="24833"/>
                  </a:srgbClr>
                </a:gs>
                <a:gs pos="42857">
                  <a:srgbClr val="FFFFDF">
                    <a:alpha val="17075"/>
                  </a:srgbClr>
                </a:gs>
                <a:gs pos="57143">
                  <a:srgbClr val="FFFFDF">
                    <a:alpha val="9855"/>
                  </a:srgbClr>
                </a:gs>
                <a:gs pos="71429">
                  <a:srgbClr val="FFFFDF">
                    <a:alpha val="4740"/>
                  </a:srgbClr>
                </a:gs>
                <a:gs pos="85714">
                  <a:srgbClr val="FFFFDF">
                    <a:alpha val="1902"/>
                  </a:srgbClr>
                </a:gs>
                <a:gs pos="100000">
                  <a:srgbClr val="FFFFD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Splat 911"/>
            <p:cNvSpPr>
              <a:spLocks noGrp="1"/>
            </p:cNvSpPr>
            <p:nvPr/>
          </p:nvSpPr>
          <p:spPr>
            <a:xfrm rot="-10064599">
              <a:off x="-87917" y="1484972"/>
              <a:ext cx="486586" cy="88100"/>
            </a:xfrm>
            <a:prstGeom prst="ellipse">
              <a:avLst/>
            </a:prstGeom>
            <a:gradFill>
              <a:gsLst>
                <a:gs pos="0">
                  <a:srgbClr val="140000">
                    <a:alpha val="15475"/>
                  </a:srgbClr>
                </a:gs>
                <a:gs pos="14286">
                  <a:srgbClr val="140000">
                    <a:alpha val="14318"/>
                  </a:srgbClr>
                </a:gs>
                <a:gs pos="28571">
                  <a:srgbClr val="140000">
                    <a:alpha val="11306"/>
                  </a:srgbClr>
                </a:gs>
                <a:gs pos="42857">
                  <a:srgbClr val="140000">
                    <a:alpha val="7568"/>
                  </a:srgbClr>
                </a:gs>
                <a:gs pos="57143">
                  <a:srgbClr val="140000">
                    <a:alpha val="4267"/>
                  </a:srgbClr>
                </a:gs>
                <a:gs pos="71429">
                  <a:srgbClr val="140000">
                    <a:alpha val="2020"/>
                  </a:srgbClr>
                </a:gs>
                <a:gs pos="85714">
                  <a:srgbClr val="140000">
                    <a:alpha val="804"/>
                  </a:srgbClr>
                </a:gs>
                <a:gs pos="100000">
                  <a:srgbClr val="140000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Splat 912"/>
            <p:cNvSpPr>
              <a:spLocks noGrp="1"/>
            </p:cNvSpPr>
            <p:nvPr/>
          </p:nvSpPr>
          <p:spPr>
            <a:xfrm rot="-10304974">
              <a:off x="3544722" y="2295067"/>
              <a:ext cx="206706" cy="38022"/>
            </a:xfrm>
            <a:prstGeom prst="ellipse">
              <a:avLst/>
            </a:prstGeom>
            <a:gradFill>
              <a:gsLst>
                <a:gs pos="0">
                  <a:srgbClr val="6D5700">
                    <a:alpha val="32968"/>
                  </a:srgbClr>
                </a:gs>
                <a:gs pos="14286">
                  <a:srgbClr val="6D5700">
                    <a:alpha val="30764"/>
                  </a:srgbClr>
                </a:gs>
                <a:gs pos="28571">
                  <a:srgbClr val="6D5700">
                    <a:alpha val="24833"/>
                  </a:srgbClr>
                </a:gs>
                <a:gs pos="42857">
                  <a:srgbClr val="6D5700">
                    <a:alpha val="17075"/>
                  </a:srgbClr>
                </a:gs>
                <a:gs pos="57143">
                  <a:srgbClr val="6D5700">
                    <a:alpha val="9855"/>
                  </a:srgbClr>
                </a:gs>
                <a:gs pos="71429">
                  <a:srgbClr val="6D5700">
                    <a:alpha val="4740"/>
                  </a:srgbClr>
                </a:gs>
                <a:gs pos="85714">
                  <a:srgbClr val="6D5700">
                    <a:alpha val="1902"/>
                  </a:srgbClr>
                </a:gs>
                <a:gs pos="100000">
                  <a:srgbClr val="6D5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Splat 913"/>
            <p:cNvSpPr>
              <a:spLocks noGrp="1"/>
            </p:cNvSpPr>
            <p:nvPr/>
          </p:nvSpPr>
          <p:spPr>
            <a:xfrm rot="9077387">
              <a:off x="135631" y="1428672"/>
              <a:ext cx="278006" cy="79070"/>
            </a:xfrm>
            <a:prstGeom prst="ellipse">
              <a:avLst/>
            </a:prstGeom>
            <a:gradFill>
              <a:gsLst>
                <a:gs pos="0">
                  <a:srgbClr val="75B1FF">
                    <a:alpha val="3450"/>
                  </a:srgbClr>
                </a:gs>
                <a:gs pos="14286">
                  <a:srgbClr val="75B1FF">
                    <a:alpha val="3175"/>
                  </a:srgbClr>
                </a:gs>
                <a:gs pos="28571">
                  <a:srgbClr val="75B1FF">
                    <a:alpha val="2474"/>
                  </a:srgbClr>
                </a:gs>
                <a:gs pos="42857">
                  <a:srgbClr val="75B1FF">
                    <a:alpha val="1630"/>
                  </a:srgbClr>
                </a:gs>
                <a:gs pos="57143">
                  <a:srgbClr val="75B1FF">
                    <a:alpha val="906"/>
                  </a:srgbClr>
                </a:gs>
                <a:gs pos="71429">
                  <a:srgbClr val="75B1FF">
                    <a:alpha val="425"/>
                  </a:srgbClr>
                </a:gs>
                <a:gs pos="85714">
                  <a:srgbClr val="75B1FF">
                    <a:alpha val="168"/>
                  </a:srgbClr>
                </a:gs>
                <a:gs pos="100000">
                  <a:srgbClr val="75B1FF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Splat 914"/>
            <p:cNvSpPr>
              <a:spLocks noGrp="1"/>
            </p:cNvSpPr>
            <p:nvPr/>
          </p:nvSpPr>
          <p:spPr>
            <a:xfrm rot="6760743">
              <a:off x="3189756" y="2009633"/>
              <a:ext cx="370480" cy="19002"/>
            </a:xfrm>
            <a:prstGeom prst="ellipse">
              <a:avLst/>
            </a:prstGeom>
            <a:gradFill>
              <a:gsLst>
                <a:gs pos="0">
                  <a:srgbClr val="957F4E">
                    <a:alpha val="32968"/>
                  </a:srgbClr>
                </a:gs>
                <a:gs pos="14286">
                  <a:srgbClr val="957F4E">
                    <a:alpha val="30764"/>
                  </a:srgbClr>
                </a:gs>
                <a:gs pos="28571">
                  <a:srgbClr val="957F4E">
                    <a:alpha val="24833"/>
                  </a:srgbClr>
                </a:gs>
                <a:gs pos="42857">
                  <a:srgbClr val="957F4E">
                    <a:alpha val="17075"/>
                  </a:srgbClr>
                </a:gs>
                <a:gs pos="57143">
                  <a:srgbClr val="957F4E">
                    <a:alpha val="9855"/>
                  </a:srgbClr>
                </a:gs>
                <a:gs pos="71429">
                  <a:srgbClr val="957F4E">
                    <a:alpha val="4740"/>
                  </a:srgbClr>
                </a:gs>
                <a:gs pos="85714">
                  <a:srgbClr val="957F4E">
                    <a:alpha val="1902"/>
                  </a:srgbClr>
                </a:gs>
                <a:gs pos="100000">
                  <a:srgbClr val="957F4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Splat 915"/>
            <p:cNvSpPr>
              <a:spLocks noGrp="1"/>
            </p:cNvSpPr>
            <p:nvPr/>
          </p:nvSpPr>
          <p:spPr>
            <a:xfrm rot="4258202">
              <a:off x="480054" y="2241967"/>
              <a:ext cx="227583" cy="19447"/>
            </a:xfrm>
            <a:prstGeom prst="ellipse">
              <a:avLst/>
            </a:prstGeom>
            <a:gradFill>
              <a:gsLst>
                <a:gs pos="0">
                  <a:srgbClr val="1F1D33">
                    <a:alpha val="32594"/>
                  </a:srgbClr>
                </a:gs>
                <a:gs pos="14286">
                  <a:srgbClr val="1F1D33">
                    <a:alpha val="30409"/>
                  </a:srgbClr>
                </a:gs>
                <a:gs pos="28571">
                  <a:srgbClr val="1F1D33">
                    <a:alpha val="24534"/>
                  </a:srgbClr>
                </a:gs>
                <a:gs pos="42857">
                  <a:srgbClr val="1F1D33">
                    <a:alpha val="16859"/>
                  </a:srgbClr>
                </a:gs>
                <a:gs pos="57143">
                  <a:srgbClr val="1F1D33">
                    <a:alpha val="9725"/>
                  </a:srgbClr>
                </a:gs>
                <a:gs pos="71429">
                  <a:srgbClr val="1F1D33">
                    <a:alpha val="4676"/>
                  </a:srgbClr>
                </a:gs>
                <a:gs pos="85714">
                  <a:srgbClr val="1F1D33">
                    <a:alpha val="1876"/>
                  </a:srgbClr>
                </a:gs>
                <a:gs pos="100000">
                  <a:srgbClr val="1F1D33">
                    <a:alpha val="6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Splat 916"/>
            <p:cNvSpPr>
              <a:spLocks noGrp="1"/>
            </p:cNvSpPr>
            <p:nvPr/>
          </p:nvSpPr>
          <p:spPr>
            <a:xfrm rot="10102433">
              <a:off x="285250" y="2210052"/>
              <a:ext cx="418612" cy="101483"/>
            </a:xfrm>
            <a:prstGeom prst="ellipse">
              <a:avLst/>
            </a:prstGeom>
            <a:gradFill>
              <a:gsLst>
                <a:gs pos="0">
                  <a:srgbClr val="313643">
                    <a:alpha val="32968"/>
                  </a:srgbClr>
                </a:gs>
                <a:gs pos="14286">
                  <a:srgbClr val="313643">
                    <a:alpha val="30764"/>
                  </a:srgbClr>
                </a:gs>
                <a:gs pos="28571">
                  <a:srgbClr val="313643">
                    <a:alpha val="24833"/>
                  </a:srgbClr>
                </a:gs>
                <a:gs pos="42857">
                  <a:srgbClr val="313643">
                    <a:alpha val="17075"/>
                  </a:srgbClr>
                </a:gs>
                <a:gs pos="57143">
                  <a:srgbClr val="313643">
                    <a:alpha val="9855"/>
                  </a:srgbClr>
                </a:gs>
                <a:gs pos="71429">
                  <a:srgbClr val="313643">
                    <a:alpha val="4740"/>
                  </a:srgbClr>
                </a:gs>
                <a:gs pos="85714">
                  <a:srgbClr val="313643">
                    <a:alpha val="1902"/>
                  </a:srgbClr>
                </a:gs>
                <a:gs pos="100000">
                  <a:srgbClr val="3136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Splat 917"/>
            <p:cNvSpPr>
              <a:spLocks noGrp="1"/>
            </p:cNvSpPr>
            <p:nvPr/>
          </p:nvSpPr>
          <p:spPr>
            <a:xfrm rot="9478637">
              <a:off x="236039" y="1462025"/>
              <a:ext cx="211864" cy="144685"/>
            </a:xfrm>
            <a:prstGeom prst="ellipse">
              <a:avLst/>
            </a:prstGeom>
            <a:gradFill>
              <a:gsLst>
                <a:gs pos="0">
                  <a:srgbClr val="CCD293">
                    <a:alpha val="1868"/>
                  </a:srgbClr>
                </a:gs>
                <a:gs pos="14286">
                  <a:srgbClr val="CCD293">
                    <a:alpha val="1718"/>
                  </a:srgbClr>
                </a:gs>
                <a:gs pos="28571">
                  <a:srgbClr val="CCD293">
                    <a:alpha val="1337"/>
                  </a:srgbClr>
                </a:gs>
                <a:gs pos="42857">
                  <a:srgbClr val="CCD293">
                    <a:alpha val="879"/>
                  </a:srgbClr>
                </a:gs>
                <a:gs pos="57143">
                  <a:srgbClr val="CCD293">
                    <a:alpha val="488"/>
                  </a:srgbClr>
                </a:gs>
                <a:gs pos="71429">
                  <a:srgbClr val="CCD293">
                    <a:alpha val="229"/>
                  </a:srgbClr>
                </a:gs>
                <a:gs pos="85714">
                  <a:srgbClr val="CCD293">
                    <a:alpha val="91"/>
                  </a:srgbClr>
                </a:gs>
                <a:gs pos="100000">
                  <a:srgbClr val="CCD293">
                    <a:alpha val="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Splat 918"/>
            <p:cNvSpPr>
              <a:spLocks noGrp="1"/>
            </p:cNvSpPr>
            <p:nvPr/>
          </p:nvSpPr>
          <p:spPr>
            <a:xfrm rot="9932131">
              <a:off x="555510" y="2096228"/>
              <a:ext cx="218563" cy="67431"/>
            </a:xfrm>
            <a:prstGeom prst="ellipse">
              <a:avLst/>
            </a:prstGeom>
            <a:gradFill>
              <a:gsLst>
                <a:gs pos="0">
                  <a:srgbClr val="000E2D">
                    <a:alpha val="32968"/>
                  </a:srgbClr>
                </a:gs>
                <a:gs pos="14286">
                  <a:srgbClr val="000E2D">
                    <a:alpha val="30764"/>
                  </a:srgbClr>
                </a:gs>
                <a:gs pos="28571">
                  <a:srgbClr val="000E2D">
                    <a:alpha val="24833"/>
                  </a:srgbClr>
                </a:gs>
                <a:gs pos="42857">
                  <a:srgbClr val="000E2D">
                    <a:alpha val="17075"/>
                  </a:srgbClr>
                </a:gs>
                <a:gs pos="57143">
                  <a:srgbClr val="000E2D">
                    <a:alpha val="9855"/>
                  </a:srgbClr>
                </a:gs>
                <a:gs pos="71429">
                  <a:srgbClr val="000E2D">
                    <a:alpha val="4740"/>
                  </a:srgbClr>
                </a:gs>
                <a:gs pos="85714">
                  <a:srgbClr val="000E2D">
                    <a:alpha val="1902"/>
                  </a:srgbClr>
                </a:gs>
                <a:gs pos="100000">
                  <a:srgbClr val="000E2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Splat 919"/>
            <p:cNvSpPr>
              <a:spLocks noGrp="1"/>
            </p:cNvSpPr>
            <p:nvPr/>
          </p:nvSpPr>
          <p:spPr>
            <a:xfrm rot="6141952">
              <a:off x="1011230" y="1142008"/>
              <a:ext cx="194321" cy="72673"/>
            </a:xfrm>
            <a:prstGeom prst="ellipse">
              <a:avLst/>
            </a:prstGeom>
            <a:gradFill>
              <a:gsLst>
                <a:gs pos="0">
                  <a:srgbClr val="627CA9">
                    <a:alpha val="32968"/>
                  </a:srgbClr>
                </a:gs>
                <a:gs pos="14286">
                  <a:srgbClr val="627CA9">
                    <a:alpha val="30764"/>
                  </a:srgbClr>
                </a:gs>
                <a:gs pos="28571">
                  <a:srgbClr val="627CA9">
                    <a:alpha val="24833"/>
                  </a:srgbClr>
                </a:gs>
                <a:gs pos="42857">
                  <a:srgbClr val="627CA9">
                    <a:alpha val="17075"/>
                  </a:srgbClr>
                </a:gs>
                <a:gs pos="57143">
                  <a:srgbClr val="627CA9">
                    <a:alpha val="9855"/>
                  </a:srgbClr>
                </a:gs>
                <a:gs pos="71429">
                  <a:srgbClr val="627CA9">
                    <a:alpha val="4740"/>
                  </a:srgbClr>
                </a:gs>
                <a:gs pos="85714">
                  <a:srgbClr val="627CA9">
                    <a:alpha val="1902"/>
                  </a:srgbClr>
                </a:gs>
                <a:gs pos="100000">
                  <a:srgbClr val="627CA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Splat 920"/>
            <p:cNvSpPr>
              <a:spLocks noGrp="1"/>
            </p:cNvSpPr>
            <p:nvPr/>
          </p:nvSpPr>
          <p:spPr>
            <a:xfrm rot="5530722">
              <a:off x="81352" y="1365262"/>
              <a:ext cx="751600" cy="29496"/>
            </a:xfrm>
            <a:prstGeom prst="ellipse">
              <a:avLst/>
            </a:prstGeom>
            <a:gradFill>
              <a:gsLst>
                <a:gs pos="0">
                  <a:srgbClr val="230F00">
                    <a:alpha val="32968"/>
                  </a:srgbClr>
                </a:gs>
                <a:gs pos="14286">
                  <a:srgbClr val="230F00">
                    <a:alpha val="30764"/>
                  </a:srgbClr>
                </a:gs>
                <a:gs pos="28571">
                  <a:srgbClr val="230F00">
                    <a:alpha val="24833"/>
                  </a:srgbClr>
                </a:gs>
                <a:gs pos="42857">
                  <a:srgbClr val="230F00">
                    <a:alpha val="17075"/>
                  </a:srgbClr>
                </a:gs>
                <a:gs pos="57143">
                  <a:srgbClr val="230F00">
                    <a:alpha val="9855"/>
                  </a:srgbClr>
                </a:gs>
                <a:gs pos="71429">
                  <a:srgbClr val="230F00">
                    <a:alpha val="4740"/>
                  </a:srgbClr>
                </a:gs>
                <a:gs pos="85714">
                  <a:srgbClr val="230F00">
                    <a:alpha val="1902"/>
                  </a:srgbClr>
                </a:gs>
                <a:gs pos="100000">
                  <a:srgbClr val="230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Splat 921"/>
            <p:cNvSpPr>
              <a:spLocks noGrp="1"/>
            </p:cNvSpPr>
            <p:nvPr/>
          </p:nvSpPr>
          <p:spPr>
            <a:xfrm rot="-9811753">
              <a:off x="989561" y="2237329"/>
              <a:ext cx="321712" cy="44225"/>
            </a:xfrm>
            <a:prstGeom prst="ellipse">
              <a:avLst/>
            </a:prstGeom>
            <a:gradFill>
              <a:gsLst>
                <a:gs pos="0">
                  <a:srgbClr val="FFBC67">
                    <a:alpha val="11606"/>
                  </a:srgbClr>
                </a:gs>
                <a:gs pos="14286">
                  <a:srgbClr val="FFBC67">
                    <a:alpha val="10720"/>
                  </a:srgbClr>
                </a:gs>
                <a:gs pos="28571">
                  <a:srgbClr val="FFBC67">
                    <a:alpha val="8428"/>
                  </a:srgbClr>
                </a:gs>
                <a:gs pos="42857">
                  <a:srgbClr val="FFBC67">
                    <a:alpha val="5611"/>
                  </a:srgbClr>
                </a:gs>
                <a:gs pos="57143">
                  <a:srgbClr val="FFBC67">
                    <a:alpha val="3149"/>
                  </a:srgbClr>
                </a:gs>
                <a:gs pos="71429">
                  <a:srgbClr val="FFBC67">
                    <a:alpha val="1487"/>
                  </a:srgbClr>
                </a:gs>
                <a:gs pos="85714">
                  <a:srgbClr val="FFBC67">
                    <a:alpha val="591"/>
                  </a:srgbClr>
                </a:gs>
                <a:gs pos="100000">
                  <a:srgbClr val="FFBC67">
                    <a:alpha val="1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Splat 922"/>
            <p:cNvSpPr>
              <a:spLocks noGrp="1"/>
            </p:cNvSpPr>
            <p:nvPr/>
          </p:nvSpPr>
          <p:spPr>
            <a:xfrm rot="5517973">
              <a:off x="848567" y="1297686"/>
              <a:ext cx="666990" cy="59240"/>
            </a:xfrm>
            <a:prstGeom prst="ellipse">
              <a:avLst/>
            </a:prstGeom>
            <a:gradFill>
              <a:gsLst>
                <a:gs pos="0">
                  <a:srgbClr val="3C5884">
                    <a:alpha val="32558"/>
                  </a:srgbClr>
                </a:gs>
                <a:gs pos="14286">
                  <a:srgbClr val="3C5884">
                    <a:alpha val="30375"/>
                  </a:srgbClr>
                </a:gs>
                <a:gs pos="28571">
                  <a:srgbClr val="3C5884">
                    <a:alpha val="24506"/>
                  </a:srgbClr>
                </a:gs>
                <a:gs pos="42857">
                  <a:srgbClr val="3C5884">
                    <a:alpha val="16839"/>
                  </a:srgbClr>
                </a:gs>
                <a:gs pos="57143">
                  <a:srgbClr val="3C5884">
                    <a:alpha val="9712"/>
                  </a:srgbClr>
                </a:gs>
                <a:gs pos="71429">
                  <a:srgbClr val="3C5884">
                    <a:alpha val="4670"/>
                  </a:srgbClr>
                </a:gs>
                <a:gs pos="85714">
                  <a:srgbClr val="3C5884">
                    <a:alpha val="1873"/>
                  </a:srgbClr>
                </a:gs>
                <a:gs pos="100000">
                  <a:srgbClr val="3C5884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Splat 923"/>
            <p:cNvSpPr>
              <a:spLocks noGrp="1"/>
            </p:cNvSpPr>
            <p:nvPr/>
          </p:nvSpPr>
          <p:spPr>
            <a:xfrm rot="9357931">
              <a:off x="3397188" y="2364505"/>
              <a:ext cx="442265" cy="79370"/>
            </a:xfrm>
            <a:prstGeom prst="ellipse">
              <a:avLst/>
            </a:prstGeom>
            <a:gradFill>
              <a:gsLst>
                <a:gs pos="0">
                  <a:srgbClr val="000024">
                    <a:alpha val="32968"/>
                  </a:srgbClr>
                </a:gs>
                <a:gs pos="14286">
                  <a:srgbClr val="000024">
                    <a:alpha val="30764"/>
                  </a:srgbClr>
                </a:gs>
                <a:gs pos="28571">
                  <a:srgbClr val="000024">
                    <a:alpha val="24833"/>
                  </a:srgbClr>
                </a:gs>
                <a:gs pos="42857">
                  <a:srgbClr val="000024">
                    <a:alpha val="17075"/>
                  </a:srgbClr>
                </a:gs>
                <a:gs pos="57143">
                  <a:srgbClr val="000024">
                    <a:alpha val="9855"/>
                  </a:srgbClr>
                </a:gs>
                <a:gs pos="71429">
                  <a:srgbClr val="000024">
                    <a:alpha val="4740"/>
                  </a:srgbClr>
                </a:gs>
                <a:gs pos="85714">
                  <a:srgbClr val="000024">
                    <a:alpha val="1902"/>
                  </a:srgbClr>
                </a:gs>
                <a:gs pos="100000">
                  <a:srgbClr val="00002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Splat 924"/>
            <p:cNvSpPr>
              <a:spLocks noGrp="1"/>
            </p:cNvSpPr>
            <p:nvPr/>
          </p:nvSpPr>
          <p:spPr>
            <a:xfrm rot="9124337">
              <a:off x="-203828" y="2035853"/>
              <a:ext cx="790317" cy="30826"/>
            </a:xfrm>
            <a:prstGeom prst="ellipse">
              <a:avLst/>
            </a:prstGeom>
            <a:gradFill>
              <a:gsLst>
                <a:gs pos="0">
                  <a:srgbClr val="260000">
                    <a:alpha val="32968"/>
                  </a:srgbClr>
                </a:gs>
                <a:gs pos="14286">
                  <a:srgbClr val="260000">
                    <a:alpha val="30764"/>
                  </a:srgbClr>
                </a:gs>
                <a:gs pos="28571">
                  <a:srgbClr val="260000">
                    <a:alpha val="24833"/>
                  </a:srgbClr>
                </a:gs>
                <a:gs pos="42857">
                  <a:srgbClr val="260000">
                    <a:alpha val="17075"/>
                  </a:srgbClr>
                </a:gs>
                <a:gs pos="57143">
                  <a:srgbClr val="260000">
                    <a:alpha val="9855"/>
                  </a:srgbClr>
                </a:gs>
                <a:gs pos="71429">
                  <a:srgbClr val="260000">
                    <a:alpha val="4740"/>
                  </a:srgbClr>
                </a:gs>
                <a:gs pos="85714">
                  <a:srgbClr val="260000">
                    <a:alpha val="1902"/>
                  </a:srgbClr>
                </a:gs>
                <a:gs pos="100000">
                  <a:srgbClr val="2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Splat 925"/>
            <p:cNvSpPr>
              <a:spLocks noGrp="1"/>
            </p:cNvSpPr>
            <p:nvPr/>
          </p:nvSpPr>
          <p:spPr>
            <a:xfrm rot="3435491">
              <a:off x="383081" y="2223390"/>
              <a:ext cx="390931" cy="99575"/>
            </a:xfrm>
            <a:prstGeom prst="ellipse">
              <a:avLst/>
            </a:prstGeom>
            <a:gradFill>
              <a:gsLst>
                <a:gs pos="0">
                  <a:srgbClr val="FFFFC1">
                    <a:alpha val="1206"/>
                  </a:srgbClr>
                </a:gs>
                <a:gs pos="14286">
                  <a:srgbClr val="FFFFC1">
                    <a:alpha val="1109"/>
                  </a:srgbClr>
                </a:gs>
                <a:gs pos="28571">
                  <a:srgbClr val="FFFFC1">
                    <a:alpha val="862"/>
                  </a:srgbClr>
                </a:gs>
                <a:gs pos="42857">
                  <a:srgbClr val="FFFFC1">
                    <a:alpha val="566"/>
                  </a:srgbClr>
                </a:gs>
                <a:gs pos="57143">
                  <a:srgbClr val="FFFFC1">
                    <a:alpha val="314"/>
                  </a:srgbClr>
                </a:gs>
                <a:gs pos="71429">
                  <a:srgbClr val="FFFFC1">
                    <a:alpha val="147"/>
                  </a:srgbClr>
                </a:gs>
                <a:gs pos="85714">
                  <a:srgbClr val="FFFFC1">
                    <a:alpha val="58"/>
                  </a:srgbClr>
                </a:gs>
                <a:gs pos="100000">
                  <a:srgbClr val="FFFFC1">
                    <a:alpha val="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Splat 926"/>
            <p:cNvSpPr>
              <a:spLocks noGrp="1"/>
            </p:cNvSpPr>
            <p:nvPr/>
          </p:nvSpPr>
          <p:spPr>
            <a:xfrm rot="5528533">
              <a:off x="48034" y="1146442"/>
              <a:ext cx="831465" cy="25741"/>
            </a:xfrm>
            <a:prstGeom prst="ellipse">
              <a:avLst/>
            </a:prstGeom>
            <a:gradFill>
              <a:gsLst>
                <a:gs pos="0">
                  <a:srgbClr val="0B2000">
                    <a:alpha val="32968"/>
                  </a:srgbClr>
                </a:gs>
                <a:gs pos="14286">
                  <a:srgbClr val="0B2000">
                    <a:alpha val="30764"/>
                  </a:srgbClr>
                </a:gs>
                <a:gs pos="28571">
                  <a:srgbClr val="0B2000">
                    <a:alpha val="24833"/>
                  </a:srgbClr>
                </a:gs>
                <a:gs pos="42857">
                  <a:srgbClr val="0B2000">
                    <a:alpha val="17075"/>
                  </a:srgbClr>
                </a:gs>
                <a:gs pos="57143">
                  <a:srgbClr val="0B2000">
                    <a:alpha val="9855"/>
                  </a:srgbClr>
                </a:gs>
                <a:gs pos="71429">
                  <a:srgbClr val="0B2000">
                    <a:alpha val="4740"/>
                  </a:srgbClr>
                </a:gs>
                <a:gs pos="85714">
                  <a:srgbClr val="0B2000">
                    <a:alpha val="1902"/>
                  </a:srgbClr>
                </a:gs>
                <a:gs pos="100000">
                  <a:srgbClr val="0B2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Splat 927"/>
            <p:cNvSpPr>
              <a:spLocks noGrp="1"/>
            </p:cNvSpPr>
            <p:nvPr/>
          </p:nvSpPr>
          <p:spPr>
            <a:xfrm rot="5030934">
              <a:off x="1649619" y="1257638"/>
              <a:ext cx="542712" cy="106687"/>
            </a:xfrm>
            <a:prstGeom prst="ellipse">
              <a:avLst/>
            </a:prstGeom>
            <a:gradFill>
              <a:gsLst>
                <a:gs pos="0">
                  <a:srgbClr val="2877E5">
                    <a:alpha val="2279"/>
                  </a:srgbClr>
                </a:gs>
                <a:gs pos="14286">
                  <a:srgbClr val="2877E5">
                    <a:alpha val="2097"/>
                  </a:srgbClr>
                </a:gs>
                <a:gs pos="28571">
                  <a:srgbClr val="2877E5">
                    <a:alpha val="1632"/>
                  </a:srgbClr>
                </a:gs>
                <a:gs pos="42857">
                  <a:srgbClr val="2877E5">
                    <a:alpha val="1073"/>
                  </a:srgbClr>
                </a:gs>
                <a:gs pos="57143">
                  <a:srgbClr val="2877E5">
                    <a:alpha val="596"/>
                  </a:srgbClr>
                </a:gs>
                <a:gs pos="71429">
                  <a:srgbClr val="2877E5">
                    <a:alpha val="280"/>
                  </a:srgbClr>
                </a:gs>
                <a:gs pos="85714">
                  <a:srgbClr val="2877E5">
                    <a:alpha val="111"/>
                  </a:srgbClr>
                </a:gs>
                <a:gs pos="100000">
                  <a:srgbClr val="2877E5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Splat 928"/>
            <p:cNvSpPr>
              <a:spLocks noGrp="1"/>
            </p:cNvSpPr>
            <p:nvPr/>
          </p:nvSpPr>
          <p:spPr>
            <a:xfrm rot="5377695">
              <a:off x="1638769" y="1385556"/>
              <a:ext cx="561457" cy="26478"/>
            </a:xfrm>
            <a:prstGeom prst="ellipse">
              <a:avLst/>
            </a:prstGeom>
            <a:gradFill>
              <a:gsLst>
                <a:gs pos="0">
                  <a:srgbClr val="003567">
                    <a:alpha val="32199"/>
                  </a:srgbClr>
                </a:gs>
                <a:gs pos="14286">
                  <a:srgbClr val="003567">
                    <a:alpha val="30034"/>
                  </a:srgbClr>
                </a:gs>
                <a:gs pos="28571">
                  <a:srgbClr val="003567">
                    <a:alpha val="24218"/>
                  </a:srgbClr>
                </a:gs>
                <a:gs pos="42857">
                  <a:srgbClr val="003567">
                    <a:alpha val="16631"/>
                  </a:srgbClr>
                </a:gs>
                <a:gs pos="57143">
                  <a:srgbClr val="003567">
                    <a:alpha val="9588"/>
                  </a:srgbClr>
                </a:gs>
                <a:gs pos="71429">
                  <a:srgbClr val="003567">
                    <a:alpha val="4608"/>
                  </a:srgbClr>
                </a:gs>
                <a:gs pos="85714">
                  <a:srgbClr val="003567">
                    <a:alpha val="1848"/>
                  </a:srgbClr>
                </a:gs>
                <a:gs pos="100000">
                  <a:srgbClr val="003567">
                    <a:alpha val="6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Splat 929"/>
            <p:cNvSpPr>
              <a:spLocks noGrp="1"/>
            </p:cNvSpPr>
            <p:nvPr/>
          </p:nvSpPr>
          <p:spPr>
            <a:xfrm rot="6303474">
              <a:off x="1799032" y="2199647"/>
              <a:ext cx="618628" cy="27516"/>
            </a:xfrm>
            <a:prstGeom prst="ellipse">
              <a:avLst/>
            </a:prstGeom>
            <a:gradFill>
              <a:gsLst>
                <a:gs pos="0">
                  <a:srgbClr val="FFFF8D">
                    <a:alpha val="14866"/>
                  </a:srgbClr>
                </a:gs>
                <a:gs pos="14286">
                  <a:srgbClr val="FFFF8D">
                    <a:alpha val="13750"/>
                  </a:srgbClr>
                </a:gs>
                <a:gs pos="28571">
                  <a:srgbClr val="FFFF8D">
                    <a:alpha val="10850"/>
                  </a:srgbClr>
                </a:gs>
                <a:gs pos="42857">
                  <a:srgbClr val="FFFF8D">
                    <a:alpha val="7257"/>
                  </a:srgbClr>
                </a:gs>
                <a:gs pos="57143">
                  <a:srgbClr val="FFFF8D">
                    <a:alpha val="4088"/>
                  </a:srgbClr>
                </a:gs>
                <a:gs pos="71429">
                  <a:srgbClr val="FFFF8D">
                    <a:alpha val="1935"/>
                  </a:srgbClr>
                </a:gs>
                <a:gs pos="85714">
                  <a:srgbClr val="FFFF8D">
                    <a:alpha val="770"/>
                  </a:srgbClr>
                </a:gs>
                <a:gs pos="100000">
                  <a:srgbClr val="FFFF8D">
                    <a:alpha val="2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Splat 930"/>
            <p:cNvSpPr>
              <a:spLocks noGrp="1"/>
            </p:cNvSpPr>
            <p:nvPr/>
          </p:nvSpPr>
          <p:spPr>
            <a:xfrm rot="5528022">
              <a:off x="14543" y="948136"/>
              <a:ext cx="912228" cy="227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Splat 931"/>
            <p:cNvSpPr>
              <a:spLocks noGrp="1"/>
            </p:cNvSpPr>
            <p:nvPr/>
          </p:nvSpPr>
          <p:spPr>
            <a:xfrm rot="5484907">
              <a:off x="1492764" y="1731654"/>
              <a:ext cx="550967" cy="27069"/>
            </a:xfrm>
            <a:prstGeom prst="ellipse">
              <a:avLst/>
            </a:prstGeom>
            <a:gradFill>
              <a:gsLst>
                <a:gs pos="0">
                  <a:srgbClr val="150000">
                    <a:alpha val="32968"/>
                  </a:srgbClr>
                </a:gs>
                <a:gs pos="14286">
                  <a:srgbClr val="150000">
                    <a:alpha val="30764"/>
                  </a:srgbClr>
                </a:gs>
                <a:gs pos="28571">
                  <a:srgbClr val="150000">
                    <a:alpha val="24833"/>
                  </a:srgbClr>
                </a:gs>
                <a:gs pos="42857">
                  <a:srgbClr val="150000">
                    <a:alpha val="17075"/>
                  </a:srgbClr>
                </a:gs>
                <a:gs pos="57143">
                  <a:srgbClr val="150000">
                    <a:alpha val="9855"/>
                  </a:srgbClr>
                </a:gs>
                <a:gs pos="71429">
                  <a:srgbClr val="150000">
                    <a:alpha val="4740"/>
                  </a:srgbClr>
                </a:gs>
                <a:gs pos="85714">
                  <a:srgbClr val="150000">
                    <a:alpha val="1902"/>
                  </a:srgbClr>
                </a:gs>
                <a:gs pos="100000">
                  <a:srgbClr val="1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Splat 932"/>
            <p:cNvSpPr>
              <a:spLocks noGrp="1"/>
            </p:cNvSpPr>
            <p:nvPr/>
          </p:nvSpPr>
          <p:spPr>
            <a:xfrm rot="-10626674">
              <a:off x="3274871" y="2014912"/>
              <a:ext cx="532089" cy="45427"/>
            </a:xfrm>
            <a:prstGeom prst="ellipse">
              <a:avLst/>
            </a:prstGeom>
            <a:gradFill>
              <a:gsLst>
                <a:gs pos="0">
                  <a:srgbClr val="000017">
                    <a:alpha val="32968"/>
                  </a:srgbClr>
                </a:gs>
                <a:gs pos="14286">
                  <a:srgbClr val="000017">
                    <a:alpha val="30764"/>
                  </a:srgbClr>
                </a:gs>
                <a:gs pos="28571">
                  <a:srgbClr val="000017">
                    <a:alpha val="24833"/>
                  </a:srgbClr>
                </a:gs>
                <a:gs pos="42857">
                  <a:srgbClr val="000017">
                    <a:alpha val="17075"/>
                  </a:srgbClr>
                </a:gs>
                <a:gs pos="57143">
                  <a:srgbClr val="000017">
                    <a:alpha val="9855"/>
                  </a:srgbClr>
                </a:gs>
                <a:gs pos="71429">
                  <a:srgbClr val="000017">
                    <a:alpha val="4740"/>
                  </a:srgbClr>
                </a:gs>
                <a:gs pos="85714">
                  <a:srgbClr val="000017">
                    <a:alpha val="1902"/>
                  </a:srgbClr>
                </a:gs>
                <a:gs pos="100000">
                  <a:srgbClr val="00001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Splat 933"/>
            <p:cNvSpPr>
              <a:spLocks noGrp="1"/>
            </p:cNvSpPr>
            <p:nvPr/>
          </p:nvSpPr>
          <p:spPr>
            <a:xfrm rot="5367096">
              <a:off x="1623979" y="1691273"/>
              <a:ext cx="560242" cy="686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Splat 934"/>
            <p:cNvSpPr>
              <a:spLocks noGrp="1"/>
            </p:cNvSpPr>
            <p:nvPr/>
          </p:nvSpPr>
          <p:spPr>
            <a:xfrm rot="-10685327">
              <a:off x="964824" y="2318731"/>
              <a:ext cx="450069" cy="106380"/>
            </a:xfrm>
            <a:prstGeom prst="ellipse">
              <a:avLst/>
            </a:prstGeom>
            <a:gradFill>
              <a:gsLst>
                <a:gs pos="0">
                  <a:srgbClr val="5E4E48">
                    <a:alpha val="32968"/>
                  </a:srgbClr>
                </a:gs>
                <a:gs pos="14286">
                  <a:srgbClr val="5E4E48">
                    <a:alpha val="30764"/>
                  </a:srgbClr>
                </a:gs>
                <a:gs pos="28571">
                  <a:srgbClr val="5E4E48">
                    <a:alpha val="24833"/>
                  </a:srgbClr>
                </a:gs>
                <a:gs pos="42857">
                  <a:srgbClr val="5E4E48">
                    <a:alpha val="17075"/>
                  </a:srgbClr>
                </a:gs>
                <a:gs pos="57143">
                  <a:srgbClr val="5E4E48">
                    <a:alpha val="9855"/>
                  </a:srgbClr>
                </a:gs>
                <a:gs pos="71429">
                  <a:srgbClr val="5E4E48">
                    <a:alpha val="4740"/>
                  </a:srgbClr>
                </a:gs>
                <a:gs pos="85714">
                  <a:srgbClr val="5E4E48">
                    <a:alpha val="1902"/>
                  </a:srgbClr>
                </a:gs>
                <a:gs pos="100000">
                  <a:srgbClr val="5E4E4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Splat 935"/>
            <p:cNvSpPr>
              <a:spLocks noGrp="1"/>
            </p:cNvSpPr>
            <p:nvPr/>
          </p:nvSpPr>
          <p:spPr>
            <a:xfrm rot="6467401">
              <a:off x="336162" y="1409180"/>
              <a:ext cx="313933" cy="195953"/>
            </a:xfrm>
            <a:prstGeom prst="ellipse">
              <a:avLst/>
            </a:prstGeom>
            <a:gradFill>
              <a:gsLst>
                <a:gs pos="0">
                  <a:srgbClr val="454300">
                    <a:alpha val="10964"/>
                  </a:srgbClr>
                </a:gs>
                <a:gs pos="14286">
                  <a:srgbClr val="454300">
                    <a:alpha val="10124"/>
                  </a:srgbClr>
                </a:gs>
                <a:gs pos="28571">
                  <a:srgbClr val="454300">
                    <a:alpha val="7954"/>
                  </a:srgbClr>
                </a:gs>
                <a:gs pos="42857">
                  <a:srgbClr val="454300">
                    <a:alpha val="5291"/>
                  </a:srgbClr>
                </a:gs>
                <a:gs pos="57143">
                  <a:srgbClr val="454300">
                    <a:alpha val="2967"/>
                  </a:srgbClr>
                </a:gs>
                <a:gs pos="71429">
                  <a:srgbClr val="454300">
                    <a:alpha val="1400"/>
                  </a:srgbClr>
                </a:gs>
                <a:gs pos="85714">
                  <a:srgbClr val="454300">
                    <a:alpha val="556"/>
                  </a:srgbClr>
                </a:gs>
                <a:gs pos="100000">
                  <a:srgbClr val="454300">
                    <a:alpha val="1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Splat 936"/>
            <p:cNvSpPr>
              <a:spLocks noGrp="1"/>
            </p:cNvSpPr>
            <p:nvPr/>
          </p:nvSpPr>
          <p:spPr>
            <a:xfrm rot="5418803">
              <a:off x="1531546" y="1346275"/>
              <a:ext cx="472457" cy="12238"/>
            </a:xfrm>
            <a:prstGeom prst="ellipse">
              <a:avLst/>
            </a:prstGeom>
            <a:gradFill>
              <a:gsLst>
                <a:gs pos="0">
                  <a:srgbClr val="FFDF94">
                    <a:alpha val="29426"/>
                  </a:srgbClr>
                </a:gs>
                <a:gs pos="14286">
                  <a:srgbClr val="FFDF94">
                    <a:alpha val="27408"/>
                  </a:srgbClr>
                </a:gs>
                <a:gs pos="28571">
                  <a:srgbClr val="FFDF94">
                    <a:alpha val="22019"/>
                  </a:srgbClr>
                </a:gs>
                <a:gs pos="42857">
                  <a:srgbClr val="FFDF94">
                    <a:alpha val="15052"/>
                  </a:srgbClr>
                </a:gs>
                <a:gs pos="57143">
                  <a:srgbClr val="FFDF94">
                    <a:alpha val="8643"/>
                  </a:srgbClr>
                </a:gs>
                <a:gs pos="71429">
                  <a:srgbClr val="FFDF94">
                    <a:alpha val="4143"/>
                  </a:srgbClr>
                </a:gs>
                <a:gs pos="85714">
                  <a:srgbClr val="FFDF94">
                    <a:alpha val="1659"/>
                  </a:srgbClr>
                </a:gs>
                <a:gs pos="100000">
                  <a:srgbClr val="FFDF94">
                    <a:alpha val="5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Splat 937"/>
            <p:cNvSpPr>
              <a:spLocks noGrp="1"/>
            </p:cNvSpPr>
            <p:nvPr/>
          </p:nvSpPr>
          <p:spPr>
            <a:xfrm rot="10571230">
              <a:off x="395405" y="2071730"/>
              <a:ext cx="502279" cy="67046"/>
            </a:xfrm>
            <a:prstGeom prst="ellipse">
              <a:avLst/>
            </a:prstGeom>
            <a:gradFill>
              <a:gsLst>
                <a:gs pos="0">
                  <a:srgbClr val="1F081B">
                    <a:alpha val="25104"/>
                  </a:srgbClr>
                </a:gs>
                <a:gs pos="14286">
                  <a:srgbClr val="1F081B">
                    <a:alpha val="23333"/>
                  </a:srgbClr>
                </a:gs>
                <a:gs pos="28571">
                  <a:srgbClr val="1F081B">
                    <a:alpha val="18641"/>
                  </a:srgbClr>
                </a:gs>
                <a:gs pos="42857">
                  <a:srgbClr val="1F081B">
                    <a:alpha val="12656"/>
                  </a:srgbClr>
                </a:gs>
                <a:gs pos="57143">
                  <a:srgbClr val="1F081B">
                    <a:alpha val="7224"/>
                  </a:srgbClr>
                </a:gs>
                <a:gs pos="71429">
                  <a:srgbClr val="1F081B">
                    <a:alpha val="3449"/>
                  </a:srgbClr>
                </a:gs>
                <a:gs pos="85714">
                  <a:srgbClr val="1F081B">
                    <a:alpha val="1378"/>
                  </a:srgbClr>
                </a:gs>
                <a:gs pos="100000">
                  <a:srgbClr val="1F081B">
                    <a:alpha val="4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Splat 938"/>
            <p:cNvSpPr>
              <a:spLocks noGrp="1"/>
            </p:cNvSpPr>
            <p:nvPr/>
          </p:nvSpPr>
          <p:spPr>
            <a:xfrm rot="5400792">
              <a:off x="1593692" y="1467401"/>
              <a:ext cx="603559" cy="10801"/>
            </a:xfrm>
            <a:prstGeom prst="ellipse">
              <a:avLst/>
            </a:prstGeom>
            <a:gradFill>
              <a:gsLst>
                <a:gs pos="0">
                  <a:srgbClr val="00325F">
                    <a:alpha val="32968"/>
                  </a:srgbClr>
                </a:gs>
                <a:gs pos="14286">
                  <a:srgbClr val="00325F">
                    <a:alpha val="30764"/>
                  </a:srgbClr>
                </a:gs>
                <a:gs pos="28571">
                  <a:srgbClr val="00325F">
                    <a:alpha val="24833"/>
                  </a:srgbClr>
                </a:gs>
                <a:gs pos="42857">
                  <a:srgbClr val="00325F">
                    <a:alpha val="17075"/>
                  </a:srgbClr>
                </a:gs>
                <a:gs pos="57143">
                  <a:srgbClr val="00325F">
                    <a:alpha val="9855"/>
                  </a:srgbClr>
                </a:gs>
                <a:gs pos="71429">
                  <a:srgbClr val="00325F">
                    <a:alpha val="4740"/>
                  </a:srgbClr>
                </a:gs>
                <a:gs pos="85714">
                  <a:srgbClr val="00325F">
                    <a:alpha val="1902"/>
                  </a:srgbClr>
                </a:gs>
                <a:gs pos="100000">
                  <a:srgbClr val="0032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Splat 939"/>
            <p:cNvSpPr>
              <a:spLocks noGrp="1"/>
            </p:cNvSpPr>
            <p:nvPr/>
          </p:nvSpPr>
          <p:spPr>
            <a:xfrm rot="6755468">
              <a:off x="3231054" y="2109208"/>
              <a:ext cx="203052" cy="17639"/>
            </a:xfrm>
            <a:prstGeom prst="ellipse">
              <a:avLst/>
            </a:prstGeom>
            <a:gradFill>
              <a:gsLst>
                <a:gs pos="0">
                  <a:srgbClr val="99865F">
                    <a:alpha val="32968"/>
                  </a:srgbClr>
                </a:gs>
                <a:gs pos="14286">
                  <a:srgbClr val="99865F">
                    <a:alpha val="30764"/>
                  </a:srgbClr>
                </a:gs>
                <a:gs pos="28571">
                  <a:srgbClr val="99865F">
                    <a:alpha val="24833"/>
                  </a:srgbClr>
                </a:gs>
                <a:gs pos="42857">
                  <a:srgbClr val="99865F">
                    <a:alpha val="17075"/>
                  </a:srgbClr>
                </a:gs>
                <a:gs pos="57143">
                  <a:srgbClr val="99865F">
                    <a:alpha val="9855"/>
                  </a:srgbClr>
                </a:gs>
                <a:gs pos="71429">
                  <a:srgbClr val="99865F">
                    <a:alpha val="4740"/>
                  </a:srgbClr>
                </a:gs>
                <a:gs pos="85714">
                  <a:srgbClr val="99865F">
                    <a:alpha val="1902"/>
                  </a:srgbClr>
                </a:gs>
                <a:gs pos="100000">
                  <a:srgbClr val="9986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Splat 940"/>
            <p:cNvSpPr>
              <a:spLocks noGrp="1"/>
            </p:cNvSpPr>
            <p:nvPr/>
          </p:nvSpPr>
          <p:spPr>
            <a:xfrm rot="6611143">
              <a:off x="1631116" y="2008811"/>
              <a:ext cx="230637" cy="24917"/>
            </a:xfrm>
            <a:prstGeom prst="ellipse">
              <a:avLst/>
            </a:prstGeom>
            <a:gradFill>
              <a:gsLst>
                <a:gs pos="0">
                  <a:srgbClr val="9C7300">
                    <a:alpha val="32057"/>
                  </a:srgbClr>
                </a:gs>
                <a:gs pos="14286">
                  <a:srgbClr val="9C7300">
                    <a:alpha val="29899"/>
                  </a:srgbClr>
                </a:gs>
                <a:gs pos="28571">
                  <a:srgbClr val="9C7300">
                    <a:alpha val="24105"/>
                  </a:srgbClr>
                </a:gs>
                <a:gs pos="42857">
                  <a:srgbClr val="9C7300">
                    <a:alpha val="16550"/>
                  </a:srgbClr>
                </a:gs>
                <a:gs pos="57143">
                  <a:srgbClr val="9C7300">
                    <a:alpha val="9539"/>
                  </a:srgbClr>
                </a:gs>
                <a:gs pos="71429">
                  <a:srgbClr val="9C7300">
                    <a:alpha val="4584"/>
                  </a:srgbClr>
                </a:gs>
                <a:gs pos="85714">
                  <a:srgbClr val="9C7300">
                    <a:alpha val="1838"/>
                  </a:srgbClr>
                </a:gs>
                <a:gs pos="100000">
                  <a:srgbClr val="9C7300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Splat 941"/>
            <p:cNvSpPr>
              <a:spLocks noGrp="1"/>
            </p:cNvSpPr>
            <p:nvPr/>
          </p:nvSpPr>
          <p:spPr>
            <a:xfrm rot="8984061">
              <a:off x="-165427" y="1783636"/>
              <a:ext cx="809666" cy="24584"/>
            </a:xfrm>
            <a:prstGeom prst="ellipse">
              <a:avLst/>
            </a:prstGeom>
            <a:gradFill>
              <a:gsLst>
                <a:gs pos="0">
                  <a:srgbClr val="180000">
                    <a:alpha val="32968"/>
                  </a:srgbClr>
                </a:gs>
                <a:gs pos="14286">
                  <a:srgbClr val="180000">
                    <a:alpha val="30764"/>
                  </a:srgbClr>
                </a:gs>
                <a:gs pos="28571">
                  <a:srgbClr val="180000">
                    <a:alpha val="24833"/>
                  </a:srgbClr>
                </a:gs>
                <a:gs pos="42857">
                  <a:srgbClr val="180000">
                    <a:alpha val="17075"/>
                  </a:srgbClr>
                </a:gs>
                <a:gs pos="57143">
                  <a:srgbClr val="180000">
                    <a:alpha val="9855"/>
                  </a:srgbClr>
                </a:gs>
                <a:gs pos="71429">
                  <a:srgbClr val="180000">
                    <a:alpha val="4740"/>
                  </a:srgbClr>
                </a:gs>
                <a:gs pos="85714">
                  <a:srgbClr val="180000">
                    <a:alpha val="1902"/>
                  </a:srgbClr>
                </a:gs>
                <a:gs pos="100000">
                  <a:srgbClr val="1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Splat 942"/>
            <p:cNvSpPr>
              <a:spLocks noGrp="1"/>
            </p:cNvSpPr>
            <p:nvPr/>
          </p:nvSpPr>
          <p:spPr>
            <a:xfrm rot="5196078">
              <a:off x="2968909" y="1943241"/>
              <a:ext cx="643854" cy="22209"/>
            </a:xfrm>
            <a:prstGeom prst="ellipse">
              <a:avLst/>
            </a:prstGeom>
            <a:gradFill>
              <a:gsLst>
                <a:gs pos="0">
                  <a:srgbClr val="CCB046">
                    <a:alpha val="32968"/>
                  </a:srgbClr>
                </a:gs>
                <a:gs pos="14286">
                  <a:srgbClr val="CCB046">
                    <a:alpha val="30764"/>
                  </a:srgbClr>
                </a:gs>
                <a:gs pos="28571">
                  <a:srgbClr val="CCB046">
                    <a:alpha val="24833"/>
                  </a:srgbClr>
                </a:gs>
                <a:gs pos="42857">
                  <a:srgbClr val="CCB046">
                    <a:alpha val="17075"/>
                  </a:srgbClr>
                </a:gs>
                <a:gs pos="57143">
                  <a:srgbClr val="CCB046">
                    <a:alpha val="9855"/>
                  </a:srgbClr>
                </a:gs>
                <a:gs pos="71429">
                  <a:srgbClr val="CCB046">
                    <a:alpha val="4740"/>
                  </a:srgbClr>
                </a:gs>
                <a:gs pos="85714">
                  <a:srgbClr val="CCB046">
                    <a:alpha val="1902"/>
                  </a:srgbClr>
                </a:gs>
                <a:gs pos="100000">
                  <a:srgbClr val="CCB04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Splat 943"/>
            <p:cNvSpPr>
              <a:spLocks noGrp="1"/>
            </p:cNvSpPr>
            <p:nvPr/>
          </p:nvSpPr>
          <p:spPr>
            <a:xfrm rot="8276641">
              <a:off x="1821456" y="1026763"/>
              <a:ext cx="203972" cy="106301"/>
            </a:xfrm>
            <a:prstGeom prst="ellipse">
              <a:avLst/>
            </a:prstGeom>
            <a:gradFill>
              <a:gsLst>
                <a:gs pos="0">
                  <a:srgbClr val="1D1B00">
                    <a:alpha val="32968"/>
                  </a:srgbClr>
                </a:gs>
                <a:gs pos="14286">
                  <a:srgbClr val="1D1B00">
                    <a:alpha val="30764"/>
                  </a:srgbClr>
                </a:gs>
                <a:gs pos="28571">
                  <a:srgbClr val="1D1B00">
                    <a:alpha val="24833"/>
                  </a:srgbClr>
                </a:gs>
                <a:gs pos="42857">
                  <a:srgbClr val="1D1B00">
                    <a:alpha val="17075"/>
                  </a:srgbClr>
                </a:gs>
                <a:gs pos="57143">
                  <a:srgbClr val="1D1B00">
                    <a:alpha val="9855"/>
                  </a:srgbClr>
                </a:gs>
                <a:gs pos="71429">
                  <a:srgbClr val="1D1B00">
                    <a:alpha val="4740"/>
                  </a:srgbClr>
                </a:gs>
                <a:gs pos="85714">
                  <a:srgbClr val="1D1B00">
                    <a:alpha val="1902"/>
                  </a:srgbClr>
                </a:gs>
                <a:gs pos="100000">
                  <a:srgbClr val="1D1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Splat 944"/>
            <p:cNvSpPr>
              <a:spLocks noGrp="1"/>
            </p:cNvSpPr>
            <p:nvPr/>
          </p:nvSpPr>
          <p:spPr>
            <a:xfrm rot="8780107">
              <a:off x="44709" y="1560185"/>
              <a:ext cx="413872" cy="82209"/>
            </a:xfrm>
            <a:prstGeom prst="ellipse">
              <a:avLst/>
            </a:prstGeom>
            <a:gradFill>
              <a:gsLst>
                <a:gs pos="0">
                  <a:srgbClr val="509DEC">
                    <a:alpha val="3525"/>
                  </a:srgbClr>
                </a:gs>
                <a:gs pos="14286">
                  <a:srgbClr val="509DEC">
                    <a:alpha val="3245"/>
                  </a:srgbClr>
                </a:gs>
                <a:gs pos="28571">
                  <a:srgbClr val="509DEC">
                    <a:alpha val="2528"/>
                  </a:srgbClr>
                </a:gs>
                <a:gs pos="42857">
                  <a:srgbClr val="509DEC">
                    <a:alpha val="1666"/>
                  </a:srgbClr>
                </a:gs>
                <a:gs pos="57143">
                  <a:srgbClr val="509DEC">
                    <a:alpha val="926"/>
                  </a:srgbClr>
                </a:gs>
                <a:gs pos="71429">
                  <a:srgbClr val="509DEC">
                    <a:alpha val="435"/>
                  </a:srgbClr>
                </a:gs>
                <a:gs pos="85714">
                  <a:srgbClr val="509DEC">
                    <a:alpha val="172"/>
                  </a:srgbClr>
                </a:gs>
                <a:gs pos="100000">
                  <a:srgbClr val="509DEC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Splat 945"/>
            <p:cNvSpPr>
              <a:spLocks noGrp="1"/>
            </p:cNvSpPr>
            <p:nvPr/>
          </p:nvSpPr>
          <p:spPr>
            <a:xfrm rot="4199791">
              <a:off x="2058399" y="2206979"/>
              <a:ext cx="361835" cy="175214"/>
            </a:xfrm>
            <a:prstGeom prst="ellipse">
              <a:avLst/>
            </a:prstGeom>
            <a:gradFill>
              <a:gsLst>
                <a:gs pos="0">
                  <a:srgbClr val="4C413D">
                    <a:alpha val="30720"/>
                  </a:srgbClr>
                </a:gs>
                <a:gs pos="14286">
                  <a:srgbClr val="4C413D">
                    <a:alpha val="28632"/>
                  </a:srgbClr>
                </a:gs>
                <a:gs pos="28571">
                  <a:srgbClr val="4C413D">
                    <a:alpha val="23042"/>
                  </a:srgbClr>
                </a:gs>
                <a:gs pos="42857">
                  <a:srgbClr val="4C413D">
                    <a:alpha val="15785"/>
                  </a:srgbClr>
                </a:gs>
                <a:gs pos="57143">
                  <a:srgbClr val="4C413D">
                    <a:alpha val="9080"/>
                  </a:srgbClr>
                </a:gs>
                <a:gs pos="71429">
                  <a:srgbClr val="4C413D">
                    <a:alpha val="4358"/>
                  </a:srgbClr>
                </a:gs>
                <a:gs pos="85714">
                  <a:srgbClr val="4C413D">
                    <a:alpha val="1747"/>
                  </a:srgbClr>
                </a:gs>
                <a:gs pos="100000">
                  <a:srgbClr val="4C413D">
                    <a:alpha val="5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Splat 946"/>
            <p:cNvSpPr>
              <a:spLocks noGrp="1"/>
            </p:cNvSpPr>
            <p:nvPr/>
          </p:nvSpPr>
          <p:spPr>
            <a:xfrm rot="9067864">
              <a:off x="2306728" y="2241355"/>
              <a:ext cx="310247" cy="24581"/>
            </a:xfrm>
            <a:prstGeom prst="ellipse">
              <a:avLst/>
            </a:prstGeom>
            <a:gradFill>
              <a:gsLst>
                <a:gs pos="0">
                  <a:srgbClr val="FFFF85">
                    <a:alpha val="32968"/>
                  </a:srgbClr>
                </a:gs>
                <a:gs pos="14286">
                  <a:srgbClr val="FFFF85">
                    <a:alpha val="30764"/>
                  </a:srgbClr>
                </a:gs>
                <a:gs pos="28571">
                  <a:srgbClr val="FFFF85">
                    <a:alpha val="24833"/>
                  </a:srgbClr>
                </a:gs>
                <a:gs pos="42857">
                  <a:srgbClr val="FFFF85">
                    <a:alpha val="17075"/>
                  </a:srgbClr>
                </a:gs>
                <a:gs pos="57143">
                  <a:srgbClr val="FFFF85">
                    <a:alpha val="9855"/>
                  </a:srgbClr>
                </a:gs>
                <a:gs pos="71429">
                  <a:srgbClr val="FFFF85">
                    <a:alpha val="4740"/>
                  </a:srgbClr>
                </a:gs>
                <a:gs pos="85714">
                  <a:srgbClr val="FFFF85">
                    <a:alpha val="1902"/>
                  </a:srgbClr>
                </a:gs>
                <a:gs pos="100000">
                  <a:srgbClr val="FFFF8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Splat 947"/>
            <p:cNvSpPr>
              <a:spLocks noGrp="1"/>
            </p:cNvSpPr>
            <p:nvPr/>
          </p:nvSpPr>
          <p:spPr>
            <a:xfrm rot="5244543">
              <a:off x="935150" y="1150684"/>
              <a:ext cx="542278" cy="126741"/>
            </a:xfrm>
            <a:prstGeom prst="ellipse">
              <a:avLst/>
            </a:prstGeom>
            <a:gradFill>
              <a:gsLst>
                <a:gs pos="0">
                  <a:srgbClr val="4977BD">
                    <a:alpha val="25455"/>
                  </a:srgbClr>
                </a:gs>
                <a:gs pos="14286">
                  <a:srgbClr val="4977BD">
                    <a:alpha val="23662"/>
                  </a:srgbClr>
                </a:gs>
                <a:gs pos="28571">
                  <a:srgbClr val="4977BD">
                    <a:alpha val="18913"/>
                  </a:srgbClr>
                </a:gs>
                <a:gs pos="42857">
                  <a:srgbClr val="4977BD">
                    <a:alpha val="12847"/>
                  </a:srgbClr>
                </a:gs>
                <a:gs pos="57143">
                  <a:srgbClr val="4977BD">
                    <a:alpha val="7336"/>
                  </a:srgbClr>
                </a:gs>
                <a:gs pos="71429">
                  <a:srgbClr val="4977BD">
                    <a:alpha val="3504"/>
                  </a:srgbClr>
                </a:gs>
                <a:gs pos="85714">
                  <a:srgbClr val="4977BD">
                    <a:alpha val="1400"/>
                  </a:srgbClr>
                </a:gs>
                <a:gs pos="100000">
                  <a:srgbClr val="4977BD">
                    <a:alpha val="4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Splat 948"/>
            <p:cNvSpPr>
              <a:spLocks noGrp="1"/>
            </p:cNvSpPr>
            <p:nvPr/>
          </p:nvSpPr>
          <p:spPr>
            <a:xfrm rot="9349216">
              <a:off x="414707" y="1980263"/>
              <a:ext cx="274482" cy="139155"/>
            </a:xfrm>
            <a:prstGeom prst="ellipse">
              <a:avLst/>
            </a:prstGeom>
            <a:gradFill>
              <a:gsLst>
                <a:gs pos="0">
                  <a:srgbClr val="243153">
                    <a:alpha val="32968"/>
                  </a:srgbClr>
                </a:gs>
                <a:gs pos="14286">
                  <a:srgbClr val="243153">
                    <a:alpha val="30764"/>
                  </a:srgbClr>
                </a:gs>
                <a:gs pos="28571">
                  <a:srgbClr val="243153">
                    <a:alpha val="24833"/>
                  </a:srgbClr>
                </a:gs>
                <a:gs pos="42857">
                  <a:srgbClr val="243153">
                    <a:alpha val="17075"/>
                  </a:srgbClr>
                </a:gs>
                <a:gs pos="57143">
                  <a:srgbClr val="243153">
                    <a:alpha val="9855"/>
                  </a:srgbClr>
                </a:gs>
                <a:gs pos="71429">
                  <a:srgbClr val="243153">
                    <a:alpha val="4740"/>
                  </a:srgbClr>
                </a:gs>
                <a:gs pos="85714">
                  <a:srgbClr val="243153">
                    <a:alpha val="1902"/>
                  </a:srgbClr>
                </a:gs>
                <a:gs pos="100000">
                  <a:srgbClr val="24315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Splat 949"/>
            <p:cNvSpPr>
              <a:spLocks noGrp="1"/>
            </p:cNvSpPr>
            <p:nvPr/>
          </p:nvSpPr>
          <p:spPr>
            <a:xfrm rot="6038906">
              <a:off x="-332640" y="1535690"/>
              <a:ext cx="765957" cy="26911"/>
            </a:xfrm>
            <a:prstGeom prst="ellipse">
              <a:avLst/>
            </a:prstGeom>
            <a:gradFill>
              <a:gsLst>
                <a:gs pos="0">
                  <a:srgbClr val="466592">
                    <a:alpha val="32968"/>
                  </a:srgbClr>
                </a:gs>
                <a:gs pos="14286">
                  <a:srgbClr val="466592">
                    <a:alpha val="30764"/>
                  </a:srgbClr>
                </a:gs>
                <a:gs pos="28571">
                  <a:srgbClr val="466592">
                    <a:alpha val="24833"/>
                  </a:srgbClr>
                </a:gs>
                <a:gs pos="42857">
                  <a:srgbClr val="466592">
                    <a:alpha val="17075"/>
                  </a:srgbClr>
                </a:gs>
                <a:gs pos="57143">
                  <a:srgbClr val="466592">
                    <a:alpha val="9855"/>
                  </a:srgbClr>
                </a:gs>
                <a:gs pos="71429">
                  <a:srgbClr val="466592">
                    <a:alpha val="4740"/>
                  </a:srgbClr>
                </a:gs>
                <a:gs pos="85714">
                  <a:srgbClr val="466592">
                    <a:alpha val="1902"/>
                  </a:srgbClr>
                </a:gs>
                <a:gs pos="100000">
                  <a:srgbClr val="4665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Splat 950"/>
            <p:cNvSpPr>
              <a:spLocks noGrp="1"/>
            </p:cNvSpPr>
            <p:nvPr/>
          </p:nvSpPr>
          <p:spPr>
            <a:xfrm rot="2702618">
              <a:off x="-32479" y="1562767"/>
              <a:ext cx="745232" cy="19299"/>
            </a:xfrm>
            <a:prstGeom prst="ellipse">
              <a:avLst/>
            </a:prstGeom>
            <a:gradFill>
              <a:gsLst>
                <a:gs pos="0">
                  <a:srgbClr val="3C1B00">
                    <a:alpha val="32968"/>
                  </a:srgbClr>
                </a:gs>
                <a:gs pos="14286">
                  <a:srgbClr val="3C1B00">
                    <a:alpha val="30764"/>
                  </a:srgbClr>
                </a:gs>
                <a:gs pos="28571">
                  <a:srgbClr val="3C1B00">
                    <a:alpha val="24833"/>
                  </a:srgbClr>
                </a:gs>
                <a:gs pos="42857">
                  <a:srgbClr val="3C1B00">
                    <a:alpha val="17075"/>
                  </a:srgbClr>
                </a:gs>
                <a:gs pos="57143">
                  <a:srgbClr val="3C1B00">
                    <a:alpha val="9855"/>
                  </a:srgbClr>
                </a:gs>
                <a:gs pos="71429">
                  <a:srgbClr val="3C1B00">
                    <a:alpha val="4740"/>
                  </a:srgbClr>
                </a:gs>
                <a:gs pos="85714">
                  <a:srgbClr val="3C1B00">
                    <a:alpha val="1902"/>
                  </a:srgbClr>
                </a:gs>
                <a:gs pos="100000">
                  <a:srgbClr val="3C1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Splat 951"/>
            <p:cNvSpPr>
              <a:spLocks noGrp="1"/>
            </p:cNvSpPr>
            <p:nvPr/>
          </p:nvSpPr>
          <p:spPr>
            <a:xfrm rot="-8479710">
              <a:off x="2232506" y="2260339"/>
              <a:ext cx="319051" cy="183791"/>
            </a:xfrm>
            <a:prstGeom prst="ellipse">
              <a:avLst/>
            </a:prstGeom>
            <a:gradFill>
              <a:gsLst>
                <a:gs pos="0">
                  <a:srgbClr val="59504A">
                    <a:alpha val="26343"/>
                  </a:srgbClr>
                </a:gs>
                <a:gs pos="14286">
                  <a:srgbClr val="59504A">
                    <a:alpha val="24499"/>
                  </a:srgbClr>
                </a:gs>
                <a:gs pos="28571">
                  <a:srgbClr val="59504A">
                    <a:alpha val="19604"/>
                  </a:srgbClr>
                </a:gs>
                <a:gs pos="42857">
                  <a:srgbClr val="59504A">
                    <a:alpha val="13335"/>
                  </a:srgbClr>
                </a:gs>
                <a:gs pos="57143">
                  <a:srgbClr val="59504A">
                    <a:alpha val="7624"/>
                  </a:srgbClr>
                </a:gs>
                <a:gs pos="71429">
                  <a:srgbClr val="59504A">
                    <a:alpha val="3644"/>
                  </a:srgbClr>
                </a:gs>
                <a:gs pos="85714">
                  <a:srgbClr val="59504A">
                    <a:alpha val="1457"/>
                  </a:srgbClr>
                </a:gs>
                <a:gs pos="100000">
                  <a:srgbClr val="59504A">
                    <a:alpha val="4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Splat 952"/>
            <p:cNvSpPr>
              <a:spLocks noGrp="1"/>
            </p:cNvSpPr>
            <p:nvPr/>
          </p:nvSpPr>
          <p:spPr>
            <a:xfrm rot="5944390">
              <a:off x="1621434" y="1206561"/>
              <a:ext cx="258820" cy="83046"/>
            </a:xfrm>
            <a:prstGeom prst="ellipse">
              <a:avLst/>
            </a:prstGeom>
            <a:gradFill>
              <a:gsLst>
                <a:gs pos="0">
                  <a:srgbClr val="2C4162">
                    <a:alpha val="32968"/>
                  </a:srgbClr>
                </a:gs>
                <a:gs pos="14286">
                  <a:srgbClr val="2C4162">
                    <a:alpha val="30764"/>
                  </a:srgbClr>
                </a:gs>
                <a:gs pos="28571">
                  <a:srgbClr val="2C4162">
                    <a:alpha val="24833"/>
                  </a:srgbClr>
                </a:gs>
                <a:gs pos="42857">
                  <a:srgbClr val="2C4162">
                    <a:alpha val="17075"/>
                  </a:srgbClr>
                </a:gs>
                <a:gs pos="57143">
                  <a:srgbClr val="2C4162">
                    <a:alpha val="9855"/>
                  </a:srgbClr>
                </a:gs>
                <a:gs pos="71429">
                  <a:srgbClr val="2C4162">
                    <a:alpha val="4740"/>
                  </a:srgbClr>
                </a:gs>
                <a:gs pos="85714">
                  <a:srgbClr val="2C4162">
                    <a:alpha val="1902"/>
                  </a:srgbClr>
                </a:gs>
                <a:gs pos="100000">
                  <a:srgbClr val="2C416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Splat 953"/>
            <p:cNvSpPr>
              <a:spLocks noGrp="1"/>
            </p:cNvSpPr>
            <p:nvPr/>
          </p:nvSpPr>
          <p:spPr>
            <a:xfrm rot="5496201">
              <a:off x="22902" y="727414"/>
              <a:ext cx="910742" cy="26839"/>
            </a:xfrm>
            <a:prstGeom prst="ellipse">
              <a:avLst/>
            </a:prstGeom>
            <a:gradFill>
              <a:gsLst>
                <a:gs pos="0">
                  <a:srgbClr val="280000">
                    <a:alpha val="32968"/>
                  </a:srgbClr>
                </a:gs>
                <a:gs pos="14286">
                  <a:srgbClr val="280000">
                    <a:alpha val="30764"/>
                  </a:srgbClr>
                </a:gs>
                <a:gs pos="28571">
                  <a:srgbClr val="280000">
                    <a:alpha val="24833"/>
                  </a:srgbClr>
                </a:gs>
                <a:gs pos="42857">
                  <a:srgbClr val="280000">
                    <a:alpha val="17075"/>
                  </a:srgbClr>
                </a:gs>
                <a:gs pos="57143">
                  <a:srgbClr val="280000">
                    <a:alpha val="9855"/>
                  </a:srgbClr>
                </a:gs>
                <a:gs pos="71429">
                  <a:srgbClr val="280000">
                    <a:alpha val="4740"/>
                  </a:srgbClr>
                </a:gs>
                <a:gs pos="85714">
                  <a:srgbClr val="280000">
                    <a:alpha val="1902"/>
                  </a:srgbClr>
                </a:gs>
                <a:gs pos="100000">
                  <a:srgbClr val="2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Splat 954"/>
            <p:cNvSpPr>
              <a:spLocks noGrp="1"/>
            </p:cNvSpPr>
            <p:nvPr/>
          </p:nvSpPr>
          <p:spPr>
            <a:xfrm rot="5490809">
              <a:off x="1312875" y="2375391"/>
              <a:ext cx="403222" cy="22589"/>
            </a:xfrm>
            <a:prstGeom prst="ellipse">
              <a:avLst/>
            </a:prstGeom>
            <a:gradFill>
              <a:gsLst>
                <a:gs pos="0">
                  <a:srgbClr val="000038">
                    <a:alpha val="32968"/>
                  </a:srgbClr>
                </a:gs>
                <a:gs pos="14286">
                  <a:srgbClr val="000038">
                    <a:alpha val="30764"/>
                  </a:srgbClr>
                </a:gs>
                <a:gs pos="28571">
                  <a:srgbClr val="000038">
                    <a:alpha val="24833"/>
                  </a:srgbClr>
                </a:gs>
                <a:gs pos="42857">
                  <a:srgbClr val="000038">
                    <a:alpha val="17075"/>
                  </a:srgbClr>
                </a:gs>
                <a:gs pos="57143">
                  <a:srgbClr val="000038">
                    <a:alpha val="9855"/>
                  </a:srgbClr>
                </a:gs>
                <a:gs pos="71429">
                  <a:srgbClr val="000038">
                    <a:alpha val="4740"/>
                  </a:srgbClr>
                </a:gs>
                <a:gs pos="85714">
                  <a:srgbClr val="000038">
                    <a:alpha val="1902"/>
                  </a:srgbClr>
                </a:gs>
                <a:gs pos="100000">
                  <a:srgbClr val="00003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Splat 955"/>
            <p:cNvSpPr>
              <a:spLocks noGrp="1"/>
            </p:cNvSpPr>
            <p:nvPr/>
          </p:nvSpPr>
          <p:spPr>
            <a:xfrm rot="4958348">
              <a:off x="3132701" y="1924256"/>
              <a:ext cx="304290" cy="38353"/>
            </a:xfrm>
            <a:prstGeom prst="ellipse">
              <a:avLst/>
            </a:prstGeom>
            <a:gradFill>
              <a:gsLst>
                <a:gs pos="0">
                  <a:srgbClr val="260000">
                    <a:alpha val="32968"/>
                  </a:srgbClr>
                </a:gs>
                <a:gs pos="14286">
                  <a:srgbClr val="260000">
                    <a:alpha val="30764"/>
                  </a:srgbClr>
                </a:gs>
                <a:gs pos="28571">
                  <a:srgbClr val="260000">
                    <a:alpha val="24833"/>
                  </a:srgbClr>
                </a:gs>
                <a:gs pos="42857">
                  <a:srgbClr val="260000">
                    <a:alpha val="17075"/>
                  </a:srgbClr>
                </a:gs>
                <a:gs pos="57143">
                  <a:srgbClr val="260000">
                    <a:alpha val="9855"/>
                  </a:srgbClr>
                </a:gs>
                <a:gs pos="71429">
                  <a:srgbClr val="260000">
                    <a:alpha val="4740"/>
                  </a:srgbClr>
                </a:gs>
                <a:gs pos="85714">
                  <a:srgbClr val="260000">
                    <a:alpha val="1902"/>
                  </a:srgbClr>
                </a:gs>
                <a:gs pos="100000">
                  <a:srgbClr val="2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Splat 956"/>
            <p:cNvSpPr>
              <a:spLocks noGrp="1"/>
            </p:cNvSpPr>
            <p:nvPr/>
          </p:nvSpPr>
          <p:spPr>
            <a:xfrm rot="-9743527">
              <a:off x="2320469" y="2234145"/>
              <a:ext cx="290039" cy="23702"/>
            </a:xfrm>
            <a:prstGeom prst="ellipse">
              <a:avLst/>
            </a:prstGeom>
            <a:gradFill>
              <a:gsLst>
                <a:gs pos="0">
                  <a:srgbClr val="FFFF8D">
                    <a:alpha val="32968"/>
                  </a:srgbClr>
                </a:gs>
                <a:gs pos="14286">
                  <a:srgbClr val="FFFF8D">
                    <a:alpha val="30764"/>
                  </a:srgbClr>
                </a:gs>
                <a:gs pos="28571">
                  <a:srgbClr val="FFFF8D">
                    <a:alpha val="24833"/>
                  </a:srgbClr>
                </a:gs>
                <a:gs pos="42857">
                  <a:srgbClr val="FFFF8D">
                    <a:alpha val="17075"/>
                  </a:srgbClr>
                </a:gs>
                <a:gs pos="57143">
                  <a:srgbClr val="FFFF8D">
                    <a:alpha val="9855"/>
                  </a:srgbClr>
                </a:gs>
                <a:gs pos="71429">
                  <a:srgbClr val="FFFF8D">
                    <a:alpha val="4740"/>
                  </a:srgbClr>
                </a:gs>
                <a:gs pos="85714">
                  <a:srgbClr val="FFFF8D">
                    <a:alpha val="1902"/>
                  </a:srgbClr>
                </a:gs>
                <a:gs pos="100000">
                  <a:srgbClr val="FFFF8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Splat 957"/>
            <p:cNvSpPr>
              <a:spLocks noGrp="1"/>
            </p:cNvSpPr>
            <p:nvPr/>
          </p:nvSpPr>
          <p:spPr>
            <a:xfrm rot="7210956">
              <a:off x="986815" y="1131320"/>
              <a:ext cx="262253" cy="45518"/>
            </a:xfrm>
            <a:prstGeom prst="ellipse">
              <a:avLst/>
            </a:prstGeom>
            <a:gradFill>
              <a:gsLst>
                <a:gs pos="0">
                  <a:srgbClr val="040300">
                    <a:alpha val="32968"/>
                  </a:srgbClr>
                </a:gs>
                <a:gs pos="14286">
                  <a:srgbClr val="040300">
                    <a:alpha val="30764"/>
                  </a:srgbClr>
                </a:gs>
                <a:gs pos="28571">
                  <a:srgbClr val="040300">
                    <a:alpha val="24833"/>
                  </a:srgbClr>
                </a:gs>
                <a:gs pos="42857">
                  <a:srgbClr val="040300">
                    <a:alpha val="17075"/>
                  </a:srgbClr>
                </a:gs>
                <a:gs pos="57143">
                  <a:srgbClr val="040300">
                    <a:alpha val="9855"/>
                  </a:srgbClr>
                </a:gs>
                <a:gs pos="71429">
                  <a:srgbClr val="040300">
                    <a:alpha val="4740"/>
                  </a:srgbClr>
                </a:gs>
                <a:gs pos="85714">
                  <a:srgbClr val="040300">
                    <a:alpha val="1902"/>
                  </a:srgbClr>
                </a:gs>
                <a:gs pos="100000">
                  <a:srgbClr val="040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Splat 958"/>
            <p:cNvSpPr>
              <a:spLocks noGrp="1"/>
            </p:cNvSpPr>
            <p:nvPr/>
          </p:nvSpPr>
          <p:spPr>
            <a:xfrm rot="5279589">
              <a:off x="2993654" y="2052657"/>
              <a:ext cx="586536" cy="30354"/>
            </a:xfrm>
            <a:prstGeom prst="ellipse">
              <a:avLst/>
            </a:prstGeom>
            <a:gradFill>
              <a:gsLst>
                <a:gs pos="0">
                  <a:srgbClr val="331E00">
                    <a:alpha val="32968"/>
                  </a:srgbClr>
                </a:gs>
                <a:gs pos="14286">
                  <a:srgbClr val="331E00">
                    <a:alpha val="30764"/>
                  </a:srgbClr>
                </a:gs>
                <a:gs pos="28571">
                  <a:srgbClr val="331E00">
                    <a:alpha val="24833"/>
                  </a:srgbClr>
                </a:gs>
                <a:gs pos="42857">
                  <a:srgbClr val="331E00">
                    <a:alpha val="17075"/>
                  </a:srgbClr>
                </a:gs>
                <a:gs pos="57143">
                  <a:srgbClr val="331E00">
                    <a:alpha val="9855"/>
                  </a:srgbClr>
                </a:gs>
                <a:gs pos="71429">
                  <a:srgbClr val="331E00">
                    <a:alpha val="4740"/>
                  </a:srgbClr>
                </a:gs>
                <a:gs pos="85714">
                  <a:srgbClr val="331E00">
                    <a:alpha val="1902"/>
                  </a:srgbClr>
                </a:gs>
                <a:gs pos="100000">
                  <a:srgbClr val="331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Splat 959"/>
            <p:cNvSpPr>
              <a:spLocks noGrp="1"/>
            </p:cNvSpPr>
            <p:nvPr/>
          </p:nvSpPr>
          <p:spPr>
            <a:xfrm rot="5987827">
              <a:off x="-339938" y="1810762"/>
              <a:ext cx="696091" cy="23508"/>
            </a:xfrm>
            <a:prstGeom prst="ellipse">
              <a:avLst/>
            </a:prstGeom>
            <a:gradFill>
              <a:gsLst>
                <a:gs pos="0">
                  <a:srgbClr val="688AB2">
                    <a:alpha val="32968"/>
                  </a:srgbClr>
                </a:gs>
                <a:gs pos="14286">
                  <a:srgbClr val="688AB2">
                    <a:alpha val="30764"/>
                  </a:srgbClr>
                </a:gs>
                <a:gs pos="28571">
                  <a:srgbClr val="688AB2">
                    <a:alpha val="24833"/>
                  </a:srgbClr>
                </a:gs>
                <a:gs pos="42857">
                  <a:srgbClr val="688AB2">
                    <a:alpha val="17075"/>
                  </a:srgbClr>
                </a:gs>
                <a:gs pos="57143">
                  <a:srgbClr val="688AB2">
                    <a:alpha val="9855"/>
                  </a:srgbClr>
                </a:gs>
                <a:gs pos="71429">
                  <a:srgbClr val="688AB2">
                    <a:alpha val="4740"/>
                  </a:srgbClr>
                </a:gs>
                <a:gs pos="85714">
                  <a:srgbClr val="688AB2">
                    <a:alpha val="1902"/>
                  </a:srgbClr>
                </a:gs>
                <a:gs pos="100000">
                  <a:srgbClr val="688AB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Splat 960"/>
            <p:cNvSpPr>
              <a:spLocks noGrp="1"/>
            </p:cNvSpPr>
            <p:nvPr/>
          </p:nvSpPr>
          <p:spPr>
            <a:xfrm rot="5172444">
              <a:off x="1429416" y="1027173"/>
              <a:ext cx="635241" cy="60387"/>
            </a:xfrm>
            <a:prstGeom prst="ellipse">
              <a:avLst/>
            </a:prstGeom>
            <a:gradFill>
              <a:gsLst>
                <a:gs pos="0">
                  <a:srgbClr val="24426F">
                    <a:alpha val="32968"/>
                  </a:srgbClr>
                </a:gs>
                <a:gs pos="14286">
                  <a:srgbClr val="24426F">
                    <a:alpha val="30764"/>
                  </a:srgbClr>
                </a:gs>
                <a:gs pos="28571">
                  <a:srgbClr val="24426F">
                    <a:alpha val="24833"/>
                  </a:srgbClr>
                </a:gs>
                <a:gs pos="42857">
                  <a:srgbClr val="24426F">
                    <a:alpha val="17075"/>
                  </a:srgbClr>
                </a:gs>
                <a:gs pos="57143">
                  <a:srgbClr val="24426F">
                    <a:alpha val="9855"/>
                  </a:srgbClr>
                </a:gs>
                <a:gs pos="71429">
                  <a:srgbClr val="24426F">
                    <a:alpha val="4740"/>
                  </a:srgbClr>
                </a:gs>
                <a:gs pos="85714">
                  <a:srgbClr val="24426F">
                    <a:alpha val="1902"/>
                  </a:srgbClr>
                </a:gs>
                <a:gs pos="100000">
                  <a:srgbClr val="24426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Splat 961"/>
            <p:cNvSpPr>
              <a:spLocks noGrp="1"/>
            </p:cNvSpPr>
            <p:nvPr/>
          </p:nvSpPr>
          <p:spPr>
            <a:xfrm rot="5184133">
              <a:off x="310168" y="1771410"/>
              <a:ext cx="407674" cy="104878"/>
            </a:xfrm>
            <a:prstGeom prst="ellipse">
              <a:avLst/>
            </a:prstGeom>
            <a:gradFill>
              <a:gsLst>
                <a:gs pos="0">
                  <a:srgbClr val="5D6D8A">
                    <a:alpha val="29514"/>
                  </a:srgbClr>
                </a:gs>
                <a:gs pos="14286">
                  <a:srgbClr val="5D6D8A">
                    <a:alpha val="27492"/>
                  </a:srgbClr>
                </a:gs>
                <a:gs pos="28571">
                  <a:srgbClr val="5D6D8A">
                    <a:alpha val="22089"/>
                  </a:srgbClr>
                </a:gs>
                <a:gs pos="42857">
                  <a:srgbClr val="5D6D8A">
                    <a:alpha val="15102"/>
                  </a:srgbClr>
                </a:gs>
                <a:gs pos="57143">
                  <a:srgbClr val="5D6D8A">
                    <a:alpha val="8673"/>
                  </a:srgbClr>
                </a:gs>
                <a:gs pos="71429">
                  <a:srgbClr val="5D6D8A">
                    <a:alpha val="4158"/>
                  </a:srgbClr>
                </a:gs>
                <a:gs pos="85714">
                  <a:srgbClr val="5D6D8A">
                    <a:alpha val="1665"/>
                  </a:srgbClr>
                </a:gs>
                <a:gs pos="100000">
                  <a:srgbClr val="5D6D8A">
                    <a:alpha val="5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Splat 962"/>
            <p:cNvSpPr>
              <a:spLocks noGrp="1"/>
            </p:cNvSpPr>
            <p:nvPr/>
          </p:nvSpPr>
          <p:spPr>
            <a:xfrm rot="-8459308">
              <a:off x="1074045" y="2128046"/>
              <a:ext cx="332111" cy="156110"/>
            </a:xfrm>
            <a:prstGeom prst="ellipse">
              <a:avLst/>
            </a:prstGeom>
            <a:gradFill>
              <a:gsLst>
                <a:gs pos="0">
                  <a:srgbClr val="373745">
                    <a:alpha val="26695"/>
                  </a:srgbClr>
                </a:gs>
                <a:gs pos="14286">
                  <a:srgbClr val="373745">
                    <a:alpha val="24831"/>
                  </a:srgbClr>
                </a:gs>
                <a:gs pos="28571">
                  <a:srgbClr val="373745">
                    <a:alpha val="19878"/>
                  </a:srgbClr>
                </a:gs>
                <a:gs pos="42857">
                  <a:srgbClr val="373745">
                    <a:alpha val="13529"/>
                  </a:srgbClr>
                </a:gs>
                <a:gs pos="57143">
                  <a:srgbClr val="373745">
                    <a:alpha val="7739"/>
                  </a:srgbClr>
                </a:gs>
                <a:gs pos="71429">
                  <a:srgbClr val="373745">
                    <a:alpha val="3700"/>
                  </a:srgbClr>
                </a:gs>
                <a:gs pos="85714">
                  <a:srgbClr val="373745">
                    <a:alpha val="1480"/>
                  </a:srgbClr>
                </a:gs>
                <a:gs pos="100000">
                  <a:srgbClr val="373745">
                    <a:alpha val="4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Splat 963"/>
            <p:cNvSpPr>
              <a:spLocks noGrp="1"/>
            </p:cNvSpPr>
            <p:nvPr/>
          </p:nvSpPr>
          <p:spPr>
            <a:xfrm rot="3017777">
              <a:off x="-65802" y="1058601"/>
              <a:ext cx="818194" cy="21096"/>
            </a:xfrm>
            <a:prstGeom prst="ellipse">
              <a:avLst/>
            </a:prstGeom>
            <a:gradFill>
              <a:gsLst>
                <a:gs pos="0">
                  <a:srgbClr val="160000">
                    <a:alpha val="32968"/>
                  </a:srgbClr>
                </a:gs>
                <a:gs pos="14286">
                  <a:srgbClr val="160000">
                    <a:alpha val="30764"/>
                  </a:srgbClr>
                </a:gs>
                <a:gs pos="28571">
                  <a:srgbClr val="160000">
                    <a:alpha val="24833"/>
                  </a:srgbClr>
                </a:gs>
                <a:gs pos="42857">
                  <a:srgbClr val="160000">
                    <a:alpha val="17075"/>
                  </a:srgbClr>
                </a:gs>
                <a:gs pos="57143">
                  <a:srgbClr val="160000">
                    <a:alpha val="9855"/>
                  </a:srgbClr>
                </a:gs>
                <a:gs pos="71429">
                  <a:srgbClr val="160000">
                    <a:alpha val="4740"/>
                  </a:srgbClr>
                </a:gs>
                <a:gs pos="85714">
                  <a:srgbClr val="160000">
                    <a:alpha val="1902"/>
                  </a:srgbClr>
                </a:gs>
                <a:gs pos="100000">
                  <a:srgbClr val="1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Splat 964"/>
            <p:cNvSpPr>
              <a:spLocks noGrp="1"/>
            </p:cNvSpPr>
            <p:nvPr/>
          </p:nvSpPr>
          <p:spPr>
            <a:xfrm rot="5619930">
              <a:off x="720651" y="1850265"/>
              <a:ext cx="463798" cy="158526"/>
            </a:xfrm>
            <a:prstGeom prst="ellipse">
              <a:avLst/>
            </a:prstGeom>
            <a:gradFill>
              <a:gsLst>
                <a:gs pos="0">
                  <a:srgbClr val="5F6C86">
                    <a:alpha val="32968"/>
                  </a:srgbClr>
                </a:gs>
                <a:gs pos="14286">
                  <a:srgbClr val="5F6C86">
                    <a:alpha val="30764"/>
                  </a:srgbClr>
                </a:gs>
                <a:gs pos="28571">
                  <a:srgbClr val="5F6C86">
                    <a:alpha val="24833"/>
                  </a:srgbClr>
                </a:gs>
                <a:gs pos="42857">
                  <a:srgbClr val="5F6C86">
                    <a:alpha val="17075"/>
                  </a:srgbClr>
                </a:gs>
                <a:gs pos="57143">
                  <a:srgbClr val="5F6C86">
                    <a:alpha val="9855"/>
                  </a:srgbClr>
                </a:gs>
                <a:gs pos="71429">
                  <a:srgbClr val="5F6C86">
                    <a:alpha val="4740"/>
                  </a:srgbClr>
                </a:gs>
                <a:gs pos="85714">
                  <a:srgbClr val="5F6C86">
                    <a:alpha val="1902"/>
                  </a:srgbClr>
                </a:gs>
                <a:gs pos="100000">
                  <a:srgbClr val="5F6C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Splat 965"/>
            <p:cNvSpPr>
              <a:spLocks noGrp="1"/>
            </p:cNvSpPr>
            <p:nvPr/>
          </p:nvSpPr>
          <p:spPr>
            <a:xfrm rot="-8899675">
              <a:off x="3127819" y="2284477"/>
              <a:ext cx="275969" cy="105829"/>
            </a:xfrm>
            <a:prstGeom prst="ellipse">
              <a:avLst/>
            </a:prstGeom>
            <a:gradFill>
              <a:gsLst>
                <a:gs pos="0">
                  <a:srgbClr val="13111F">
                    <a:alpha val="32968"/>
                  </a:srgbClr>
                </a:gs>
                <a:gs pos="14286">
                  <a:srgbClr val="13111F">
                    <a:alpha val="30764"/>
                  </a:srgbClr>
                </a:gs>
                <a:gs pos="28571">
                  <a:srgbClr val="13111F">
                    <a:alpha val="24833"/>
                  </a:srgbClr>
                </a:gs>
                <a:gs pos="42857">
                  <a:srgbClr val="13111F">
                    <a:alpha val="17075"/>
                  </a:srgbClr>
                </a:gs>
                <a:gs pos="57143">
                  <a:srgbClr val="13111F">
                    <a:alpha val="9855"/>
                  </a:srgbClr>
                </a:gs>
                <a:gs pos="71429">
                  <a:srgbClr val="13111F">
                    <a:alpha val="4740"/>
                  </a:srgbClr>
                </a:gs>
                <a:gs pos="85714">
                  <a:srgbClr val="13111F">
                    <a:alpha val="1902"/>
                  </a:srgbClr>
                </a:gs>
                <a:gs pos="100000">
                  <a:srgbClr val="13111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Splat 966"/>
            <p:cNvSpPr>
              <a:spLocks noGrp="1"/>
            </p:cNvSpPr>
            <p:nvPr/>
          </p:nvSpPr>
          <p:spPr>
            <a:xfrm rot="-10255595">
              <a:off x="1811302" y="2007669"/>
              <a:ext cx="487857" cy="183090"/>
            </a:xfrm>
            <a:prstGeom prst="ellipse">
              <a:avLst/>
            </a:prstGeom>
            <a:gradFill>
              <a:gsLst>
                <a:gs pos="0">
                  <a:srgbClr val="7A645D">
                    <a:alpha val="18208"/>
                  </a:srgbClr>
                </a:gs>
                <a:gs pos="14286">
                  <a:srgbClr val="7A645D">
                    <a:alpha val="16868"/>
                  </a:srgbClr>
                </a:gs>
                <a:gs pos="28571">
                  <a:srgbClr val="7A645D">
                    <a:alpha val="13363"/>
                  </a:srgbClr>
                </a:gs>
                <a:gs pos="42857">
                  <a:srgbClr val="7A645D">
                    <a:alpha val="8979"/>
                  </a:srgbClr>
                </a:gs>
                <a:gs pos="57143">
                  <a:srgbClr val="7A645D">
                    <a:alpha val="5080"/>
                  </a:srgbClr>
                </a:gs>
                <a:gs pos="71429">
                  <a:srgbClr val="7A645D">
                    <a:alpha val="2411"/>
                  </a:srgbClr>
                </a:gs>
                <a:gs pos="85714">
                  <a:srgbClr val="7A645D">
                    <a:alpha val="960"/>
                  </a:srgbClr>
                </a:gs>
                <a:gs pos="100000">
                  <a:srgbClr val="7A645D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Splat 967"/>
            <p:cNvSpPr>
              <a:spLocks noGrp="1"/>
            </p:cNvSpPr>
            <p:nvPr/>
          </p:nvSpPr>
          <p:spPr>
            <a:xfrm rot="5827596">
              <a:off x="580423" y="2011784"/>
              <a:ext cx="792555" cy="20715"/>
            </a:xfrm>
            <a:prstGeom prst="ellipse">
              <a:avLst/>
            </a:prstGeom>
            <a:gradFill>
              <a:gsLst>
                <a:gs pos="0">
                  <a:srgbClr val="452B00">
                    <a:alpha val="32968"/>
                  </a:srgbClr>
                </a:gs>
                <a:gs pos="14286">
                  <a:srgbClr val="452B00">
                    <a:alpha val="30764"/>
                  </a:srgbClr>
                </a:gs>
                <a:gs pos="28571">
                  <a:srgbClr val="452B00">
                    <a:alpha val="24833"/>
                  </a:srgbClr>
                </a:gs>
                <a:gs pos="42857">
                  <a:srgbClr val="452B00">
                    <a:alpha val="17075"/>
                  </a:srgbClr>
                </a:gs>
                <a:gs pos="57143">
                  <a:srgbClr val="452B00">
                    <a:alpha val="9855"/>
                  </a:srgbClr>
                </a:gs>
                <a:gs pos="71429">
                  <a:srgbClr val="452B00">
                    <a:alpha val="4740"/>
                  </a:srgbClr>
                </a:gs>
                <a:gs pos="85714">
                  <a:srgbClr val="452B00">
                    <a:alpha val="1902"/>
                  </a:srgbClr>
                </a:gs>
                <a:gs pos="100000">
                  <a:srgbClr val="452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Splat 968"/>
            <p:cNvSpPr>
              <a:spLocks noGrp="1"/>
            </p:cNvSpPr>
            <p:nvPr/>
          </p:nvSpPr>
          <p:spPr>
            <a:xfrm rot="5398041">
              <a:off x="1619012" y="1445755"/>
              <a:ext cx="300619" cy="21455"/>
            </a:xfrm>
            <a:prstGeom prst="ellipse">
              <a:avLst/>
            </a:prstGeom>
            <a:gradFill>
              <a:gsLst>
                <a:gs pos="0">
                  <a:srgbClr val="D1B878">
                    <a:alpha val="32968"/>
                  </a:srgbClr>
                </a:gs>
                <a:gs pos="14286">
                  <a:srgbClr val="D1B878">
                    <a:alpha val="30764"/>
                  </a:srgbClr>
                </a:gs>
                <a:gs pos="28571">
                  <a:srgbClr val="D1B878">
                    <a:alpha val="24833"/>
                  </a:srgbClr>
                </a:gs>
                <a:gs pos="42857">
                  <a:srgbClr val="D1B878">
                    <a:alpha val="17075"/>
                  </a:srgbClr>
                </a:gs>
                <a:gs pos="57143">
                  <a:srgbClr val="D1B878">
                    <a:alpha val="9855"/>
                  </a:srgbClr>
                </a:gs>
                <a:gs pos="71429">
                  <a:srgbClr val="D1B878">
                    <a:alpha val="4740"/>
                  </a:srgbClr>
                </a:gs>
                <a:gs pos="85714">
                  <a:srgbClr val="D1B878">
                    <a:alpha val="1902"/>
                  </a:srgbClr>
                </a:gs>
                <a:gs pos="100000">
                  <a:srgbClr val="D1B8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Splat 969"/>
            <p:cNvSpPr>
              <a:spLocks noGrp="1"/>
            </p:cNvSpPr>
            <p:nvPr/>
          </p:nvSpPr>
          <p:spPr>
            <a:xfrm rot="-8575729">
              <a:off x="114906" y="1559628"/>
              <a:ext cx="210753" cy="148674"/>
            </a:xfrm>
            <a:prstGeom prst="ellipse">
              <a:avLst/>
            </a:prstGeom>
            <a:gradFill>
              <a:gsLst>
                <a:gs pos="0">
                  <a:srgbClr val="485B80">
                    <a:alpha val="32968"/>
                  </a:srgbClr>
                </a:gs>
                <a:gs pos="14286">
                  <a:srgbClr val="485B80">
                    <a:alpha val="30764"/>
                  </a:srgbClr>
                </a:gs>
                <a:gs pos="28571">
                  <a:srgbClr val="485B80">
                    <a:alpha val="24833"/>
                  </a:srgbClr>
                </a:gs>
                <a:gs pos="42857">
                  <a:srgbClr val="485B80">
                    <a:alpha val="17075"/>
                  </a:srgbClr>
                </a:gs>
                <a:gs pos="57143">
                  <a:srgbClr val="485B80">
                    <a:alpha val="9855"/>
                  </a:srgbClr>
                </a:gs>
                <a:gs pos="71429">
                  <a:srgbClr val="485B80">
                    <a:alpha val="4740"/>
                  </a:srgbClr>
                </a:gs>
                <a:gs pos="85714">
                  <a:srgbClr val="485B80">
                    <a:alpha val="1902"/>
                  </a:srgbClr>
                </a:gs>
                <a:gs pos="100000">
                  <a:srgbClr val="485B8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Splat 970"/>
            <p:cNvSpPr>
              <a:spLocks noGrp="1"/>
            </p:cNvSpPr>
            <p:nvPr/>
          </p:nvSpPr>
          <p:spPr>
            <a:xfrm rot="5332250">
              <a:off x="1522073" y="1385869"/>
              <a:ext cx="446347" cy="86432"/>
            </a:xfrm>
            <a:prstGeom prst="ellipse">
              <a:avLst/>
            </a:prstGeom>
            <a:gradFill>
              <a:gsLst>
                <a:gs pos="0">
                  <a:srgbClr val="374A6F">
                    <a:alpha val="32968"/>
                  </a:srgbClr>
                </a:gs>
                <a:gs pos="14286">
                  <a:srgbClr val="374A6F">
                    <a:alpha val="30764"/>
                  </a:srgbClr>
                </a:gs>
                <a:gs pos="28571">
                  <a:srgbClr val="374A6F">
                    <a:alpha val="24833"/>
                  </a:srgbClr>
                </a:gs>
                <a:gs pos="42857">
                  <a:srgbClr val="374A6F">
                    <a:alpha val="17075"/>
                  </a:srgbClr>
                </a:gs>
                <a:gs pos="57143">
                  <a:srgbClr val="374A6F">
                    <a:alpha val="9855"/>
                  </a:srgbClr>
                </a:gs>
                <a:gs pos="71429">
                  <a:srgbClr val="374A6F">
                    <a:alpha val="4740"/>
                  </a:srgbClr>
                </a:gs>
                <a:gs pos="85714">
                  <a:srgbClr val="374A6F">
                    <a:alpha val="1902"/>
                  </a:srgbClr>
                </a:gs>
                <a:gs pos="100000">
                  <a:srgbClr val="374A6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Splat 971"/>
            <p:cNvSpPr>
              <a:spLocks noGrp="1"/>
            </p:cNvSpPr>
            <p:nvPr/>
          </p:nvSpPr>
          <p:spPr>
            <a:xfrm rot="5501694">
              <a:off x="14993" y="773791"/>
              <a:ext cx="920680" cy="27326"/>
            </a:xfrm>
            <a:prstGeom prst="ellipse">
              <a:avLst/>
            </a:prstGeom>
            <a:gradFill>
              <a:gsLst>
                <a:gs pos="0">
                  <a:srgbClr val="000900">
                    <a:alpha val="32968"/>
                  </a:srgbClr>
                </a:gs>
                <a:gs pos="14286">
                  <a:srgbClr val="000900">
                    <a:alpha val="30764"/>
                  </a:srgbClr>
                </a:gs>
                <a:gs pos="28571">
                  <a:srgbClr val="000900">
                    <a:alpha val="24833"/>
                  </a:srgbClr>
                </a:gs>
                <a:gs pos="42857">
                  <a:srgbClr val="000900">
                    <a:alpha val="17075"/>
                  </a:srgbClr>
                </a:gs>
                <a:gs pos="57143">
                  <a:srgbClr val="000900">
                    <a:alpha val="9855"/>
                  </a:srgbClr>
                </a:gs>
                <a:gs pos="71429">
                  <a:srgbClr val="000900">
                    <a:alpha val="4740"/>
                  </a:srgbClr>
                </a:gs>
                <a:gs pos="85714">
                  <a:srgbClr val="000900">
                    <a:alpha val="1902"/>
                  </a:srgbClr>
                </a:gs>
                <a:gs pos="100000">
                  <a:srgbClr val="000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Splat 972"/>
            <p:cNvSpPr>
              <a:spLocks noGrp="1"/>
            </p:cNvSpPr>
            <p:nvPr/>
          </p:nvSpPr>
          <p:spPr>
            <a:xfrm rot="8848244">
              <a:off x="117900" y="1291838"/>
              <a:ext cx="453924" cy="18462"/>
            </a:xfrm>
            <a:prstGeom prst="ellipse">
              <a:avLst/>
            </a:prstGeom>
            <a:gradFill>
              <a:gsLst>
                <a:gs pos="0">
                  <a:srgbClr val="60AAFF">
                    <a:alpha val="8284"/>
                  </a:srgbClr>
                </a:gs>
                <a:gs pos="14286">
                  <a:srgbClr val="60AAFF">
                    <a:alpha val="7641"/>
                  </a:srgbClr>
                </a:gs>
                <a:gs pos="28571">
                  <a:srgbClr val="60AAFF">
                    <a:alpha val="5985"/>
                  </a:srgbClr>
                </a:gs>
                <a:gs pos="42857">
                  <a:srgbClr val="60AAFF">
                    <a:alpha val="3967"/>
                  </a:srgbClr>
                </a:gs>
                <a:gs pos="57143">
                  <a:srgbClr val="60AAFF">
                    <a:alpha val="2218"/>
                  </a:srgbClr>
                </a:gs>
                <a:gs pos="71429">
                  <a:srgbClr val="60AAFF">
                    <a:alpha val="1044"/>
                  </a:srgbClr>
                </a:gs>
                <a:gs pos="85714">
                  <a:srgbClr val="60AAFF">
                    <a:alpha val="414"/>
                  </a:srgbClr>
                </a:gs>
                <a:gs pos="100000">
                  <a:srgbClr val="60AAFF">
                    <a:alpha val="1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Splat 973"/>
            <p:cNvSpPr>
              <a:spLocks noGrp="1"/>
            </p:cNvSpPr>
            <p:nvPr/>
          </p:nvSpPr>
          <p:spPr>
            <a:xfrm rot="5280294">
              <a:off x="1588645" y="955216"/>
              <a:ext cx="650695" cy="34263"/>
            </a:xfrm>
            <a:prstGeom prst="ellipse">
              <a:avLst/>
            </a:prstGeom>
            <a:gradFill>
              <a:gsLst>
                <a:gs pos="0">
                  <a:srgbClr val="003466">
                    <a:alpha val="32968"/>
                  </a:srgbClr>
                </a:gs>
                <a:gs pos="14286">
                  <a:srgbClr val="003466">
                    <a:alpha val="30764"/>
                  </a:srgbClr>
                </a:gs>
                <a:gs pos="28571">
                  <a:srgbClr val="003466">
                    <a:alpha val="24833"/>
                  </a:srgbClr>
                </a:gs>
                <a:gs pos="42857">
                  <a:srgbClr val="003466">
                    <a:alpha val="17075"/>
                  </a:srgbClr>
                </a:gs>
                <a:gs pos="57143">
                  <a:srgbClr val="003466">
                    <a:alpha val="9855"/>
                  </a:srgbClr>
                </a:gs>
                <a:gs pos="71429">
                  <a:srgbClr val="003466">
                    <a:alpha val="4740"/>
                  </a:srgbClr>
                </a:gs>
                <a:gs pos="85714">
                  <a:srgbClr val="003466">
                    <a:alpha val="1902"/>
                  </a:srgbClr>
                </a:gs>
                <a:gs pos="100000">
                  <a:srgbClr val="00346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Splat 974"/>
            <p:cNvSpPr>
              <a:spLocks noGrp="1"/>
            </p:cNvSpPr>
            <p:nvPr/>
          </p:nvSpPr>
          <p:spPr>
            <a:xfrm rot="5426935">
              <a:off x="1662073" y="1096172"/>
              <a:ext cx="554281" cy="120048"/>
            </a:xfrm>
            <a:prstGeom prst="ellipse">
              <a:avLst/>
            </a:prstGeom>
            <a:gradFill>
              <a:gsLst>
                <a:gs pos="0">
                  <a:srgbClr val="5470A6">
                    <a:alpha val="6405"/>
                  </a:srgbClr>
                </a:gs>
                <a:gs pos="14286">
                  <a:srgbClr val="5470A6">
                    <a:alpha val="5903"/>
                  </a:srgbClr>
                </a:gs>
                <a:gs pos="28571">
                  <a:srgbClr val="5470A6">
                    <a:alpha val="4614"/>
                  </a:srgbClr>
                </a:gs>
                <a:gs pos="42857">
                  <a:srgbClr val="5470A6">
                    <a:alpha val="3051"/>
                  </a:srgbClr>
                </a:gs>
                <a:gs pos="57143">
                  <a:srgbClr val="5470A6">
                    <a:alpha val="1702"/>
                  </a:srgbClr>
                </a:gs>
                <a:gs pos="71429">
                  <a:srgbClr val="5470A6">
                    <a:alpha val="800"/>
                  </a:srgbClr>
                </a:gs>
                <a:gs pos="85714">
                  <a:srgbClr val="5470A6">
                    <a:alpha val="317"/>
                  </a:srgbClr>
                </a:gs>
                <a:gs pos="100000">
                  <a:srgbClr val="5470A6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Splat 975"/>
            <p:cNvSpPr>
              <a:spLocks noGrp="1"/>
            </p:cNvSpPr>
            <p:nvPr/>
          </p:nvSpPr>
          <p:spPr>
            <a:xfrm rot="5354711">
              <a:off x="822633" y="1422543"/>
              <a:ext cx="654607" cy="43860"/>
            </a:xfrm>
            <a:prstGeom prst="ellipse">
              <a:avLst/>
            </a:prstGeom>
            <a:gradFill>
              <a:gsLst>
                <a:gs pos="0">
                  <a:srgbClr val="3D3000">
                    <a:alpha val="32968"/>
                  </a:srgbClr>
                </a:gs>
                <a:gs pos="14286">
                  <a:srgbClr val="3D3000">
                    <a:alpha val="30764"/>
                  </a:srgbClr>
                </a:gs>
                <a:gs pos="28571">
                  <a:srgbClr val="3D3000">
                    <a:alpha val="24833"/>
                  </a:srgbClr>
                </a:gs>
                <a:gs pos="42857">
                  <a:srgbClr val="3D3000">
                    <a:alpha val="17075"/>
                  </a:srgbClr>
                </a:gs>
                <a:gs pos="57143">
                  <a:srgbClr val="3D3000">
                    <a:alpha val="9855"/>
                  </a:srgbClr>
                </a:gs>
                <a:gs pos="71429">
                  <a:srgbClr val="3D3000">
                    <a:alpha val="4740"/>
                  </a:srgbClr>
                </a:gs>
                <a:gs pos="85714">
                  <a:srgbClr val="3D3000">
                    <a:alpha val="1902"/>
                  </a:srgbClr>
                </a:gs>
                <a:gs pos="100000">
                  <a:srgbClr val="3D3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Splat 976"/>
            <p:cNvSpPr>
              <a:spLocks noGrp="1"/>
            </p:cNvSpPr>
            <p:nvPr/>
          </p:nvSpPr>
          <p:spPr>
            <a:xfrm rot="5775350">
              <a:off x="134250" y="2180328"/>
              <a:ext cx="575693" cy="19792"/>
            </a:xfrm>
            <a:prstGeom prst="ellipse">
              <a:avLst/>
            </a:prstGeom>
            <a:gradFill>
              <a:gsLst>
                <a:gs pos="0">
                  <a:srgbClr val="D49000">
                    <a:alpha val="32968"/>
                  </a:srgbClr>
                </a:gs>
                <a:gs pos="14286">
                  <a:srgbClr val="D49000">
                    <a:alpha val="30764"/>
                  </a:srgbClr>
                </a:gs>
                <a:gs pos="28571">
                  <a:srgbClr val="D49000">
                    <a:alpha val="24833"/>
                  </a:srgbClr>
                </a:gs>
                <a:gs pos="42857">
                  <a:srgbClr val="D49000">
                    <a:alpha val="17075"/>
                  </a:srgbClr>
                </a:gs>
                <a:gs pos="57143">
                  <a:srgbClr val="D49000">
                    <a:alpha val="9855"/>
                  </a:srgbClr>
                </a:gs>
                <a:gs pos="71429">
                  <a:srgbClr val="D49000">
                    <a:alpha val="4740"/>
                  </a:srgbClr>
                </a:gs>
                <a:gs pos="85714">
                  <a:srgbClr val="D49000">
                    <a:alpha val="1902"/>
                  </a:srgbClr>
                </a:gs>
                <a:gs pos="100000">
                  <a:srgbClr val="D49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Splat 977"/>
            <p:cNvSpPr>
              <a:spLocks noGrp="1"/>
            </p:cNvSpPr>
            <p:nvPr/>
          </p:nvSpPr>
          <p:spPr>
            <a:xfrm rot="5146777">
              <a:off x="2134650" y="2167403"/>
              <a:ext cx="476666" cy="169991"/>
            </a:xfrm>
            <a:prstGeom prst="ellipse">
              <a:avLst/>
            </a:prstGeom>
            <a:gradFill>
              <a:gsLst>
                <a:gs pos="0">
                  <a:srgbClr val="312C38">
                    <a:alpha val="29456"/>
                  </a:srgbClr>
                </a:gs>
                <a:gs pos="14286">
                  <a:srgbClr val="312C38">
                    <a:alpha val="27437"/>
                  </a:srgbClr>
                </a:gs>
                <a:gs pos="28571">
                  <a:srgbClr val="312C38">
                    <a:alpha val="22043"/>
                  </a:srgbClr>
                </a:gs>
                <a:gs pos="42857">
                  <a:srgbClr val="312C38">
                    <a:alpha val="15069"/>
                  </a:srgbClr>
                </a:gs>
                <a:gs pos="57143">
                  <a:srgbClr val="312C38">
                    <a:alpha val="8653"/>
                  </a:srgbClr>
                </a:gs>
                <a:gs pos="71429">
                  <a:srgbClr val="312C38">
                    <a:alpha val="4148"/>
                  </a:srgbClr>
                </a:gs>
                <a:gs pos="85714">
                  <a:srgbClr val="312C38">
                    <a:alpha val="1661"/>
                  </a:srgbClr>
                </a:gs>
                <a:gs pos="100000">
                  <a:srgbClr val="312C38">
                    <a:alpha val="5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Splat 978"/>
            <p:cNvSpPr>
              <a:spLocks noGrp="1"/>
            </p:cNvSpPr>
            <p:nvPr/>
          </p:nvSpPr>
          <p:spPr>
            <a:xfrm rot="5801955">
              <a:off x="627665" y="1855027"/>
              <a:ext cx="733044" cy="20110"/>
            </a:xfrm>
            <a:prstGeom prst="ellipse">
              <a:avLst/>
            </a:prstGeom>
            <a:gradFill>
              <a:gsLst>
                <a:gs pos="0">
                  <a:srgbClr val="2D2A00">
                    <a:alpha val="32968"/>
                  </a:srgbClr>
                </a:gs>
                <a:gs pos="14286">
                  <a:srgbClr val="2D2A00">
                    <a:alpha val="30764"/>
                  </a:srgbClr>
                </a:gs>
                <a:gs pos="28571">
                  <a:srgbClr val="2D2A00">
                    <a:alpha val="24833"/>
                  </a:srgbClr>
                </a:gs>
                <a:gs pos="42857">
                  <a:srgbClr val="2D2A00">
                    <a:alpha val="17075"/>
                  </a:srgbClr>
                </a:gs>
                <a:gs pos="57143">
                  <a:srgbClr val="2D2A00">
                    <a:alpha val="9855"/>
                  </a:srgbClr>
                </a:gs>
                <a:gs pos="71429">
                  <a:srgbClr val="2D2A00">
                    <a:alpha val="4740"/>
                  </a:srgbClr>
                </a:gs>
                <a:gs pos="85714">
                  <a:srgbClr val="2D2A00">
                    <a:alpha val="1902"/>
                  </a:srgbClr>
                </a:gs>
                <a:gs pos="100000">
                  <a:srgbClr val="2D2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Splat 979"/>
            <p:cNvSpPr>
              <a:spLocks noGrp="1"/>
            </p:cNvSpPr>
            <p:nvPr/>
          </p:nvSpPr>
          <p:spPr>
            <a:xfrm rot="4750746">
              <a:off x="1033451" y="2167714"/>
              <a:ext cx="360561" cy="140437"/>
            </a:xfrm>
            <a:prstGeom prst="ellipse">
              <a:avLst/>
            </a:prstGeom>
            <a:gradFill>
              <a:gsLst>
                <a:gs pos="0">
                  <a:srgbClr val="4A3336">
                    <a:alpha val="27778"/>
                  </a:srgbClr>
                </a:gs>
                <a:gs pos="14286">
                  <a:srgbClr val="4A3336">
                    <a:alpha val="25852"/>
                  </a:srgbClr>
                </a:gs>
                <a:gs pos="28571">
                  <a:srgbClr val="4A3336">
                    <a:alpha val="20724"/>
                  </a:srgbClr>
                </a:gs>
                <a:gs pos="42857">
                  <a:srgbClr val="4A3336">
                    <a:alpha val="14129"/>
                  </a:srgbClr>
                </a:gs>
                <a:gs pos="57143">
                  <a:srgbClr val="4A3336">
                    <a:alpha val="8094"/>
                  </a:srgbClr>
                </a:gs>
                <a:gs pos="71429">
                  <a:srgbClr val="4A3336">
                    <a:alpha val="3874"/>
                  </a:srgbClr>
                </a:gs>
                <a:gs pos="85714">
                  <a:srgbClr val="4A3336">
                    <a:alpha val="1550"/>
                  </a:srgbClr>
                </a:gs>
                <a:gs pos="100000">
                  <a:srgbClr val="4A3336">
                    <a:alpha val="5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Splat 980"/>
            <p:cNvSpPr>
              <a:spLocks noGrp="1"/>
            </p:cNvSpPr>
            <p:nvPr/>
          </p:nvSpPr>
          <p:spPr>
            <a:xfrm rot="-8611137">
              <a:off x="1720206" y="776493"/>
              <a:ext cx="256348" cy="50417"/>
            </a:xfrm>
            <a:prstGeom prst="ellipse">
              <a:avLst/>
            </a:prstGeom>
            <a:gradFill>
              <a:gsLst>
                <a:gs pos="0">
                  <a:srgbClr val="5D5951">
                    <a:alpha val="32533"/>
                  </a:srgbClr>
                </a:gs>
                <a:gs pos="14286">
                  <a:srgbClr val="5D5951">
                    <a:alpha val="30351"/>
                  </a:srgbClr>
                </a:gs>
                <a:gs pos="28571">
                  <a:srgbClr val="5D5951">
                    <a:alpha val="24485"/>
                  </a:srgbClr>
                </a:gs>
                <a:gs pos="42857">
                  <a:srgbClr val="5D5951">
                    <a:alpha val="16824"/>
                  </a:srgbClr>
                </a:gs>
                <a:gs pos="57143">
                  <a:srgbClr val="5D5951">
                    <a:alpha val="9703"/>
                  </a:srgbClr>
                </a:gs>
                <a:gs pos="71429">
                  <a:srgbClr val="5D5951">
                    <a:alpha val="4666"/>
                  </a:srgbClr>
                </a:gs>
                <a:gs pos="85714">
                  <a:srgbClr val="5D5951">
                    <a:alpha val="1872"/>
                  </a:srgbClr>
                </a:gs>
                <a:gs pos="100000">
                  <a:srgbClr val="5D5951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Splat 981"/>
            <p:cNvSpPr>
              <a:spLocks noGrp="1"/>
            </p:cNvSpPr>
            <p:nvPr/>
          </p:nvSpPr>
          <p:spPr>
            <a:xfrm rot="10650636">
              <a:off x="967360" y="2402512"/>
              <a:ext cx="401305" cy="14960"/>
            </a:xfrm>
            <a:prstGeom prst="ellipse">
              <a:avLst/>
            </a:prstGeom>
            <a:gradFill>
              <a:gsLst>
                <a:gs pos="0">
                  <a:srgbClr val="001D37">
                    <a:alpha val="32968"/>
                  </a:srgbClr>
                </a:gs>
                <a:gs pos="14286">
                  <a:srgbClr val="001D37">
                    <a:alpha val="30764"/>
                  </a:srgbClr>
                </a:gs>
                <a:gs pos="28571">
                  <a:srgbClr val="001D37">
                    <a:alpha val="24833"/>
                  </a:srgbClr>
                </a:gs>
                <a:gs pos="42857">
                  <a:srgbClr val="001D37">
                    <a:alpha val="17075"/>
                  </a:srgbClr>
                </a:gs>
                <a:gs pos="57143">
                  <a:srgbClr val="001D37">
                    <a:alpha val="9855"/>
                  </a:srgbClr>
                </a:gs>
                <a:gs pos="71429">
                  <a:srgbClr val="001D37">
                    <a:alpha val="4740"/>
                  </a:srgbClr>
                </a:gs>
                <a:gs pos="85714">
                  <a:srgbClr val="001D37">
                    <a:alpha val="1902"/>
                  </a:srgbClr>
                </a:gs>
                <a:gs pos="100000">
                  <a:srgbClr val="001D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Splat 982"/>
            <p:cNvSpPr>
              <a:spLocks noGrp="1"/>
            </p:cNvSpPr>
            <p:nvPr/>
          </p:nvSpPr>
          <p:spPr>
            <a:xfrm rot="10595065">
              <a:off x="64056" y="2271319"/>
              <a:ext cx="573658" cy="76383"/>
            </a:xfrm>
            <a:prstGeom prst="ellipse">
              <a:avLst/>
            </a:prstGeom>
            <a:gradFill>
              <a:gsLst>
                <a:gs pos="0">
                  <a:srgbClr val="211600">
                    <a:alpha val="14633"/>
                  </a:srgbClr>
                </a:gs>
                <a:gs pos="14286">
                  <a:srgbClr val="211600">
                    <a:alpha val="13533"/>
                  </a:srgbClr>
                </a:gs>
                <a:gs pos="28571">
                  <a:srgbClr val="211600">
                    <a:alpha val="10676"/>
                  </a:srgbClr>
                </a:gs>
                <a:gs pos="42857">
                  <a:srgbClr val="211600">
                    <a:alpha val="7138"/>
                  </a:srgbClr>
                </a:gs>
                <a:gs pos="57143">
                  <a:srgbClr val="211600">
                    <a:alpha val="4020"/>
                  </a:srgbClr>
                </a:gs>
                <a:gs pos="71429">
                  <a:srgbClr val="211600">
                    <a:alpha val="1902"/>
                  </a:srgbClr>
                </a:gs>
                <a:gs pos="85714">
                  <a:srgbClr val="211600">
                    <a:alpha val="757"/>
                  </a:srgbClr>
                </a:gs>
                <a:gs pos="100000">
                  <a:srgbClr val="211600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Splat 983"/>
            <p:cNvSpPr>
              <a:spLocks noGrp="1"/>
            </p:cNvSpPr>
            <p:nvPr/>
          </p:nvSpPr>
          <p:spPr>
            <a:xfrm rot="5862018">
              <a:off x="-180715" y="764072"/>
              <a:ext cx="767167" cy="6574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Splat 984"/>
            <p:cNvSpPr>
              <a:spLocks noGrp="1"/>
            </p:cNvSpPr>
            <p:nvPr/>
          </p:nvSpPr>
          <p:spPr>
            <a:xfrm rot="10788812">
              <a:off x="2162703" y="2299551"/>
              <a:ext cx="288543" cy="76164"/>
            </a:xfrm>
            <a:prstGeom prst="ellipse">
              <a:avLst/>
            </a:prstGeom>
            <a:gradFill>
              <a:gsLst>
                <a:gs pos="0">
                  <a:srgbClr val="745D4F">
                    <a:alpha val="31278"/>
                  </a:srgbClr>
                </a:gs>
                <a:gs pos="14286">
                  <a:srgbClr val="745D4F">
                    <a:alpha val="29161"/>
                  </a:srgbClr>
                </a:gs>
                <a:gs pos="28571">
                  <a:srgbClr val="745D4F">
                    <a:alpha val="23486"/>
                  </a:srgbClr>
                </a:gs>
                <a:gs pos="42857">
                  <a:srgbClr val="745D4F">
                    <a:alpha val="16103"/>
                  </a:srgbClr>
                </a:gs>
                <a:gs pos="57143">
                  <a:srgbClr val="745D4F">
                    <a:alpha val="9271"/>
                  </a:srgbClr>
                </a:gs>
                <a:gs pos="71429">
                  <a:srgbClr val="745D4F">
                    <a:alpha val="4452"/>
                  </a:srgbClr>
                </a:gs>
                <a:gs pos="85714">
                  <a:srgbClr val="745D4F">
                    <a:alpha val="1785"/>
                  </a:srgbClr>
                </a:gs>
                <a:gs pos="100000">
                  <a:srgbClr val="745D4F">
                    <a:alpha val="6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Splat 985"/>
            <p:cNvSpPr>
              <a:spLocks noGrp="1"/>
            </p:cNvSpPr>
            <p:nvPr/>
          </p:nvSpPr>
          <p:spPr>
            <a:xfrm rot="5786416">
              <a:off x="634411" y="1612223"/>
              <a:ext cx="780096" cy="22114"/>
            </a:xfrm>
            <a:prstGeom prst="ellipse">
              <a:avLst/>
            </a:prstGeom>
            <a:gradFill>
              <a:gsLst>
                <a:gs pos="0">
                  <a:srgbClr val="2E1E00">
                    <a:alpha val="32968"/>
                  </a:srgbClr>
                </a:gs>
                <a:gs pos="14286">
                  <a:srgbClr val="2E1E00">
                    <a:alpha val="30764"/>
                  </a:srgbClr>
                </a:gs>
                <a:gs pos="28571">
                  <a:srgbClr val="2E1E00">
                    <a:alpha val="24833"/>
                  </a:srgbClr>
                </a:gs>
                <a:gs pos="42857">
                  <a:srgbClr val="2E1E00">
                    <a:alpha val="17075"/>
                  </a:srgbClr>
                </a:gs>
                <a:gs pos="57143">
                  <a:srgbClr val="2E1E00">
                    <a:alpha val="9855"/>
                  </a:srgbClr>
                </a:gs>
                <a:gs pos="71429">
                  <a:srgbClr val="2E1E00">
                    <a:alpha val="4740"/>
                  </a:srgbClr>
                </a:gs>
                <a:gs pos="85714">
                  <a:srgbClr val="2E1E00">
                    <a:alpha val="1902"/>
                  </a:srgbClr>
                </a:gs>
                <a:gs pos="100000">
                  <a:srgbClr val="2E1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Splat 986"/>
            <p:cNvSpPr>
              <a:spLocks noGrp="1"/>
            </p:cNvSpPr>
            <p:nvPr/>
          </p:nvSpPr>
          <p:spPr>
            <a:xfrm rot="5514121">
              <a:off x="1428561" y="895698"/>
              <a:ext cx="673369" cy="215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Splat 987"/>
            <p:cNvSpPr>
              <a:spLocks noGrp="1"/>
            </p:cNvSpPr>
            <p:nvPr/>
          </p:nvSpPr>
          <p:spPr>
            <a:xfrm rot="5532342">
              <a:off x="922992" y="1999662"/>
              <a:ext cx="397376" cy="30826"/>
            </a:xfrm>
            <a:prstGeom prst="ellipse">
              <a:avLst/>
            </a:prstGeom>
            <a:gradFill>
              <a:gsLst>
                <a:gs pos="0">
                  <a:srgbClr val="250600">
                    <a:alpha val="32968"/>
                  </a:srgbClr>
                </a:gs>
                <a:gs pos="14286">
                  <a:srgbClr val="250600">
                    <a:alpha val="30764"/>
                  </a:srgbClr>
                </a:gs>
                <a:gs pos="28571">
                  <a:srgbClr val="250600">
                    <a:alpha val="24833"/>
                  </a:srgbClr>
                </a:gs>
                <a:gs pos="42857">
                  <a:srgbClr val="250600">
                    <a:alpha val="17075"/>
                  </a:srgbClr>
                </a:gs>
                <a:gs pos="57143">
                  <a:srgbClr val="250600">
                    <a:alpha val="9855"/>
                  </a:srgbClr>
                </a:gs>
                <a:gs pos="71429">
                  <a:srgbClr val="250600">
                    <a:alpha val="4740"/>
                  </a:srgbClr>
                </a:gs>
                <a:gs pos="85714">
                  <a:srgbClr val="250600">
                    <a:alpha val="1902"/>
                  </a:srgbClr>
                </a:gs>
                <a:gs pos="100000">
                  <a:srgbClr val="250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Splat 988"/>
            <p:cNvSpPr>
              <a:spLocks noGrp="1"/>
            </p:cNvSpPr>
            <p:nvPr/>
          </p:nvSpPr>
          <p:spPr>
            <a:xfrm rot="6442654">
              <a:off x="1974634" y="2051848"/>
              <a:ext cx="289760" cy="52700"/>
            </a:xfrm>
            <a:prstGeom prst="ellipse">
              <a:avLst/>
            </a:prstGeom>
            <a:gradFill>
              <a:gsLst>
                <a:gs pos="0">
                  <a:srgbClr val="E39761">
                    <a:alpha val="32968"/>
                  </a:srgbClr>
                </a:gs>
                <a:gs pos="14286">
                  <a:srgbClr val="E39761">
                    <a:alpha val="30764"/>
                  </a:srgbClr>
                </a:gs>
                <a:gs pos="28571">
                  <a:srgbClr val="E39761">
                    <a:alpha val="24833"/>
                  </a:srgbClr>
                </a:gs>
                <a:gs pos="42857">
                  <a:srgbClr val="E39761">
                    <a:alpha val="17075"/>
                  </a:srgbClr>
                </a:gs>
                <a:gs pos="57143">
                  <a:srgbClr val="E39761">
                    <a:alpha val="9855"/>
                  </a:srgbClr>
                </a:gs>
                <a:gs pos="71429">
                  <a:srgbClr val="E39761">
                    <a:alpha val="4740"/>
                  </a:srgbClr>
                </a:gs>
                <a:gs pos="85714">
                  <a:srgbClr val="E39761">
                    <a:alpha val="1902"/>
                  </a:srgbClr>
                </a:gs>
                <a:gs pos="100000">
                  <a:srgbClr val="E3976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Splat 989"/>
            <p:cNvSpPr>
              <a:spLocks noGrp="1"/>
            </p:cNvSpPr>
            <p:nvPr/>
          </p:nvSpPr>
          <p:spPr>
            <a:xfrm rot="5335548">
              <a:off x="844719" y="1671649"/>
              <a:ext cx="664740" cy="73129"/>
            </a:xfrm>
            <a:prstGeom prst="ellipse">
              <a:avLst/>
            </a:prstGeom>
            <a:gradFill>
              <a:gsLst>
                <a:gs pos="0">
                  <a:srgbClr val="4C608A">
                    <a:alpha val="31449"/>
                  </a:srgbClr>
                </a:gs>
                <a:gs pos="14286">
                  <a:srgbClr val="4C608A">
                    <a:alpha val="29323"/>
                  </a:srgbClr>
                </a:gs>
                <a:gs pos="28571">
                  <a:srgbClr val="4C608A">
                    <a:alpha val="23621"/>
                  </a:srgbClr>
                </a:gs>
                <a:gs pos="42857">
                  <a:srgbClr val="4C608A">
                    <a:alpha val="16201"/>
                  </a:srgbClr>
                </a:gs>
                <a:gs pos="57143">
                  <a:srgbClr val="4C608A">
                    <a:alpha val="9329"/>
                  </a:srgbClr>
                </a:gs>
                <a:gs pos="71429">
                  <a:srgbClr val="4C608A">
                    <a:alpha val="4481"/>
                  </a:srgbClr>
                </a:gs>
                <a:gs pos="85714">
                  <a:srgbClr val="4C608A">
                    <a:alpha val="1796"/>
                  </a:srgbClr>
                </a:gs>
                <a:gs pos="100000">
                  <a:srgbClr val="4C608A">
                    <a:alpha val="6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Splat 990"/>
            <p:cNvSpPr>
              <a:spLocks noGrp="1"/>
            </p:cNvSpPr>
            <p:nvPr/>
          </p:nvSpPr>
          <p:spPr>
            <a:xfrm rot="5233172">
              <a:off x="2290974" y="949501"/>
              <a:ext cx="524236" cy="26659"/>
            </a:xfrm>
            <a:prstGeom prst="ellipse">
              <a:avLst/>
            </a:prstGeom>
            <a:gradFill>
              <a:gsLst>
                <a:gs pos="0">
                  <a:srgbClr val="FFFBF8">
                    <a:alpha val="32968"/>
                  </a:srgbClr>
                </a:gs>
                <a:gs pos="14286">
                  <a:srgbClr val="FFFBF8">
                    <a:alpha val="30764"/>
                  </a:srgbClr>
                </a:gs>
                <a:gs pos="28571">
                  <a:srgbClr val="FFFBF8">
                    <a:alpha val="24833"/>
                  </a:srgbClr>
                </a:gs>
                <a:gs pos="42857">
                  <a:srgbClr val="FFFBF8">
                    <a:alpha val="17075"/>
                  </a:srgbClr>
                </a:gs>
                <a:gs pos="57143">
                  <a:srgbClr val="FFFBF8">
                    <a:alpha val="9855"/>
                  </a:srgbClr>
                </a:gs>
                <a:gs pos="71429">
                  <a:srgbClr val="FFFBF8">
                    <a:alpha val="4740"/>
                  </a:srgbClr>
                </a:gs>
                <a:gs pos="85714">
                  <a:srgbClr val="FFFBF8">
                    <a:alpha val="1902"/>
                  </a:srgbClr>
                </a:gs>
                <a:gs pos="100000">
                  <a:srgbClr val="FFFB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Splat 991"/>
            <p:cNvSpPr>
              <a:spLocks noGrp="1"/>
            </p:cNvSpPr>
            <p:nvPr/>
          </p:nvSpPr>
          <p:spPr>
            <a:xfrm rot="-10723604">
              <a:off x="1225480" y="2418359"/>
              <a:ext cx="339827" cy="20928"/>
            </a:xfrm>
            <a:prstGeom prst="ellipse">
              <a:avLst/>
            </a:prstGeom>
            <a:gradFill>
              <a:gsLst>
                <a:gs pos="0">
                  <a:srgbClr val="C08300">
                    <a:alpha val="32968"/>
                  </a:srgbClr>
                </a:gs>
                <a:gs pos="14286">
                  <a:srgbClr val="C08300">
                    <a:alpha val="30764"/>
                  </a:srgbClr>
                </a:gs>
                <a:gs pos="28571">
                  <a:srgbClr val="C08300">
                    <a:alpha val="24833"/>
                  </a:srgbClr>
                </a:gs>
                <a:gs pos="42857">
                  <a:srgbClr val="C08300">
                    <a:alpha val="17075"/>
                  </a:srgbClr>
                </a:gs>
                <a:gs pos="57143">
                  <a:srgbClr val="C08300">
                    <a:alpha val="9855"/>
                  </a:srgbClr>
                </a:gs>
                <a:gs pos="71429">
                  <a:srgbClr val="C08300">
                    <a:alpha val="4740"/>
                  </a:srgbClr>
                </a:gs>
                <a:gs pos="85714">
                  <a:srgbClr val="C08300">
                    <a:alpha val="1902"/>
                  </a:srgbClr>
                </a:gs>
                <a:gs pos="100000">
                  <a:srgbClr val="C08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Splat 992"/>
            <p:cNvSpPr>
              <a:spLocks noGrp="1"/>
            </p:cNvSpPr>
            <p:nvPr/>
          </p:nvSpPr>
          <p:spPr>
            <a:xfrm rot="-10737486">
              <a:off x="935826" y="1916796"/>
              <a:ext cx="254815" cy="45890"/>
            </a:xfrm>
            <a:prstGeom prst="ellipse">
              <a:avLst/>
            </a:prstGeom>
            <a:gradFill>
              <a:gsLst>
                <a:gs pos="0">
                  <a:srgbClr val="3D2E00">
                    <a:alpha val="32968"/>
                  </a:srgbClr>
                </a:gs>
                <a:gs pos="14286">
                  <a:srgbClr val="3D2E00">
                    <a:alpha val="30764"/>
                  </a:srgbClr>
                </a:gs>
                <a:gs pos="28571">
                  <a:srgbClr val="3D2E00">
                    <a:alpha val="24833"/>
                  </a:srgbClr>
                </a:gs>
                <a:gs pos="42857">
                  <a:srgbClr val="3D2E00">
                    <a:alpha val="17075"/>
                  </a:srgbClr>
                </a:gs>
                <a:gs pos="57143">
                  <a:srgbClr val="3D2E00">
                    <a:alpha val="9855"/>
                  </a:srgbClr>
                </a:gs>
                <a:gs pos="71429">
                  <a:srgbClr val="3D2E00">
                    <a:alpha val="4740"/>
                  </a:srgbClr>
                </a:gs>
                <a:gs pos="85714">
                  <a:srgbClr val="3D2E00">
                    <a:alpha val="1902"/>
                  </a:srgbClr>
                </a:gs>
                <a:gs pos="100000">
                  <a:srgbClr val="3D2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Splat 993"/>
            <p:cNvSpPr>
              <a:spLocks noGrp="1"/>
            </p:cNvSpPr>
            <p:nvPr/>
          </p:nvSpPr>
          <p:spPr>
            <a:xfrm rot="8939939">
              <a:off x="3129854" y="2096824"/>
              <a:ext cx="629158" cy="17484"/>
            </a:xfrm>
            <a:prstGeom prst="ellipse">
              <a:avLst/>
            </a:prstGeom>
            <a:gradFill>
              <a:gsLst>
                <a:gs pos="0">
                  <a:srgbClr val="C3AD6B">
                    <a:alpha val="32968"/>
                  </a:srgbClr>
                </a:gs>
                <a:gs pos="14286">
                  <a:srgbClr val="C3AD6B">
                    <a:alpha val="30764"/>
                  </a:srgbClr>
                </a:gs>
                <a:gs pos="28571">
                  <a:srgbClr val="C3AD6B">
                    <a:alpha val="24833"/>
                  </a:srgbClr>
                </a:gs>
                <a:gs pos="42857">
                  <a:srgbClr val="C3AD6B">
                    <a:alpha val="17075"/>
                  </a:srgbClr>
                </a:gs>
                <a:gs pos="57143">
                  <a:srgbClr val="C3AD6B">
                    <a:alpha val="9855"/>
                  </a:srgbClr>
                </a:gs>
                <a:gs pos="71429">
                  <a:srgbClr val="C3AD6B">
                    <a:alpha val="4740"/>
                  </a:srgbClr>
                </a:gs>
                <a:gs pos="85714">
                  <a:srgbClr val="C3AD6B">
                    <a:alpha val="1902"/>
                  </a:srgbClr>
                </a:gs>
                <a:gs pos="100000">
                  <a:srgbClr val="C3AD6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Splat 994"/>
            <p:cNvSpPr>
              <a:spLocks noGrp="1"/>
            </p:cNvSpPr>
            <p:nvPr/>
          </p:nvSpPr>
          <p:spPr>
            <a:xfrm rot="5477445">
              <a:off x="775295" y="1574874"/>
              <a:ext cx="716835" cy="20442"/>
            </a:xfrm>
            <a:prstGeom prst="ellipse">
              <a:avLst/>
            </a:prstGeom>
            <a:gradFill>
              <a:gsLst>
                <a:gs pos="0">
                  <a:srgbClr val="291E00">
                    <a:alpha val="32968"/>
                  </a:srgbClr>
                </a:gs>
                <a:gs pos="14286">
                  <a:srgbClr val="291E00">
                    <a:alpha val="30764"/>
                  </a:srgbClr>
                </a:gs>
                <a:gs pos="28571">
                  <a:srgbClr val="291E00">
                    <a:alpha val="24833"/>
                  </a:srgbClr>
                </a:gs>
                <a:gs pos="42857">
                  <a:srgbClr val="291E00">
                    <a:alpha val="17075"/>
                  </a:srgbClr>
                </a:gs>
                <a:gs pos="57143">
                  <a:srgbClr val="291E00">
                    <a:alpha val="9855"/>
                  </a:srgbClr>
                </a:gs>
                <a:gs pos="71429">
                  <a:srgbClr val="291E00">
                    <a:alpha val="4740"/>
                  </a:srgbClr>
                </a:gs>
                <a:gs pos="85714">
                  <a:srgbClr val="291E00">
                    <a:alpha val="1902"/>
                  </a:srgbClr>
                </a:gs>
                <a:gs pos="100000">
                  <a:srgbClr val="291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Splat 995"/>
            <p:cNvSpPr>
              <a:spLocks noGrp="1"/>
            </p:cNvSpPr>
            <p:nvPr/>
          </p:nvSpPr>
          <p:spPr>
            <a:xfrm rot="4588431">
              <a:off x="1978169" y="2005630"/>
              <a:ext cx="302521" cy="188925"/>
            </a:xfrm>
            <a:prstGeom prst="ellipse">
              <a:avLst/>
            </a:prstGeom>
            <a:gradFill>
              <a:gsLst>
                <a:gs pos="0">
                  <a:srgbClr val="4F3738">
                    <a:alpha val="32968"/>
                  </a:srgbClr>
                </a:gs>
                <a:gs pos="14286">
                  <a:srgbClr val="4F3738">
                    <a:alpha val="30764"/>
                  </a:srgbClr>
                </a:gs>
                <a:gs pos="28571">
                  <a:srgbClr val="4F3738">
                    <a:alpha val="24833"/>
                  </a:srgbClr>
                </a:gs>
                <a:gs pos="42857">
                  <a:srgbClr val="4F3738">
                    <a:alpha val="17075"/>
                  </a:srgbClr>
                </a:gs>
                <a:gs pos="57143">
                  <a:srgbClr val="4F3738">
                    <a:alpha val="9855"/>
                  </a:srgbClr>
                </a:gs>
                <a:gs pos="71429">
                  <a:srgbClr val="4F3738">
                    <a:alpha val="4740"/>
                  </a:srgbClr>
                </a:gs>
                <a:gs pos="85714">
                  <a:srgbClr val="4F3738">
                    <a:alpha val="1902"/>
                  </a:srgbClr>
                </a:gs>
                <a:gs pos="100000">
                  <a:srgbClr val="4F373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Splat 996"/>
            <p:cNvSpPr>
              <a:spLocks noGrp="1"/>
            </p:cNvSpPr>
            <p:nvPr/>
          </p:nvSpPr>
          <p:spPr>
            <a:xfrm rot="8870198">
              <a:off x="875578" y="2038806"/>
              <a:ext cx="254094" cy="58700"/>
            </a:xfrm>
            <a:prstGeom prst="ellipse">
              <a:avLst/>
            </a:prstGeom>
            <a:gradFill>
              <a:gsLst>
                <a:gs pos="0">
                  <a:srgbClr val="FFC796">
                    <a:alpha val="4932"/>
                  </a:srgbClr>
                </a:gs>
                <a:gs pos="14286">
                  <a:srgbClr val="FFC796">
                    <a:alpha val="4542"/>
                  </a:srgbClr>
                </a:gs>
                <a:gs pos="28571">
                  <a:srgbClr val="FFC796">
                    <a:alpha val="3545"/>
                  </a:srgbClr>
                </a:gs>
                <a:gs pos="42857">
                  <a:srgbClr val="FFC796">
                    <a:alpha val="2340"/>
                  </a:srgbClr>
                </a:gs>
                <a:gs pos="57143">
                  <a:srgbClr val="FFC796">
                    <a:alpha val="1303"/>
                  </a:srgbClr>
                </a:gs>
                <a:gs pos="71429">
                  <a:srgbClr val="FFC796">
                    <a:alpha val="612"/>
                  </a:srgbClr>
                </a:gs>
                <a:gs pos="85714">
                  <a:srgbClr val="FFC796">
                    <a:alpha val="243"/>
                  </a:srgbClr>
                </a:gs>
                <a:gs pos="100000">
                  <a:srgbClr val="FFC796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Splat 997"/>
            <p:cNvSpPr>
              <a:spLocks noGrp="1"/>
            </p:cNvSpPr>
            <p:nvPr/>
          </p:nvSpPr>
          <p:spPr>
            <a:xfrm rot="-10061892">
              <a:off x="1205458" y="2090470"/>
              <a:ext cx="611181" cy="76464"/>
            </a:xfrm>
            <a:prstGeom prst="ellipse">
              <a:avLst/>
            </a:prstGeom>
            <a:gradFill>
              <a:gsLst>
                <a:gs pos="0">
                  <a:srgbClr val="000023">
                    <a:alpha val="32968"/>
                  </a:srgbClr>
                </a:gs>
                <a:gs pos="14286">
                  <a:srgbClr val="000023">
                    <a:alpha val="30764"/>
                  </a:srgbClr>
                </a:gs>
                <a:gs pos="28571">
                  <a:srgbClr val="000023">
                    <a:alpha val="24833"/>
                  </a:srgbClr>
                </a:gs>
                <a:gs pos="42857">
                  <a:srgbClr val="000023">
                    <a:alpha val="17075"/>
                  </a:srgbClr>
                </a:gs>
                <a:gs pos="57143">
                  <a:srgbClr val="000023">
                    <a:alpha val="9855"/>
                  </a:srgbClr>
                </a:gs>
                <a:gs pos="71429">
                  <a:srgbClr val="000023">
                    <a:alpha val="4740"/>
                  </a:srgbClr>
                </a:gs>
                <a:gs pos="85714">
                  <a:srgbClr val="000023">
                    <a:alpha val="1902"/>
                  </a:srgbClr>
                </a:gs>
                <a:gs pos="100000">
                  <a:srgbClr val="00002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Splat 998"/>
            <p:cNvSpPr>
              <a:spLocks noGrp="1"/>
            </p:cNvSpPr>
            <p:nvPr/>
          </p:nvSpPr>
          <p:spPr>
            <a:xfrm rot="5272755">
              <a:off x="2260832" y="944693"/>
              <a:ext cx="599288" cy="40514"/>
            </a:xfrm>
            <a:prstGeom prst="ellipse">
              <a:avLst/>
            </a:prstGeom>
            <a:gradFill>
              <a:gsLst>
                <a:gs pos="0">
                  <a:srgbClr val="9F7700">
                    <a:alpha val="32968"/>
                  </a:srgbClr>
                </a:gs>
                <a:gs pos="14286">
                  <a:srgbClr val="9F7700">
                    <a:alpha val="30764"/>
                  </a:srgbClr>
                </a:gs>
                <a:gs pos="28571">
                  <a:srgbClr val="9F7700">
                    <a:alpha val="24833"/>
                  </a:srgbClr>
                </a:gs>
                <a:gs pos="42857">
                  <a:srgbClr val="9F7700">
                    <a:alpha val="17075"/>
                  </a:srgbClr>
                </a:gs>
                <a:gs pos="57143">
                  <a:srgbClr val="9F7700">
                    <a:alpha val="9855"/>
                  </a:srgbClr>
                </a:gs>
                <a:gs pos="71429">
                  <a:srgbClr val="9F7700">
                    <a:alpha val="4740"/>
                  </a:srgbClr>
                </a:gs>
                <a:gs pos="85714">
                  <a:srgbClr val="9F7700">
                    <a:alpha val="1902"/>
                  </a:srgbClr>
                </a:gs>
                <a:gs pos="100000">
                  <a:srgbClr val="9F7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Splat 999"/>
            <p:cNvSpPr>
              <a:spLocks noGrp="1"/>
            </p:cNvSpPr>
            <p:nvPr/>
          </p:nvSpPr>
          <p:spPr>
            <a:xfrm rot="5866159">
              <a:off x="-110326" y="411386"/>
              <a:ext cx="724725" cy="6020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Splat 1000"/>
            <p:cNvSpPr>
              <a:spLocks noGrp="1"/>
            </p:cNvSpPr>
            <p:nvPr/>
          </p:nvSpPr>
          <p:spPr>
            <a:xfrm rot="5475080">
              <a:off x="26448" y="522905"/>
              <a:ext cx="913541" cy="26634"/>
            </a:xfrm>
            <a:prstGeom prst="ellipse">
              <a:avLst/>
            </a:prstGeom>
            <a:gradFill>
              <a:gsLst>
                <a:gs pos="0">
                  <a:srgbClr val="080000">
                    <a:alpha val="32968"/>
                  </a:srgbClr>
                </a:gs>
                <a:gs pos="14286">
                  <a:srgbClr val="080000">
                    <a:alpha val="30764"/>
                  </a:srgbClr>
                </a:gs>
                <a:gs pos="28571">
                  <a:srgbClr val="080000">
                    <a:alpha val="24833"/>
                  </a:srgbClr>
                </a:gs>
                <a:gs pos="42857">
                  <a:srgbClr val="080000">
                    <a:alpha val="17075"/>
                  </a:srgbClr>
                </a:gs>
                <a:gs pos="57143">
                  <a:srgbClr val="080000">
                    <a:alpha val="9855"/>
                  </a:srgbClr>
                </a:gs>
                <a:gs pos="71429">
                  <a:srgbClr val="080000">
                    <a:alpha val="4740"/>
                  </a:srgbClr>
                </a:gs>
                <a:gs pos="85714">
                  <a:srgbClr val="080000">
                    <a:alpha val="1902"/>
                  </a:srgbClr>
                </a:gs>
                <a:gs pos="100000">
                  <a:srgbClr val="0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Splat 1001"/>
            <p:cNvSpPr>
              <a:spLocks noGrp="1"/>
            </p:cNvSpPr>
            <p:nvPr/>
          </p:nvSpPr>
          <p:spPr>
            <a:xfrm rot="5807990">
              <a:off x="651524" y="1387756"/>
              <a:ext cx="771414" cy="21293"/>
            </a:xfrm>
            <a:prstGeom prst="ellipse">
              <a:avLst/>
            </a:prstGeom>
            <a:gradFill>
              <a:gsLst>
                <a:gs pos="0">
                  <a:srgbClr val="496FA6">
                    <a:alpha val="32968"/>
                  </a:srgbClr>
                </a:gs>
                <a:gs pos="14286">
                  <a:srgbClr val="496FA6">
                    <a:alpha val="30764"/>
                  </a:srgbClr>
                </a:gs>
                <a:gs pos="28571">
                  <a:srgbClr val="496FA6">
                    <a:alpha val="24833"/>
                  </a:srgbClr>
                </a:gs>
                <a:gs pos="42857">
                  <a:srgbClr val="496FA6">
                    <a:alpha val="17075"/>
                  </a:srgbClr>
                </a:gs>
                <a:gs pos="57143">
                  <a:srgbClr val="496FA6">
                    <a:alpha val="9855"/>
                  </a:srgbClr>
                </a:gs>
                <a:gs pos="71429">
                  <a:srgbClr val="496FA6">
                    <a:alpha val="4740"/>
                  </a:srgbClr>
                </a:gs>
                <a:gs pos="85714">
                  <a:srgbClr val="496FA6">
                    <a:alpha val="1902"/>
                  </a:srgbClr>
                </a:gs>
                <a:gs pos="100000">
                  <a:srgbClr val="496FA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Splat 1002"/>
            <p:cNvSpPr>
              <a:spLocks noGrp="1"/>
            </p:cNvSpPr>
            <p:nvPr/>
          </p:nvSpPr>
          <p:spPr>
            <a:xfrm rot="5473802">
              <a:off x="94739" y="656883"/>
              <a:ext cx="800614" cy="19632"/>
            </a:xfrm>
            <a:prstGeom prst="ellipse">
              <a:avLst/>
            </a:prstGeom>
            <a:gradFill>
              <a:gsLst>
                <a:gs pos="0">
                  <a:srgbClr val="2B436F">
                    <a:alpha val="32968"/>
                  </a:srgbClr>
                </a:gs>
                <a:gs pos="14286">
                  <a:srgbClr val="2B436F">
                    <a:alpha val="30764"/>
                  </a:srgbClr>
                </a:gs>
                <a:gs pos="28571">
                  <a:srgbClr val="2B436F">
                    <a:alpha val="24833"/>
                  </a:srgbClr>
                </a:gs>
                <a:gs pos="42857">
                  <a:srgbClr val="2B436F">
                    <a:alpha val="17075"/>
                  </a:srgbClr>
                </a:gs>
                <a:gs pos="57143">
                  <a:srgbClr val="2B436F">
                    <a:alpha val="9855"/>
                  </a:srgbClr>
                </a:gs>
                <a:gs pos="71429">
                  <a:srgbClr val="2B436F">
                    <a:alpha val="4740"/>
                  </a:srgbClr>
                </a:gs>
                <a:gs pos="85714">
                  <a:srgbClr val="2B436F">
                    <a:alpha val="1902"/>
                  </a:srgbClr>
                </a:gs>
                <a:gs pos="100000">
                  <a:srgbClr val="2B436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Splat 1003"/>
            <p:cNvSpPr>
              <a:spLocks noGrp="1"/>
            </p:cNvSpPr>
            <p:nvPr/>
          </p:nvSpPr>
          <p:spPr>
            <a:xfrm rot="5344027">
              <a:off x="1307840" y="2340655"/>
              <a:ext cx="395277" cy="64000"/>
            </a:xfrm>
            <a:prstGeom prst="ellipse">
              <a:avLst/>
            </a:prstGeom>
            <a:gradFill>
              <a:gsLst>
                <a:gs pos="0">
                  <a:srgbClr val="00233B">
                    <a:alpha val="32968"/>
                  </a:srgbClr>
                </a:gs>
                <a:gs pos="14286">
                  <a:srgbClr val="00233B">
                    <a:alpha val="30764"/>
                  </a:srgbClr>
                </a:gs>
                <a:gs pos="28571">
                  <a:srgbClr val="00233B">
                    <a:alpha val="24833"/>
                  </a:srgbClr>
                </a:gs>
                <a:gs pos="42857">
                  <a:srgbClr val="00233B">
                    <a:alpha val="17075"/>
                  </a:srgbClr>
                </a:gs>
                <a:gs pos="57143">
                  <a:srgbClr val="00233B">
                    <a:alpha val="9855"/>
                  </a:srgbClr>
                </a:gs>
                <a:gs pos="71429">
                  <a:srgbClr val="00233B">
                    <a:alpha val="4740"/>
                  </a:srgbClr>
                </a:gs>
                <a:gs pos="85714">
                  <a:srgbClr val="00233B">
                    <a:alpha val="1902"/>
                  </a:srgbClr>
                </a:gs>
                <a:gs pos="100000">
                  <a:srgbClr val="00233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Splat 1004"/>
            <p:cNvSpPr>
              <a:spLocks noGrp="1"/>
            </p:cNvSpPr>
            <p:nvPr/>
          </p:nvSpPr>
          <p:spPr>
            <a:xfrm rot="8070041">
              <a:off x="173533" y="1289997"/>
              <a:ext cx="263507" cy="195155"/>
            </a:xfrm>
            <a:prstGeom prst="ellipse">
              <a:avLst/>
            </a:prstGeom>
            <a:gradFill>
              <a:gsLst>
                <a:gs pos="0">
                  <a:srgbClr val="5A89C9">
                    <a:alpha val="11255"/>
                  </a:srgbClr>
                </a:gs>
                <a:gs pos="14286">
                  <a:srgbClr val="5A89C9">
                    <a:alpha val="10393"/>
                  </a:srgbClr>
                </a:gs>
                <a:gs pos="28571">
                  <a:srgbClr val="5A89C9">
                    <a:alpha val="8168"/>
                  </a:srgbClr>
                </a:gs>
                <a:gs pos="42857">
                  <a:srgbClr val="5A89C9">
                    <a:alpha val="5436"/>
                  </a:srgbClr>
                </a:gs>
                <a:gs pos="57143">
                  <a:srgbClr val="5A89C9">
                    <a:alpha val="3049"/>
                  </a:srgbClr>
                </a:gs>
                <a:gs pos="71429">
                  <a:srgbClr val="5A89C9">
                    <a:alpha val="1439"/>
                  </a:srgbClr>
                </a:gs>
                <a:gs pos="85714">
                  <a:srgbClr val="5A89C9">
                    <a:alpha val="572"/>
                  </a:srgbClr>
                </a:gs>
                <a:gs pos="100000">
                  <a:srgbClr val="5A89C9">
                    <a:alpha val="1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Splat 1005"/>
            <p:cNvSpPr>
              <a:spLocks noGrp="1"/>
            </p:cNvSpPr>
            <p:nvPr/>
          </p:nvSpPr>
          <p:spPr>
            <a:xfrm rot="10329965">
              <a:off x="2010495" y="2297557"/>
              <a:ext cx="484154" cy="158482"/>
            </a:xfrm>
            <a:prstGeom prst="ellipse">
              <a:avLst/>
            </a:prstGeom>
            <a:gradFill>
              <a:gsLst>
                <a:gs pos="0">
                  <a:srgbClr val="483D3D">
                    <a:alpha val="32968"/>
                  </a:srgbClr>
                </a:gs>
                <a:gs pos="14286">
                  <a:srgbClr val="483D3D">
                    <a:alpha val="30764"/>
                  </a:srgbClr>
                </a:gs>
                <a:gs pos="28571">
                  <a:srgbClr val="483D3D">
                    <a:alpha val="24833"/>
                  </a:srgbClr>
                </a:gs>
                <a:gs pos="42857">
                  <a:srgbClr val="483D3D">
                    <a:alpha val="17075"/>
                  </a:srgbClr>
                </a:gs>
                <a:gs pos="57143">
                  <a:srgbClr val="483D3D">
                    <a:alpha val="9855"/>
                  </a:srgbClr>
                </a:gs>
                <a:gs pos="71429">
                  <a:srgbClr val="483D3D">
                    <a:alpha val="4740"/>
                  </a:srgbClr>
                </a:gs>
                <a:gs pos="85714">
                  <a:srgbClr val="483D3D">
                    <a:alpha val="1902"/>
                  </a:srgbClr>
                </a:gs>
                <a:gs pos="100000">
                  <a:srgbClr val="483D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Splat 1006"/>
            <p:cNvSpPr>
              <a:spLocks noGrp="1"/>
            </p:cNvSpPr>
            <p:nvPr/>
          </p:nvSpPr>
          <p:spPr>
            <a:xfrm rot="4936261">
              <a:off x="2571548" y="2303679"/>
              <a:ext cx="225622" cy="119439"/>
            </a:xfrm>
            <a:prstGeom prst="ellipse">
              <a:avLst/>
            </a:prstGeom>
            <a:gradFill>
              <a:gsLst>
                <a:gs pos="0">
                  <a:srgbClr val="3D3940">
                    <a:alpha val="32968"/>
                  </a:srgbClr>
                </a:gs>
                <a:gs pos="14286">
                  <a:srgbClr val="3D3940">
                    <a:alpha val="30764"/>
                  </a:srgbClr>
                </a:gs>
                <a:gs pos="28571">
                  <a:srgbClr val="3D3940">
                    <a:alpha val="24833"/>
                  </a:srgbClr>
                </a:gs>
                <a:gs pos="42857">
                  <a:srgbClr val="3D3940">
                    <a:alpha val="17075"/>
                  </a:srgbClr>
                </a:gs>
                <a:gs pos="57143">
                  <a:srgbClr val="3D3940">
                    <a:alpha val="9855"/>
                  </a:srgbClr>
                </a:gs>
                <a:gs pos="71429">
                  <a:srgbClr val="3D3940">
                    <a:alpha val="4740"/>
                  </a:srgbClr>
                </a:gs>
                <a:gs pos="85714">
                  <a:srgbClr val="3D3940">
                    <a:alpha val="1902"/>
                  </a:srgbClr>
                </a:gs>
                <a:gs pos="100000">
                  <a:srgbClr val="3D394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Splat 1007"/>
            <p:cNvSpPr>
              <a:spLocks noGrp="1"/>
            </p:cNvSpPr>
            <p:nvPr/>
          </p:nvSpPr>
          <p:spPr>
            <a:xfrm rot="-10761586">
              <a:off x="535308" y="2021390"/>
              <a:ext cx="490473" cy="82346"/>
            </a:xfrm>
            <a:prstGeom prst="ellipse">
              <a:avLst/>
            </a:prstGeom>
            <a:gradFill>
              <a:gsLst>
                <a:gs pos="0">
                  <a:srgbClr val="94A0B3">
                    <a:alpha val="8086"/>
                  </a:srgbClr>
                </a:gs>
                <a:gs pos="14286">
                  <a:srgbClr val="94A0B3">
                    <a:alpha val="7457"/>
                  </a:srgbClr>
                </a:gs>
                <a:gs pos="28571">
                  <a:srgbClr val="94A0B3">
                    <a:alpha val="5840"/>
                  </a:srgbClr>
                </a:gs>
                <a:gs pos="42857">
                  <a:srgbClr val="94A0B3">
                    <a:alpha val="3870"/>
                  </a:srgbClr>
                </a:gs>
                <a:gs pos="57143">
                  <a:srgbClr val="94A0B3">
                    <a:alpha val="2163"/>
                  </a:srgbClr>
                </a:gs>
                <a:gs pos="71429">
                  <a:srgbClr val="94A0B3">
                    <a:alpha val="1019"/>
                  </a:srgbClr>
                </a:gs>
                <a:gs pos="85714">
                  <a:srgbClr val="94A0B3">
                    <a:alpha val="404"/>
                  </a:srgbClr>
                </a:gs>
                <a:gs pos="100000">
                  <a:srgbClr val="94A0B3">
                    <a:alpha val="1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Splat 1008"/>
            <p:cNvSpPr>
              <a:spLocks noGrp="1"/>
            </p:cNvSpPr>
            <p:nvPr/>
          </p:nvSpPr>
          <p:spPr>
            <a:xfrm rot="5892836">
              <a:off x="-153277" y="655227"/>
              <a:ext cx="736967" cy="37950"/>
            </a:xfrm>
            <a:prstGeom prst="ellipse">
              <a:avLst/>
            </a:prstGeom>
            <a:gradFill>
              <a:gsLst>
                <a:gs pos="0">
                  <a:srgbClr val="2F2500">
                    <a:alpha val="32968"/>
                  </a:srgbClr>
                </a:gs>
                <a:gs pos="14286">
                  <a:srgbClr val="2F2500">
                    <a:alpha val="30764"/>
                  </a:srgbClr>
                </a:gs>
                <a:gs pos="28571">
                  <a:srgbClr val="2F2500">
                    <a:alpha val="24833"/>
                  </a:srgbClr>
                </a:gs>
                <a:gs pos="42857">
                  <a:srgbClr val="2F2500">
                    <a:alpha val="17075"/>
                  </a:srgbClr>
                </a:gs>
                <a:gs pos="57143">
                  <a:srgbClr val="2F2500">
                    <a:alpha val="9855"/>
                  </a:srgbClr>
                </a:gs>
                <a:gs pos="71429">
                  <a:srgbClr val="2F2500">
                    <a:alpha val="4740"/>
                  </a:srgbClr>
                </a:gs>
                <a:gs pos="85714">
                  <a:srgbClr val="2F2500">
                    <a:alpha val="1902"/>
                  </a:srgbClr>
                </a:gs>
                <a:gs pos="100000">
                  <a:srgbClr val="2F2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Splat 1009"/>
            <p:cNvSpPr>
              <a:spLocks noGrp="1"/>
            </p:cNvSpPr>
            <p:nvPr/>
          </p:nvSpPr>
          <p:spPr>
            <a:xfrm rot="-8760059">
              <a:off x="-199608" y="1285358"/>
              <a:ext cx="879267" cy="20162"/>
            </a:xfrm>
            <a:prstGeom prst="ellipse">
              <a:avLst/>
            </a:prstGeom>
            <a:gradFill>
              <a:gsLst>
                <a:gs pos="0">
                  <a:srgbClr val="1D0000">
                    <a:alpha val="32968"/>
                  </a:srgbClr>
                </a:gs>
                <a:gs pos="14286">
                  <a:srgbClr val="1D0000">
                    <a:alpha val="30764"/>
                  </a:srgbClr>
                </a:gs>
                <a:gs pos="28571">
                  <a:srgbClr val="1D0000">
                    <a:alpha val="24833"/>
                  </a:srgbClr>
                </a:gs>
                <a:gs pos="42857">
                  <a:srgbClr val="1D0000">
                    <a:alpha val="17075"/>
                  </a:srgbClr>
                </a:gs>
                <a:gs pos="57143">
                  <a:srgbClr val="1D0000">
                    <a:alpha val="9855"/>
                  </a:srgbClr>
                </a:gs>
                <a:gs pos="71429">
                  <a:srgbClr val="1D0000">
                    <a:alpha val="4740"/>
                  </a:srgbClr>
                </a:gs>
                <a:gs pos="85714">
                  <a:srgbClr val="1D0000">
                    <a:alpha val="1902"/>
                  </a:srgbClr>
                </a:gs>
                <a:gs pos="100000">
                  <a:srgbClr val="1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Splat 1010"/>
            <p:cNvSpPr>
              <a:spLocks noGrp="1"/>
            </p:cNvSpPr>
            <p:nvPr/>
          </p:nvSpPr>
          <p:spPr>
            <a:xfrm rot="6066306">
              <a:off x="1548206" y="799888"/>
              <a:ext cx="442200" cy="31069"/>
            </a:xfrm>
            <a:prstGeom prst="ellipse">
              <a:avLst/>
            </a:prstGeom>
            <a:gradFill>
              <a:gsLst>
                <a:gs pos="0">
                  <a:srgbClr val="00295F">
                    <a:alpha val="32968"/>
                  </a:srgbClr>
                </a:gs>
                <a:gs pos="14286">
                  <a:srgbClr val="00295F">
                    <a:alpha val="30764"/>
                  </a:srgbClr>
                </a:gs>
                <a:gs pos="28571">
                  <a:srgbClr val="00295F">
                    <a:alpha val="24833"/>
                  </a:srgbClr>
                </a:gs>
                <a:gs pos="42857">
                  <a:srgbClr val="00295F">
                    <a:alpha val="17075"/>
                  </a:srgbClr>
                </a:gs>
                <a:gs pos="57143">
                  <a:srgbClr val="00295F">
                    <a:alpha val="9855"/>
                  </a:srgbClr>
                </a:gs>
                <a:gs pos="71429">
                  <a:srgbClr val="00295F">
                    <a:alpha val="4740"/>
                  </a:srgbClr>
                </a:gs>
                <a:gs pos="85714">
                  <a:srgbClr val="00295F">
                    <a:alpha val="1902"/>
                  </a:srgbClr>
                </a:gs>
                <a:gs pos="100000">
                  <a:srgbClr val="0029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Splat 1011"/>
            <p:cNvSpPr>
              <a:spLocks noGrp="1"/>
            </p:cNvSpPr>
            <p:nvPr/>
          </p:nvSpPr>
          <p:spPr>
            <a:xfrm rot="-8162098">
              <a:off x="2444428" y="775933"/>
              <a:ext cx="274683" cy="51585"/>
            </a:xfrm>
            <a:prstGeom prst="ellipse">
              <a:avLst/>
            </a:prstGeom>
            <a:gradFill>
              <a:gsLst>
                <a:gs pos="0">
                  <a:srgbClr val="262D4F">
                    <a:alpha val="13380"/>
                  </a:srgbClr>
                </a:gs>
                <a:gs pos="14286">
                  <a:srgbClr val="262D4F">
                    <a:alpha val="12368"/>
                  </a:srgbClr>
                </a:gs>
                <a:gs pos="28571">
                  <a:srgbClr val="262D4F">
                    <a:alpha val="9743"/>
                  </a:srgbClr>
                </a:gs>
                <a:gs pos="42857">
                  <a:srgbClr val="262D4F">
                    <a:alpha val="6503"/>
                  </a:srgbClr>
                </a:gs>
                <a:gs pos="57143">
                  <a:srgbClr val="262D4F">
                    <a:alpha val="3657"/>
                  </a:srgbClr>
                </a:gs>
                <a:gs pos="71429">
                  <a:srgbClr val="262D4F">
                    <a:alpha val="1729"/>
                  </a:srgbClr>
                </a:gs>
                <a:gs pos="85714">
                  <a:srgbClr val="262D4F">
                    <a:alpha val="687"/>
                  </a:srgbClr>
                </a:gs>
                <a:gs pos="100000">
                  <a:srgbClr val="262D4F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Splat 1012"/>
            <p:cNvSpPr>
              <a:spLocks noGrp="1"/>
            </p:cNvSpPr>
            <p:nvPr/>
          </p:nvSpPr>
          <p:spPr>
            <a:xfrm rot="8941039">
              <a:off x="3216232" y="2090268"/>
              <a:ext cx="431440" cy="47088"/>
            </a:xfrm>
            <a:prstGeom prst="ellipse">
              <a:avLst/>
            </a:prstGeom>
            <a:gradFill>
              <a:gsLst>
                <a:gs pos="0">
                  <a:srgbClr val="000028">
                    <a:alpha val="32968"/>
                  </a:srgbClr>
                </a:gs>
                <a:gs pos="14286">
                  <a:srgbClr val="000028">
                    <a:alpha val="30764"/>
                  </a:srgbClr>
                </a:gs>
                <a:gs pos="28571">
                  <a:srgbClr val="000028">
                    <a:alpha val="24833"/>
                  </a:srgbClr>
                </a:gs>
                <a:gs pos="42857">
                  <a:srgbClr val="000028">
                    <a:alpha val="17075"/>
                  </a:srgbClr>
                </a:gs>
                <a:gs pos="57143">
                  <a:srgbClr val="000028">
                    <a:alpha val="9855"/>
                  </a:srgbClr>
                </a:gs>
                <a:gs pos="71429">
                  <a:srgbClr val="000028">
                    <a:alpha val="4740"/>
                  </a:srgbClr>
                </a:gs>
                <a:gs pos="85714">
                  <a:srgbClr val="000028">
                    <a:alpha val="1902"/>
                  </a:srgbClr>
                </a:gs>
                <a:gs pos="100000">
                  <a:srgbClr val="00002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Splat 1013"/>
            <p:cNvSpPr>
              <a:spLocks noGrp="1"/>
            </p:cNvSpPr>
            <p:nvPr/>
          </p:nvSpPr>
          <p:spPr>
            <a:xfrm rot="3083175">
              <a:off x="89110" y="1096631"/>
              <a:ext cx="360693" cy="131063"/>
            </a:xfrm>
            <a:prstGeom prst="ellipse">
              <a:avLst/>
            </a:prstGeom>
            <a:gradFill>
              <a:gsLst>
                <a:gs pos="0">
                  <a:srgbClr val="364C76">
                    <a:alpha val="32968"/>
                  </a:srgbClr>
                </a:gs>
                <a:gs pos="14286">
                  <a:srgbClr val="364C76">
                    <a:alpha val="30764"/>
                  </a:srgbClr>
                </a:gs>
                <a:gs pos="28571">
                  <a:srgbClr val="364C76">
                    <a:alpha val="24833"/>
                  </a:srgbClr>
                </a:gs>
                <a:gs pos="42857">
                  <a:srgbClr val="364C76">
                    <a:alpha val="17075"/>
                  </a:srgbClr>
                </a:gs>
                <a:gs pos="57143">
                  <a:srgbClr val="364C76">
                    <a:alpha val="9855"/>
                  </a:srgbClr>
                </a:gs>
                <a:gs pos="71429">
                  <a:srgbClr val="364C76">
                    <a:alpha val="4740"/>
                  </a:srgbClr>
                </a:gs>
                <a:gs pos="85714">
                  <a:srgbClr val="364C76">
                    <a:alpha val="1902"/>
                  </a:srgbClr>
                </a:gs>
                <a:gs pos="100000">
                  <a:srgbClr val="364C7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Splat 1014"/>
            <p:cNvSpPr>
              <a:spLocks noGrp="1"/>
            </p:cNvSpPr>
            <p:nvPr/>
          </p:nvSpPr>
          <p:spPr>
            <a:xfrm rot="5915238">
              <a:off x="652366" y="1301797"/>
              <a:ext cx="760447" cy="55217"/>
            </a:xfrm>
            <a:prstGeom prst="ellipse">
              <a:avLst/>
            </a:prstGeom>
            <a:gradFill>
              <a:gsLst>
                <a:gs pos="0">
                  <a:srgbClr val="3D5987">
                    <a:alpha val="29406"/>
                  </a:srgbClr>
                </a:gs>
                <a:gs pos="14286">
                  <a:srgbClr val="3D5987">
                    <a:alpha val="27389"/>
                  </a:srgbClr>
                </a:gs>
                <a:gs pos="28571">
                  <a:srgbClr val="3D5987">
                    <a:alpha val="22004"/>
                  </a:srgbClr>
                </a:gs>
                <a:gs pos="42857">
                  <a:srgbClr val="3D5987">
                    <a:alpha val="15041"/>
                  </a:srgbClr>
                </a:gs>
                <a:gs pos="57143">
                  <a:srgbClr val="3D5987">
                    <a:alpha val="8636"/>
                  </a:srgbClr>
                </a:gs>
                <a:gs pos="71429">
                  <a:srgbClr val="3D5987">
                    <a:alpha val="4140"/>
                  </a:srgbClr>
                </a:gs>
                <a:gs pos="85714">
                  <a:srgbClr val="3D5987">
                    <a:alpha val="1658"/>
                  </a:srgbClr>
                </a:gs>
                <a:gs pos="100000">
                  <a:srgbClr val="3D5987">
                    <a:alpha val="5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Splat 1015"/>
            <p:cNvSpPr>
              <a:spLocks noGrp="1"/>
            </p:cNvSpPr>
            <p:nvPr/>
          </p:nvSpPr>
          <p:spPr>
            <a:xfrm rot="-8303312">
              <a:off x="80272" y="1706757"/>
              <a:ext cx="271447" cy="33902"/>
            </a:xfrm>
            <a:prstGeom prst="ellipse">
              <a:avLst/>
            </a:prstGeom>
            <a:gradFill>
              <a:gsLst>
                <a:gs pos="0">
                  <a:srgbClr val="300000">
                    <a:alpha val="32003"/>
                  </a:srgbClr>
                </a:gs>
                <a:gs pos="14286">
                  <a:srgbClr val="300000">
                    <a:alpha val="29849"/>
                  </a:srgbClr>
                </a:gs>
                <a:gs pos="28571">
                  <a:srgbClr val="300000">
                    <a:alpha val="24063"/>
                  </a:srgbClr>
                </a:gs>
                <a:gs pos="42857">
                  <a:srgbClr val="300000">
                    <a:alpha val="16519"/>
                  </a:srgbClr>
                </a:gs>
                <a:gs pos="57143">
                  <a:srgbClr val="300000">
                    <a:alpha val="9520"/>
                  </a:srgbClr>
                </a:gs>
                <a:gs pos="71429">
                  <a:srgbClr val="300000">
                    <a:alpha val="4575"/>
                  </a:srgbClr>
                </a:gs>
                <a:gs pos="85714">
                  <a:srgbClr val="300000">
                    <a:alpha val="1835"/>
                  </a:srgbClr>
                </a:gs>
                <a:gs pos="100000">
                  <a:srgbClr val="300000">
                    <a:alpha val="6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Splat 1016"/>
            <p:cNvSpPr>
              <a:spLocks noGrp="1"/>
            </p:cNvSpPr>
            <p:nvPr/>
          </p:nvSpPr>
          <p:spPr>
            <a:xfrm rot="-9820636">
              <a:off x="1336917" y="2010640"/>
              <a:ext cx="440253" cy="159819"/>
            </a:xfrm>
            <a:prstGeom prst="ellipse">
              <a:avLst/>
            </a:prstGeom>
            <a:gradFill>
              <a:gsLst>
                <a:gs pos="0">
                  <a:srgbClr val="535569">
                    <a:alpha val="32968"/>
                  </a:srgbClr>
                </a:gs>
                <a:gs pos="14286">
                  <a:srgbClr val="535569">
                    <a:alpha val="30764"/>
                  </a:srgbClr>
                </a:gs>
                <a:gs pos="28571">
                  <a:srgbClr val="535569">
                    <a:alpha val="24833"/>
                  </a:srgbClr>
                </a:gs>
                <a:gs pos="42857">
                  <a:srgbClr val="535569">
                    <a:alpha val="17075"/>
                  </a:srgbClr>
                </a:gs>
                <a:gs pos="57143">
                  <a:srgbClr val="535569">
                    <a:alpha val="9855"/>
                  </a:srgbClr>
                </a:gs>
                <a:gs pos="71429">
                  <a:srgbClr val="535569">
                    <a:alpha val="4740"/>
                  </a:srgbClr>
                </a:gs>
                <a:gs pos="85714">
                  <a:srgbClr val="535569">
                    <a:alpha val="1902"/>
                  </a:srgbClr>
                </a:gs>
                <a:gs pos="100000">
                  <a:srgbClr val="53556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Splat 1017"/>
            <p:cNvSpPr>
              <a:spLocks noGrp="1"/>
            </p:cNvSpPr>
            <p:nvPr/>
          </p:nvSpPr>
          <p:spPr>
            <a:xfrm rot="5400001">
              <a:off x="757125" y="1696660"/>
              <a:ext cx="790801" cy="10274"/>
            </a:xfrm>
            <a:prstGeom prst="ellipse">
              <a:avLst/>
            </a:prstGeom>
            <a:gradFill>
              <a:gsLst>
                <a:gs pos="0">
                  <a:srgbClr val="311F00">
                    <a:alpha val="32968"/>
                  </a:srgbClr>
                </a:gs>
                <a:gs pos="14286">
                  <a:srgbClr val="311F00">
                    <a:alpha val="30764"/>
                  </a:srgbClr>
                </a:gs>
                <a:gs pos="28571">
                  <a:srgbClr val="311F00">
                    <a:alpha val="24833"/>
                  </a:srgbClr>
                </a:gs>
                <a:gs pos="42857">
                  <a:srgbClr val="311F00">
                    <a:alpha val="17075"/>
                  </a:srgbClr>
                </a:gs>
                <a:gs pos="57143">
                  <a:srgbClr val="311F00">
                    <a:alpha val="9855"/>
                  </a:srgbClr>
                </a:gs>
                <a:gs pos="71429">
                  <a:srgbClr val="311F00">
                    <a:alpha val="4740"/>
                  </a:srgbClr>
                </a:gs>
                <a:gs pos="85714">
                  <a:srgbClr val="311F00">
                    <a:alpha val="1902"/>
                  </a:srgbClr>
                </a:gs>
                <a:gs pos="100000">
                  <a:srgbClr val="311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Splat 1018"/>
            <p:cNvSpPr>
              <a:spLocks noGrp="1"/>
            </p:cNvSpPr>
            <p:nvPr/>
          </p:nvSpPr>
          <p:spPr>
            <a:xfrm rot="6224150">
              <a:off x="-217082" y="883692"/>
              <a:ext cx="815404" cy="124691"/>
            </a:xfrm>
            <a:prstGeom prst="ellipse">
              <a:avLst/>
            </a:prstGeom>
            <a:gradFill>
              <a:gsLst>
                <a:gs pos="0">
                  <a:srgbClr val="1E0F00">
                    <a:alpha val="32968"/>
                  </a:srgbClr>
                </a:gs>
                <a:gs pos="14286">
                  <a:srgbClr val="1E0F00">
                    <a:alpha val="30764"/>
                  </a:srgbClr>
                </a:gs>
                <a:gs pos="28571">
                  <a:srgbClr val="1E0F00">
                    <a:alpha val="24833"/>
                  </a:srgbClr>
                </a:gs>
                <a:gs pos="42857">
                  <a:srgbClr val="1E0F00">
                    <a:alpha val="17075"/>
                  </a:srgbClr>
                </a:gs>
                <a:gs pos="57143">
                  <a:srgbClr val="1E0F00">
                    <a:alpha val="9855"/>
                  </a:srgbClr>
                </a:gs>
                <a:gs pos="71429">
                  <a:srgbClr val="1E0F00">
                    <a:alpha val="4740"/>
                  </a:srgbClr>
                </a:gs>
                <a:gs pos="85714">
                  <a:srgbClr val="1E0F00">
                    <a:alpha val="1902"/>
                  </a:srgbClr>
                </a:gs>
                <a:gs pos="100000">
                  <a:srgbClr val="1E0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Splat 1019"/>
            <p:cNvSpPr>
              <a:spLocks noGrp="1"/>
            </p:cNvSpPr>
            <p:nvPr/>
          </p:nvSpPr>
          <p:spPr>
            <a:xfrm rot="5570051">
              <a:off x="217259" y="1673417"/>
              <a:ext cx="534457" cy="62472"/>
            </a:xfrm>
            <a:prstGeom prst="ellipse">
              <a:avLst/>
            </a:prstGeom>
            <a:gradFill>
              <a:gsLst>
                <a:gs pos="0">
                  <a:srgbClr val="536B92">
                    <a:alpha val="32968"/>
                  </a:srgbClr>
                </a:gs>
                <a:gs pos="14286">
                  <a:srgbClr val="536B92">
                    <a:alpha val="30764"/>
                  </a:srgbClr>
                </a:gs>
                <a:gs pos="28571">
                  <a:srgbClr val="536B92">
                    <a:alpha val="24833"/>
                  </a:srgbClr>
                </a:gs>
                <a:gs pos="42857">
                  <a:srgbClr val="536B92">
                    <a:alpha val="17075"/>
                  </a:srgbClr>
                </a:gs>
                <a:gs pos="57143">
                  <a:srgbClr val="536B92">
                    <a:alpha val="9855"/>
                  </a:srgbClr>
                </a:gs>
                <a:gs pos="71429">
                  <a:srgbClr val="536B92">
                    <a:alpha val="4740"/>
                  </a:srgbClr>
                </a:gs>
                <a:gs pos="85714">
                  <a:srgbClr val="536B92">
                    <a:alpha val="1902"/>
                  </a:srgbClr>
                </a:gs>
                <a:gs pos="100000">
                  <a:srgbClr val="536B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Splat 1020"/>
            <p:cNvSpPr>
              <a:spLocks noGrp="1"/>
            </p:cNvSpPr>
            <p:nvPr/>
          </p:nvSpPr>
          <p:spPr>
            <a:xfrm rot="9028504">
              <a:off x="144050" y="1313874"/>
              <a:ext cx="335721" cy="60655"/>
            </a:xfrm>
            <a:prstGeom prst="ellipse">
              <a:avLst/>
            </a:prstGeom>
            <a:gradFill>
              <a:gsLst>
                <a:gs pos="0">
                  <a:srgbClr val="63A6FF">
                    <a:alpha val="3911"/>
                  </a:srgbClr>
                </a:gs>
                <a:gs pos="14286">
                  <a:srgbClr val="63A6FF">
                    <a:alpha val="3600"/>
                  </a:srgbClr>
                </a:gs>
                <a:gs pos="28571">
                  <a:srgbClr val="63A6FF">
                    <a:alpha val="2807"/>
                  </a:srgbClr>
                </a:gs>
                <a:gs pos="42857">
                  <a:srgbClr val="63A6FF">
                    <a:alpha val="1850"/>
                  </a:srgbClr>
                </a:gs>
                <a:gs pos="57143">
                  <a:srgbClr val="63A6FF">
                    <a:alpha val="1029"/>
                  </a:srgbClr>
                </a:gs>
                <a:gs pos="71429">
                  <a:srgbClr val="63A6FF">
                    <a:alpha val="483"/>
                  </a:srgbClr>
                </a:gs>
                <a:gs pos="85714">
                  <a:srgbClr val="63A6FF">
                    <a:alpha val="191"/>
                  </a:srgbClr>
                </a:gs>
                <a:gs pos="100000">
                  <a:srgbClr val="63A6FF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Splat 1021"/>
            <p:cNvSpPr>
              <a:spLocks noGrp="1"/>
            </p:cNvSpPr>
            <p:nvPr/>
          </p:nvSpPr>
          <p:spPr>
            <a:xfrm rot="5349702">
              <a:off x="1415136" y="1085042"/>
              <a:ext cx="600581" cy="152989"/>
            </a:xfrm>
            <a:prstGeom prst="ellipse">
              <a:avLst/>
            </a:prstGeom>
            <a:gradFill>
              <a:gsLst>
                <a:gs pos="0">
                  <a:srgbClr val="495B91">
                    <a:alpha val="12280"/>
                  </a:srgbClr>
                </a:gs>
                <a:gs pos="14286">
                  <a:srgbClr val="495B91">
                    <a:alpha val="11346"/>
                  </a:srgbClr>
                </a:gs>
                <a:gs pos="28571">
                  <a:srgbClr val="495B91">
                    <a:alpha val="8927"/>
                  </a:srgbClr>
                </a:gs>
                <a:gs pos="42857">
                  <a:srgbClr val="495B91">
                    <a:alpha val="5949"/>
                  </a:srgbClr>
                </a:gs>
                <a:gs pos="57143">
                  <a:srgbClr val="495B91">
                    <a:alpha val="3341"/>
                  </a:srgbClr>
                </a:gs>
                <a:gs pos="71429">
                  <a:srgbClr val="495B91">
                    <a:alpha val="1578"/>
                  </a:srgbClr>
                </a:gs>
                <a:gs pos="85714">
                  <a:srgbClr val="495B91">
                    <a:alpha val="627"/>
                  </a:srgbClr>
                </a:gs>
                <a:gs pos="100000">
                  <a:srgbClr val="495B91">
                    <a:alpha val="2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Splat 1022"/>
            <p:cNvSpPr>
              <a:spLocks noGrp="1"/>
            </p:cNvSpPr>
            <p:nvPr/>
          </p:nvSpPr>
          <p:spPr>
            <a:xfrm rot="8552577">
              <a:off x="53824" y="635504"/>
              <a:ext cx="633528" cy="20492"/>
            </a:xfrm>
            <a:prstGeom prst="ellipse">
              <a:avLst/>
            </a:prstGeom>
            <a:gradFill>
              <a:gsLst>
                <a:gs pos="0">
                  <a:srgbClr val="0E0000">
                    <a:alpha val="32968"/>
                  </a:srgbClr>
                </a:gs>
                <a:gs pos="14286">
                  <a:srgbClr val="0E0000">
                    <a:alpha val="30764"/>
                  </a:srgbClr>
                </a:gs>
                <a:gs pos="28571">
                  <a:srgbClr val="0E0000">
                    <a:alpha val="24833"/>
                  </a:srgbClr>
                </a:gs>
                <a:gs pos="42857">
                  <a:srgbClr val="0E0000">
                    <a:alpha val="17075"/>
                  </a:srgbClr>
                </a:gs>
                <a:gs pos="57143">
                  <a:srgbClr val="0E0000">
                    <a:alpha val="9855"/>
                  </a:srgbClr>
                </a:gs>
                <a:gs pos="71429">
                  <a:srgbClr val="0E0000">
                    <a:alpha val="4740"/>
                  </a:srgbClr>
                </a:gs>
                <a:gs pos="85714">
                  <a:srgbClr val="0E0000">
                    <a:alpha val="1902"/>
                  </a:srgbClr>
                </a:gs>
                <a:gs pos="100000">
                  <a:srgbClr val="0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Splat 1023"/>
            <p:cNvSpPr>
              <a:spLocks noGrp="1"/>
            </p:cNvSpPr>
            <p:nvPr/>
          </p:nvSpPr>
          <p:spPr>
            <a:xfrm rot="5268348">
              <a:off x="299181" y="1264090"/>
              <a:ext cx="542146" cy="171985"/>
            </a:xfrm>
            <a:prstGeom prst="ellipse">
              <a:avLst/>
            </a:prstGeom>
            <a:gradFill>
              <a:gsLst>
                <a:gs pos="0">
                  <a:srgbClr val="6D89C6">
                    <a:alpha val="9658"/>
                  </a:srgbClr>
                </a:gs>
                <a:gs pos="14286">
                  <a:srgbClr val="6D89C6">
                    <a:alpha val="8913"/>
                  </a:srgbClr>
                </a:gs>
                <a:gs pos="28571">
                  <a:srgbClr val="6D89C6">
                    <a:alpha val="6992"/>
                  </a:srgbClr>
                </a:gs>
                <a:gs pos="42857">
                  <a:srgbClr val="6D89C6">
                    <a:alpha val="4643"/>
                  </a:srgbClr>
                </a:gs>
                <a:gs pos="57143">
                  <a:srgbClr val="6D89C6">
                    <a:alpha val="2600"/>
                  </a:srgbClr>
                </a:gs>
                <a:gs pos="71429">
                  <a:srgbClr val="6D89C6">
                    <a:alpha val="1226"/>
                  </a:srgbClr>
                </a:gs>
                <a:gs pos="85714">
                  <a:srgbClr val="6D89C6">
                    <a:alpha val="486"/>
                  </a:srgbClr>
                </a:gs>
                <a:gs pos="100000">
                  <a:srgbClr val="6D89C6">
                    <a:alpha val="1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Splat 1024"/>
            <p:cNvSpPr>
              <a:spLocks noGrp="1"/>
            </p:cNvSpPr>
            <p:nvPr/>
          </p:nvSpPr>
          <p:spPr>
            <a:xfrm rot="6643245">
              <a:off x="2971652" y="1936704"/>
              <a:ext cx="655614" cy="36147"/>
            </a:xfrm>
            <a:prstGeom prst="ellipse">
              <a:avLst/>
            </a:prstGeom>
            <a:gradFill>
              <a:gsLst>
                <a:gs pos="0">
                  <a:srgbClr val="1A1F2F">
                    <a:alpha val="32968"/>
                  </a:srgbClr>
                </a:gs>
                <a:gs pos="14286">
                  <a:srgbClr val="1A1F2F">
                    <a:alpha val="30764"/>
                  </a:srgbClr>
                </a:gs>
                <a:gs pos="28571">
                  <a:srgbClr val="1A1F2F">
                    <a:alpha val="24833"/>
                  </a:srgbClr>
                </a:gs>
                <a:gs pos="42857">
                  <a:srgbClr val="1A1F2F">
                    <a:alpha val="17075"/>
                  </a:srgbClr>
                </a:gs>
                <a:gs pos="57143">
                  <a:srgbClr val="1A1F2F">
                    <a:alpha val="9855"/>
                  </a:srgbClr>
                </a:gs>
                <a:gs pos="71429">
                  <a:srgbClr val="1A1F2F">
                    <a:alpha val="4740"/>
                  </a:srgbClr>
                </a:gs>
                <a:gs pos="85714">
                  <a:srgbClr val="1A1F2F">
                    <a:alpha val="1902"/>
                  </a:srgbClr>
                </a:gs>
                <a:gs pos="100000">
                  <a:srgbClr val="1A1F2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Splat 1025"/>
            <p:cNvSpPr>
              <a:spLocks noGrp="1"/>
            </p:cNvSpPr>
            <p:nvPr/>
          </p:nvSpPr>
          <p:spPr>
            <a:xfrm rot="5349051">
              <a:off x="665015" y="1422740"/>
              <a:ext cx="765956" cy="95539"/>
            </a:xfrm>
            <a:prstGeom prst="ellipse">
              <a:avLst/>
            </a:prstGeom>
            <a:gradFill>
              <a:gsLst>
                <a:gs pos="0">
                  <a:srgbClr val="1B0E00">
                    <a:alpha val="12481"/>
                  </a:srgbClr>
                </a:gs>
                <a:gs pos="14286">
                  <a:srgbClr val="1B0E00">
                    <a:alpha val="11532"/>
                  </a:srgbClr>
                </a:gs>
                <a:gs pos="28571">
                  <a:srgbClr val="1B0E00">
                    <a:alpha val="9075"/>
                  </a:srgbClr>
                </a:gs>
                <a:gs pos="42857">
                  <a:srgbClr val="1B0E00">
                    <a:alpha val="6049"/>
                  </a:srgbClr>
                </a:gs>
                <a:gs pos="57143">
                  <a:srgbClr val="1B0E00">
                    <a:alpha val="3399"/>
                  </a:srgbClr>
                </a:gs>
                <a:gs pos="71429">
                  <a:srgbClr val="1B0E00">
                    <a:alpha val="1605"/>
                  </a:srgbClr>
                </a:gs>
                <a:gs pos="85714">
                  <a:srgbClr val="1B0E00">
                    <a:alpha val="638"/>
                  </a:srgbClr>
                </a:gs>
                <a:gs pos="100000">
                  <a:srgbClr val="1B0E00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Splat 1026"/>
            <p:cNvSpPr>
              <a:spLocks noGrp="1"/>
            </p:cNvSpPr>
            <p:nvPr/>
          </p:nvSpPr>
          <p:spPr>
            <a:xfrm rot="5270833">
              <a:off x="204718" y="521977"/>
              <a:ext cx="635744" cy="71524"/>
            </a:xfrm>
            <a:prstGeom prst="ellipse">
              <a:avLst/>
            </a:prstGeom>
            <a:gradFill>
              <a:gsLst>
                <a:gs pos="0">
                  <a:srgbClr val="2C549B">
                    <a:alpha val="1570"/>
                  </a:srgbClr>
                </a:gs>
                <a:gs pos="14286">
                  <a:srgbClr val="2C549B">
                    <a:alpha val="1444"/>
                  </a:srgbClr>
                </a:gs>
                <a:gs pos="28571">
                  <a:srgbClr val="2C549B">
                    <a:alpha val="1123"/>
                  </a:srgbClr>
                </a:gs>
                <a:gs pos="42857">
                  <a:srgbClr val="2C549B">
                    <a:alpha val="738"/>
                  </a:srgbClr>
                </a:gs>
                <a:gs pos="57143">
                  <a:srgbClr val="2C549B">
                    <a:alpha val="410"/>
                  </a:srgbClr>
                </a:gs>
                <a:gs pos="71429">
                  <a:srgbClr val="2C549B">
                    <a:alpha val="192"/>
                  </a:srgbClr>
                </a:gs>
                <a:gs pos="85714">
                  <a:srgbClr val="2C549B">
                    <a:alpha val="76"/>
                  </a:srgbClr>
                </a:gs>
                <a:gs pos="100000">
                  <a:srgbClr val="2C549B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Splat 1027"/>
            <p:cNvSpPr>
              <a:spLocks noGrp="1"/>
            </p:cNvSpPr>
            <p:nvPr/>
          </p:nvSpPr>
          <p:spPr>
            <a:xfrm rot="5799763">
              <a:off x="-90889" y="531055"/>
              <a:ext cx="678730" cy="121643"/>
            </a:xfrm>
            <a:prstGeom prst="ellipse">
              <a:avLst/>
            </a:prstGeom>
            <a:gradFill>
              <a:gsLst>
                <a:gs pos="0">
                  <a:srgbClr val="120500">
                    <a:alpha val="32968"/>
                  </a:srgbClr>
                </a:gs>
                <a:gs pos="14286">
                  <a:srgbClr val="120500">
                    <a:alpha val="30764"/>
                  </a:srgbClr>
                </a:gs>
                <a:gs pos="28571">
                  <a:srgbClr val="120500">
                    <a:alpha val="24833"/>
                  </a:srgbClr>
                </a:gs>
                <a:gs pos="42857">
                  <a:srgbClr val="120500">
                    <a:alpha val="17075"/>
                  </a:srgbClr>
                </a:gs>
                <a:gs pos="57143">
                  <a:srgbClr val="120500">
                    <a:alpha val="9855"/>
                  </a:srgbClr>
                </a:gs>
                <a:gs pos="71429">
                  <a:srgbClr val="120500">
                    <a:alpha val="4740"/>
                  </a:srgbClr>
                </a:gs>
                <a:gs pos="85714">
                  <a:srgbClr val="120500">
                    <a:alpha val="1902"/>
                  </a:srgbClr>
                </a:gs>
                <a:gs pos="100000">
                  <a:srgbClr val="120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Splat 1028"/>
            <p:cNvSpPr>
              <a:spLocks noGrp="1"/>
            </p:cNvSpPr>
            <p:nvPr/>
          </p:nvSpPr>
          <p:spPr>
            <a:xfrm rot="5204195">
              <a:off x="1617438" y="849466"/>
              <a:ext cx="620916" cy="80886"/>
            </a:xfrm>
            <a:prstGeom prst="ellipse">
              <a:avLst/>
            </a:prstGeom>
            <a:gradFill>
              <a:gsLst>
                <a:gs pos="0">
                  <a:srgbClr val="0B3464">
                    <a:alpha val="32968"/>
                  </a:srgbClr>
                </a:gs>
                <a:gs pos="14286">
                  <a:srgbClr val="0B3464">
                    <a:alpha val="30764"/>
                  </a:srgbClr>
                </a:gs>
                <a:gs pos="28571">
                  <a:srgbClr val="0B3464">
                    <a:alpha val="24833"/>
                  </a:srgbClr>
                </a:gs>
                <a:gs pos="42857">
                  <a:srgbClr val="0B3464">
                    <a:alpha val="17075"/>
                  </a:srgbClr>
                </a:gs>
                <a:gs pos="57143">
                  <a:srgbClr val="0B3464">
                    <a:alpha val="9855"/>
                  </a:srgbClr>
                </a:gs>
                <a:gs pos="71429">
                  <a:srgbClr val="0B3464">
                    <a:alpha val="4740"/>
                  </a:srgbClr>
                </a:gs>
                <a:gs pos="85714">
                  <a:srgbClr val="0B3464">
                    <a:alpha val="1902"/>
                  </a:srgbClr>
                </a:gs>
                <a:gs pos="100000">
                  <a:srgbClr val="0B34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Splat 1029"/>
            <p:cNvSpPr>
              <a:spLocks noGrp="1"/>
            </p:cNvSpPr>
            <p:nvPr/>
          </p:nvSpPr>
          <p:spPr>
            <a:xfrm rot="5813159">
              <a:off x="-31587" y="157950"/>
              <a:ext cx="635436" cy="170895"/>
            </a:xfrm>
            <a:prstGeom prst="ellipse">
              <a:avLst/>
            </a:prstGeom>
            <a:gradFill>
              <a:gsLst>
                <a:gs pos="0">
                  <a:srgbClr val="0E0600">
                    <a:alpha val="32968"/>
                  </a:srgbClr>
                </a:gs>
                <a:gs pos="14286">
                  <a:srgbClr val="0E0600">
                    <a:alpha val="30764"/>
                  </a:srgbClr>
                </a:gs>
                <a:gs pos="28571">
                  <a:srgbClr val="0E0600">
                    <a:alpha val="24833"/>
                  </a:srgbClr>
                </a:gs>
                <a:gs pos="42857">
                  <a:srgbClr val="0E0600">
                    <a:alpha val="17075"/>
                  </a:srgbClr>
                </a:gs>
                <a:gs pos="57143">
                  <a:srgbClr val="0E0600">
                    <a:alpha val="9855"/>
                  </a:srgbClr>
                </a:gs>
                <a:gs pos="71429">
                  <a:srgbClr val="0E0600">
                    <a:alpha val="4740"/>
                  </a:srgbClr>
                </a:gs>
                <a:gs pos="85714">
                  <a:srgbClr val="0E0600">
                    <a:alpha val="1902"/>
                  </a:srgbClr>
                </a:gs>
                <a:gs pos="100000">
                  <a:srgbClr val="0E0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Splat 1030"/>
            <p:cNvSpPr>
              <a:spLocks noGrp="1"/>
            </p:cNvSpPr>
            <p:nvPr/>
          </p:nvSpPr>
          <p:spPr>
            <a:xfrm rot="7934664">
              <a:off x="148208" y="2097893"/>
              <a:ext cx="476092" cy="379271"/>
            </a:xfrm>
            <a:prstGeom prst="ellipse">
              <a:avLst/>
            </a:prstGeom>
            <a:gradFill>
              <a:gsLst>
                <a:gs pos="0">
                  <a:srgbClr val="100300">
                    <a:alpha val="17792"/>
                  </a:srgbClr>
                </a:gs>
                <a:gs pos="14286">
                  <a:srgbClr val="100300">
                    <a:alpha val="16479"/>
                  </a:srgbClr>
                </a:gs>
                <a:gs pos="28571">
                  <a:srgbClr val="100300">
                    <a:alpha val="13048"/>
                  </a:srgbClr>
                </a:gs>
                <a:gs pos="42857">
                  <a:srgbClr val="100300">
                    <a:alpha val="8763"/>
                  </a:srgbClr>
                </a:gs>
                <a:gs pos="57143">
                  <a:srgbClr val="100300">
                    <a:alpha val="4955"/>
                  </a:srgbClr>
                </a:gs>
                <a:gs pos="71429">
                  <a:srgbClr val="100300">
                    <a:alpha val="2351"/>
                  </a:srgbClr>
                </a:gs>
                <a:gs pos="85714">
                  <a:srgbClr val="100300">
                    <a:alpha val="936"/>
                  </a:srgbClr>
                </a:gs>
                <a:gs pos="100000">
                  <a:srgbClr val="100300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Splat 1031"/>
            <p:cNvSpPr>
              <a:spLocks noGrp="1"/>
            </p:cNvSpPr>
            <p:nvPr/>
          </p:nvSpPr>
          <p:spPr>
            <a:xfrm rot="5972775">
              <a:off x="-395388" y="1974357"/>
              <a:ext cx="845653" cy="311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Splat 1032"/>
            <p:cNvSpPr>
              <a:spLocks noGrp="1"/>
            </p:cNvSpPr>
            <p:nvPr/>
          </p:nvSpPr>
          <p:spPr>
            <a:xfrm rot="5821927">
              <a:off x="720738" y="1861794"/>
              <a:ext cx="663950" cy="78331"/>
            </a:xfrm>
            <a:prstGeom prst="ellipse">
              <a:avLst/>
            </a:prstGeom>
            <a:gradFill>
              <a:gsLst>
                <a:gs pos="0">
                  <a:srgbClr val="8098C0">
                    <a:alpha val="6767"/>
                  </a:srgbClr>
                </a:gs>
                <a:gs pos="14286">
                  <a:srgbClr val="8098C0">
                    <a:alpha val="6237"/>
                  </a:srgbClr>
                </a:gs>
                <a:gs pos="28571">
                  <a:srgbClr val="8098C0">
                    <a:alpha val="4877"/>
                  </a:srgbClr>
                </a:gs>
                <a:gs pos="42857">
                  <a:srgbClr val="8098C0">
                    <a:alpha val="3227"/>
                  </a:srgbClr>
                </a:gs>
                <a:gs pos="57143">
                  <a:srgbClr val="8098C0">
                    <a:alpha val="1801"/>
                  </a:srgbClr>
                </a:gs>
                <a:gs pos="71429">
                  <a:srgbClr val="8098C0">
                    <a:alpha val="847"/>
                  </a:srgbClr>
                </a:gs>
                <a:gs pos="85714">
                  <a:srgbClr val="8098C0">
                    <a:alpha val="336"/>
                  </a:srgbClr>
                </a:gs>
                <a:gs pos="100000">
                  <a:srgbClr val="8098C0">
                    <a:alpha val="1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Splat 1033"/>
            <p:cNvSpPr>
              <a:spLocks noGrp="1"/>
            </p:cNvSpPr>
            <p:nvPr/>
          </p:nvSpPr>
          <p:spPr>
            <a:xfrm rot="10154334">
              <a:off x="663694" y="2324606"/>
              <a:ext cx="387000" cy="88998"/>
            </a:xfrm>
            <a:prstGeom prst="ellipse">
              <a:avLst/>
            </a:prstGeom>
            <a:gradFill>
              <a:gsLst>
                <a:gs pos="0">
                  <a:srgbClr val="695851">
                    <a:alpha val="10348"/>
                  </a:srgbClr>
                </a:gs>
                <a:gs pos="14286">
                  <a:srgbClr val="695851">
                    <a:alpha val="9553"/>
                  </a:srgbClr>
                </a:gs>
                <a:gs pos="28571">
                  <a:srgbClr val="695851">
                    <a:alpha val="7500"/>
                  </a:srgbClr>
                </a:gs>
                <a:gs pos="42857">
                  <a:srgbClr val="695851">
                    <a:alpha val="4985"/>
                  </a:srgbClr>
                </a:gs>
                <a:gs pos="57143">
                  <a:srgbClr val="695851">
                    <a:alpha val="2794"/>
                  </a:srgbClr>
                </a:gs>
                <a:gs pos="71429">
                  <a:srgbClr val="695851">
                    <a:alpha val="1318"/>
                  </a:srgbClr>
                </a:gs>
                <a:gs pos="85714">
                  <a:srgbClr val="695851">
                    <a:alpha val="523"/>
                  </a:srgbClr>
                </a:gs>
                <a:gs pos="100000">
                  <a:srgbClr val="695851">
                    <a:alpha val="1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Splat 1034"/>
            <p:cNvSpPr>
              <a:spLocks noGrp="1"/>
            </p:cNvSpPr>
            <p:nvPr/>
          </p:nvSpPr>
          <p:spPr>
            <a:xfrm rot="-8455191">
              <a:off x="3341267" y="2005166"/>
              <a:ext cx="518715" cy="17873"/>
            </a:xfrm>
            <a:prstGeom prst="ellipse">
              <a:avLst/>
            </a:prstGeom>
            <a:gradFill>
              <a:gsLst>
                <a:gs pos="0">
                  <a:srgbClr val="FFE980">
                    <a:alpha val="5505"/>
                  </a:srgbClr>
                </a:gs>
                <a:gs pos="14286">
                  <a:srgbClr val="FFE980">
                    <a:alpha val="5071"/>
                  </a:srgbClr>
                </a:gs>
                <a:gs pos="28571">
                  <a:srgbClr val="FFE980">
                    <a:alpha val="3960"/>
                  </a:srgbClr>
                </a:gs>
                <a:gs pos="42857">
                  <a:srgbClr val="FFE980">
                    <a:alpha val="2616"/>
                  </a:srgbClr>
                </a:gs>
                <a:gs pos="57143">
                  <a:srgbClr val="FFE980">
                    <a:alpha val="1458"/>
                  </a:srgbClr>
                </a:gs>
                <a:gs pos="71429">
                  <a:srgbClr val="FFE980">
                    <a:alpha val="685"/>
                  </a:srgbClr>
                </a:gs>
                <a:gs pos="85714">
                  <a:srgbClr val="FFE980">
                    <a:alpha val="271"/>
                  </a:srgbClr>
                </a:gs>
                <a:gs pos="100000">
                  <a:srgbClr val="FFE980">
                    <a:alpha val="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Splat 1035"/>
            <p:cNvSpPr>
              <a:spLocks noGrp="1"/>
            </p:cNvSpPr>
            <p:nvPr/>
          </p:nvSpPr>
          <p:spPr>
            <a:xfrm rot="-8141719">
              <a:off x="2292878" y="2062945"/>
              <a:ext cx="188040" cy="77779"/>
            </a:xfrm>
            <a:prstGeom prst="ellipse">
              <a:avLst/>
            </a:prstGeom>
            <a:gradFill>
              <a:gsLst>
                <a:gs pos="0">
                  <a:srgbClr val="D5A989">
                    <a:alpha val="7035"/>
                  </a:srgbClr>
                </a:gs>
                <a:gs pos="14286">
                  <a:srgbClr val="D5A989">
                    <a:alpha val="6485"/>
                  </a:srgbClr>
                </a:gs>
                <a:gs pos="28571">
                  <a:srgbClr val="D5A989">
                    <a:alpha val="5073"/>
                  </a:srgbClr>
                </a:gs>
                <a:gs pos="42857">
                  <a:srgbClr val="D5A989">
                    <a:alpha val="3357"/>
                  </a:srgbClr>
                </a:gs>
                <a:gs pos="57143">
                  <a:srgbClr val="D5A989">
                    <a:alpha val="1874"/>
                  </a:srgbClr>
                </a:gs>
                <a:gs pos="71429">
                  <a:srgbClr val="D5A989">
                    <a:alpha val="882"/>
                  </a:srgbClr>
                </a:gs>
                <a:gs pos="85714">
                  <a:srgbClr val="D5A989">
                    <a:alpha val="350"/>
                  </a:srgbClr>
                </a:gs>
                <a:gs pos="100000">
                  <a:srgbClr val="D5A989">
                    <a:alpha val="1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Splat 1036"/>
            <p:cNvSpPr>
              <a:spLocks noGrp="1"/>
            </p:cNvSpPr>
            <p:nvPr/>
          </p:nvSpPr>
          <p:spPr>
            <a:xfrm rot="4730813">
              <a:off x="2326831" y="1134660"/>
              <a:ext cx="525180" cy="91116"/>
            </a:xfrm>
            <a:prstGeom prst="ellipse">
              <a:avLst/>
            </a:prstGeom>
            <a:gradFill>
              <a:gsLst>
                <a:gs pos="0">
                  <a:srgbClr val="1B0E00">
                    <a:alpha val="32968"/>
                  </a:srgbClr>
                </a:gs>
                <a:gs pos="14286">
                  <a:srgbClr val="1B0E00">
                    <a:alpha val="30764"/>
                  </a:srgbClr>
                </a:gs>
                <a:gs pos="28571">
                  <a:srgbClr val="1B0E00">
                    <a:alpha val="24833"/>
                  </a:srgbClr>
                </a:gs>
                <a:gs pos="42857">
                  <a:srgbClr val="1B0E00">
                    <a:alpha val="17075"/>
                  </a:srgbClr>
                </a:gs>
                <a:gs pos="57143">
                  <a:srgbClr val="1B0E00">
                    <a:alpha val="9855"/>
                  </a:srgbClr>
                </a:gs>
                <a:gs pos="71429">
                  <a:srgbClr val="1B0E00">
                    <a:alpha val="4740"/>
                  </a:srgbClr>
                </a:gs>
                <a:gs pos="85714">
                  <a:srgbClr val="1B0E00">
                    <a:alpha val="1902"/>
                  </a:srgbClr>
                </a:gs>
                <a:gs pos="100000">
                  <a:srgbClr val="1B0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Splat 1037"/>
            <p:cNvSpPr>
              <a:spLocks noGrp="1"/>
            </p:cNvSpPr>
            <p:nvPr/>
          </p:nvSpPr>
          <p:spPr>
            <a:xfrm rot="-8168526">
              <a:off x="331332" y="506692"/>
              <a:ext cx="176503" cy="49852"/>
            </a:xfrm>
            <a:prstGeom prst="ellipse">
              <a:avLst/>
            </a:prstGeom>
            <a:gradFill>
              <a:gsLst>
                <a:gs pos="0">
                  <a:srgbClr val="007EDB">
                    <a:alpha val="2387"/>
                  </a:srgbClr>
                </a:gs>
                <a:gs pos="14286">
                  <a:srgbClr val="007EDB">
                    <a:alpha val="2196"/>
                  </a:srgbClr>
                </a:gs>
                <a:gs pos="28571">
                  <a:srgbClr val="007EDB">
                    <a:alpha val="1709"/>
                  </a:srgbClr>
                </a:gs>
                <a:gs pos="42857">
                  <a:srgbClr val="007EDB">
                    <a:alpha val="1124"/>
                  </a:srgbClr>
                </a:gs>
                <a:gs pos="57143">
                  <a:srgbClr val="007EDB">
                    <a:alpha val="625"/>
                  </a:srgbClr>
                </a:gs>
                <a:gs pos="71429">
                  <a:srgbClr val="007EDB">
                    <a:alpha val="293"/>
                  </a:srgbClr>
                </a:gs>
                <a:gs pos="85714">
                  <a:srgbClr val="007EDB">
                    <a:alpha val="116"/>
                  </a:srgbClr>
                </a:gs>
                <a:gs pos="100000">
                  <a:srgbClr val="007EDB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Splat 1038"/>
            <p:cNvSpPr>
              <a:spLocks noGrp="1"/>
            </p:cNvSpPr>
            <p:nvPr/>
          </p:nvSpPr>
          <p:spPr>
            <a:xfrm rot="5663688">
              <a:off x="1744443" y="1159966"/>
              <a:ext cx="484023" cy="234608"/>
            </a:xfrm>
            <a:prstGeom prst="ellipse">
              <a:avLst/>
            </a:prstGeom>
            <a:gradFill>
              <a:gsLst>
                <a:gs pos="0">
                  <a:srgbClr val="354B70">
                    <a:alpha val="13928"/>
                  </a:srgbClr>
                </a:gs>
                <a:gs pos="14286">
                  <a:srgbClr val="354B70">
                    <a:alpha val="12878"/>
                  </a:srgbClr>
                </a:gs>
                <a:gs pos="28571">
                  <a:srgbClr val="354B70">
                    <a:alpha val="10151"/>
                  </a:srgbClr>
                </a:gs>
                <a:gs pos="42857">
                  <a:srgbClr val="354B70">
                    <a:alpha val="6780"/>
                  </a:srgbClr>
                </a:gs>
                <a:gs pos="57143">
                  <a:srgbClr val="354B70">
                    <a:alpha val="3816"/>
                  </a:srgbClr>
                </a:gs>
                <a:gs pos="71429">
                  <a:srgbClr val="354B70">
                    <a:alpha val="1805"/>
                  </a:srgbClr>
                </a:gs>
                <a:gs pos="85714">
                  <a:srgbClr val="354B70">
                    <a:alpha val="718"/>
                  </a:srgbClr>
                </a:gs>
                <a:gs pos="100000">
                  <a:srgbClr val="354B70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Splat 1039"/>
            <p:cNvSpPr>
              <a:spLocks noGrp="1"/>
            </p:cNvSpPr>
            <p:nvPr/>
          </p:nvSpPr>
          <p:spPr>
            <a:xfrm rot="5375367">
              <a:off x="3128545" y="1354220"/>
              <a:ext cx="404753" cy="110089"/>
            </a:xfrm>
            <a:prstGeom prst="ellipse">
              <a:avLst/>
            </a:prstGeom>
            <a:gradFill>
              <a:gsLst>
                <a:gs pos="0">
                  <a:srgbClr val="042A54">
                    <a:alpha val="32968"/>
                  </a:srgbClr>
                </a:gs>
                <a:gs pos="14286">
                  <a:srgbClr val="042A54">
                    <a:alpha val="30764"/>
                  </a:srgbClr>
                </a:gs>
                <a:gs pos="28571">
                  <a:srgbClr val="042A54">
                    <a:alpha val="24833"/>
                  </a:srgbClr>
                </a:gs>
                <a:gs pos="42857">
                  <a:srgbClr val="042A54">
                    <a:alpha val="17075"/>
                  </a:srgbClr>
                </a:gs>
                <a:gs pos="57143">
                  <a:srgbClr val="042A54">
                    <a:alpha val="9855"/>
                  </a:srgbClr>
                </a:gs>
                <a:gs pos="71429">
                  <a:srgbClr val="042A54">
                    <a:alpha val="4740"/>
                  </a:srgbClr>
                </a:gs>
                <a:gs pos="85714">
                  <a:srgbClr val="042A54">
                    <a:alpha val="1902"/>
                  </a:srgbClr>
                </a:gs>
                <a:gs pos="100000">
                  <a:srgbClr val="042A5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Splat 1040"/>
            <p:cNvSpPr>
              <a:spLocks noGrp="1"/>
            </p:cNvSpPr>
            <p:nvPr/>
          </p:nvSpPr>
          <p:spPr>
            <a:xfrm rot="6515889">
              <a:off x="3056736" y="1537774"/>
              <a:ext cx="529024" cy="21008"/>
            </a:xfrm>
            <a:prstGeom prst="ellipse">
              <a:avLst/>
            </a:prstGeom>
            <a:gradFill>
              <a:gsLst>
                <a:gs pos="0">
                  <a:srgbClr val="6A582D">
                    <a:alpha val="32968"/>
                  </a:srgbClr>
                </a:gs>
                <a:gs pos="14286">
                  <a:srgbClr val="6A582D">
                    <a:alpha val="30764"/>
                  </a:srgbClr>
                </a:gs>
                <a:gs pos="28571">
                  <a:srgbClr val="6A582D">
                    <a:alpha val="24833"/>
                  </a:srgbClr>
                </a:gs>
                <a:gs pos="42857">
                  <a:srgbClr val="6A582D">
                    <a:alpha val="17075"/>
                  </a:srgbClr>
                </a:gs>
                <a:gs pos="57143">
                  <a:srgbClr val="6A582D">
                    <a:alpha val="9855"/>
                  </a:srgbClr>
                </a:gs>
                <a:gs pos="71429">
                  <a:srgbClr val="6A582D">
                    <a:alpha val="4740"/>
                  </a:srgbClr>
                </a:gs>
                <a:gs pos="85714">
                  <a:srgbClr val="6A582D">
                    <a:alpha val="1902"/>
                  </a:srgbClr>
                </a:gs>
                <a:gs pos="100000">
                  <a:srgbClr val="6A582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Splat 1041"/>
            <p:cNvSpPr>
              <a:spLocks noGrp="1"/>
            </p:cNvSpPr>
            <p:nvPr/>
          </p:nvSpPr>
          <p:spPr>
            <a:xfrm rot="5492878">
              <a:off x="769305" y="955617"/>
              <a:ext cx="730392" cy="53477"/>
            </a:xfrm>
            <a:prstGeom prst="ellipse">
              <a:avLst/>
            </a:prstGeom>
            <a:gradFill>
              <a:gsLst>
                <a:gs pos="0">
                  <a:srgbClr val="775B00">
                    <a:alpha val="32968"/>
                  </a:srgbClr>
                </a:gs>
                <a:gs pos="14286">
                  <a:srgbClr val="775B00">
                    <a:alpha val="30764"/>
                  </a:srgbClr>
                </a:gs>
                <a:gs pos="28571">
                  <a:srgbClr val="775B00">
                    <a:alpha val="24833"/>
                  </a:srgbClr>
                </a:gs>
                <a:gs pos="42857">
                  <a:srgbClr val="775B00">
                    <a:alpha val="17075"/>
                  </a:srgbClr>
                </a:gs>
                <a:gs pos="57143">
                  <a:srgbClr val="775B00">
                    <a:alpha val="9855"/>
                  </a:srgbClr>
                </a:gs>
                <a:gs pos="71429">
                  <a:srgbClr val="775B00">
                    <a:alpha val="4740"/>
                  </a:srgbClr>
                </a:gs>
                <a:gs pos="85714">
                  <a:srgbClr val="775B00">
                    <a:alpha val="1902"/>
                  </a:srgbClr>
                </a:gs>
                <a:gs pos="100000">
                  <a:srgbClr val="775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Splat 1042"/>
            <p:cNvSpPr>
              <a:spLocks noGrp="1"/>
            </p:cNvSpPr>
            <p:nvPr/>
          </p:nvSpPr>
          <p:spPr>
            <a:xfrm rot="3149414">
              <a:off x="208046" y="478769"/>
              <a:ext cx="332765" cy="137631"/>
            </a:xfrm>
            <a:prstGeom prst="ellipse">
              <a:avLst/>
            </a:prstGeom>
            <a:gradFill>
              <a:gsLst>
                <a:gs pos="0">
                  <a:srgbClr val="4795FF">
                    <a:alpha val="2374"/>
                  </a:srgbClr>
                </a:gs>
                <a:gs pos="14286">
                  <a:srgbClr val="4795FF">
                    <a:alpha val="2184"/>
                  </a:srgbClr>
                </a:gs>
                <a:gs pos="28571">
                  <a:srgbClr val="4795FF">
                    <a:alpha val="1700"/>
                  </a:srgbClr>
                </a:gs>
                <a:gs pos="42857">
                  <a:srgbClr val="4795FF">
                    <a:alpha val="1118"/>
                  </a:srgbClr>
                </a:gs>
                <a:gs pos="57143">
                  <a:srgbClr val="4795FF">
                    <a:alpha val="621"/>
                  </a:srgbClr>
                </a:gs>
                <a:gs pos="71429">
                  <a:srgbClr val="4795FF">
                    <a:alpha val="291"/>
                  </a:srgbClr>
                </a:gs>
                <a:gs pos="85714">
                  <a:srgbClr val="4795FF">
                    <a:alpha val="115"/>
                  </a:srgbClr>
                </a:gs>
                <a:gs pos="100000">
                  <a:srgbClr val="4795FF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Splat 1043"/>
            <p:cNvSpPr>
              <a:spLocks noGrp="1"/>
            </p:cNvSpPr>
            <p:nvPr/>
          </p:nvSpPr>
          <p:spPr>
            <a:xfrm rot="5082063">
              <a:off x="2926323" y="1448661"/>
              <a:ext cx="938194" cy="313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Splat 1044"/>
            <p:cNvSpPr>
              <a:spLocks noGrp="1"/>
            </p:cNvSpPr>
            <p:nvPr/>
          </p:nvSpPr>
          <p:spPr>
            <a:xfrm rot="8025794">
              <a:off x="1404058" y="1821395"/>
              <a:ext cx="479065" cy="354167"/>
            </a:xfrm>
            <a:prstGeom prst="ellipse">
              <a:avLst/>
            </a:prstGeom>
            <a:gradFill>
              <a:gsLst>
                <a:gs pos="0">
                  <a:srgbClr val="9FADC1">
                    <a:alpha val="4970"/>
                  </a:srgbClr>
                </a:gs>
                <a:gs pos="14286">
                  <a:srgbClr val="9FADC1">
                    <a:alpha val="4577"/>
                  </a:srgbClr>
                </a:gs>
                <a:gs pos="28571">
                  <a:srgbClr val="9FADC1">
                    <a:alpha val="3573"/>
                  </a:srgbClr>
                </a:gs>
                <a:gs pos="42857">
                  <a:srgbClr val="9FADC1">
                    <a:alpha val="2358"/>
                  </a:srgbClr>
                </a:gs>
                <a:gs pos="57143">
                  <a:srgbClr val="9FADC1">
                    <a:alpha val="1314"/>
                  </a:srgbClr>
                </a:gs>
                <a:gs pos="71429">
                  <a:srgbClr val="9FADC1">
                    <a:alpha val="617"/>
                  </a:srgbClr>
                </a:gs>
                <a:gs pos="85714">
                  <a:srgbClr val="9FADC1">
                    <a:alpha val="244"/>
                  </a:srgbClr>
                </a:gs>
                <a:gs pos="100000">
                  <a:srgbClr val="9FADC1">
                    <a:alpha val="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Splat 1045"/>
            <p:cNvSpPr>
              <a:spLocks noGrp="1"/>
            </p:cNvSpPr>
            <p:nvPr/>
          </p:nvSpPr>
          <p:spPr>
            <a:xfrm rot="8811743">
              <a:off x="603223" y="1685965"/>
              <a:ext cx="442762" cy="303830"/>
            </a:xfrm>
            <a:prstGeom prst="ellipse">
              <a:avLst/>
            </a:prstGeom>
            <a:gradFill>
              <a:gsLst>
                <a:gs pos="0">
                  <a:srgbClr val="393252">
                    <a:alpha val="32968"/>
                  </a:srgbClr>
                </a:gs>
                <a:gs pos="14286">
                  <a:srgbClr val="393252">
                    <a:alpha val="30764"/>
                  </a:srgbClr>
                </a:gs>
                <a:gs pos="28571">
                  <a:srgbClr val="393252">
                    <a:alpha val="24833"/>
                  </a:srgbClr>
                </a:gs>
                <a:gs pos="42857">
                  <a:srgbClr val="393252">
                    <a:alpha val="17075"/>
                  </a:srgbClr>
                </a:gs>
                <a:gs pos="57143">
                  <a:srgbClr val="393252">
                    <a:alpha val="9855"/>
                  </a:srgbClr>
                </a:gs>
                <a:gs pos="71429">
                  <a:srgbClr val="393252">
                    <a:alpha val="4740"/>
                  </a:srgbClr>
                </a:gs>
                <a:gs pos="85714">
                  <a:srgbClr val="393252">
                    <a:alpha val="1902"/>
                  </a:srgbClr>
                </a:gs>
                <a:gs pos="100000">
                  <a:srgbClr val="3932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Splat 1046"/>
            <p:cNvSpPr>
              <a:spLocks noGrp="1"/>
            </p:cNvSpPr>
            <p:nvPr/>
          </p:nvSpPr>
          <p:spPr>
            <a:xfrm rot="6462171">
              <a:off x="979940" y="1671648"/>
              <a:ext cx="543228" cy="213089"/>
            </a:xfrm>
            <a:prstGeom prst="ellipse">
              <a:avLst/>
            </a:prstGeom>
            <a:gradFill>
              <a:gsLst>
                <a:gs pos="0">
                  <a:srgbClr val="001955">
                    <a:alpha val="12666"/>
                  </a:srgbClr>
                </a:gs>
                <a:gs pos="14286">
                  <a:srgbClr val="001955">
                    <a:alpha val="11704"/>
                  </a:srgbClr>
                </a:gs>
                <a:gs pos="28571">
                  <a:srgbClr val="001955">
                    <a:alpha val="9213"/>
                  </a:srgbClr>
                </a:gs>
                <a:gs pos="42857">
                  <a:srgbClr val="001955">
                    <a:alpha val="6143"/>
                  </a:srgbClr>
                </a:gs>
                <a:gs pos="57143">
                  <a:srgbClr val="001955">
                    <a:alpha val="3452"/>
                  </a:srgbClr>
                </a:gs>
                <a:gs pos="71429">
                  <a:srgbClr val="001955">
                    <a:alpha val="1631"/>
                  </a:srgbClr>
                </a:gs>
                <a:gs pos="85714">
                  <a:srgbClr val="001955">
                    <a:alpha val="648"/>
                  </a:srgbClr>
                </a:gs>
                <a:gs pos="100000">
                  <a:srgbClr val="001955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Splat 1047"/>
            <p:cNvSpPr>
              <a:spLocks noGrp="1"/>
            </p:cNvSpPr>
            <p:nvPr/>
          </p:nvSpPr>
          <p:spPr>
            <a:xfrm rot="5833063">
              <a:off x="550019" y="1769323"/>
              <a:ext cx="435818" cy="260305"/>
            </a:xfrm>
            <a:prstGeom prst="ellipse">
              <a:avLst/>
            </a:prstGeom>
            <a:gradFill>
              <a:gsLst>
                <a:gs pos="0">
                  <a:srgbClr val="260000">
                    <a:alpha val="29479"/>
                  </a:srgbClr>
                </a:gs>
                <a:gs pos="14286">
                  <a:srgbClr val="260000">
                    <a:alpha val="27458"/>
                  </a:srgbClr>
                </a:gs>
                <a:gs pos="28571">
                  <a:srgbClr val="260000">
                    <a:alpha val="22061"/>
                  </a:srgbClr>
                </a:gs>
                <a:gs pos="42857">
                  <a:srgbClr val="260000">
                    <a:alpha val="15082"/>
                  </a:srgbClr>
                </a:gs>
                <a:gs pos="57143">
                  <a:srgbClr val="260000">
                    <a:alpha val="8661"/>
                  </a:srgbClr>
                </a:gs>
                <a:gs pos="71429">
                  <a:srgbClr val="260000">
                    <a:alpha val="4152"/>
                  </a:srgbClr>
                </a:gs>
                <a:gs pos="85714">
                  <a:srgbClr val="260000">
                    <a:alpha val="1663"/>
                  </a:srgbClr>
                </a:gs>
                <a:gs pos="100000">
                  <a:srgbClr val="260000">
                    <a:alpha val="5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Splat 1048"/>
            <p:cNvSpPr>
              <a:spLocks noGrp="1"/>
            </p:cNvSpPr>
            <p:nvPr/>
          </p:nvSpPr>
          <p:spPr>
            <a:xfrm rot="5891144">
              <a:off x="-156940" y="306080"/>
              <a:ext cx="808774" cy="23637"/>
            </a:xfrm>
            <a:prstGeom prst="ellipse">
              <a:avLst/>
            </a:prstGeom>
            <a:gradFill>
              <a:gsLst>
                <a:gs pos="0">
                  <a:srgbClr val="204B82">
                    <a:alpha val="32968"/>
                  </a:srgbClr>
                </a:gs>
                <a:gs pos="14286">
                  <a:srgbClr val="204B82">
                    <a:alpha val="30764"/>
                  </a:srgbClr>
                </a:gs>
                <a:gs pos="28571">
                  <a:srgbClr val="204B82">
                    <a:alpha val="24833"/>
                  </a:srgbClr>
                </a:gs>
                <a:gs pos="42857">
                  <a:srgbClr val="204B82">
                    <a:alpha val="17075"/>
                  </a:srgbClr>
                </a:gs>
                <a:gs pos="57143">
                  <a:srgbClr val="204B82">
                    <a:alpha val="9855"/>
                  </a:srgbClr>
                </a:gs>
                <a:gs pos="71429">
                  <a:srgbClr val="204B82">
                    <a:alpha val="4740"/>
                  </a:srgbClr>
                </a:gs>
                <a:gs pos="85714">
                  <a:srgbClr val="204B82">
                    <a:alpha val="1902"/>
                  </a:srgbClr>
                </a:gs>
                <a:gs pos="100000">
                  <a:srgbClr val="204B8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Splat 1049"/>
            <p:cNvSpPr>
              <a:spLocks noGrp="1"/>
            </p:cNvSpPr>
            <p:nvPr/>
          </p:nvSpPr>
          <p:spPr>
            <a:xfrm rot="5634655">
              <a:off x="278187" y="1577950"/>
              <a:ext cx="539851" cy="145648"/>
            </a:xfrm>
            <a:prstGeom prst="ellipse">
              <a:avLst/>
            </a:prstGeom>
            <a:gradFill>
              <a:gsLst>
                <a:gs pos="0">
                  <a:srgbClr val="637FA3">
                    <a:alpha val="32968"/>
                  </a:srgbClr>
                </a:gs>
                <a:gs pos="14286">
                  <a:srgbClr val="637FA3">
                    <a:alpha val="30764"/>
                  </a:srgbClr>
                </a:gs>
                <a:gs pos="28571">
                  <a:srgbClr val="637FA3">
                    <a:alpha val="24833"/>
                  </a:srgbClr>
                </a:gs>
                <a:gs pos="42857">
                  <a:srgbClr val="637FA3">
                    <a:alpha val="17075"/>
                  </a:srgbClr>
                </a:gs>
                <a:gs pos="57143">
                  <a:srgbClr val="637FA3">
                    <a:alpha val="9855"/>
                  </a:srgbClr>
                </a:gs>
                <a:gs pos="71429">
                  <a:srgbClr val="637FA3">
                    <a:alpha val="4740"/>
                  </a:srgbClr>
                </a:gs>
                <a:gs pos="85714">
                  <a:srgbClr val="637FA3">
                    <a:alpha val="1902"/>
                  </a:srgbClr>
                </a:gs>
                <a:gs pos="100000">
                  <a:srgbClr val="637FA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Splat 1050"/>
            <p:cNvSpPr>
              <a:spLocks noGrp="1"/>
            </p:cNvSpPr>
            <p:nvPr/>
          </p:nvSpPr>
          <p:spPr>
            <a:xfrm rot="5864698">
              <a:off x="285193" y="1510330"/>
              <a:ext cx="551687" cy="174281"/>
            </a:xfrm>
            <a:prstGeom prst="ellipse">
              <a:avLst/>
            </a:prstGeom>
            <a:gradFill>
              <a:gsLst>
                <a:gs pos="0">
                  <a:srgbClr val="385073">
                    <a:alpha val="32968"/>
                  </a:srgbClr>
                </a:gs>
                <a:gs pos="14286">
                  <a:srgbClr val="385073">
                    <a:alpha val="30764"/>
                  </a:srgbClr>
                </a:gs>
                <a:gs pos="28571">
                  <a:srgbClr val="385073">
                    <a:alpha val="24833"/>
                  </a:srgbClr>
                </a:gs>
                <a:gs pos="42857">
                  <a:srgbClr val="385073">
                    <a:alpha val="17075"/>
                  </a:srgbClr>
                </a:gs>
                <a:gs pos="57143">
                  <a:srgbClr val="385073">
                    <a:alpha val="9855"/>
                  </a:srgbClr>
                </a:gs>
                <a:gs pos="71429">
                  <a:srgbClr val="385073">
                    <a:alpha val="4740"/>
                  </a:srgbClr>
                </a:gs>
                <a:gs pos="85714">
                  <a:srgbClr val="385073">
                    <a:alpha val="1902"/>
                  </a:srgbClr>
                </a:gs>
                <a:gs pos="100000">
                  <a:srgbClr val="38507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Splat 1051"/>
            <p:cNvSpPr>
              <a:spLocks noGrp="1"/>
            </p:cNvSpPr>
            <p:nvPr/>
          </p:nvSpPr>
          <p:spPr>
            <a:xfrm rot="10563383">
              <a:off x="89660" y="-60483"/>
              <a:ext cx="572752" cy="160810"/>
            </a:xfrm>
            <a:prstGeom prst="ellipse">
              <a:avLst/>
            </a:prstGeom>
            <a:gradFill>
              <a:gsLst>
                <a:gs pos="0">
                  <a:srgbClr val="060000">
                    <a:alpha val="32968"/>
                  </a:srgbClr>
                </a:gs>
                <a:gs pos="14286">
                  <a:srgbClr val="060000">
                    <a:alpha val="30764"/>
                  </a:srgbClr>
                </a:gs>
                <a:gs pos="28571">
                  <a:srgbClr val="060000">
                    <a:alpha val="24833"/>
                  </a:srgbClr>
                </a:gs>
                <a:gs pos="42857">
                  <a:srgbClr val="060000">
                    <a:alpha val="17075"/>
                  </a:srgbClr>
                </a:gs>
                <a:gs pos="57143">
                  <a:srgbClr val="060000">
                    <a:alpha val="9855"/>
                  </a:srgbClr>
                </a:gs>
                <a:gs pos="71429">
                  <a:srgbClr val="060000">
                    <a:alpha val="4740"/>
                  </a:srgbClr>
                </a:gs>
                <a:gs pos="85714">
                  <a:srgbClr val="060000">
                    <a:alpha val="1902"/>
                  </a:srgbClr>
                </a:gs>
                <a:gs pos="100000">
                  <a:srgbClr val="0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Splat 1052"/>
            <p:cNvSpPr>
              <a:spLocks noGrp="1"/>
            </p:cNvSpPr>
            <p:nvPr/>
          </p:nvSpPr>
          <p:spPr>
            <a:xfrm rot="5351646">
              <a:off x="292434" y="1670925"/>
              <a:ext cx="605905" cy="235479"/>
            </a:xfrm>
            <a:prstGeom prst="ellipse">
              <a:avLst/>
            </a:prstGeom>
            <a:gradFill>
              <a:gsLst>
                <a:gs pos="0">
                  <a:srgbClr val="4F6081">
                    <a:alpha val="30800"/>
                  </a:srgbClr>
                </a:gs>
                <a:gs pos="14286">
                  <a:srgbClr val="4F6081">
                    <a:alpha val="28708"/>
                  </a:srgbClr>
                </a:gs>
                <a:gs pos="28571">
                  <a:srgbClr val="4F6081">
                    <a:alpha val="23106"/>
                  </a:srgbClr>
                </a:gs>
                <a:gs pos="42857">
                  <a:srgbClr val="4F6081">
                    <a:alpha val="15830"/>
                  </a:srgbClr>
                </a:gs>
                <a:gs pos="57143">
                  <a:srgbClr val="4F6081">
                    <a:alpha val="9107"/>
                  </a:srgbClr>
                </a:gs>
                <a:gs pos="71429">
                  <a:srgbClr val="4F6081">
                    <a:alpha val="4371"/>
                  </a:srgbClr>
                </a:gs>
                <a:gs pos="85714">
                  <a:srgbClr val="4F6081">
                    <a:alpha val="1752"/>
                  </a:srgbClr>
                </a:gs>
                <a:gs pos="100000">
                  <a:srgbClr val="4F6081">
                    <a:alpha val="5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Splat 1053"/>
            <p:cNvSpPr>
              <a:spLocks noGrp="1"/>
            </p:cNvSpPr>
            <p:nvPr/>
          </p:nvSpPr>
          <p:spPr>
            <a:xfrm rot="5522632">
              <a:off x="1646159" y="877567"/>
              <a:ext cx="659853" cy="184724"/>
            </a:xfrm>
            <a:prstGeom prst="ellipse">
              <a:avLst/>
            </a:prstGeom>
            <a:gradFill>
              <a:gsLst>
                <a:gs pos="0">
                  <a:srgbClr val="263B62">
                    <a:alpha val="28896"/>
                  </a:srgbClr>
                </a:gs>
                <a:gs pos="14286">
                  <a:srgbClr val="263B62">
                    <a:alpha val="26907"/>
                  </a:srgbClr>
                </a:gs>
                <a:gs pos="28571">
                  <a:srgbClr val="263B62">
                    <a:alpha val="21602"/>
                  </a:srgbClr>
                </a:gs>
                <a:gs pos="42857">
                  <a:srgbClr val="263B62">
                    <a:alpha val="14754"/>
                  </a:srgbClr>
                </a:gs>
                <a:gs pos="57143">
                  <a:srgbClr val="263B62">
                    <a:alpha val="8465"/>
                  </a:srgbClr>
                </a:gs>
                <a:gs pos="71429">
                  <a:srgbClr val="263B62">
                    <a:alpha val="4056"/>
                  </a:srgbClr>
                </a:gs>
                <a:gs pos="85714">
                  <a:srgbClr val="263B62">
                    <a:alpha val="1624"/>
                  </a:srgbClr>
                </a:gs>
                <a:gs pos="100000">
                  <a:srgbClr val="263B62">
                    <a:alpha val="5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Splat 1054"/>
            <p:cNvSpPr>
              <a:spLocks noGrp="1"/>
            </p:cNvSpPr>
            <p:nvPr/>
          </p:nvSpPr>
          <p:spPr>
            <a:xfrm rot="5006158">
              <a:off x="2508163" y="2350306"/>
              <a:ext cx="426969" cy="73844"/>
            </a:xfrm>
            <a:prstGeom prst="ellipse">
              <a:avLst/>
            </a:prstGeom>
            <a:gradFill>
              <a:gsLst>
                <a:gs pos="0">
                  <a:srgbClr val="3D301F">
                    <a:alpha val="32968"/>
                  </a:srgbClr>
                </a:gs>
                <a:gs pos="14286">
                  <a:srgbClr val="3D301F">
                    <a:alpha val="30764"/>
                  </a:srgbClr>
                </a:gs>
                <a:gs pos="28571">
                  <a:srgbClr val="3D301F">
                    <a:alpha val="24833"/>
                  </a:srgbClr>
                </a:gs>
                <a:gs pos="42857">
                  <a:srgbClr val="3D301F">
                    <a:alpha val="17075"/>
                  </a:srgbClr>
                </a:gs>
                <a:gs pos="57143">
                  <a:srgbClr val="3D301F">
                    <a:alpha val="9855"/>
                  </a:srgbClr>
                </a:gs>
                <a:gs pos="71429">
                  <a:srgbClr val="3D301F">
                    <a:alpha val="4740"/>
                  </a:srgbClr>
                </a:gs>
                <a:gs pos="85714">
                  <a:srgbClr val="3D301F">
                    <a:alpha val="1902"/>
                  </a:srgbClr>
                </a:gs>
                <a:gs pos="100000">
                  <a:srgbClr val="3D301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Splat 1055"/>
            <p:cNvSpPr>
              <a:spLocks noGrp="1"/>
            </p:cNvSpPr>
            <p:nvPr/>
          </p:nvSpPr>
          <p:spPr>
            <a:xfrm rot="5655218">
              <a:off x="1388647" y="851853"/>
              <a:ext cx="621611" cy="163382"/>
            </a:xfrm>
            <a:prstGeom prst="ellipse">
              <a:avLst/>
            </a:prstGeom>
            <a:gradFill>
              <a:gsLst>
                <a:gs pos="0">
                  <a:srgbClr val="2F3F5E">
                    <a:alpha val="32968"/>
                  </a:srgbClr>
                </a:gs>
                <a:gs pos="14286">
                  <a:srgbClr val="2F3F5E">
                    <a:alpha val="30764"/>
                  </a:srgbClr>
                </a:gs>
                <a:gs pos="28571">
                  <a:srgbClr val="2F3F5E">
                    <a:alpha val="24833"/>
                  </a:srgbClr>
                </a:gs>
                <a:gs pos="42857">
                  <a:srgbClr val="2F3F5E">
                    <a:alpha val="17075"/>
                  </a:srgbClr>
                </a:gs>
                <a:gs pos="57143">
                  <a:srgbClr val="2F3F5E">
                    <a:alpha val="9855"/>
                  </a:srgbClr>
                </a:gs>
                <a:gs pos="71429">
                  <a:srgbClr val="2F3F5E">
                    <a:alpha val="4740"/>
                  </a:srgbClr>
                </a:gs>
                <a:gs pos="85714">
                  <a:srgbClr val="2F3F5E">
                    <a:alpha val="1902"/>
                  </a:srgbClr>
                </a:gs>
                <a:gs pos="100000">
                  <a:srgbClr val="2F3F5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Splat 1056"/>
            <p:cNvSpPr>
              <a:spLocks noGrp="1"/>
            </p:cNvSpPr>
            <p:nvPr/>
          </p:nvSpPr>
          <p:spPr>
            <a:xfrm rot="5546477">
              <a:off x="563255" y="1478446"/>
              <a:ext cx="563643" cy="281360"/>
            </a:xfrm>
            <a:prstGeom prst="ellipse">
              <a:avLst/>
            </a:prstGeom>
            <a:gradFill>
              <a:gsLst>
                <a:gs pos="0">
                  <a:srgbClr val="5371AB">
                    <a:alpha val="13614"/>
                  </a:srgbClr>
                </a:gs>
                <a:gs pos="14286">
                  <a:srgbClr val="5371AB">
                    <a:alpha val="12585"/>
                  </a:srgbClr>
                </a:gs>
                <a:gs pos="28571">
                  <a:srgbClr val="5371AB">
                    <a:alpha val="9917"/>
                  </a:srgbClr>
                </a:gs>
                <a:gs pos="42857">
                  <a:srgbClr val="5371AB">
                    <a:alpha val="6621"/>
                  </a:srgbClr>
                </a:gs>
                <a:gs pos="57143">
                  <a:srgbClr val="5371AB">
                    <a:alpha val="3725"/>
                  </a:srgbClr>
                </a:gs>
                <a:gs pos="71429">
                  <a:srgbClr val="5371AB">
                    <a:alpha val="1761"/>
                  </a:srgbClr>
                </a:gs>
                <a:gs pos="85714">
                  <a:srgbClr val="5371AB">
                    <a:alpha val="700"/>
                  </a:srgbClr>
                </a:gs>
                <a:gs pos="100000">
                  <a:srgbClr val="5371AB">
                    <a:alpha val="2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Splat 1057"/>
            <p:cNvSpPr>
              <a:spLocks noGrp="1"/>
            </p:cNvSpPr>
            <p:nvPr/>
          </p:nvSpPr>
          <p:spPr>
            <a:xfrm rot="6058021">
              <a:off x="-147510" y="931404"/>
              <a:ext cx="535218" cy="90781"/>
            </a:xfrm>
            <a:prstGeom prst="ellipse">
              <a:avLst/>
            </a:prstGeom>
            <a:gradFill>
              <a:gsLst>
                <a:gs pos="0">
                  <a:srgbClr val="2D456D">
                    <a:alpha val="32968"/>
                  </a:srgbClr>
                </a:gs>
                <a:gs pos="14286">
                  <a:srgbClr val="2D456D">
                    <a:alpha val="30764"/>
                  </a:srgbClr>
                </a:gs>
                <a:gs pos="28571">
                  <a:srgbClr val="2D456D">
                    <a:alpha val="24833"/>
                  </a:srgbClr>
                </a:gs>
                <a:gs pos="42857">
                  <a:srgbClr val="2D456D">
                    <a:alpha val="17075"/>
                  </a:srgbClr>
                </a:gs>
                <a:gs pos="57143">
                  <a:srgbClr val="2D456D">
                    <a:alpha val="9855"/>
                  </a:srgbClr>
                </a:gs>
                <a:gs pos="71429">
                  <a:srgbClr val="2D456D">
                    <a:alpha val="4740"/>
                  </a:srgbClr>
                </a:gs>
                <a:gs pos="85714">
                  <a:srgbClr val="2D456D">
                    <a:alpha val="1902"/>
                  </a:srgbClr>
                </a:gs>
                <a:gs pos="100000">
                  <a:srgbClr val="2D456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Splat 1058"/>
            <p:cNvSpPr>
              <a:spLocks noGrp="1"/>
            </p:cNvSpPr>
            <p:nvPr/>
          </p:nvSpPr>
          <p:spPr>
            <a:xfrm rot="-10798832">
              <a:off x="1096458" y="2090486"/>
              <a:ext cx="483705" cy="147391"/>
            </a:xfrm>
            <a:prstGeom prst="ellipse">
              <a:avLst/>
            </a:prstGeom>
            <a:gradFill>
              <a:gsLst>
                <a:gs pos="0">
                  <a:srgbClr val="1D172B">
                    <a:alpha val="32968"/>
                  </a:srgbClr>
                </a:gs>
                <a:gs pos="14286">
                  <a:srgbClr val="1D172B">
                    <a:alpha val="30764"/>
                  </a:srgbClr>
                </a:gs>
                <a:gs pos="28571">
                  <a:srgbClr val="1D172B">
                    <a:alpha val="24833"/>
                  </a:srgbClr>
                </a:gs>
                <a:gs pos="42857">
                  <a:srgbClr val="1D172B">
                    <a:alpha val="17075"/>
                  </a:srgbClr>
                </a:gs>
                <a:gs pos="57143">
                  <a:srgbClr val="1D172B">
                    <a:alpha val="9855"/>
                  </a:srgbClr>
                </a:gs>
                <a:gs pos="71429">
                  <a:srgbClr val="1D172B">
                    <a:alpha val="4740"/>
                  </a:srgbClr>
                </a:gs>
                <a:gs pos="85714">
                  <a:srgbClr val="1D172B">
                    <a:alpha val="1902"/>
                  </a:srgbClr>
                </a:gs>
                <a:gs pos="100000">
                  <a:srgbClr val="1D172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Splat 1059"/>
            <p:cNvSpPr>
              <a:spLocks noGrp="1"/>
            </p:cNvSpPr>
            <p:nvPr/>
          </p:nvSpPr>
          <p:spPr>
            <a:xfrm rot="5562622">
              <a:off x="356498" y="1199545"/>
              <a:ext cx="490123" cy="236464"/>
            </a:xfrm>
            <a:prstGeom prst="ellipse">
              <a:avLst/>
            </a:prstGeom>
            <a:gradFill>
              <a:gsLst>
                <a:gs pos="0">
                  <a:srgbClr val="2A4162">
                    <a:alpha val="22397"/>
                  </a:srgbClr>
                </a:gs>
                <a:gs pos="14286">
                  <a:srgbClr val="2A4162">
                    <a:alpha val="20789"/>
                  </a:srgbClr>
                </a:gs>
                <a:gs pos="28571">
                  <a:srgbClr val="2A4162">
                    <a:alpha val="16553"/>
                  </a:srgbClr>
                </a:gs>
                <a:gs pos="42857">
                  <a:srgbClr val="2A4162">
                    <a:alpha val="11192"/>
                  </a:srgbClr>
                </a:gs>
                <a:gs pos="57143">
                  <a:srgbClr val="2A4162">
                    <a:alpha val="6365"/>
                  </a:srgbClr>
                </a:gs>
                <a:gs pos="71429">
                  <a:srgbClr val="2A4162">
                    <a:alpha val="3032"/>
                  </a:srgbClr>
                </a:gs>
                <a:gs pos="85714">
                  <a:srgbClr val="2A4162">
                    <a:alpha val="1210"/>
                  </a:srgbClr>
                </a:gs>
                <a:gs pos="100000">
                  <a:srgbClr val="2A4162">
                    <a:alpha val="4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Splat 1060"/>
            <p:cNvSpPr>
              <a:spLocks noGrp="1"/>
            </p:cNvSpPr>
            <p:nvPr/>
          </p:nvSpPr>
          <p:spPr>
            <a:xfrm rot="7075192">
              <a:off x="1057290" y="1838422"/>
              <a:ext cx="459849" cy="230085"/>
            </a:xfrm>
            <a:prstGeom prst="ellipse">
              <a:avLst/>
            </a:prstGeom>
            <a:gradFill>
              <a:gsLst>
                <a:gs pos="0">
                  <a:srgbClr val="556277">
                    <a:alpha val="32968"/>
                  </a:srgbClr>
                </a:gs>
                <a:gs pos="14286">
                  <a:srgbClr val="556277">
                    <a:alpha val="30764"/>
                  </a:srgbClr>
                </a:gs>
                <a:gs pos="28571">
                  <a:srgbClr val="556277">
                    <a:alpha val="24833"/>
                  </a:srgbClr>
                </a:gs>
                <a:gs pos="42857">
                  <a:srgbClr val="556277">
                    <a:alpha val="17075"/>
                  </a:srgbClr>
                </a:gs>
                <a:gs pos="57143">
                  <a:srgbClr val="556277">
                    <a:alpha val="9855"/>
                  </a:srgbClr>
                </a:gs>
                <a:gs pos="71429">
                  <a:srgbClr val="556277">
                    <a:alpha val="4740"/>
                  </a:srgbClr>
                </a:gs>
                <a:gs pos="85714">
                  <a:srgbClr val="556277">
                    <a:alpha val="1902"/>
                  </a:srgbClr>
                </a:gs>
                <a:gs pos="100000">
                  <a:srgbClr val="5562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Splat 1061"/>
            <p:cNvSpPr>
              <a:spLocks noGrp="1"/>
            </p:cNvSpPr>
            <p:nvPr/>
          </p:nvSpPr>
          <p:spPr>
            <a:xfrm rot="5388713">
              <a:off x="972477" y="1587100"/>
              <a:ext cx="492560" cy="121175"/>
            </a:xfrm>
            <a:prstGeom prst="ellipse">
              <a:avLst/>
            </a:prstGeom>
            <a:gradFill>
              <a:gsLst>
                <a:gs pos="0">
                  <a:srgbClr val="435782">
                    <a:alpha val="20998"/>
                  </a:srgbClr>
                </a:gs>
                <a:gs pos="14286">
                  <a:srgbClr val="435782">
                    <a:alpha val="19477"/>
                  </a:srgbClr>
                </a:gs>
                <a:gs pos="28571">
                  <a:srgbClr val="435782">
                    <a:alpha val="15482"/>
                  </a:srgbClr>
                </a:gs>
                <a:gs pos="42857">
                  <a:srgbClr val="435782">
                    <a:alpha val="10446"/>
                  </a:srgbClr>
                </a:gs>
                <a:gs pos="57143">
                  <a:srgbClr val="435782">
                    <a:alpha val="5930"/>
                  </a:srgbClr>
                </a:gs>
                <a:gs pos="71429">
                  <a:srgbClr val="435782">
                    <a:alpha val="2821"/>
                  </a:srgbClr>
                </a:gs>
                <a:gs pos="85714">
                  <a:srgbClr val="435782">
                    <a:alpha val="1125"/>
                  </a:srgbClr>
                </a:gs>
                <a:gs pos="100000">
                  <a:srgbClr val="435782">
                    <a:alpha val="3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Splat 1062"/>
            <p:cNvSpPr>
              <a:spLocks noGrp="1"/>
            </p:cNvSpPr>
            <p:nvPr/>
          </p:nvSpPr>
          <p:spPr>
            <a:xfrm rot="4915182">
              <a:off x="1360988" y="1766871"/>
              <a:ext cx="553584" cy="250873"/>
            </a:xfrm>
            <a:prstGeom prst="ellipse">
              <a:avLst/>
            </a:prstGeom>
            <a:gradFill>
              <a:gsLst>
                <a:gs pos="0">
                  <a:srgbClr val="303549">
                    <a:alpha val="31285"/>
                  </a:srgbClr>
                </a:gs>
                <a:gs pos="14286">
                  <a:srgbClr val="303549">
                    <a:alpha val="29168"/>
                  </a:srgbClr>
                </a:gs>
                <a:gs pos="28571">
                  <a:srgbClr val="303549">
                    <a:alpha val="23491"/>
                  </a:srgbClr>
                </a:gs>
                <a:gs pos="42857">
                  <a:srgbClr val="303549">
                    <a:alpha val="16107"/>
                  </a:srgbClr>
                </a:gs>
                <a:gs pos="57143">
                  <a:srgbClr val="303549">
                    <a:alpha val="9273"/>
                  </a:srgbClr>
                </a:gs>
                <a:gs pos="71429">
                  <a:srgbClr val="303549">
                    <a:alpha val="4453"/>
                  </a:srgbClr>
                </a:gs>
                <a:gs pos="85714">
                  <a:srgbClr val="303549">
                    <a:alpha val="1785"/>
                  </a:srgbClr>
                </a:gs>
                <a:gs pos="100000">
                  <a:srgbClr val="303549">
                    <a:alpha val="6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Splat 1063"/>
            <p:cNvSpPr>
              <a:spLocks noGrp="1"/>
            </p:cNvSpPr>
            <p:nvPr/>
          </p:nvSpPr>
          <p:spPr>
            <a:xfrm rot="6020209">
              <a:off x="-251418" y="1175517"/>
              <a:ext cx="708523" cy="50567"/>
            </a:xfrm>
            <a:prstGeom prst="ellipse">
              <a:avLst/>
            </a:prstGeom>
            <a:gradFill>
              <a:gsLst>
                <a:gs pos="0">
                  <a:srgbClr val="3C5F98">
                    <a:alpha val="32968"/>
                  </a:srgbClr>
                </a:gs>
                <a:gs pos="14286">
                  <a:srgbClr val="3C5F98">
                    <a:alpha val="30764"/>
                  </a:srgbClr>
                </a:gs>
                <a:gs pos="28571">
                  <a:srgbClr val="3C5F98">
                    <a:alpha val="24833"/>
                  </a:srgbClr>
                </a:gs>
                <a:gs pos="42857">
                  <a:srgbClr val="3C5F98">
                    <a:alpha val="17075"/>
                  </a:srgbClr>
                </a:gs>
                <a:gs pos="57143">
                  <a:srgbClr val="3C5F98">
                    <a:alpha val="9855"/>
                  </a:srgbClr>
                </a:gs>
                <a:gs pos="71429">
                  <a:srgbClr val="3C5F98">
                    <a:alpha val="4740"/>
                  </a:srgbClr>
                </a:gs>
                <a:gs pos="85714">
                  <a:srgbClr val="3C5F98">
                    <a:alpha val="1902"/>
                  </a:srgbClr>
                </a:gs>
                <a:gs pos="100000">
                  <a:srgbClr val="3C5F9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Splat 1064"/>
            <p:cNvSpPr>
              <a:spLocks noGrp="1"/>
            </p:cNvSpPr>
            <p:nvPr/>
          </p:nvSpPr>
          <p:spPr>
            <a:xfrm rot="9351537">
              <a:off x="125270" y="606356"/>
              <a:ext cx="470126" cy="20384"/>
            </a:xfrm>
            <a:prstGeom prst="ellipse">
              <a:avLst/>
            </a:prstGeom>
            <a:gradFill>
              <a:gsLst>
                <a:gs pos="0">
                  <a:srgbClr val="160500">
                    <a:alpha val="32968"/>
                  </a:srgbClr>
                </a:gs>
                <a:gs pos="14286">
                  <a:srgbClr val="160500">
                    <a:alpha val="30764"/>
                  </a:srgbClr>
                </a:gs>
                <a:gs pos="28571">
                  <a:srgbClr val="160500">
                    <a:alpha val="24833"/>
                  </a:srgbClr>
                </a:gs>
                <a:gs pos="42857">
                  <a:srgbClr val="160500">
                    <a:alpha val="17075"/>
                  </a:srgbClr>
                </a:gs>
                <a:gs pos="57143">
                  <a:srgbClr val="160500">
                    <a:alpha val="9855"/>
                  </a:srgbClr>
                </a:gs>
                <a:gs pos="71429">
                  <a:srgbClr val="160500">
                    <a:alpha val="4740"/>
                  </a:srgbClr>
                </a:gs>
                <a:gs pos="85714">
                  <a:srgbClr val="160500">
                    <a:alpha val="1902"/>
                  </a:srgbClr>
                </a:gs>
                <a:gs pos="100000">
                  <a:srgbClr val="160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Splat 1065"/>
            <p:cNvSpPr>
              <a:spLocks noGrp="1"/>
            </p:cNvSpPr>
            <p:nvPr/>
          </p:nvSpPr>
          <p:spPr>
            <a:xfrm rot="5907151">
              <a:off x="675572" y="1060156"/>
              <a:ext cx="698577" cy="161258"/>
            </a:xfrm>
            <a:prstGeom prst="ellipse">
              <a:avLst/>
            </a:prstGeom>
            <a:gradFill>
              <a:gsLst>
                <a:gs pos="0">
                  <a:srgbClr val="507FC5">
                    <a:alpha val="13399"/>
                  </a:srgbClr>
                </a:gs>
                <a:gs pos="14286">
                  <a:srgbClr val="507FC5">
                    <a:alpha val="12385"/>
                  </a:srgbClr>
                </a:gs>
                <a:gs pos="28571">
                  <a:srgbClr val="507FC5">
                    <a:alpha val="9757"/>
                  </a:srgbClr>
                </a:gs>
                <a:gs pos="42857">
                  <a:srgbClr val="507FC5">
                    <a:alpha val="6512"/>
                  </a:srgbClr>
                </a:gs>
                <a:gs pos="57143">
                  <a:srgbClr val="507FC5">
                    <a:alpha val="3662"/>
                  </a:srgbClr>
                </a:gs>
                <a:gs pos="71429">
                  <a:srgbClr val="507FC5">
                    <a:alpha val="1731"/>
                  </a:srgbClr>
                </a:gs>
                <a:gs pos="85714">
                  <a:srgbClr val="507FC5">
                    <a:alpha val="688"/>
                  </a:srgbClr>
                </a:gs>
                <a:gs pos="100000">
                  <a:srgbClr val="507FC5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Splat 1066"/>
            <p:cNvSpPr>
              <a:spLocks noGrp="1"/>
            </p:cNvSpPr>
            <p:nvPr/>
          </p:nvSpPr>
          <p:spPr>
            <a:xfrm rot="7138271">
              <a:off x="1168724" y="1549555"/>
              <a:ext cx="518214" cy="430957"/>
            </a:xfrm>
            <a:prstGeom prst="ellipse">
              <a:avLst/>
            </a:prstGeom>
            <a:gradFill>
              <a:gsLst>
                <a:gs pos="0">
                  <a:srgbClr val="5A72A1">
                    <a:alpha val="32968"/>
                  </a:srgbClr>
                </a:gs>
                <a:gs pos="14286">
                  <a:srgbClr val="5A72A1">
                    <a:alpha val="30764"/>
                  </a:srgbClr>
                </a:gs>
                <a:gs pos="28571">
                  <a:srgbClr val="5A72A1">
                    <a:alpha val="24833"/>
                  </a:srgbClr>
                </a:gs>
                <a:gs pos="42857">
                  <a:srgbClr val="5A72A1">
                    <a:alpha val="17075"/>
                  </a:srgbClr>
                </a:gs>
                <a:gs pos="57143">
                  <a:srgbClr val="5A72A1">
                    <a:alpha val="9855"/>
                  </a:srgbClr>
                </a:gs>
                <a:gs pos="71429">
                  <a:srgbClr val="5A72A1">
                    <a:alpha val="4740"/>
                  </a:srgbClr>
                </a:gs>
                <a:gs pos="85714">
                  <a:srgbClr val="5A72A1">
                    <a:alpha val="1902"/>
                  </a:srgbClr>
                </a:gs>
                <a:gs pos="100000">
                  <a:srgbClr val="5A72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Splat 1067"/>
            <p:cNvSpPr>
              <a:spLocks noGrp="1"/>
            </p:cNvSpPr>
            <p:nvPr/>
          </p:nvSpPr>
          <p:spPr>
            <a:xfrm rot="5289711">
              <a:off x="1013174" y="1111331"/>
              <a:ext cx="494714" cy="186888"/>
            </a:xfrm>
            <a:prstGeom prst="ellipse">
              <a:avLst/>
            </a:prstGeom>
            <a:gradFill>
              <a:gsLst>
                <a:gs pos="0">
                  <a:srgbClr val="4D81CB">
                    <a:alpha val="32968"/>
                  </a:srgbClr>
                </a:gs>
                <a:gs pos="14286">
                  <a:srgbClr val="4D81CB">
                    <a:alpha val="30764"/>
                  </a:srgbClr>
                </a:gs>
                <a:gs pos="28571">
                  <a:srgbClr val="4D81CB">
                    <a:alpha val="24833"/>
                  </a:srgbClr>
                </a:gs>
                <a:gs pos="42857">
                  <a:srgbClr val="4D81CB">
                    <a:alpha val="17075"/>
                  </a:srgbClr>
                </a:gs>
                <a:gs pos="57143">
                  <a:srgbClr val="4D81CB">
                    <a:alpha val="9855"/>
                  </a:srgbClr>
                </a:gs>
                <a:gs pos="71429">
                  <a:srgbClr val="4D81CB">
                    <a:alpha val="4740"/>
                  </a:srgbClr>
                </a:gs>
                <a:gs pos="85714">
                  <a:srgbClr val="4D81CB">
                    <a:alpha val="1902"/>
                  </a:srgbClr>
                </a:gs>
                <a:gs pos="100000">
                  <a:srgbClr val="4D81C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Splat 1068"/>
            <p:cNvSpPr>
              <a:spLocks noGrp="1"/>
            </p:cNvSpPr>
            <p:nvPr/>
          </p:nvSpPr>
          <p:spPr>
            <a:xfrm rot="8854466">
              <a:off x="3338709" y="1697070"/>
              <a:ext cx="603383" cy="32657"/>
            </a:xfrm>
            <a:prstGeom prst="ellipse">
              <a:avLst/>
            </a:prstGeom>
            <a:gradFill>
              <a:gsLst>
                <a:gs pos="0">
                  <a:srgbClr val="5D4504">
                    <a:alpha val="32968"/>
                  </a:srgbClr>
                </a:gs>
                <a:gs pos="14286">
                  <a:srgbClr val="5D4504">
                    <a:alpha val="30764"/>
                  </a:srgbClr>
                </a:gs>
                <a:gs pos="28571">
                  <a:srgbClr val="5D4504">
                    <a:alpha val="24833"/>
                  </a:srgbClr>
                </a:gs>
                <a:gs pos="42857">
                  <a:srgbClr val="5D4504">
                    <a:alpha val="17075"/>
                  </a:srgbClr>
                </a:gs>
                <a:gs pos="57143">
                  <a:srgbClr val="5D4504">
                    <a:alpha val="9855"/>
                  </a:srgbClr>
                </a:gs>
                <a:gs pos="71429">
                  <a:srgbClr val="5D4504">
                    <a:alpha val="4740"/>
                  </a:srgbClr>
                </a:gs>
                <a:gs pos="85714">
                  <a:srgbClr val="5D4504">
                    <a:alpha val="1902"/>
                  </a:srgbClr>
                </a:gs>
                <a:gs pos="100000">
                  <a:srgbClr val="5D45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Splat 1069"/>
            <p:cNvSpPr>
              <a:spLocks noGrp="1"/>
            </p:cNvSpPr>
            <p:nvPr/>
          </p:nvSpPr>
          <p:spPr>
            <a:xfrm rot="3767070">
              <a:off x="3168388" y="2224871"/>
              <a:ext cx="724775" cy="36611"/>
            </a:xfrm>
            <a:prstGeom prst="ellipse">
              <a:avLst/>
            </a:prstGeom>
            <a:gradFill>
              <a:gsLst>
                <a:gs pos="0">
                  <a:srgbClr val="252732">
                    <a:alpha val="32968"/>
                  </a:srgbClr>
                </a:gs>
                <a:gs pos="14286">
                  <a:srgbClr val="252732">
                    <a:alpha val="30764"/>
                  </a:srgbClr>
                </a:gs>
                <a:gs pos="28571">
                  <a:srgbClr val="252732">
                    <a:alpha val="24833"/>
                  </a:srgbClr>
                </a:gs>
                <a:gs pos="42857">
                  <a:srgbClr val="252732">
                    <a:alpha val="17075"/>
                  </a:srgbClr>
                </a:gs>
                <a:gs pos="57143">
                  <a:srgbClr val="252732">
                    <a:alpha val="9855"/>
                  </a:srgbClr>
                </a:gs>
                <a:gs pos="71429">
                  <a:srgbClr val="252732">
                    <a:alpha val="4740"/>
                  </a:srgbClr>
                </a:gs>
                <a:gs pos="85714">
                  <a:srgbClr val="252732">
                    <a:alpha val="1902"/>
                  </a:srgbClr>
                </a:gs>
                <a:gs pos="100000">
                  <a:srgbClr val="25273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Splat 1070"/>
            <p:cNvSpPr>
              <a:spLocks noGrp="1"/>
            </p:cNvSpPr>
            <p:nvPr/>
          </p:nvSpPr>
          <p:spPr>
            <a:xfrm rot="6634627">
              <a:off x="1346528" y="1454373"/>
              <a:ext cx="496892" cy="352278"/>
            </a:xfrm>
            <a:prstGeom prst="ellipse">
              <a:avLst/>
            </a:prstGeom>
            <a:gradFill>
              <a:gsLst>
                <a:gs pos="0">
                  <a:srgbClr val="2D417D">
                    <a:alpha val="18449"/>
                  </a:srgbClr>
                </a:gs>
                <a:gs pos="14286">
                  <a:srgbClr val="2D417D">
                    <a:alpha val="17093"/>
                  </a:srgbClr>
                </a:gs>
                <a:gs pos="28571">
                  <a:srgbClr val="2D417D">
                    <a:alpha val="13545"/>
                  </a:srgbClr>
                </a:gs>
                <a:gs pos="42857">
                  <a:srgbClr val="2D417D">
                    <a:alpha val="9105"/>
                  </a:srgbClr>
                </a:gs>
                <a:gs pos="57143">
                  <a:srgbClr val="2D417D">
                    <a:alpha val="5152"/>
                  </a:srgbClr>
                </a:gs>
                <a:gs pos="71429">
                  <a:srgbClr val="2D417D">
                    <a:alpha val="2446"/>
                  </a:srgbClr>
                </a:gs>
                <a:gs pos="85714">
                  <a:srgbClr val="2D417D">
                    <a:alpha val="974"/>
                  </a:srgbClr>
                </a:gs>
                <a:gs pos="100000">
                  <a:srgbClr val="2D417D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Splat 1071"/>
            <p:cNvSpPr>
              <a:spLocks noGrp="1"/>
            </p:cNvSpPr>
            <p:nvPr/>
          </p:nvSpPr>
          <p:spPr>
            <a:xfrm rot="4753747">
              <a:off x="3185570" y="1209261"/>
              <a:ext cx="879406" cy="247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Splat 1072"/>
            <p:cNvSpPr>
              <a:spLocks noGrp="1"/>
            </p:cNvSpPr>
            <p:nvPr/>
          </p:nvSpPr>
          <p:spPr>
            <a:xfrm rot="-10662541">
              <a:off x="1999620" y="1861489"/>
              <a:ext cx="550300" cy="339333"/>
            </a:xfrm>
            <a:prstGeom prst="ellipse">
              <a:avLst/>
            </a:prstGeom>
            <a:gradFill>
              <a:gsLst>
                <a:gs pos="0">
                  <a:srgbClr val="686264">
                    <a:alpha val="32968"/>
                  </a:srgbClr>
                </a:gs>
                <a:gs pos="14286">
                  <a:srgbClr val="686264">
                    <a:alpha val="30764"/>
                  </a:srgbClr>
                </a:gs>
                <a:gs pos="28571">
                  <a:srgbClr val="686264">
                    <a:alpha val="24833"/>
                  </a:srgbClr>
                </a:gs>
                <a:gs pos="42857">
                  <a:srgbClr val="686264">
                    <a:alpha val="17075"/>
                  </a:srgbClr>
                </a:gs>
                <a:gs pos="57143">
                  <a:srgbClr val="686264">
                    <a:alpha val="9855"/>
                  </a:srgbClr>
                </a:gs>
                <a:gs pos="71429">
                  <a:srgbClr val="686264">
                    <a:alpha val="4740"/>
                  </a:srgbClr>
                </a:gs>
                <a:gs pos="85714">
                  <a:srgbClr val="686264">
                    <a:alpha val="1902"/>
                  </a:srgbClr>
                </a:gs>
                <a:gs pos="100000">
                  <a:srgbClr val="6862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Splat 1073"/>
            <p:cNvSpPr>
              <a:spLocks noGrp="1"/>
            </p:cNvSpPr>
            <p:nvPr/>
          </p:nvSpPr>
          <p:spPr>
            <a:xfrm rot="-9225410">
              <a:off x="3416545" y="1722240"/>
              <a:ext cx="337447" cy="129553"/>
            </a:xfrm>
            <a:prstGeom prst="ellipse">
              <a:avLst/>
            </a:prstGeom>
            <a:gradFill>
              <a:gsLst>
                <a:gs pos="0">
                  <a:srgbClr val="847A3F">
                    <a:alpha val="14210"/>
                  </a:srgbClr>
                </a:gs>
                <a:gs pos="14286">
                  <a:srgbClr val="847A3F">
                    <a:alpha val="13140"/>
                  </a:srgbClr>
                </a:gs>
                <a:gs pos="28571">
                  <a:srgbClr val="847A3F">
                    <a:alpha val="10361"/>
                  </a:srgbClr>
                </a:gs>
                <a:gs pos="42857">
                  <a:srgbClr val="847A3F">
                    <a:alpha val="6923"/>
                  </a:srgbClr>
                </a:gs>
                <a:gs pos="57143">
                  <a:srgbClr val="847A3F">
                    <a:alpha val="3897"/>
                  </a:srgbClr>
                </a:gs>
                <a:gs pos="71429">
                  <a:srgbClr val="847A3F">
                    <a:alpha val="1844"/>
                  </a:srgbClr>
                </a:gs>
                <a:gs pos="85714">
                  <a:srgbClr val="847A3F">
                    <a:alpha val="733"/>
                  </a:srgbClr>
                </a:gs>
                <a:gs pos="100000">
                  <a:srgbClr val="847A3F">
                    <a:alpha val="2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Splat 1074"/>
            <p:cNvSpPr>
              <a:spLocks noGrp="1"/>
            </p:cNvSpPr>
            <p:nvPr/>
          </p:nvSpPr>
          <p:spPr>
            <a:xfrm rot="3444373">
              <a:off x="533550" y="1027428"/>
              <a:ext cx="468820" cy="392997"/>
            </a:xfrm>
            <a:prstGeom prst="ellipse">
              <a:avLst/>
            </a:prstGeom>
            <a:gradFill>
              <a:gsLst>
                <a:gs pos="0">
                  <a:srgbClr val="3C5988">
                    <a:alpha val="29471"/>
                  </a:srgbClr>
                </a:gs>
                <a:gs pos="14286">
                  <a:srgbClr val="3C5988">
                    <a:alpha val="27451"/>
                  </a:srgbClr>
                </a:gs>
                <a:gs pos="28571">
                  <a:srgbClr val="3C5988">
                    <a:alpha val="22055"/>
                  </a:srgbClr>
                </a:gs>
                <a:gs pos="42857">
                  <a:srgbClr val="3C5988">
                    <a:alpha val="15078"/>
                  </a:srgbClr>
                </a:gs>
                <a:gs pos="57143">
                  <a:srgbClr val="3C5988">
                    <a:alpha val="8658"/>
                  </a:srgbClr>
                </a:gs>
                <a:gs pos="71429">
                  <a:srgbClr val="3C5988">
                    <a:alpha val="4150"/>
                  </a:srgbClr>
                </a:gs>
                <a:gs pos="85714">
                  <a:srgbClr val="3C5988">
                    <a:alpha val="1662"/>
                  </a:srgbClr>
                </a:gs>
                <a:gs pos="100000">
                  <a:srgbClr val="3C5988">
                    <a:alpha val="5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Splat 1075"/>
            <p:cNvSpPr>
              <a:spLocks noGrp="1"/>
            </p:cNvSpPr>
            <p:nvPr/>
          </p:nvSpPr>
          <p:spPr>
            <a:xfrm rot="5892615">
              <a:off x="-309913" y="1094799"/>
              <a:ext cx="705389" cy="208893"/>
            </a:xfrm>
            <a:prstGeom prst="ellipse">
              <a:avLst/>
            </a:prstGeom>
            <a:gradFill>
              <a:gsLst>
                <a:gs pos="0">
                  <a:srgbClr val="3E5E97">
                    <a:alpha val="32968"/>
                  </a:srgbClr>
                </a:gs>
                <a:gs pos="14286">
                  <a:srgbClr val="3E5E97">
                    <a:alpha val="30764"/>
                  </a:srgbClr>
                </a:gs>
                <a:gs pos="28571">
                  <a:srgbClr val="3E5E97">
                    <a:alpha val="24833"/>
                  </a:srgbClr>
                </a:gs>
                <a:gs pos="42857">
                  <a:srgbClr val="3E5E97">
                    <a:alpha val="17075"/>
                  </a:srgbClr>
                </a:gs>
                <a:gs pos="57143">
                  <a:srgbClr val="3E5E97">
                    <a:alpha val="9855"/>
                  </a:srgbClr>
                </a:gs>
                <a:gs pos="71429">
                  <a:srgbClr val="3E5E97">
                    <a:alpha val="4740"/>
                  </a:srgbClr>
                </a:gs>
                <a:gs pos="85714">
                  <a:srgbClr val="3E5E97">
                    <a:alpha val="1902"/>
                  </a:srgbClr>
                </a:gs>
                <a:gs pos="100000">
                  <a:srgbClr val="3E5E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Splat 1076"/>
            <p:cNvSpPr>
              <a:spLocks noGrp="1"/>
            </p:cNvSpPr>
            <p:nvPr/>
          </p:nvSpPr>
          <p:spPr>
            <a:xfrm rot="8955693">
              <a:off x="3216582" y="1496709"/>
              <a:ext cx="229179" cy="84026"/>
            </a:xfrm>
            <a:prstGeom prst="ellipse">
              <a:avLst/>
            </a:prstGeom>
            <a:gradFill>
              <a:gsLst>
                <a:gs pos="0">
                  <a:srgbClr val="7F6500">
                    <a:alpha val="6479"/>
                  </a:srgbClr>
                </a:gs>
                <a:gs pos="14286">
                  <a:srgbClr val="7F6500">
                    <a:alpha val="5971"/>
                  </a:srgbClr>
                </a:gs>
                <a:gs pos="28571">
                  <a:srgbClr val="7F6500">
                    <a:alpha val="4668"/>
                  </a:srgbClr>
                </a:gs>
                <a:gs pos="42857">
                  <a:srgbClr val="7F6500">
                    <a:alpha val="3087"/>
                  </a:srgbClr>
                </a:gs>
                <a:gs pos="57143">
                  <a:srgbClr val="7F6500">
                    <a:alpha val="1722"/>
                  </a:srgbClr>
                </a:gs>
                <a:gs pos="71429">
                  <a:srgbClr val="7F6500">
                    <a:alpha val="810"/>
                  </a:srgbClr>
                </a:gs>
                <a:gs pos="85714">
                  <a:srgbClr val="7F6500">
                    <a:alpha val="321"/>
                  </a:srgbClr>
                </a:gs>
                <a:gs pos="100000">
                  <a:srgbClr val="7F6500">
                    <a:alpha val="1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Splat 1077"/>
            <p:cNvSpPr>
              <a:spLocks noGrp="1"/>
            </p:cNvSpPr>
            <p:nvPr/>
          </p:nvSpPr>
          <p:spPr>
            <a:xfrm rot="5014415">
              <a:off x="1126165" y="1107857"/>
              <a:ext cx="441499" cy="384938"/>
            </a:xfrm>
            <a:prstGeom prst="ellipse">
              <a:avLst/>
            </a:prstGeom>
            <a:gradFill>
              <a:gsLst>
                <a:gs pos="0">
                  <a:srgbClr val="4B6493">
                    <a:alpha val="32350"/>
                  </a:srgbClr>
                </a:gs>
                <a:gs pos="14286">
                  <a:srgbClr val="4B6493">
                    <a:alpha val="30177"/>
                  </a:srgbClr>
                </a:gs>
                <a:gs pos="28571">
                  <a:srgbClr val="4B6493">
                    <a:alpha val="24339"/>
                  </a:srgbClr>
                </a:gs>
                <a:gs pos="42857">
                  <a:srgbClr val="4B6493">
                    <a:alpha val="16718"/>
                  </a:srgbClr>
                </a:gs>
                <a:gs pos="57143">
                  <a:srgbClr val="4B6493">
                    <a:alpha val="9640"/>
                  </a:srgbClr>
                </a:gs>
                <a:gs pos="71429">
                  <a:srgbClr val="4B6493">
                    <a:alpha val="4634"/>
                  </a:srgbClr>
                </a:gs>
                <a:gs pos="85714">
                  <a:srgbClr val="4B6493">
                    <a:alpha val="1859"/>
                  </a:srgbClr>
                </a:gs>
                <a:gs pos="100000">
                  <a:srgbClr val="4B6493">
                    <a:alpha val="6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Splat 1078"/>
            <p:cNvSpPr>
              <a:spLocks noGrp="1"/>
            </p:cNvSpPr>
            <p:nvPr/>
          </p:nvSpPr>
          <p:spPr>
            <a:xfrm rot="5116337">
              <a:off x="2397347" y="2159675"/>
              <a:ext cx="462556" cy="94414"/>
            </a:xfrm>
            <a:prstGeom prst="ellipse">
              <a:avLst/>
            </a:prstGeom>
            <a:gradFill>
              <a:gsLst>
                <a:gs pos="0">
                  <a:srgbClr val="E5BC48">
                    <a:alpha val="1993"/>
                  </a:srgbClr>
                </a:gs>
                <a:gs pos="14286">
                  <a:srgbClr val="E5BC48">
                    <a:alpha val="1833"/>
                  </a:srgbClr>
                </a:gs>
                <a:gs pos="28571">
                  <a:srgbClr val="E5BC48">
                    <a:alpha val="1426"/>
                  </a:srgbClr>
                </a:gs>
                <a:gs pos="42857">
                  <a:srgbClr val="E5BC48">
                    <a:alpha val="938"/>
                  </a:srgbClr>
                </a:gs>
                <a:gs pos="57143">
                  <a:srgbClr val="E5BC48">
                    <a:alpha val="521"/>
                  </a:srgbClr>
                </a:gs>
                <a:gs pos="71429">
                  <a:srgbClr val="E5BC48">
                    <a:alpha val="244"/>
                  </a:srgbClr>
                </a:gs>
                <a:gs pos="85714">
                  <a:srgbClr val="E5BC48">
                    <a:alpha val="97"/>
                  </a:srgbClr>
                </a:gs>
                <a:gs pos="100000">
                  <a:srgbClr val="E5BC48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Splat 1079"/>
            <p:cNvSpPr>
              <a:spLocks noGrp="1"/>
            </p:cNvSpPr>
            <p:nvPr/>
          </p:nvSpPr>
          <p:spPr>
            <a:xfrm rot="6144834">
              <a:off x="-16227" y="94236"/>
              <a:ext cx="632581" cy="44613"/>
            </a:xfrm>
            <a:prstGeom prst="ellipse">
              <a:avLst/>
            </a:prstGeom>
            <a:gradFill>
              <a:gsLst>
                <a:gs pos="0">
                  <a:srgbClr val="0A0000">
                    <a:alpha val="32968"/>
                  </a:srgbClr>
                </a:gs>
                <a:gs pos="14286">
                  <a:srgbClr val="0A0000">
                    <a:alpha val="30764"/>
                  </a:srgbClr>
                </a:gs>
                <a:gs pos="28571">
                  <a:srgbClr val="0A0000">
                    <a:alpha val="24833"/>
                  </a:srgbClr>
                </a:gs>
                <a:gs pos="42857">
                  <a:srgbClr val="0A0000">
                    <a:alpha val="17075"/>
                  </a:srgbClr>
                </a:gs>
                <a:gs pos="57143">
                  <a:srgbClr val="0A0000">
                    <a:alpha val="9855"/>
                  </a:srgbClr>
                </a:gs>
                <a:gs pos="71429">
                  <a:srgbClr val="0A0000">
                    <a:alpha val="4740"/>
                  </a:srgbClr>
                </a:gs>
                <a:gs pos="85714">
                  <a:srgbClr val="0A0000">
                    <a:alpha val="1902"/>
                  </a:srgbClr>
                </a:gs>
                <a:gs pos="100000">
                  <a:srgbClr val="0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Splat 1080"/>
            <p:cNvSpPr>
              <a:spLocks noGrp="1"/>
            </p:cNvSpPr>
            <p:nvPr/>
          </p:nvSpPr>
          <p:spPr>
            <a:xfrm rot="10520775">
              <a:off x="160353" y="451290"/>
              <a:ext cx="405834" cy="78036"/>
            </a:xfrm>
            <a:prstGeom prst="ellipse">
              <a:avLst/>
            </a:prstGeom>
            <a:gradFill>
              <a:gsLst>
                <a:gs pos="0">
                  <a:srgbClr val="0076E4">
                    <a:alpha val="1781"/>
                  </a:srgbClr>
                </a:gs>
                <a:gs pos="14286">
                  <a:srgbClr val="0076E4">
                    <a:alpha val="1638"/>
                  </a:srgbClr>
                </a:gs>
                <a:gs pos="28571">
                  <a:srgbClr val="0076E4">
                    <a:alpha val="1274"/>
                  </a:srgbClr>
                </a:gs>
                <a:gs pos="42857">
                  <a:srgbClr val="0076E4">
                    <a:alpha val="838"/>
                  </a:srgbClr>
                </a:gs>
                <a:gs pos="57143">
                  <a:srgbClr val="0076E4">
                    <a:alpha val="465"/>
                  </a:srgbClr>
                </a:gs>
                <a:gs pos="71429">
                  <a:srgbClr val="0076E4">
                    <a:alpha val="218"/>
                  </a:srgbClr>
                </a:gs>
                <a:gs pos="85714">
                  <a:srgbClr val="0076E4">
                    <a:alpha val="86"/>
                  </a:srgbClr>
                </a:gs>
                <a:gs pos="100000">
                  <a:srgbClr val="0076E4">
                    <a:alpha val="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Splat 1081"/>
            <p:cNvSpPr>
              <a:spLocks noGrp="1"/>
            </p:cNvSpPr>
            <p:nvPr/>
          </p:nvSpPr>
          <p:spPr>
            <a:xfrm rot="6192590">
              <a:off x="1852470" y="1698636"/>
              <a:ext cx="557322" cy="179464"/>
            </a:xfrm>
            <a:prstGeom prst="ellipse">
              <a:avLst/>
            </a:prstGeom>
            <a:gradFill>
              <a:gsLst>
                <a:gs pos="0">
                  <a:srgbClr val="00000C">
                    <a:alpha val="32968"/>
                  </a:srgbClr>
                </a:gs>
                <a:gs pos="14286">
                  <a:srgbClr val="00000C">
                    <a:alpha val="30764"/>
                  </a:srgbClr>
                </a:gs>
                <a:gs pos="28571">
                  <a:srgbClr val="00000C">
                    <a:alpha val="24833"/>
                  </a:srgbClr>
                </a:gs>
                <a:gs pos="42857">
                  <a:srgbClr val="00000C">
                    <a:alpha val="17075"/>
                  </a:srgbClr>
                </a:gs>
                <a:gs pos="57143">
                  <a:srgbClr val="00000C">
                    <a:alpha val="9855"/>
                  </a:srgbClr>
                </a:gs>
                <a:gs pos="71429">
                  <a:srgbClr val="00000C">
                    <a:alpha val="4740"/>
                  </a:srgbClr>
                </a:gs>
                <a:gs pos="85714">
                  <a:srgbClr val="00000C">
                    <a:alpha val="1902"/>
                  </a:srgbClr>
                </a:gs>
                <a:gs pos="100000">
                  <a:srgbClr val="0000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Splat 1082"/>
            <p:cNvSpPr>
              <a:spLocks noGrp="1"/>
            </p:cNvSpPr>
            <p:nvPr/>
          </p:nvSpPr>
          <p:spPr>
            <a:xfrm rot="5806829">
              <a:off x="1141401" y="1054216"/>
              <a:ext cx="387327" cy="278159"/>
            </a:xfrm>
            <a:prstGeom prst="ellipse">
              <a:avLst/>
            </a:prstGeom>
            <a:gradFill>
              <a:gsLst>
                <a:gs pos="0">
                  <a:srgbClr val="4887D8">
                    <a:alpha val="31431"/>
                  </a:srgbClr>
                </a:gs>
                <a:gs pos="14286">
                  <a:srgbClr val="4887D8">
                    <a:alpha val="29306"/>
                  </a:srgbClr>
                </a:gs>
                <a:gs pos="28571">
                  <a:srgbClr val="4887D8">
                    <a:alpha val="23607"/>
                  </a:srgbClr>
                </a:gs>
                <a:gs pos="42857">
                  <a:srgbClr val="4887D8">
                    <a:alpha val="16190"/>
                  </a:srgbClr>
                </a:gs>
                <a:gs pos="57143">
                  <a:srgbClr val="4887D8">
                    <a:alpha val="9323"/>
                  </a:srgbClr>
                </a:gs>
                <a:gs pos="71429">
                  <a:srgbClr val="4887D8">
                    <a:alpha val="4478"/>
                  </a:srgbClr>
                </a:gs>
                <a:gs pos="85714">
                  <a:srgbClr val="4887D8">
                    <a:alpha val="1795"/>
                  </a:srgbClr>
                </a:gs>
                <a:gs pos="100000">
                  <a:srgbClr val="4887D8">
                    <a:alpha val="6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Splat 1083"/>
            <p:cNvSpPr>
              <a:spLocks noGrp="1"/>
            </p:cNvSpPr>
            <p:nvPr/>
          </p:nvSpPr>
          <p:spPr>
            <a:xfrm rot="5385113">
              <a:off x="1235546" y="1060492"/>
              <a:ext cx="409934" cy="319615"/>
            </a:xfrm>
            <a:prstGeom prst="ellipse">
              <a:avLst/>
            </a:prstGeom>
            <a:gradFill>
              <a:gsLst>
                <a:gs pos="0">
                  <a:srgbClr val="587CBE">
                    <a:alpha val="31307"/>
                  </a:srgbClr>
                </a:gs>
                <a:gs pos="14286">
                  <a:srgbClr val="587CBE">
                    <a:alpha val="29189"/>
                  </a:srgbClr>
                </a:gs>
                <a:gs pos="28571">
                  <a:srgbClr val="587CBE">
                    <a:alpha val="23509"/>
                  </a:srgbClr>
                </a:gs>
                <a:gs pos="42857">
                  <a:srgbClr val="587CBE">
                    <a:alpha val="16120"/>
                  </a:srgbClr>
                </a:gs>
                <a:gs pos="57143">
                  <a:srgbClr val="587CBE">
                    <a:alpha val="9281"/>
                  </a:srgbClr>
                </a:gs>
                <a:gs pos="71429">
                  <a:srgbClr val="587CBE">
                    <a:alpha val="4457"/>
                  </a:srgbClr>
                </a:gs>
                <a:gs pos="85714">
                  <a:srgbClr val="587CBE">
                    <a:alpha val="1787"/>
                  </a:srgbClr>
                </a:gs>
                <a:gs pos="100000">
                  <a:srgbClr val="587CBE">
                    <a:alpha val="6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Splat 1084"/>
            <p:cNvSpPr>
              <a:spLocks noGrp="1"/>
            </p:cNvSpPr>
            <p:nvPr/>
          </p:nvSpPr>
          <p:spPr>
            <a:xfrm rot="-9836281">
              <a:off x="2458129" y="2221265"/>
              <a:ext cx="634074" cy="231452"/>
            </a:xfrm>
            <a:prstGeom prst="ellipse">
              <a:avLst/>
            </a:prstGeom>
            <a:gradFill>
              <a:gsLst>
                <a:gs pos="0">
                  <a:srgbClr val="876A00">
                    <a:alpha val="2573"/>
                  </a:srgbClr>
                </a:gs>
                <a:gs pos="14286">
                  <a:srgbClr val="876A00">
                    <a:alpha val="2368"/>
                  </a:srgbClr>
                </a:gs>
                <a:gs pos="28571">
                  <a:srgbClr val="876A00">
                    <a:alpha val="1843"/>
                  </a:srgbClr>
                </a:gs>
                <a:gs pos="42857">
                  <a:srgbClr val="876A00">
                    <a:alpha val="1213"/>
                  </a:srgbClr>
                </a:gs>
                <a:gs pos="57143">
                  <a:srgbClr val="876A00">
                    <a:alpha val="674"/>
                  </a:srgbClr>
                </a:gs>
                <a:gs pos="71429">
                  <a:srgbClr val="876A00">
                    <a:alpha val="316"/>
                  </a:srgbClr>
                </a:gs>
                <a:gs pos="85714">
                  <a:srgbClr val="876A00">
                    <a:alpha val="125"/>
                  </a:srgbClr>
                </a:gs>
                <a:gs pos="100000">
                  <a:srgbClr val="876A00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Splat 1085"/>
            <p:cNvSpPr>
              <a:spLocks noGrp="1"/>
            </p:cNvSpPr>
            <p:nvPr/>
          </p:nvSpPr>
          <p:spPr>
            <a:xfrm rot="-9251238">
              <a:off x="3505763" y="1794861"/>
              <a:ext cx="208396" cy="64102"/>
            </a:xfrm>
            <a:prstGeom prst="ellipse">
              <a:avLst/>
            </a:prstGeom>
            <a:gradFill>
              <a:gsLst>
                <a:gs pos="0">
                  <a:srgbClr val="000335">
                    <a:alpha val="32968"/>
                  </a:srgbClr>
                </a:gs>
                <a:gs pos="14286">
                  <a:srgbClr val="000335">
                    <a:alpha val="30764"/>
                  </a:srgbClr>
                </a:gs>
                <a:gs pos="28571">
                  <a:srgbClr val="000335">
                    <a:alpha val="24833"/>
                  </a:srgbClr>
                </a:gs>
                <a:gs pos="42857">
                  <a:srgbClr val="000335">
                    <a:alpha val="17075"/>
                  </a:srgbClr>
                </a:gs>
                <a:gs pos="57143">
                  <a:srgbClr val="000335">
                    <a:alpha val="9855"/>
                  </a:srgbClr>
                </a:gs>
                <a:gs pos="71429">
                  <a:srgbClr val="000335">
                    <a:alpha val="4740"/>
                  </a:srgbClr>
                </a:gs>
                <a:gs pos="85714">
                  <a:srgbClr val="000335">
                    <a:alpha val="1902"/>
                  </a:srgbClr>
                </a:gs>
                <a:gs pos="100000">
                  <a:srgbClr val="00033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Splat 1086"/>
            <p:cNvSpPr>
              <a:spLocks noGrp="1"/>
            </p:cNvSpPr>
            <p:nvPr/>
          </p:nvSpPr>
          <p:spPr>
            <a:xfrm rot="6703872">
              <a:off x="1826800" y="1287976"/>
              <a:ext cx="453947" cy="250487"/>
            </a:xfrm>
            <a:prstGeom prst="ellipse">
              <a:avLst/>
            </a:prstGeom>
            <a:gradFill>
              <a:gsLst>
                <a:gs pos="0">
                  <a:srgbClr val="2B3847">
                    <a:alpha val="22268"/>
                  </a:srgbClr>
                </a:gs>
                <a:gs pos="14286">
                  <a:srgbClr val="2B3847">
                    <a:alpha val="20668"/>
                  </a:srgbClr>
                </a:gs>
                <a:gs pos="28571">
                  <a:srgbClr val="2B3847">
                    <a:alpha val="16453"/>
                  </a:srgbClr>
                </a:gs>
                <a:gs pos="42857">
                  <a:srgbClr val="2B3847">
                    <a:alpha val="11123"/>
                  </a:srgbClr>
                </a:gs>
                <a:gs pos="57143">
                  <a:srgbClr val="2B3847">
                    <a:alpha val="6325"/>
                  </a:srgbClr>
                </a:gs>
                <a:gs pos="71429">
                  <a:srgbClr val="2B3847">
                    <a:alpha val="3012"/>
                  </a:srgbClr>
                </a:gs>
                <a:gs pos="85714">
                  <a:srgbClr val="2B3847">
                    <a:alpha val="1202"/>
                  </a:srgbClr>
                </a:gs>
                <a:gs pos="100000">
                  <a:srgbClr val="2B3847">
                    <a:alpha val="4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Splat 1087"/>
            <p:cNvSpPr>
              <a:spLocks noGrp="1"/>
            </p:cNvSpPr>
            <p:nvPr/>
          </p:nvSpPr>
          <p:spPr>
            <a:xfrm rot="-10088725">
              <a:off x="860755" y="829275"/>
              <a:ext cx="403297" cy="217438"/>
            </a:xfrm>
            <a:prstGeom prst="ellipse">
              <a:avLst/>
            </a:prstGeom>
            <a:gradFill>
              <a:gsLst>
                <a:gs pos="0">
                  <a:srgbClr val="4F5E73">
                    <a:alpha val="4617"/>
                  </a:srgbClr>
                </a:gs>
                <a:gs pos="14286">
                  <a:srgbClr val="4F5E73">
                    <a:alpha val="4252"/>
                  </a:srgbClr>
                </a:gs>
                <a:gs pos="28571">
                  <a:srgbClr val="4F5E73">
                    <a:alpha val="3317"/>
                  </a:srgbClr>
                </a:gs>
                <a:gs pos="42857">
                  <a:srgbClr val="4F5E73">
                    <a:alpha val="2188"/>
                  </a:srgbClr>
                </a:gs>
                <a:gs pos="57143">
                  <a:srgbClr val="4F5E73">
                    <a:alpha val="1219"/>
                  </a:srgbClr>
                </a:gs>
                <a:gs pos="71429">
                  <a:srgbClr val="4F5E73">
                    <a:alpha val="572"/>
                  </a:srgbClr>
                </a:gs>
                <a:gs pos="85714">
                  <a:srgbClr val="4F5E73">
                    <a:alpha val="227"/>
                  </a:srgbClr>
                </a:gs>
                <a:gs pos="100000">
                  <a:srgbClr val="4F5E73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Splat 1088"/>
            <p:cNvSpPr>
              <a:spLocks noGrp="1"/>
            </p:cNvSpPr>
            <p:nvPr/>
          </p:nvSpPr>
          <p:spPr>
            <a:xfrm rot="9222976">
              <a:off x="1172698" y="939400"/>
              <a:ext cx="387664" cy="306075"/>
            </a:xfrm>
            <a:prstGeom prst="ellipse">
              <a:avLst/>
            </a:prstGeom>
            <a:gradFill>
              <a:gsLst>
                <a:gs pos="0">
                  <a:srgbClr val="4962B0">
                    <a:alpha val="31990"/>
                  </a:srgbClr>
                </a:gs>
                <a:gs pos="14286">
                  <a:srgbClr val="4962B0">
                    <a:alpha val="29836"/>
                  </a:srgbClr>
                </a:gs>
                <a:gs pos="28571">
                  <a:srgbClr val="4962B0">
                    <a:alpha val="24052"/>
                  </a:srgbClr>
                </a:gs>
                <a:gs pos="42857">
                  <a:srgbClr val="4962B0">
                    <a:alpha val="16511"/>
                  </a:srgbClr>
                </a:gs>
                <a:gs pos="57143">
                  <a:srgbClr val="4962B0">
                    <a:alpha val="9515"/>
                  </a:srgbClr>
                </a:gs>
                <a:gs pos="71429">
                  <a:srgbClr val="4962B0">
                    <a:alpha val="4573"/>
                  </a:srgbClr>
                </a:gs>
                <a:gs pos="85714">
                  <a:srgbClr val="4962B0">
                    <a:alpha val="1834"/>
                  </a:srgbClr>
                </a:gs>
                <a:gs pos="100000">
                  <a:srgbClr val="4962B0">
                    <a:alpha val="6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Splat 1089"/>
            <p:cNvSpPr>
              <a:spLocks noGrp="1"/>
            </p:cNvSpPr>
            <p:nvPr/>
          </p:nvSpPr>
          <p:spPr>
            <a:xfrm rot="5962090">
              <a:off x="-326727" y="2065515"/>
              <a:ext cx="682578" cy="128504"/>
            </a:xfrm>
            <a:prstGeom prst="ellipse">
              <a:avLst/>
            </a:prstGeom>
            <a:gradFill>
              <a:gsLst>
                <a:gs pos="0">
                  <a:srgbClr val="020000">
                    <a:alpha val="32968"/>
                  </a:srgbClr>
                </a:gs>
                <a:gs pos="14286">
                  <a:srgbClr val="020000">
                    <a:alpha val="30764"/>
                  </a:srgbClr>
                </a:gs>
                <a:gs pos="28571">
                  <a:srgbClr val="020000">
                    <a:alpha val="24833"/>
                  </a:srgbClr>
                </a:gs>
                <a:gs pos="42857">
                  <a:srgbClr val="020000">
                    <a:alpha val="17075"/>
                  </a:srgbClr>
                </a:gs>
                <a:gs pos="57143">
                  <a:srgbClr val="020000">
                    <a:alpha val="9855"/>
                  </a:srgbClr>
                </a:gs>
                <a:gs pos="71429">
                  <a:srgbClr val="020000">
                    <a:alpha val="4740"/>
                  </a:srgbClr>
                </a:gs>
                <a:gs pos="85714">
                  <a:srgbClr val="020000">
                    <a:alpha val="1902"/>
                  </a:srgbClr>
                </a:gs>
                <a:gs pos="100000">
                  <a:srgbClr val="0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Splat 1090"/>
            <p:cNvSpPr>
              <a:spLocks noGrp="1"/>
            </p:cNvSpPr>
            <p:nvPr/>
          </p:nvSpPr>
          <p:spPr>
            <a:xfrm rot="7009102">
              <a:off x="1894216" y="1350336"/>
              <a:ext cx="385197" cy="362689"/>
            </a:xfrm>
            <a:prstGeom prst="ellipse">
              <a:avLst/>
            </a:prstGeom>
            <a:gradFill>
              <a:gsLst>
                <a:gs pos="0">
                  <a:srgbClr val="364662">
                    <a:alpha val="26615"/>
                  </a:srgbClr>
                </a:gs>
                <a:gs pos="14286">
                  <a:srgbClr val="364662">
                    <a:alpha val="24755"/>
                  </a:srgbClr>
                </a:gs>
                <a:gs pos="28571">
                  <a:srgbClr val="364662">
                    <a:alpha val="19815"/>
                  </a:srgbClr>
                </a:gs>
                <a:gs pos="42857">
                  <a:srgbClr val="364662">
                    <a:alpha val="13485"/>
                  </a:srgbClr>
                </a:gs>
                <a:gs pos="57143">
                  <a:srgbClr val="364662">
                    <a:alpha val="7712"/>
                  </a:srgbClr>
                </a:gs>
                <a:gs pos="71429">
                  <a:srgbClr val="364662">
                    <a:alpha val="3687"/>
                  </a:srgbClr>
                </a:gs>
                <a:gs pos="85714">
                  <a:srgbClr val="364662">
                    <a:alpha val="1475"/>
                  </a:srgbClr>
                </a:gs>
                <a:gs pos="100000">
                  <a:srgbClr val="364662">
                    <a:alpha val="4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Splat 1091"/>
            <p:cNvSpPr>
              <a:spLocks noGrp="1"/>
            </p:cNvSpPr>
            <p:nvPr/>
          </p:nvSpPr>
          <p:spPr>
            <a:xfrm rot="6313869">
              <a:off x="736777" y="935516"/>
              <a:ext cx="597148" cy="170869"/>
            </a:xfrm>
            <a:prstGeom prst="ellipse">
              <a:avLst/>
            </a:prstGeom>
            <a:gradFill>
              <a:gsLst>
                <a:gs pos="0">
                  <a:srgbClr val="26334A">
                    <a:alpha val="32868"/>
                  </a:srgbClr>
                </a:gs>
                <a:gs pos="14286">
                  <a:srgbClr val="26334A">
                    <a:alpha val="30669"/>
                  </a:srgbClr>
                </a:gs>
                <a:gs pos="28571">
                  <a:srgbClr val="26334A">
                    <a:alpha val="24753"/>
                  </a:srgbClr>
                </a:gs>
                <a:gs pos="42857">
                  <a:srgbClr val="26334A">
                    <a:alpha val="17017"/>
                  </a:srgbClr>
                </a:gs>
                <a:gs pos="57143">
                  <a:srgbClr val="26334A">
                    <a:alpha val="9820"/>
                  </a:srgbClr>
                </a:gs>
                <a:gs pos="71429">
                  <a:srgbClr val="26334A">
                    <a:alpha val="4723"/>
                  </a:srgbClr>
                </a:gs>
                <a:gs pos="85714">
                  <a:srgbClr val="26334A">
                    <a:alpha val="1895"/>
                  </a:srgbClr>
                </a:gs>
                <a:gs pos="100000">
                  <a:srgbClr val="26334A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Splat 1092"/>
            <p:cNvSpPr>
              <a:spLocks noGrp="1"/>
            </p:cNvSpPr>
            <p:nvPr/>
          </p:nvSpPr>
          <p:spPr>
            <a:xfrm rot="4128364">
              <a:off x="1206347" y="937143"/>
              <a:ext cx="355938" cy="268239"/>
            </a:xfrm>
            <a:prstGeom prst="ellipse">
              <a:avLst/>
            </a:prstGeom>
            <a:gradFill>
              <a:gsLst>
                <a:gs pos="0">
                  <a:srgbClr val="232F1A">
                    <a:alpha val="32127"/>
                  </a:srgbClr>
                </a:gs>
                <a:gs pos="14286">
                  <a:srgbClr val="232F1A">
                    <a:alpha val="29966"/>
                  </a:srgbClr>
                </a:gs>
                <a:gs pos="28571">
                  <a:srgbClr val="232F1A">
                    <a:alpha val="24161"/>
                  </a:srgbClr>
                </a:gs>
                <a:gs pos="42857">
                  <a:srgbClr val="232F1A">
                    <a:alpha val="16590"/>
                  </a:srgbClr>
                </a:gs>
                <a:gs pos="57143">
                  <a:srgbClr val="232F1A">
                    <a:alpha val="9563"/>
                  </a:srgbClr>
                </a:gs>
                <a:gs pos="71429">
                  <a:srgbClr val="232F1A">
                    <a:alpha val="4596"/>
                  </a:srgbClr>
                </a:gs>
                <a:gs pos="85714">
                  <a:srgbClr val="232F1A">
                    <a:alpha val="1843"/>
                  </a:srgbClr>
                </a:gs>
                <a:gs pos="100000">
                  <a:srgbClr val="232F1A">
                    <a:alpha val="6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Splat 1093"/>
            <p:cNvSpPr>
              <a:spLocks noGrp="1"/>
            </p:cNvSpPr>
            <p:nvPr/>
          </p:nvSpPr>
          <p:spPr>
            <a:xfrm rot="7540765">
              <a:off x="1147872" y="887955"/>
              <a:ext cx="405847" cy="244416"/>
            </a:xfrm>
            <a:prstGeom prst="ellipse">
              <a:avLst/>
            </a:prstGeom>
            <a:gradFill>
              <a:gsLst>
                <a:gs pos="0">
                  <a:srgbClr val="203053">
                    <a:alpha val="31607"/>
                  </a:srgbClr>
                </a:gs>
                <a:gs pos="14286">
                  <a:srgbClr val="203053">
                    <a:alpha val="29473"/>
                  </a:srgbClr>
                </a:gs>
                <a:gs pos="28571">
                  <a:srgbClr val="203053">
                    <a:alpha val="23747"/>
                  </a:srgbClr>
                </a:gs>
                <a:gs pos="42857">
                  <a:srgbClr val="203053">
                    <a:alpha val="16292"/>
                  </a:srgbClr>
                </a:gs>
                <a:gs pos="57143">
                  <a:srgbClr val="203053">
                    <a:alpha val="9384"/>
                  </a:srgbClr>
                </a:gs>
                <a:gs pos="71429">
                  <a:srgbClr val="203053">
                    <a:alpha val="4508"/>
                  </a:srgbClr>
                </a:gs>
                <a:gs pos="85714">
                  <a:srgbClr val="203053">
                    <a:alpha val="1807"/>
                  </a:srgbClr>
                </a:gs>
                <a:gs pos="100000">
                  <a:srgbClr val="203053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Splat 1094"/>
            <p:cNvSpPr>
              <a:spLocks noGrp="1"/>
            </p:cNvSpPr>
            <p:nvPr/>
          </p:nvSpPr>
          <p:spPr>
            <a:xfrm rot="10438834">
              <a:off x="1027264" y="808498"/>
              <a:ext cx="426712" cy="259069"/>
            </a:xfrm>
            <a:prstGeom prst="ellipse">
              <a:avLst/>
            </a:prstGeom>
            <a:gradFill>
              <a:gsLst>
                <a:gs pos="0">
                  <a:srgbClr val="2E66B2">
                    <a:alpha val="3752"/>
                  </a:srgbClr>
                </a:gs>
                <a:gs pos="14286">
                  <a:srgbClr val="2E66B2">
                    <a:alpha val="3453"/>
                  </a:srgbClr>
                </a:gs>
                <a:gs pos="28571">
                  <a:srgbClr val="2E66B2">
                    <a:alpha val="2692"/>
                  </a:srgbClr>
                </a:gs>
                <a:gs pos="42857">
                  <a:srgbClr val="2E66B2">
                    <a:alpha val="1774"/>
                  </a:srgbClr>
                </a:gs>
                <a:gs pos="57143">
                  <a:srgbClr val="2E66B2">
                    <a:alpha val="987"/>
                  </a:srgbClr>
                </a:gs>
                <a:gs pos="71429">
                  <a:srgbClr val="2E66B2">
                    <a:alpha val="463"/>
                  </a:srgbClr>
                </a:gs>
                <a:gs pos="85714">
                  <a:srgbClr val="2E66B2">
                    <a:alpha val="183"/>
                  </a:srgbClr>
                </a:gs>
                <a:gs pos="100000">
                  <a:srgbClr val="2E66B2">
                    <a:alpha val="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Splat 1095"/>
            <p:cNvSpPr>
              <a:spLocks noGrp="1"/>
            </p:cNvSpPr>
            <p:nvPr/>
          </p:nvSpPr>
          <p:spPr>
            <a:xfrm rot="5266541">
              <a:off x="2163593" y="1611004"/>
              <a:ext cx="462437" cy="220014"/>
            </a:xfrm>
            <a:prstGeom prst="ellipse">
              <a:avLst/>
            </a:prstGeom>
            <a:gradFill>
              <a:gsLst>
                <a:gs pos="0">
                  <a:srgbClr val="3A2B00">
                    <a:alpha val="28646"/>
                  </a:srgbClr>
                </a:gs>
                <a:gs pos="14286">
                  <a:srgbClr val="3A2B00">
                    <a:alpha val="26672"/>
                  </a:srgbClr>
                </a:gs>
                <a:gs pos="28571">
                  <a:srgbClr val="3A2B00">
                    <a:alpha val="21406"/>
                  </a:srgbClr>
                </a:gs>
                <a:gs pos="42857">
                  <a:srgbClr val="3A2B00">
                    <a:alpha val="14614"/>
                  </a:srgbClr>
                </a:gs>
                <a:gs pos="57143">
                  <a:srgbClr val="3A2B00">
                    <a:alpha val="8382"/>
                  </a:srgbClr>
                </a:gs>
                <a:gs pos="71429">
                  <a:srgbClr val="3A2B00">
                    <a:alpha val="4015"/>
                  </a:srgbClr>
                </a:gs>
                <a:gs pos="85714">
                  <a:srgbClr val="3A2B00">
                    <a:alpha val="1607"/>
                  </a:srgbClr>
                </a:gs>
                <a:gs pos="100000">
                  <a:srgbClr val="3A2B00">
                    <a:alpha val="5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Splat 1096"/>
            <p:cNvSpPr>
              <a:spLocks noGrp="1"/>
            </p:cNvSpPr>
            <p:nvPr/>
          </p:nvSpPr>
          <p:spPr>
            <a:xfrm rot="9509947">
              <a:off x="2143247" y="1532474"/>
              <a:ext cx="363844" cy="300853"/>
            </a:xfrm>
            <a:prstGeom prst="ellipse">
              <a:avLst/>
            </a:prstGeom>
            <a:gradFill>
              <a:gsLst>
                <a:gs pos="0">
                  <a:srgbClr val="142309">
                    <a:alpha val="15427"/>
                  </a:srgbClr>
                </a:gs>
                <a:gs pos="14286">
                  <a:srgbClr val="142309">
                    <a:alpha val="14273"/>
                  </a:srgbClr>
                </a:gs>
                <a:gs pos="28571">
                  <a:srgbClr val="142309">
                    <a:alpha val="11270"/>
                  </a:srgbClr>
                </a:gs>
                <a:gs pos="42857">
                  <a:srgbClr val="142309">
                    <a:alpha val="7544"/>
                  </a:srgbClr>
                </a:gs>
                <a:gs pos="57143">
                  <a:srgbClr val="142309">
                    <a:alpha val="4253"/>
                  </a:srgbClr>
                </a:gs>
                <a:gs pos="71429">
                  <a:srgbClr val="142309">
                    <a:alpha val="2014"/>
                  </a:srgbClr>
                </a:gs>
                <a:gs pos="85714">
                  <a:srgbClr val="142309">
                    <a:alpha val="801"/>
                  </a:srgbClr>
                </a:gs>
                <a:gs pos="100000">
                  <a:srgbClr val="142309">
                    <a:alpha val="2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Splat 1097"/>
            <p:cNvSpPr>
              <a:spLocks noGrp="1"/>
            </p:cNvSpPr>
            <p:nvPr/>
          </p:nvSpPr>
          <p:spPr>
            <a:xfrm rot="5857596">
              <a:off x="-94789" y="263590"/>
              <a:ext cx="649696" cy="66010"/>
            </a:xfrm>
            <a:prstGeom prst="ellipse">
              <a:avLst/>
            </a:prstGeom>
            <a:gradFill>
              <a:gsLst>
                <a:gs pos="0">
                  <a:srgbClr val="1D4376">
                    <a:alpha val="32968"/>
                  </a:srgbClr>
                </a:gs>
                <a:gs pos="14286">
                  <a:srgbClr val="1D4376">
                    <a:alpha val="30764"/>
                  </a:srgbClr>
                </a:gs>
                <a:gs pos="28571">
                  <a:srgbClr val="1D4376">
                    <a:alpha val="24833"/>
                  </a:srgbClr>
                </a:gs>
                <a:gs pos="42857">
                  <a:srgbClr val="1D4376">
                    <a:alpha val="17075"/>
                  </a:srgbClr>
                </a:gs>
                <a:gs pos="57143">
                  <a:srgbClr val="1D4376">
                    <a:alpha val="9855"/>
                  </a:srgbClr>
                </a:gs>
                <a:gs pos="71429">
                  <a:srgbClr val="1D4376">
                    <a:alpha val="4740"/>
                  </a:srgbClr>
                </a:gs>
                <a:gs pos="85714">
                  <a:srgbClr val="1D4376">
                    <a:alpha val="1902"/>
                  </a:srgbClr>
                </a:gs>
                <a:gs pos="100000">
                  <a:srgbClr val="1D437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Splat 1098"/>
            <p:cNvSpPr>
              <a:spLocks noGrp="1"/>
            </p:cNvSpPr>
            <p:nvPr/>
          </p:nvSpPr>
          <p:spPr>
            <a:xfrm rot="9204815">
              <a:off x="2035915" y="1275646"/>
              <a:ext cx="352824" cy="340103"/>
            </a:xfrm>
            <a:prstGeom prst="ellipse">
              <a:avLst/>
            </a:prstGeom>
            <a:gradFill>
              <a:gsLst>
                <a:gs pos="0">
                  <a:srgbClr val="444F73">
                    <a:alpha val="9534"/>
                  </a:srgbClr>
                </a:gs>
                <a:gs pos="14286">
                  <a:srgbClr val="444F73">
                    <a:alpha val="8798"/>
                  </a:srgbClr>
                </a:gs>
                <a:gs pos="28571">
                  <a:srgbClr val="444F73">
                    <a:alpha val="6901"/>
                  </a:srgbClr>
                </a:gs>
                <a:gs pos="42857">
                  <a:srgbClr val="444F73">
                    <a:alpha val="4582"/>
                  </a:srgbClr>
                </a:gs>
                <a:gs pos="57143">
                  <a:srgbClr val="444F73">
                    <a:alpha val="2565"/>
                  </a:srgbClr>
                </a:gs>
                <a:gs pos="71429">
                  <a:srgbClr val="444F73">
                    <a:alpha val="1209"/>
                  </a:srgbClr>
                </a:gs>
                <a:gs pos="85714">
                  <a:srgbClr val="444F73">
                    <a:alpha val="480"/>
                  </a:srgbClr>
                </a:gs>
                <a:gs pos="100000">
                  <a:srgbClr val="444F73">
                    <a:alpha val="1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Splat 1099"/>
            <p:cNvSpPr>
              <a:spLocks noGrp="1"/>
            </p:cNvSpPr>
            <p:nvPr/>
          </p:nvSpPr>
          <p:spPr>
            <a:xfrm rot="4563494">
              <a:off x="105884" y="1512"/>
              <a:ext cx="267534" cy="80859"/>
            </a:xfrm>
            <a:prstGeom prst="ellipse">
              <a:avLst/>
            </a:prstGeom>
            <a:gradFill>
              <a:gsLst>
                <a:gs pos="0">
                  <a:srgbClr val="1B4272">
                    <a:alpha val="29472"/>
                  </a:srgbClr>
                </a:gs>
                <a:gs pos="14286">
                  <a:srgbClr val="1B4272">
                    <a:alpha val="27452"/>
                  </a:srgbClr>
                </a:gs>
                <a:gs pos="28571">
                  <a:srgbClr val="1B4272">
                    <a:alpha val="22056"/>
                  </a:srgbClr>
                </a:gs>
                <a:gs pos="42857">
                  <a:srgbClr val="1B4272">
                    <a:alpha val="15078"/>
                  </a:srgbClr>
                </a:gs>
                <a:gs pos="57143">
                  <a:srgbClr val="1B4272">
                    <a:alpha val="8658"/>
                  </a:srgbClr>
                </a:gs>
                <a:gs pos="71429">
                  <a:srgbClr val="1B4272">
                    <a:alpha val="4151"/>
                  </a:srgbClr>
                </a:gs>
                <a:gs pos="85714">
                  <a:srgbClr val="1B4272">
                    <a:alpha val="1662"/>
                  </a:srgbClr>
                </a:gs>
                <a:gs pos="100000">
                  <a:srgbClr val="1B4272">
                    <a:alpha val="5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Splat 1100"/>
            <p:cNvSpPr>
              <a:spLocks noGrp="1"/>
            </p:cNvSpPr>
            <p:nvPr/>
          </p:nvSpPr>
          <p:spPr>
            <a:xfrm rot="7273033">
              <a:off x="3152094" y="194689"/>
              <a:ext cx="178332" cy="17328"/>
            </a:xfrm>
            <a:prstGeom prst="ellipse">
              <a:avLst/>
            </a:prstGeom>
            <a:gradFill>
              <a:gsLst>
                <a:gs pos="0">
                  <a:srgbClr val="755F0C">
                    <a:alpha val="32968"/>
                  </a:srgbClr>
                </a:gs>
                <a:gs pos="14286">
                  <a:srgbClr val="755F0C">
                    <a:alpha val="30764"/>
                  </a:srgbClr>
                </a:gs>
                <a:gs pos="28571">
                  <a:srgbClr val="755F0C">
                    <a:alpha val="24833"/>
                  </a:srgbClr>
                </a:gs>
                <a:gs pos="42857">
                  <a:srgbClr val="755F0C">
                    <a:alpha val="17075"/>
                  </a:srgbClr>
                </a:gs>
                <a:gs pos="57143">
                  <a:srgbClr val="755F0C">
                    <a:alpha val="9855"/>
                  </a:srgbClr>
                </a:gs>
                <a:gs pos="71429">
                  <a:srgbClr val="755F0C">
                    <a:alpha val="4740"/>
                  </a:srgbClr>
                </a:gs>
                <a:gs pos="85714">
                  <a:srgbClr val="755F0C">
                    <a:alpha val="1902"/>
                  </a:srgbClr>
                </a:gs>
                <a:gs pos="100000">
                  <a:srgbClr val="755F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Splat 1101"/>
            <p:cNvSpPr>
              <a:spLocks noGrp="1"/>
            </p:cNvSpPr>
            <p:nvPr/>
          </p:nvSpPr>
          <p:spPr>
            <a:xfrm rot="3373762">
              <a:off x="638569" y="581753"/>
              <a:ext cx="359074" cy="268490"/>
            </a:xfrm>
            <a:prstGeom prst="ellipse">
              <a:avLst/>
            </a:prstGeom>
            <a:gradFill>
              <a:gsLst>
                <a:gs pos="0">
                  <a:srgbClr val="000416">
                    <a:alpha val="14865"/>
                  </a:srgbClr>
                </a:gs>
                <a:gs pos="14286">
                  <a:srgbClr val="000416">
                    <a:alpha val="13750"/>
                  </a:srgbClr>
                </a:gs>
                <a:gs pos="28571">
                  <a:srgbClr val="000416">
                    <a:alpha val="10850"/>
                  </a:srgbClr>
                </a:gs>
                <a:gs pos="42857">
                  <a:srgbClr val="000416">
                    <a:alpha val="7256"/>
                  </a:srgbClr>
                </a:gs>
                <a:gs pos="57143">
                  <a:srgbClr val="000416">
                    <a:alpha val="4088"/>
                  </a:srgbClr>
                </a:gs>
                <a:gs pos="71429">
                  <a:srgbClr val="000416">
                    <a:alpha val="1935"/>
                  </a:srgbClr>
                </a:gs>
                <a:gs pos="85714">
                  <a:srgbClr val="000416">
                    <a:alpha val="770"/>
                  </a:srgbClr>
                </a:gs>
                <a:gs pos="100000">
                  <a:srgbClr val="000416">
                    <a:alpha val="2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Splat 1102"/>
            <p:cNvSpPr>
              <a:spLocks noGrp="1"/>
            </p:cNvSpPr>
            <p:nvPr/>
          </p:nvSpPr>
          <p:spPr>
            <a:xfrm rot="-10122565">
              <a:off x="1140053" y="661683"/>
              <a:ext cx="384474" cy="300515"/>
            </a:xfrm>
            <a:prstGeom prst="ellipse">
              <a:avLst/>
            </a:prstGeom>
            <a:gradFill>
              <a:gsLst>
                <a:gs pos="0">
                  <a:srgbClr val="295186">
                    <a:alpha val="1987"/>
                  </a:srgbClr>
                </a:gs>
                <a:gs pos="14286">
                  <a:srgbClr val="295186">
                    <a:alpha val="1828"/>
                  </a:srgbClr>
                </a:gs>
                <a:gs pos="28571">
                  <a:srgbClr val="295186">
                    <a:alpha val="1422"/>
                  </a:srgbClr>
                </a:gs>
                <a:gs pos="42857">
                  <a:srgbClr val="295186">
                    <a:alpha val="935"/>
                  </a:srgbClr>
                </a:gs>
                <a:gs pos="57143">
                  <a:srgbClr val="295186">
                    <a:alpha val="519"/>
                  </a:srgbClr>
                </a:gs>
                <a:gs pos="71429">
                  <a:srgbClr val="295186">
                    <a:alpha val="243"/>
                  </a:srgbClr>
                </a:gs>
                <a:gs pos="85714">
                  <a:srgbClr val="295186">
                    <a:alpha val="96"/>
                  </a:srgbClr>
                </a:gs>
                <a:gs pos="100000">
                  <a:srgbClr val="295186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Splat 1103"/>
            <p:cNvSpPr>
              <a:spLocks noGrp="1"/>
            </p:cNvSpPr>
            <p:nvPr/>
          </p:nvSpPr>
          <p:spPr>
            <a:xfrm rot="5374610">
              <a:off x="1244078" y="757875"/>
              <a:ext cx="441809" cy="300133"/>
            </a:xfrm>
            <a:prstGeom prst="ellipse">
              <a:avLst/>
            </a:prstGeom>
            <a:gradFill>
              <a:gsLst>
                <a:gs pos="0">
                  <a:srgbClr val="384B6B">
                    <a:alpha val="13153"/>
                  </a:srgbClr>
                </a:gs>
                <a:gs pos="14286">
                  <a:srgbClr val="384B6B">
                    <a:alpha val="12157"/>
                  </a:srgbClr>
                </a:gs>
                <a:gs pos="28571">
                  <a:srgbClr val="384B6B">
                    <a:alpha val="9574"/>
                  </a:srgbClr>
                </a:gs>
                <a:gs pos="42857">
                  <a:srgbClr val="384B6B">
                    <a:alpha val="6388"/>
                  </a:srgbClr>
                </a:gs>
                <a:gs pos="57143">
                  <a:srgbClr val="384B6B">
                    <a:alpha val="3592"/>
                  </a:srgbClr>
                </a:gs>
                <a:gs pos="71429">
                  <a:srgbClr val="384B6B">
                    <a:alpha val="1698"/>
                  </a:srgbClr>
                </a:gs>
                <a:gs pos="85714">
                  <a:srgbClr val="384B6B">
                    <a:alpha val="675"/>
                  </a:srgbClr>
                </a:gs>
                <a:gs pos="100000">
                  <a:srgbClr val="384B6B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Splat 1104"/>
            <p:cNvSpPr>
              <a:spLocks noGrp="1"/>
            </p:cNvSpPr>
            <p:nvPr/>
          </p:nvSpPr>
          <p:spPr>
            <a:xfrm rot="5477529">
              <a:off x="42868" y="165722"/>
              <a:ext cx="896452" cy="31430"/>
            </a:xfrm>
            <a:prstGeom prst="ellipse">
              <a:avLst/>
            </a:prstGeom>
            <a:gradFill>
              <a:gsLst>
                <a:gs pos="0">
                  <a:srgbClr val="050000">
                    <a:alpha val="32968"/>
                  </a:srgbClr>
                </a:gs>
                <a:gs pos="14286">
                  <a:srgbClr val="050000">
                    <a:alpha val="30764"/>
                  </a:srgbClr>
                </a:gs>
                <a:gs pos="28571">
                  <a:srgbClr val="050000">
                    <a:alpha val="24833"/>
                  </a:srgbClr>
                </a:gs>
                <a:gs pos="42857">
                  <a:srgbClr val="050000">
                    <a:alpha val="17075"/>
                  </a:srgbClr>
                </a:gs>
                <a:gs pos="57143">
                  <a:srgbClr val="050000">
                    <a:alpha val="9855"/>
                  </a:srgbClr>
                </a:gs>
                <a:gs pos="71429">
                  <a:srgbClr val="050000">
                    <a:alpha val="4740"/>
                  </a:srgbClr>
                </a:gs>
                <a:gs pos="85714">
                  <a:srgbClr val="050000">
                    <a:alpha val="1902"/>
                  </a:srgbClr>
                </a:gs>
                <a:gs pos="100000">
                  <a:srgbClr val="0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Splat 1105"/>
            <p:cNvSpPr>
              <a:spLocks noGrp="1"/>
            </p:cNvSpPr>
            <p:nvPr/>
          </p:nvSpPr>
          <p:spPr>
            <a:xfrm rot="-9690702">
              <a:off x="1353522" y="785803"/>
              <a:ext cx="398161" cy="306451"/>
            </a:xfrm>
            <a:prstGeom prst="ellipse">
              <a:avLst/>
            </a:prstGeom>
            <a:gradFill>
              <a:gsLst>
                <a:gs pos="0">
                  <a:srgbClr val="180033">
                    <a:alpha val="14548"/>
                  </a:srgbClr>
                </a:gs>
                <a:gs pos="14286">
                  <a:srgbClr val="180033">
                    <a:alpha val="13454"/>
                  </a:srgbClr>
                </a:gs>
                <a:gs pos="28571">
                  <a:srgbClr val="180033">
                    <a:alpha val="10613"/>
                  </a:srgbClr>
                </a:gs>
                <a:gs pos="42857">
                  <a:srgbClr val="180033">
                    <a:alpha val="7095"/>
                  </a:srgbClr>
                </a:gs>
                <a:gs pos="57143">
                  <a:srgbClr val="180033">
                    <a:alpha val="3996"/>
                  </a:srgbClr>
                </a:gs>
                <a:gs pos="71429">
                  <a:srgbClr val="180033">
                    <a:alpha val="1891"/>
                  </a:srgbClr>
                </a:gs>
                <a:gs pos="85714">
                  <a:srgbClr val="180033">
                    <a:alpha val="752"/>
                  </a:srgbClr>
                </a:gs>
                <a:gs pos="100000">
                  <a:srgbClr val="180033">
                    <a:alpha val="2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Splat 1106"/>
            <p:cNvSpPr>
              <a:spLocks noGrp="1"/>
            </p:cNvSpPr>
            <p:nvPr/>
          </p:nvSpPr>
          <p:spPr>
            <a:xfrm rot="4831781">
              <a:off x="2128883" y="1193475"/>
              <a:ext cx="393778" cy="284660"/>
            </a:xfrm>
            <a:prstGeom prst="ellipse">
              <a:avLst/>
            </a:prstGeom>
            <a:gradFill>
              <a:gsLst>
                <a:gs pos="0">
                  <a:srgbClr val="00265B">
                    <a:alpha val="10816"/>
                  </a:srgbClr>
                </a:gs>
                <a:gs pos="14286">
                  <a:srgbClr val="00265B">
                    <a:alpha val="9986"/>
                  </a:srgbClr>
                </a:gs>
                <a:gs pos="28571">
                  <a:srgbClr val="00265B">
                    <a:alpha val="7844"/>
                  </a:srgbClr>
                </a:gs>
                <a:gs pos="42857">
                  <a:srgbClr val="00265B">
                    <a:alpha val="5217"/>
                  </a:srgbClr>
                </a:gs>
                <a:gs pos="57143">
                  <a:srgbClr val="00265B">
                    <a:alpha val="2925"/>
                  </a:srgbClr>
                </a:gs>
                <a:gs pos="71429">
                  <a:srgbClr val="00265B">
                    <a:alpha val="1380"/>
                  </a:srgbClr>
                </a:gs>
                <a:gs pos="85714">
                  <a:srgbClr val="00265B">
                    <a:alpha val="548"/>
                  </a:srgbClr>
                </a:gs>
                <a:gs pos="100000">
                  <a:srgbClr val="00265B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Splat 1107"/>
            <p:cNvSpPr>
              <a:spLocks noGrp="1"/>
            </p:cNvSpPr>
            <p:nvPr/>
          </p:nvSpPr>
          <p:spPr>
            <a:xfrm rot="-9970295">
              <a:off x="530384" y="531843"/>
              <a:ext cx="434468" cy="321885"/>
            </a:xfrm>
            <a:prstGeom prst="ellipse">
              <a:avLst/>
            </a:prstGeom>
            <a:gradFill>
              <a:gsLst>
                <a:gs pos="0">
                  <a:srgbClr val="001270">
                    <a:alpha val="4558"/>
                  </a:srgbClr>
                </a:gs>
                <a:gs pos="14286">
                  <a:srgbClr val="001270">
                    <a:alpha val="4197"/>
                  </a:srgbClr>
                </a:gs>
                <a:gs pos="28571">
                  <a:srgbClr val="001270">
                    <a:alpha val="3275"/>
                  </a:srgbClr>
                </a:gs>
                <a:gs pos="42857">
                  <a:srgbClr val="001270">
                    <a:alpha val="2160"/>
                  </a:srgbClr>
                </a:gs>
                <a:gs pos="57143">
                  <a:srgbClr val="001270">
                    <a:alpha val="1203"/>
                  </a:srgbClr>
                </a:gs>
                <a:gs pos="71429">
                  <a:srgbClr val="001270">
                    <a:alpha val="565"/>
                  </a:srgbClr>
                </a:gs>
                <a:gs pos="85714">
                  <a:srgbClr val="001270">
                    <a:alpha val="224"/>
                  </a:srgbClr>
                </a:gs>
                <a:gs pos="100000">
                  <a:srgbClr val="001270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Splat 1108"/>
            <p:cNvSpPr>
              <a:spLocks noGrp="1"/>
            </p:cNvSpPr>
            <p:nvPr/>
          </p:nvSpPr>
          <p:spPr>
            <a:xfrm rot="-10055714">
              <a:off x="-63553" y="2304718"/>
              <a:ext cx="657780" cy="196911"/>
            </a:xfrm>
            <a:prstGeom prst="ellipse">
              <a:avLst/>
            </a:prstGeom>
            <a:gradFill>
              <a:gsLst>
                <a:gs pos="0">
                  <a:srgbClr val="00031E">
                    <a:alpha val="25877"/>
                  </a:srgbClr>
                </a:gs>
                <a:gs pos="14286">
                  <a:srgbClr val="00031E">
                    <a:alpha val="24060"/>
                  </a:srgbClr>
                </a:gs>
                <a:gs pos="28571">
                  <a:srgbClr val="00031E">
                    <a:alpha val="19241"/>
                  </a:srgbClr>
                </a:gs>
                <a:gs pos="42857">
                  <a:srgbClr val="00031E">
                    <a:alpha val="13079"/>
                  </a:srgbClr>
                </a:gs>
                <a:gs pos="57143">
                  <a:srgbClr val="00031E">
                    <a:alpha val="7473"/>
                  </a:srgbClr>
                </a:gs>
                <a:gs pos="71429">
                  <a:srgbClr val="00031E">
                    <a:alpha val="3570"/>
                  </a:srgbClr>
                </a:gs>
                <a:gs pos="85714">
                  <a:srgbClr val="00031E">
                    <a:alpha val="1427"/>
                  </a:srgbClr>
                </a:gs>
                <a:gs pos="100000">
                  <a:srgbClr val="00031E">
                    <a:alpha val="4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Splat 1109"/>
            <p:cNvSpPr>
              <a:spLocks noGrp="1"/>
            </p:cNvSpPr>
            <p:nvPr/>
          </p:nvSpPr>
          <p:spPr>
            <a:xfrm rot="9376190">
              <a:off x="-113998" y="2071998"/>
              <a:ext cx="445869" cy="281184"/>
            </a:xfrm>
            <a:prstGeom prst="ellipse">
              <a:avLst/>
            </a:prstGeom>
            <a:gradFill>
              <a:gsLst>
                <a:gs pos="0">
                  <a:srgbClr val="002100">
                    <a:alpha val="6574"/>
                  </a:srgbClr>
                </a:gs>
                <a:gs pos="14286">
                  <a:srgbClr val="002100">
                    <a:alpha val="6059"/>
                  </a:srgbClr>
                </a:gs>
                <a:gs pos="28571">
                  <a:srgbClr val="002100">
                    <a:alpha val="4737"/>
                  </a:srgbClr>
                </a:gs>
                <a:gs pos="42857">
                  <a:srgbClr val="002100">
                    <a:alpha val="3133"/>
                  </a:srgbClr>
                </a:gs>
                <a:gs pos="57143">
                  <a:srgbClr val="002100">
                    <a:alpha val="1748"/>
                  </a:srgbClr>
                </a:gs>
                <a:gs pos="71429">
                  <a:srgbClr val="002100">
                    <a:alpha val="822"/>
                  </a:srgbClr>
                </a:gs>
                <a:gs pos="85714">
                  <a:srgbClr val="002100">
                    <a:alpha val="326"/>
                  </a:srgbClr>
                </a:gs>
                <a:gs pos="100000">
                  <a:srgbClr val="002100">
                    <a:alpha val="1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Splat 1110"/>
            <p:cNvSpPr>
              <a:spLocks noGrp="1"/>
            </p:cNvSpPr>
            <p:nvPr/>
          </p:nvSpPr>
          <p:spPr>
            <a:xfrm rot="-10767052">
              <a:off x="2878971" y="2305092"/>
              <a:ext cx="514081" cy="174545"/>
            </a:xfrm>
            <a:prstGeom prst="ellipse">
              <a:avLst/>
            </a:prstGeom>
            <a:gradFill>
              <a:gsLst>
                <a:gs pos="0">
                  <a:srgbClr val="917653">
                    <a:alpha val="2502"/>
                  </a:srgbClr>
                </a:gs>
                <a:gs pos="14286">
                  <a:srgbClr val="917653">
                    <a:alpha val="2302"/>
                  </a:srgbClr>
                </a:gs>
                <a:gs pos="28571">
                  <a:srgbClr val="917653">
                    <a:alpha val="1792"/>
                  </a:srgbClr>
                </a:gs>
                <a:gs pos="42857">
                  <a:srgbClr val="917653">
                    <a:alpha val="1179"/>
                  </a:srgbClr>
                </a:gs>
                <a:gs pos="57143">
                  <a:srgbClr val="917653">
                    <a:alpha val="655"/>
                  </a:srgbClr>
                </a:gs>
                <a:gs pos="71429">
                  <a:srgbClr val="917653">
                    <a:alpha val="307"/>
                  </a:srgbClr>
                </a:gs>
                <a:gs pos="85714">
                  <a:srgbClr val="917653">
                    <a:alpha val="122"/>
                  </a:srgbClr>
                </a:gs>
                <a:gs pos="100000">
                  <a:srgbClr val="917653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Splat 1111"/>
            <p:cNvSpPr>
              <a:spLocks noGrp="1"/>
            </p:cNvSpPr>
            <p:nvPr/>
          </p:nvSpPr>
          <p:spPr>
            <a:xfrm rot="5225972">
              <a:off x="2916143" y="1726356"/>
              <a:ext cx="601095" cy="139622"/>
            </a:xfrm>
            <a:prstGeom prst="ellipse">
              <a:avLst/>
            </a:prstGeom>
            <a:gradFill>
              <a:gsLst>
                <a:gs pos="0">
                  <a:srgbClr val="1E3046">
                    <a:alpha val="32968"/>
                  </a:srgbClr>
                </a:gs>
                <a:gs pos="14286">
                  <a:srgbClr val="1E3046">
                    <a:alpha val="30764"/>
                  </a:srgbClr>
                </a:gs>
                <a:gs pos="28571">
                  <a:srgbClr val="1E3046">
                    <a:alpha val="24833"/>
                  </a:srgbClr>
                </a:gs>
                <a:gs pos="42857">
                  <a:srgbClr val="1E3046">
                    <a:alpha val="17075"/>
                  </a:srgbClr>
                </a:gs>
                <a:gs pos="57143">
                  <a:srgbClr val="1E3046">
                    <a:alpha val="9855"/>
                  </a:srgbClr>
                </a:gs>
                <a:gs pos="71429">
                  <a:srgbClr val="1E3046">
                    <a:alpha val="4740"/>
                  </a:srgbClr>
                </a:gs>
                <a:gs pos="85714">
                  <a:srgbClr val="1E3046">
                    <a:alpha val="1902"/>
                  </a:srgbClr>
                </a:gs>
                <a:gs pos="100000">
                  <a:srgbClr val="1E304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Splat 1112"/>
            <p:cNvSpPr>
              <a:spLocks noGrp="1"/>
            </p:cNvSpPr>
            <p:nvPr/>
          </p:nvSpPr>
          <p:spPr>
            <a:xfrm rot="5539735">
              <a:off x="2202267" y="941297"/>
              <a:ext cx="351596" cy="274565"/>
            </a:xfrm>
            <a:prstGeom prst="ellipse">
              <a:avLst/>
            </a:prstGeom>
            <a:gradFill>
              <a:gsLst>
                <a:gs pos="0">
                  <a:srgbClr val="262451">
                    <a:alpha val="4070"/>
                  </a:srgbClr>
                </a:gs>
                <a:gs pos="14286">
                  <a:srgbClr val="262451">
                    <a:alpha val="3747"/>
                  </a:srgbClr>
                </a:gs>
                <a:gs pos="28571">
                  <a:srgbClr val="262451">
                    <a:alpha val="2922"/>
                  </a:srgbClr>
                </a:gs>
                <a:gs pos="42857">
                  <a:srgbClr val="262451">
                    <a:alpha val="1926"/>
                  </a:srgbClr>
                </a:gs>
                <a:gs pos="57143">
                  <a:srgbClr val="262451">
                    <a:alpha val="1072"/>
                  </a:srgbClr>
                </a:gs>
                <a:gs pos="71429">
                  <a:srgbClr val="262451">
                    <a:alpha val="503"/>
                  </a:srgbClr>
                </a:gs>
                <a:gs pos="85714">
                  <a:srgbClr val="262451">
                    <a:alpha val="199"/>
                  </a:srgbClr>
                </a:gs>
                <a:gs pos="100000">
                  <a:srgbClr val="262451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Splat 1113"/>
            <p:cNvSpPr>
              <a:spLocks noGrp="1"/>
            </p:cNvSpPr>
            <p:nvPr/>
          </p:nvSpPr>
          <p:spPr>
            <a:xfrm rot="5317130">
              <a:off x="2223859" y="1488338"/>
              <a:ext cx="687614" cy="109930"/>
            </a:xfrm>
            <a:prstGeom prst="ellipse">
              <a:avLst/>
            </a:prstGeom>
            <a:gradFill>
              <a:gsLst>
                <a:gs pos="0">
                  <a:srgbClr val="2F3F5A">
                    <a:alpha val="32968"/>
                  </a:srgbClr>
                </a:gs>
                <a:gs pos="14286">
                  <a:srgbClr val="2F3F5A">
                    <a:alpha val="30764"/>
                  </a:srgbClr>
                </a:gs>
                <a:gs pos="28571">
                  <a:srgbClr val="2F3F5A">
                    <a:alpha val="24833"/>
                  </a:srgbClr>
                </a:gs>
                <a:gs pos="42857">
                  <a:srgbClr val="2F3F5A">
                    <a:alpha val="17075"/>
                  </a:srgbClr>
                </a:gs>
                <a:gs pos="57143">
                  <a:srgbClr val="2F3F5A">
                    <a:alpha val="9855"/>
                  </a:srgbClr>
                </a:gs>
                <a:gs pos="71429">
                  <a:srgbClr val="2F3F5A">
                    <a:alpha val="4740"/>
                  </a:srgbClr>
                </a:gs>
                <a:gs pos="85714">
                  <a:srgbClr val="2F3F5A">
                    <a:alpha val="1902"/>
                  </a:srgbClr>
                </a:gs>
                <a:gs pos="100000">
                  <a:srgbClr val="2F3F5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Splat 1114"/>
            <p:cNvSpPr>
              <a:spLocks noGrp="1"/>
            </p:cNvSpPr>
            <p:nvPr/>
          </p:nvSpPr>
          <p:spPr>
            <a:xfrm rot="6947110">
              <a:off x="890123" y="393341"/>
              <a:ext cx="406842" cy="336405"/>
            </a:xfrm>
            <a:prstGeom prst="ellipse">
              <a:avLst/>
            </a:prstGeom>
            <a:gradFill>
              <a:gsLst>
                <a:gs pos="0">
                  <a:srgbClr val="46485A">
                    <a:alpha val="4722"/>
                  </a:srgbClr>
                </a:gs>
                <a:gs pos="14286">
                  <a:srgbClr val="46485A">
                    <a:alpha val="4349"/>
                  </a:srgbClr>
                </a:gs>
                <a:gs pos="28571">
                  <a:srgbClr val="46485A">
                    <a:alpha val="3393"/>
                  </a:srgbClr>
                </a:gs>
                <a:gs pos="42857">
                  <a:srgbClr val="46485A">
                    <a:alpha val="2239"/>
                  </a:srgbClr>
                </a:gs>
                <a:gs pos="57143">
                  <a:srgbClr val="46485A">
                    <a:alpha val="1247"/>
                  </a:srgbClr>
                </a:gs>
                <a:gs pos="71429">
                  <a:srgbClr val="46485A">
                    <a:alpha val="586"/>
                  </a:srgbClr>
                </a:gs>
                <a:gs pos="85714">
                  <a:srgbClr val="46485A">
                    <a:alpha val="232"/>
                  </a:srgbClr>
                </a:gs>
                <a:gs pos="100000">
                  <a:srgbClr val="46485A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Splat 1115"/>
            <p:cNvSpPr>
              <a:spLocks noGrp="1"/>
            </p:cNvSpPr>
            <p:nvPr/>
          </p:nvSpPr>
          <p:spPr>
            <a:xfrm rot="5317386">
              <a:off x="2191305" y="1367601"/>
              <a:ext cx="588792" cy="211624"/>
            </a:xfrm>
            <a:prstGeom prst="ellipse">
              <a:avLst/>
            </a:prstGeom>
            <a:gradFill>
              <a:gsLst>
                <a:gs pos="0">
                  <a:srgbClr val="345180">
                    <a:alpha val="10705"/>
                  </a:srgbClr>
                </a:gs>
                <a:gs pos="14286">
                  <a:srgbClr val="345180">
                    <a:alpha val="9884"/>
                  </a:srgbClr>
                </a:gs>
                <a:gs pos="28571">
                  <a:srgbClr val="345180">
                    <a:alpha val="7763"/>
                  </a:srgbClr>
                </a:gs>
                <a:gs pos="42857">
                  <a:srgbClr val="345180">
                    <a:alpha val="5162"/>
                  </a:srgbClr>
                </a:gs>
                <a:gs pos="57143">
                  <a:srgbClr val="345180">
                    <a:alpha val="2894"/>
                  </a:srgbClr>
                </a:gs>
                <a:gs pos="71429">
                  <a:srgbClr val="345180">
                    <a:alpha val="1365"/>
                  </a:srgbClr>
                </a:gs>
                <a:gs pos="85714">
                  <a:srgbClr val="345180">
                    <a:alpha val="542"/>
                  </a:srgbClr>
                </a:gs>
                <a:gs pos="100000">
                  <a:srgbClr val="345180">
                    <a:alpha val="1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Splat 1116"/>
            <p:cNvSpPr>
              <a:spLocks noGrp="1"/>
            </p:cNvSpPr>
            <p:nvPr/>
          </p:nvSpPr>
          <p:spPr>
            <a:xfrm rot="5178912">
              <a:off x="2578416" y="1298214"/>
              <a:ext cx="456594" cy="284909"/>
            </a:xfrm>
            <a:prstGeom prst="ellipse">
              <a:avLst/>
            </a:prstGeom>
            <a:gradFill>
              <a:gsLst>
                <a:gs pos="0">
                  <a:srgbClr val="454C2B">
                    <a:alpha val="4225"/>
                  </a:srgbClr>
                </a:gs>
                <a:gs pos="14286">
                  <a:srgbClr val="454C2B">
                    <a:alpha val="3890"/>
                  </a:srgbClr>
                </a:gs>
                <a:gs pos="28571">
                  <a:srgbClr val="454C2B">
                    <a:alpha val="3034"/>
                  </a:srgbClr>
                </a:gs>
                <a:gs pos="42857">
                  <a:srgbClr val="454C2B">
                    <a:alpha val="2001"/>
                  </a:srgbClr>
                </a:gs>
                <a:gs pos="57143">
                  <a:srgbClr val="454C2B">
                    <a:alpha val="1114"/>
                  </a:srgbClr>
                </a:gs>
                <a:gs pos="71429">
                  <a:srgbClr val="454C2B">
                    <a:alpha val="523"/>
                  </a:srgbClr>
                </a:gs>
                <a:gs pos="85714">
                  <a:srgbClr val="454C2B">
                    <a:alpha val="207"/>
                  </a:srgbClr>
                </a:gs>
                <a:gs pos="100000">
                  <a:srgbClr val="454C2B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Splat 1117"/>
            <p:cNvSpPr>
              <a:spLocks noGrp="1"/>
            </p:cNvSpPr>
            <p:nvPr/>
          </p:nvSpPr>
          <p:spPr>
            <a:xfrm rot="5253206">
              <a:off x="359126" y="132658"/>
              <a:ext cx="487029" cy="197221"/>
            </a:xfrm>
            <a:prstGeom prst="ellipse">
              <a:avLst/>
            </a:prstGeom>
            <a:gradFill>
              <a:gsLst>
                <a:gs pos="0">
                  <a:srgbClr val="191E24">
                    <a:alpha val="4023"/>
                  </a:srgbClr>
                </a:gs>
                <a:gs pos="14286">
                  <a:srgbClr val="191E24">
                    <a:alpha val="3704"/>
                  </a:srgbClr>
                </a:gs>
                <a:gs pos="28571">
                  <a:srgbClr val="191E24">
                    <a:alpha val="2888"/>
                  </a:srgbClr>
                </a:gs>
                <a:gs pos="42857">
                  <a:srgbClr val="191E24">
                    <a:alpha val="1904"/>
                  </a:srgbClr>
                </a:gs>
                <a:gs pos="57143">
                  <a:srgbClr val="191E24">
                    <a:alpha val="1059"/>
                  </a:srgbClr>
                </a:gs>
                <a:gs pos="71429">
                  <a:srgbClr val="191E24">
                    <a:alpha val="497"/>
                  </a:srgbClr>
                </a:gs>
                <a:gs pos="85714">
                  <a:srgbClr val="191E24">
                    <a:alpha val="197"/>
                  </a:srgbClr>
                </a:gs>
                <a:gs pos="100000">
                  <a:srgbClr val="191E24">
                    <a:alpha val="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Splat 1118"/>
            <p:cNvSpPr>
              <a:spLocks noGrp="1"/>
            </p:cNvSpPr>
            <p:nvPr/>
          </p:nvSpPr>
          <p:spPr>
            <a:xfrm rot="5514583">
              <a:off x="2426317" y="1116899"/>
              <a:ext cx="463107" cy="221392"/>
            </a:xfrm>
            <a:prstGeom prst="ellipse">
              <a:avLst/>
            </a:prstGeom>
            <a:gradFill>
              <a:gsLst>
                <a:gs pos="0">
                  <a:srgbClr val="00478B">
                    <a:alpha val="4690"/>
                  </a:srgbClr>
                </a:gs>
                <a:gs pos="14286">
                  <a:srgbClr val="00478B">
                    <a:alpha val="4319"/>
                  </a:srgbClr>
                </a:gs>
                <a:gs pos="28571">
                  <a:srgbClr val="00478B">
                    <a:alpha val="3370"/>
                  </a:srgbClr>
                </a:gs>
                <a:gs pos="42857">
                  <a:srgbClr val="00478B">
                    <a:alpha val="2223"/>
                  </a:srgbClr>
                </a:gs>
                <a:gs pos="57143">
                  <a:srgbClr val="00478B">
                    <a:alpha val="1238"/>
                  </a:srgbClr>
                </a:gs>
                <a:gs pos="71429">
                  <a:srgbClr val="00478B">
                    <a:alpha val="581"/>
                  </a:srgbClr>
                </a:gs>
                <a:gs pos="85714">
                  <a:srgbClr val="00478B">
                    <a:alpha val="230"/>
                  </a:srgbClr>
                </a:gs>
                <a:gs pos="100000">
                  <a:srgbClr val="00478B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Splat 1119"/>
            <p:cNvSpPr>
              <a:spLocks noGrp="1"/>
            </p:cNvSpPr>
            <p:nvPr/>
          </p:nvSpPr>
          <p:spPr>
            <a:xfrm rot="2994834">
              <a:off x="1683492" y="624194"/>
              <a:ext cx="579562" cy="200647"/>
            </a:xfrm>
            <a:prstGeom prst="ellipse">
              <a:avLst/>
            </a:prstGeom>
            <a:gradFill>
              <a:gsLst>
                <a:gs pos="0">
                  <a:srgbClr val="111500">
                    <a:alpha val="32968"/>
                  </a:srgbClr>
                </a:gs>
                <a:gs pos="14286">
                  <a:srgbClr val="111500">
                    <a:alpha val="30764"/>
                  </a:srgbClr>
                </a:gs>
                <a:gs pos="28571">
                  <a:srgbClr val="111500">
                    <a:alpha val="24833"/>
                  </a:srgbClr>
                </a:gs>
                <a:gs pos="42857">
                  <a:srgbClr val="111500">
                    <a:alpha val="17075"/>
                  </a:srgbClr>
                </a:gs>
                <a:gs pos="57143">
                  <a:srgbClr val="111500">
                    <a:alpha val="9855"/>
                  </a:srgbClr>
                </a:gs>
                <a:gs pos="71429">
                  <a:srgbClr val="111500">
                    <a:alpha val="4740"/>
                  </a:srgbClr>
                </a:gs>
                <a:gs pos="85714">
                  <a:srgbClr val="111500">
                    <a:alpha val="1902"/>
                  </a:srgbClr>
                </a:gs>
                <a:gs pos="100000">
                  <a:srgbClr val="111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Splat 1120"/>
            <p:cNvSpPr>
              <a:spLocks noGrp="1"/>
            </p:cNvSpPr>
            <p:nvPr/>
          </p:nvSpPr>
          <p:spPr>
            <a:xfrm rot="4952807">
              <a:off x="2217283" y="1324674"/>
              <a:ext cx="784958" cy="87580"/>
            </a:xfrm>
            <a:prstGeom prst="ellipse">
              <a:avLst/>
            </a:prstGeom>
            <a:gradFill>
              <a:gsLst>
                <a:gs pos="0">
                  <a:srgbClr val="251700">
                    <a:alpha val="32968"/>
                  </a:srgbClr>
                </a:gs>
                <a:gs pos="14286">
                  <a:srgbClr val="251700">
                    <a:alpha val="30764"/>
                  </a:srgbClr>
                </a:gs>
                <a:gs pos="28571">
                  <a:srgbClr val="251700">
                    <a:alpha val="24833"/>
                  </a:srgbClr>
                </a:gs>
                <a:gs pos="42857">
                  <a:srgbClr val="251700">
                    <a:alpha val="17075"/>
                  </a:srgbClr>
                </a:gs>
                <a:gs pos="57143">
                  <a:srgbClr val="251700">
                    <a:alpha val="9855"/>
                  </a:srgbClr>
                </a:gs>
                <a:gs pos="71429">
                  <a:srgbClr val="251700">
                    <a:alpha val="4740"/>
                  </a:srgbClr>
                </a:gs>
                <a:gs pos="85714">
                  <a:srgbClr val="251700">
                    <a:alpha val="1902"/>
                  </a:srgbClr>
                </a:gs>
                <a:gs pos="100000">
                  <a:srgbClr val="251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Splat 1121"/>
            <p:cNvSpPr>
              <a:spLocks noGrp="1"/>
            </p:cNvSpPr>
            <p:nvPr/>
          </p:nvSpPr>
          <p:spPr>
            <a:xfrm rot="5311692">
              <a:off x="-108447" y="380814"/>
              <a:ext cx="561136" cy="138200"/>
            </a:xfrm>
            <a:prstGeom prst="ellipse">
              <a:avLst/>
            </a:prstGeom>
            <a:gradFill>
              <a:gsLst>
                <a:gs pos="0">
                  <a:srgbClr val="1E4DCB">
                    <a:alpha val="1685"/>
                  </a:srgbClr>
                </a:gs>
                <a:gs pos="14286">
                  <a:srgbClr val="1E4DCB">
                    <a:alpha val="1550"/>
                  </a:srgbClr>
                </a:gs>
                <a:gs pos="28571">
                  <a:srgbClr val="1E4DCB">
                    <a:alpha val="1205"/>
                  </a:srgbClr>
                </a:gs>
                <a:gs pos="42857">
                  <a:srgbClr val="1E4DCB">
                    <a:alpha val="792"/>
                  </a:srgbClr>
                </a:gs>
                <a:gs pos="57143">
                  <a:srgbClr val="1E4DCB">
                    <a:alpha val="440"/>
                  </a:srgbClr>
                </a:gs>
                <a:gs pos="71429">
                  <a:srgbClr val="1E4DCB">
                    <a:alpha val="206"/>
                  </a:srgbClr>
                </a:gs>
                <a:gs pos="85714">
                  <a:srgbClr val="1E4DCB">
                    <a:alpha val="82"/>
                  </a:srgbClr>
                </a:gs>
                <a:gs pos="100000">
                  <a:srgbClr val="1E4DCB">
                    <a:alpha val="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Splat 1122"/>
            <p:cNvSpPr>
              <a:spLocks noGrp="1"/>
            </p:cNvSpPr>
            <p:nvPr/>
          </p:nvSpPr>
          <p:spPr>
            <a:xfrm rot="3887727">
              <a:off x="299517" y="82136"/>
              <a:ext cx="321411" cy="22573"/>
            </a:xfrm>
            <a:prstGeom prst="ellipse">
              <a:avLst/>
            </a:prstGeom>
            <a:gradFill>
              <a:gsLst>
                <a:gs pos="0">
                  <a:srgbClr val="080000">
                    <a:alpha val="32968"/>
                  </a:srgbClr>
                </a:gs>
                <a:gs pos="14286">
                  <a:srgbClr val="080000">
                    <a:alpha val="30764"/>
                  </a:srgbClr>
                </a:gs>
                <a:gs pos="28571">
                  <a:srgbClr val="080000">
                    <a:alpha val="24833"/>
                  </a:srgbClr>
                </a:gs>
                <a:gs pos="42857">
                  <a:srgbClr val="080000">
                    <a:alpha val="17075"/>
                  </a:srgbClr>
                </a:gs>
                <a:gs pos="57143">
                  <a:srgbClr val="080000">
                    <a:alpha val="9855"/>
                  </a:srgbClr>
                </a:gs>
                <a:gs pos="71429">
                  <a:srgbClr val="080000">
                    <a:alpha val="4740"/>
                  </a:srgbClr>
                </a:gs>
                <a:gs pos="85714">
                  <a:srgbClr val="080000">
                    <a:alpha val="1902"/>
                  </a:srgbClr>
                </a:gs>
                <a:gs pos="100000">
                  <a:srgbClr val="0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Splat 1123"/>
            <p:cNvSpPr>
              <a:spLocks noGrp="1"/>
            </p:cNvSpPr>
            <p:nvPr/>
          </p:nvSpPr>
          <p:spPr>
            <a:xfrm rot="-10417041">
              <a:off x="2633123" y="1714764"/>
              <a:ext cx="449574" cy="356217"/>
            </a:xfrm>
            <a:prstGeom prst="ellipse">
              <a:avLst/>
            </a:prstGeom>
            <a:gradFill>
              <a:gsLst>
                <a:gs pos="0">
                  <a:srgbClr val="3B3238">
                    <a:alpha val="26135"/>
                  </a:srgbClr>
                </a:gs>
                <a:gs pos="14286">
                  <a:srgbClr val="3B3238">
                    <a:alpha val="24302"/>
                  </a:srgbClr>
                </a:gs>
                <a:gs pos="28571">
                  <a:srgbClr val="3B3238">
                    <a:alpha val="19441"/>
                  </a:srgbClr>
                </a:gs>
                <a:gs pos="42857">
                  <a:srgbClr val="3B3238">
                    <a:alpha val="13220"/>
                  </a:srgbClr>
                </a:gs>
                <a:gs pos="57143">
                  <a:srgbClr val="3B3238">
                    <a:alpha val="7556"/>
                  </a:srgbClr>
                </a:gs>
                <a:gs pos="71429">
                  <a:srgbClr val="3B3238">
                    <a:alpha val="3611"/>
                  </a:srgbClr>
                </a:gs>
                <a:gs pos="85714">
                  <a:srgbClr val="3B3238">
                    <a:alpha val="1444"/>
                  </a:srgbClr>
                </a:gs>
                <a:gs pos="100000">
                  <a:srgbClr val="3B3238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Splat 1124"/>
            <p:cNvSpPr>
              <a:spLocks noGrp="1"/>
            </p:cNvSpPr>
            <p:nvPr/>
          </p:nvSpPr>
          <p:spPr>
            <a:xfrm rot="10020093">
              <a:off x="2533627" y="1888981"/>
              <a:ext cx="551680" cy="235535"/>
            </a:xfrm>
            <a:prstGeom prst="ellipse">
              <a:avLst/>
            </a:prstGeom>
            <a:gradFill>
              <a:gsLst>
                <a:gs pos="0">
                  <a:srgbClr val="001616">
                    <a:alpha val="32968"/>
                  </a:srgbClr>
                </a:gs>
                <a:gs pos="14286">
                  <a:srgbClr val="001616">
                    <a:alpha val="30764"/>
                  </a:srgbClr>
                </a:gs>
                <a:gs pos="28571">
                  <a:srgbClr val="001616">
                    <a:alpha val="24833"/>
                  </a:srgbClr>
                </a:gs>
                <a:gs pos="42857">
                  <a:srgbClr val="001616">
                    <a:alpha val="17075"/>
                  </a:srgbClr>
                </a:gs>
                <a:gs pos="57143">
                  <a:srgbClr val="001616">
                    <a:alpha val="9855"/>
                  </a:srgbClr>
                </a:gs>
                <a:gs pos="71429">
                  <a:srgbClr val="001616">
                    <a:alpha val="4740"/>
                  </a:srgbClr>
                </a:gs>
                <a:gs pos="85714">
                  <a:srgbClr val="001616">
                    <a:alpha val="1902"/>
                  </a:srgbClr>
                </a:gs>
                <a:gs pos="100000">
                  <a:srgbClr val="00161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Splat 1125"/>
            <p:cNvSpPr>
              <a:spLocks noGrp="1"/>
            </p:cNvSpPr>
            <p:nvPr/>
          </p:nvSpPr>
          <p:spPr>
            <a:xfrm rot="-9010008">
              <a:off x="1929516" y="406459"/>
              <a:ext cx="376814" cy="228126"/>
            </a:xfrm>
            <a:prstGeom prst="ellipse">
              <a:avLst/>
            </a:prstGeom>
            <a:gradFill>
              <a:gsLst>
                <a:gs pos="0">
                  <a:srgbClr val="022100">
                    <a:alpha val="4060"/>
                  </a:srgbClr>
                </a:gs>
                <a:gs pos="14286">
                  <a:srgbClr val="022100">
                    <a:alpha val="3738"/>
                  </a:srgbClr>
                </a:gs>
                <a:gs pos="28571">
                  <a:srgbClr val="022100">
                    <a:alpha val="2915"/>
                  </a:srgbClr>
                </a:gs>
                <a:gs pos="42857">
                  <a:srgbClr val="022100">
                    <a:alpha val="1921"/>
                  </a:srgbClr>
                </a:gs>
                <a:gs pos="57143">
                  <a:srgbClr val="022100">
                    <a:alpha val="1069"/>
                  </a:srgbClr>
                </a:gs>
                <a:gs pos="71429">
                  <a:srgbClr val="022100">
                    <a:alpha val="502"/>
                  </a:srgbClr>
                </a:gs>
                <a:gs pos="85714">
                  <a:srgbClr val="022100">
                    <a:alpha val="199"/>
                  </a:srgbClr>
                </a:gs>
                <a:gs pos="100000">
                  <a:srgbClr val="022100">
                    <a:alpha val="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Splat 1126"/>
            <p:cNvSpPr>
              <a:spLocks noGrp="1"/>
            </p:cNvSpPr>
            <p:nvPr/>
          </p:nvSpPr>
          <p:spPr>
            <a:xfrm rot="5574145">
              <a:off x="2923806" y="1442782"/>
              <a:ext cx="432360" cy="240572"/>
            </a:xfrm>
            <a:prstGeom prst="ellipse">
              <a:avLst/>
            </a:prstGeom>
            <a:gradFill>
              <a:gsLst>
                <a:gs pos="0">
                  <a:srgbClr val="0F3558">
                    <a:alpha val="2030"/>
                  </a:srgbClr>
                </a:gs>
                <a:gs pos="14286">
                  <a:srgbClr val="0F3558">
                    <a:alpha val="1868"/>
                  </a:srgbClr>
                </a:gs>
                <a:gs pos="28571">
                  <a:srgbClr val="0F3558">
                    <a:alpha val="1453"/>
                  </a:srgbClr>
                </a:gs>
                <a:gs pos="42857">
                  <a:srgbClr val="0F3558">
                    <a:alpha val="956"/>
                  </a:srgbClr>
                </a:gs>
                <a:gs pos="57143">
                  <a:srgbClr val="0F3558">
                    <a:alpha val="531"/>
                  </a:srgbClr>
                </a:gs>
                <a:gs pos="71429">
                  <a:srgbClr val="0F3558">
                    <a:alpha val="249"/>
                  </a:srgbClr>
                </a:gs>
                <a:gs pos="85714">
                  <a:srgbClr val="0F3558">
                    <a:alpha val="98"/>
                  </a:srgbClr>
                </a:gs>
                <a:gs pos="100000">
                  <a:srgbClr val="0F3558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Splat 1127"/>
            <p:cNvSpPr>
              <a:spLocks noGrp="1"/>
            </p:cNvSpPr>
            <p:nvPr/>
          </p:nvSpPr>
          <p:spPr>
            <a:xfrm rot="5295859">
              <a:off x="2876057" y="630325"/>
              <a:ext cx="697625" cy="25584"/>
            </a:xfrm>
            <a:prstGeom prst="ellipse">
              <a:avLst/>
            </a:prstGeom>
            <a:gradFill>
              <a:gsLst>
                <a:gs pos="0">
                  <a:srgbClr val="0A0000">
                    <a:alpha val="32968"/>
                  </a:srgbClr>
                </a:gs>
                <a:gs pos="14286">
                  <a:srgbClr val="0A0000">
                    <a:alpha val="30764"/>
                  </a:srgbClr>
                </a:gs>
                <a:gs pos="28571">
                  <a:srgbClr val="0A0000">
                    <a:alpha val="24833"/>
                  </a:srgbClr>
                </a:gs>
                <a:gs pos="42857">
                  <a:srgbClr val="0A0000">
                    <a:alpha val="17075"/>
                  </a:srgbClr>
                </a:gs>
                <a:gs pos="57143">
                  <a:srgbClr val="0A0000">
                    <a:alpha val="9855"/>
                  </a:srgbClr>
                </a:gs>
                <a:gs pos="71429">
                  <a:srgbClr val="0A0000">
                    <a:alpha val="4740"/>
                  </a:srgbClr>
                </a:gs>
                <a:gs pos="85714">
                  <a:srgbClr val="0A0000">
                    <a:alpha val="1902"/>
                  </a:srgbClr>
                </a:gs>
                <a:gs pos="100000">
                  <a:srgbClr val="0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Splat 1128"/>
            <p:cNvSpPr>
              <a:spLocks noGrp="1"/>
            </p:cNvSpPr>
            <p:nvPr/>
          </p:nvSpPr>
          <p:spPr>
            <a:xfrm rot="-9526163">
              <a:off x="2129655" y="524865"/>
              <a:ext cx="332754" cy="285324"/>
            </a:xfrm>
            <a:prstGeom prst="ellipse">
              <a:avLst/>
            </a:prstGeom>
            <a:gradFill>
              <a:gsLst>
                <a:gs pos="0">
                  <a:srgbClr val="151A00">
                    <a:alpha val="8667"/>
                  </a:srgbClr>
                </a:gs>
                <a:gs pos="14286">
                  <a:srgbClr val="151A00">
                    <a:alpha val="7995"/>
                  </a:srgbClr>
                </a:gs>
                <a:gs pos="28571">
                  <a:srgbClr val="151A00">
                    <a:alpha val="6265"/>
                  </a:srgbClr>
                </a:gs>
                <a:gs pos="42857">
                  <a:srgbClr val="151A00">
                    <a:alpha val="4155"/>
                  </a:srgbClr>
                </a:gs>
                <a:gs pos="57143">
                  <a:srgbClr val="151A00">
                    <a:alpha val="2324"/>
                  </a:srgbClr>
                </a:gs>
                <a:gs pos="71429">
                  <a:srgbClr val="151A00">
                    <a:alpha val="1095"/>
                  </a:srgbClr>
                </a:gs>
                <a:gs pos="85714">
                  <a:srgbClr val="151A00">
                    <a:alpha val="434"/>
                  </a:srgbClr>
                </a:gs>
                <a:gs pos="100000">
                  <a:srgbClr val="151A00">
                    <a:alpha val="1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Splat 1129"/>
            <p:cNvSpPr>
              <a:spLocks noGrp="1"/>
            </p:cNvSpPr>
            <p:nvPr/>
          </p:nvSpPr>
          <p:spPr>
            <a:xfrm rot="5551915">
              <a:off x="-148172" y="86300"/>
              <a:ext cx="658405" cy="188099"/>
            </a:xfrm>
            <a:prstGeom prst="ellipse">
              <a:avLst/>
            </a:prstGeom>
            <a:gradFill>
              <a:gsLst>
                <a:gs pos="0">
                  <a:srgbClr val="124D8E">
                    <a:alpha val="32968"/>
                  </a:srgbClr>
                </a:gs>
                <a:gs pos="14286">
                  <a:srgbClr val="124D8E">
                    <a:alpha val="30764"/>
                  </a:srgbClr>
                </a:gs>
                <a:gs pos="28571">
                  <a:srgbClr val="124D8E">
                    <a:alpha val="24833"/>
                  </a:srgbClr>
                </a:gs>
                <a:gs pos="42857">
                  <a:srgbClr val="124D8E">
                    <a:alpha val="17075"/>
                  </a:srgbClr>
                </a:gs>
                <a:gs pos="57143">
                  <a:srgbClr val="124D8E">
                    <a:alpha val="9855"/>
                  </a:srgbClr>
                </a:gs>
                <a:gs pos="71429">
                  <a:srgbClr val="124D8E">
                    <a:alpha val="4740"/>
                  </a:srgbClr>
                </a:gs>
                <a:gs pos="85714">
                  <a:srgbClr val="124D8E">
                    <a:alpha val="1902"/>
                  </a:srgbClr>
                </a:gs>
                <a:gs pos="100000">
                  <a:srgbClr val="124D8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Splat 1130"/>
            <p:cNvSpPr>
              <a:spLocks noGrp="1"/>
            </p:cNvSpPr>
            <p:nvPr/>
          </p:nvSpPr>
          <p:spPr>
            <a:xfrm rot="5468424">
              <a:off x="3356737" y="1576711"/>
              <a:ext cx="289358" cy="200436"/>
            </a:xfrm>
            <a:prstGeom prst="ellipse">
              <a:avLst/>
            </a:prstGeom>
            <a:gradFill>
              <a:gsLst>
                <a:gs pos="0">
                  <a:srgbClr val="2F4F7E">
                    <a:alpha val="32968"/>
                  </a:srgbClr>
                </a:gs>
                <a:gs pos="14286">
                  <a:srgbClr val="2F4F7E">
                    <a:alpha val="30764"/>
                  </a:srgbClr>
                </a:gs>
                <a:gs pos="28571">
                  <a:srgbClr val="2F4F7E">
                    <a:alpha val="24833"/>
                  </a:srgbClr>
                </a:gs>
                <a:gs pos="42857">
                  <a:srgbClr val="2F4F7E">
                    <a:alpha val="17075"/>
                  </a:srgbClr>
                </a:gs>
                <a:gs pos="57143">
                  <a:srgbClr val="2F4F7E">
                    <a:alpha val="9855"/>
                  </a:srgbClr>
                </a:gs>
                <a:gs pos="71429">
                  <a:srgbClr val="2F4F7E">
                    <a:alpha val="4740"/>
                  </a:srgbClr>
                </a:gs>
                <a:gs pos="85714">
                  <a:srgbClr val="2F4F7E">
                    <a:alpha val="1902"/>
                  </a:srgbClr>
                </a:gs>
                <a:gs pos="100000">
                  <a:srgbClr val="2F4F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Splat 1131"/>
            <p:cNvSpPr>
              <a:spLocks noGrp="1"/>
            </p:cNvSpPr>
            <p:nvPr/>
          </p:nvSpPr>
          <p:spPr>
            <a:xfrm rot="5213464">
              <a:off x="2791702" y="1045024"/>
              <a:ext cx="898782" cy="27110"/>
            </a:xfrm>
            <a:prstGeom prst="ellipse">
              <a:avLst/>
            </a:prstGeom>
            <a:gradFill>
              <a:gsLst>
                <a:gs pos="0">
                  <a:srgbClr val="0F0000">
                    <a:alpha val="32968"/>
                  </a:srgbClr>
                </a:gs>
                <a:gs pos="14286">
                  <a:srgbClr val="0F0000">
                    <a:alpha val="30764"/>
                  </a:srgbClr>
                </a:gs>
                <a:gs pos="28571">
                  <a:srgbClr val="0F0000">
                    <a:alpha val="24833"/>
                  </a:srgbClr>
                </a:gs>
                <a:gs pos="42857">
                  <a:srgbClr val="0F0000">
                    <a:alpha val="17075"/>
                  </a:srgbClr>
                </a:gs>
                <a:gs pos="57143">
                  <a:srgbClr val="0F0000">
                    <a:alpha val="9855"/>
                  </a:srgbClr>
                </a:gs>
                <a:gs pos="71429">
                  <a:srgbClr val="0F0000">
                    <a:alpha val="4740"/>
                  </a:srgbClr>
                </a:gs>
                <a:gs pos="85714">
                  <a:srgbClr val="0F0000">
                    <a:alpha val="1902"/>
                  </a:srgbClr>
                </a:gs>
                <a:gs pos="100000">
                  <a:srgbClr val="0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Splat 1132"/>
            <p:cNvSpPr>
              <a:spLocks noGrp="1"/>
            </p:cNvSpPr>
            <p:nvPr/>
          </p:nvSpPr>
          <p:spPr>
            <a:xfrm rot="3148141">
              <a:off x="2954390" y="1599787"/>
              <a:ext cx="465112" cy="168727"/>
            </a:xfrm>
            <a:prstGeom prst="ellipse">
              <a:avLst/>
            </a:prstGeom>
            <a:gradFill>
              <a:gsLst>
                <a:gs pos="0">
                  <a:srgbClr val="222B43">
                    <a:alpha val="27557"/>
                  </a:srgbClr>
                </a:gs>
                <a:gs pos="14286">
                  <a:srgbClr val="222B43">
                    <a:alpha val="25643"/>
                  </a:srgbClr>
                </a:gs>
                <a:gs pos="28571">
                  <a:srgbClr val="222B43">
                    <a:alpha val="20551"/>
                  </a:srgbClr>
                </a:gs>
                <a:gs pos="42857">
                  <a:srgbClr val="222B43">
                    <a:alpha val="14007"/>
                  </a:srgbClr>
                </a:gs>
                <a:gs pos="57143">
                  <a:srgbClr val="222B43">
                    <a:alpha val="8021"/>
                  </a:srgbClr>
                </a:gs>
                <a:gs pos="71429">
                  <a:srgbClr val="222B43">
                    <a:alpha val="3838"/>
                  </a:srgbClr>
                </a:gs>
                <a:gs pos="85714">
                  <a:srgbClr val="222B43">
                    <a:alpha val="1536"/>
                  </a:srgbClr>
                </a:gs>
                <a:gs pos="100000">
                  <a:srgbClr val="222B43">
                    <a:alpha val="5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Splat 1133"/>
            <p:cNvSpPr>
              <a:spLocks noGrp="1"/>
            </p:cNvSpPr>
            <p:nvPr/>
          </p:nvSpPr>
          <p:spPr>
            <a:xfrm rot="8344261">
              <a:off x="3284554" y="598480"/>
              <a:ext cx="282851" cy="231243"/>
            </a:xfrm>
            <a:prstGeom prst="ellipse">
              <a:avLst/>
            </a:prstGeom>
            <a:gradFill>
              <a:gsLst>
                <a:gs pos="0">
                  <a:srgbClr val="304A79">
                    <a:alpha val="32968"/>
                  </a:srgbClr>
                </a:gs>
                <a:gs pos="14286">
                  <a:srgbClr val="304A79">
                    <a:alpha val="30764"/>
                  </a:srgbClr>
                </a:gs>
                <a:gs pos="28571">
                  <a:srgbClr val="304A79">
                    <a:alpha val="24833"/>
                  </a:srgbClr>
                </a:gs>
                <a:gs pos="42857">
                  <a:srgbClr val="304A79">
                    <a:alpha val="17075"/>
                  </a:srgbClr>
                </a:gs>
                <a:gs pos="57143">
                  <a:srgbClr val="304A79">
                    <a:alpha val="9855"/>
                  </a:srgbClr>
                </a:gs>
                <a:gs pos="71429">
                  <a:srgbClr val="304A79">
                    <a:alpha val="4740"/>
                  </a:srgbClr>
                </a:gs>
                <a:gs pos="85714">
                  <a:srgbClr val="304A79">
                    <a:alpha val="1902"/>
                  </a:srgbClr>
                </a:gs>
                <a:gs pos="100000">
                  <a:srgbClr val="304A7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Splat 1134"/>
            <p:cNvSpPr>
              <a:spLocks noGrp="1"/>
            </p:cNvSpPr>
            <p:nvPr/>
          </p:nvSpPr>
          <p:spPr>
            <a:xfrm rot="5202144">
              <a:off x="2927748" y="1330236"/>
              <a:ext cx="560592" cy="147205"/>
            </a:xfrm>
            <a:prstGeom prst="ellipse">
              <a:avLst/>
            </a:prstGeom>
            <a:gradFill>
              <a:gsLst>
                <a:gs pos="0">
                  <a:srgbClr val="0D274F">
                    <a:alpha val="25041"/>
                  </a:srgbClr>
                </a:gs>
                <a:gs pos="14286">
                  <a:srgbClr val="0D274F">
                    <a:alpha val="23273"/>
                  </a:srgbClr>
                </a:gs>
                <a:gs pos="28571">
                  <a:srgbClr val="0D274F">
                    <a:alpha val="18591"/>
                  </a:srgbClr>
                </a:gs>
                <a:gs pos="42857">
                  <a:srgbClr val="0D274F">
                    <a:alpha val="12621"/>
                  </a:srgbClr>
                </a:gs>
                <a:gs pos="57143">
                  <a:srgbClr val="0D274F">
                    <a:alpha val="7203"/>
                  </a:srgbClr>
                </a:gs>
                <a:gs pos="71429">
                  <a:srgbClr val="0D274F">
                    <a:alpha val="3439"/>
                  </a:srgbClr>
                </a:gs>
                <a:gs pos="85714">
                  <a:srgbClr val="0D274F">
                    <a:alpha val="1374"/>
                  </a:srgbClr>
                </a:gs>
                <a:gs pos="100000">
                  <a:srgbClr val="0D274F">
                    <a:alpha val="4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Splat 1135"/>
            <p:cNvSpPr>
              <a:spLocks noGrp="1"/>
            </p:cNvSpPr>
            <p:nvPr/>
          </p:nvSpPr>
          <p:spPr>
            <a:xfrm rot="10396026">
              <a:off x="2835978" y="2281830"/>
              <a:ext cx="538034" cy="294090"/>
            </a:xfrm>
            <a:prstGeom prst="ellipse">
              <a:avLst/>
            </a:prstGeom>
            <a:gradFill>
              <a:gsLst>
                <a:gs pos="0">
                  <a:srgbClr val="0A0309">
                    <a:alpha val="24132"/>
                  </a:srgbClr>
                </a:gs>
                <a:gs pos="14286">
                  <a:srgbClr val="0A0309">
                    <a:alpha val="22418"/>
                  </a:srgbClr>
                </a:gs>
                <a:gs pos="28571">
                  <a:srgbClr val="0A0309">
                    <a:alpha val="17888"/>
                  </a:srgbClr>
                </a:gs>
                <a:gs pos="42857">
                  <a:srgbClr val="0A0309">
                    <a:alpha val="12127"/>
                  </a:srgbClr>
                </a:gs>
                <a:gs pos="57143">
                  <a:srgbClr val="0A0309">
                    <a:alpha val="6913"/>
                  </a:srgbClr>
                </a:gs>
                <a:gs pos="71429">
                  <a:srgbClr val="0A0309">
                    <a:alpha val="3297"/>
                  </a:srgbClr>
                </a:gs>
                <a:gs pos="85714">
                  <a:srgbClr val="0A0309">
                    <a:alpha val="1317"/>
                  </a:srgbClr>
                </a:gs>
                <a:gs pos="100000">
                  <a:srgbClr val="0A0309">
                    <a:alpha val="4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Splat 1136"/>
            <p:cNvSpPr>
              <a:spLocks noGrp="1"/>
            </p:cNvSpPr>
            <p:nvPr/>
          </p:nvSpPr>
          <p:spPr>
            <a:xfrm rot="9836109">
              <a:off x="685213" y="109708"/>
              <a:ext cx="448298" cy="343926"/>
            </a:xfrm>
            <a:prstGeom prst="ellipse">
              <a:avLst/>
            </a:prstGeom>
            <a:gradFill>
              <a:gsLst>
                <a:gs pos="0">
                  <a:srgbClr val="334B00">
                    <a:alpha val="1579"/>
                  </a:srgbClr>
                </a:gs>
                <a:gs pos="14286">
                  <a:srgbClr val="334B00">
                    <a:alpha val="1452"/>
                  </a:srgbClr>
                </a:gs>
                <a:gs pos="28571">
                  <a:srgbClr val="334B00">
                    <a:alpha val="1129"/>
                  </a:srgbClr>
                </a:gs>
                <a:gs pos="42857">
                  <a:srgbClr val="334B00">
                    <a:alpha val="742"/>
                  </a:srgbClr>
                </a:gs>
                <a:gs pos="57143">
                  <a:srgbClr val="334B00">
                    <a:alpha val="412"/>
                  </a:srgbClr>
                </a:gs>
                <a:gs pos="71429">
                  <a:srgbClr val="334B00">
                    <a:alpha val="193"/>
                  </a:srgbClr>
                </a:gs>
                <a:gs pos="85714">
                  <a:srgbClr val="334B00">
                    <a:alpha val="76"/>
                  </a:srgbClr>
                </a:gs>
                <a:gs pos="100000">
                  <a:srgbClr val="334B00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Splat 1137"/>
            <p:cNvSpPr>
              <a:spLocks noGrp="1"/>
            </p:cNvSpPr>
            <p:nvPr/>
          </p:nvSpPr>
          <p:spPr>
            <a:xfrm rot="7473829">
              <a:off x="1686354" y="-15232"/>
              <a:ext cx="412844" cy="388111"/>
            </a:xfrm>
            <a:prstGeom prst="ellipse">
              <a:avLst/>
            </a:prstGeom>
            <a:gradFill>
              <a:gsLst>
                <a:gs pos="0">
                  <a:srgbClr val="3D4A95">
                    <a:alpha val="1465"/>
                  </a:srgbClr>
                </a:gs>
                <a:gs pos="14286">
                  <a:srgbClr val="3D4A95">
                    <a:alpha val="1347"/>
                  </a:srgbClr>
                </a:gs>
                <a:gs pos="28571">
                  <a:srgbClr val="3D4A95">
                    <a:alpha val="1047"/>
                  </a:srgbClr>
                </a:gs>
                <a:gs pos="42857">
                  <a:srgbClr val="3D4A95">
                    <a:alpha val="688"/>
                  </a:srgbClr>
                </a:gs>
                <a:gs pos="57143">
                  <a:srgbClr val="3D4A95">
                    <a:alpha val="382"/>
                  </a:srgbClr>
                </a:gs>
                <a:gs pos="71429">
                  <a:srgbClr val="3D4A95">
                    <a:alpha val="179"/>
                  </a:srgbClr>
                </a:gs>
                <a:gs pos="85714">
                  <a:srgbClr val="3D4A95">
                    <a:alpha val="71"/>
                  </a:srgbClr>
                </a:gs>
                <a:gs pos="100000">
                  <a:srgbClr val="3D4A95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Splat 1138"/>
            <p:cNvSpPr>
              <a:spLocks noGrp="1"/>
            </p:cNvSpPr>
            <p:nvPr/>
          </p:nvSpPr>
          <p:spPr>
            <a:xfrm rot="10541119">
              <a:off x="1857925" y="68765"/>
              <a:ext cx="423651" cy="317830"/>
            </a:xfrm>
            <a:prstGeom prst="ellipse">
              <a:avLst/>
            </a:prstGeom>
            <a:gradFill>
              <a:gsLst>
                <a:gs pos="0">
                  <a:srgbClr val="000C2B">
                    <a:alpha val="8101"/>
                  </a:srgbClr>
                </a:gs>
                <a:gs pos="14286">
                  <a:srgbClr val="000C2B">
                    <a:alpha val="7470"/>
                  </a:srgbClr>
                </a:gs>
                <a:gs pos="28571">
                  <a:srgbClr val="000C2B">
                    <a:alpha val="5850"/>
                  </a:srgbClr>
                </a:gs>
                <a:gs pos="42857">
                  <a:srgbClr val="000C2B">
                    <a:alpha val="3877"/>
                  </a:srgbClr>
                </a:gs>
                <a:gs pos="57143">
                  <a:srgbClr val="000C2B">
                    <a:alpha val="2167"/>
                  </a:srgbClr>
                </a:gs>
                <a:gs pos="71429">
                  <a:srgbClr val="000C2B">
                    <a:alpha val="1020"/>
                  </a:srgbClr>
                </a:gs>
                <a:gs pos="85714">
                  <a:srgbClr val="000C2B">
                    <a:alpha val="405"/>
                  </a:srgbClr>
                </a:gs>
                <a:gs pos="100000">
                  <a:srgbClr val="000C2B">
                    <a:alpha val="1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Splat 1139"/>
            <p:cNvSpPr>
              <a:spLocks noGrp="1"/>
            </p:cNvSpPr>
            <p:nvPr/>
          </p:nvSpPr>
          <p:spPr>
            <a:xfrm rot="9019427">
              <a:off x="589102" y="-51376"/>
              <a:ext cx="426085" cy="312478"/>
            </a:xfrm>
            <a:prstGeom prst="ellipse">
              <a:avLst/>
            </a:prstGeom>
            <a:gradFill>
              <a:gsLst>
                <a:gs pos="0">
                  <a:srgbClr val="58326D">
                    <a:alpha val="1398"/>
                  </a:srgbClr>
                </a:gs>
                <a:gs pos="14286">
                  <a:srgbClr val="58326D">
                    <a:alpha val="1285"/>
                  </a:srgbClr>
                </a:gs>
                <a:gs pos="28571">
                  <a:srgbClr val="58326D">
                    <a:alpha val="999"/>
                  </a:srgbClr>
                </a:gs>
                <a:gs pos="42857">
                  <a:srgbClr val="58326D">
                    <a:alpha val="657"/>
                  </a:srgbClr>
                </a:gs>
                <a:gs pos="57143">
                  <a:srgbClr val="58326D">
                    <a:alpha val="364"/>
                  </a:srgbClr>
                </a:gs>
                <a:gs pos="71429">
                  <a:srgbClr val="58326D">
                    <a:alpha val="171"/>
                  </a:srgbClr>
                </a:gs>
                <a:gs pos="85714">
                  <a:srgbClr val="58326D">
                    <a:alpha val="68"/>
                  </a:srgbClr>
                </a:gs>
                <a:gs pos="100000">
                  <a:srgbClr val="58326D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Splat 1140"/>
            <p:cNvSpPr>
              <a:spLocks noGrp="1"/>
            </p:cNvSpPr>
            <p:nvPr/>
          </p:nvSpPr>
          <p:spPr>
            <a:xfrm rot="-8534952">
              <a:off x="3403829" y="1369919"/>
              <a:ext cx="353582" cy="228086"/>
            </a:xfrm>
            <a:prstGeom prst="ellipse">
              <a:avLst/>
            </a:prstGeom>
            <a:gradFill>
              <a:gsLst>
                <a:gs pos="0">
                  <a:srgbClr val="00102D">
                    <a:alpha val="32968"/>
                  </a:srgbClr>
                </a:gs>
                <a:gs pos="14286">
                  <a:srgbClr val="00102D">
                    <a:alpha val="30764"/>
                  </a:srgbClr>
                </a:gs>
                <a:gs pos="28571">
                  <a:srgbClr val="00102D">
                    <a:alpha val="24833"/>
                  </a:srgbClr>
                </a:gs>
                <a:gs pos="42857">
                  <a:srgbClr val="00102D">
                    <a:alpha val="17075"/>
                  </a:srgbClr>
                </a:gs>
                <a:gs pos="57143">
                  <a:srgbClr val="00102D">
                    <a:alpha val="9855"/>
                  </a:srgbClr>
                </a:gs>
                <a:gs pos="71429">
                  <a:srgbClr val="00102D">
                    <a:alpha val="4740"/>
                  </a:srgbClr>
                </a:gs>
                <a:gs pos="85714">
                  <a:srgbClr val="00102D">
                    <a:alpha val="1902"/>
                  </a:srgbClr>
                </a:gs>
                <a:gs pos="100000">
                  <a:srgbClr val="00102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Splat 1141"/>
            <p:cNvSpPr>
              <a:spLocks noGrp="1"/>
            </p:cNvSpPr>
            <p:nvPr/>
          </p:nvSpPr>
          <p:spPr>
            <a:xfrm rot="5262106">
              <a:off x="3328360" y="511420"/>
              <a:ext cx="515379" cy="230034"/>
            </a:xfrm>
            <a:prstGeom prst="ellipse">
              <a:avLst/>
            </a:prstGeom>
            <a:gradFill>
              <a:gsLst>
                <a:gs pos="0">
                  <a:srgbClr val="213B62">
                    <a:alpha val="25586"/>
                  </a:srgbClr>
                </a:gs>
                <a:gs pos="14286">
                  <a:srgbClr val="213B62">
                    <a:alpha val="23786"/>
                  </a:srgbClr>
                </a:gs>
                <a:gs pos="28571">
                  <a:srgbClr val="213B62">
                    <a:alpha val="19015"/>
                  </a:srgbClr>
                </a:gs>
                <a:gs pos="42857">
                  <a:srgbClr val="213B62">
                    <a:alpha val="12919"/>
                  </a:srgbClr>
                </a:gs>
                <a:gs pos="57143">
                  <a:srgbClr val="213B62">
                    <a:alpha val="7379"/>
                  </a:srgbClr>
                </a:gs>
                <a:gs pos="71429">
                  <a:srgbClr val="213B62">
                    <a:alpha val="3524"/>
                  </a:srgbClr>
                </a:gs>
                <a:gs pos="85714">
                  <a:srgbClr val="213B62">
                    <a:alpha val="1409"/>
                  </a:srgbClr>
                </a:gs>
                <a:gs pos="100000">
                  <a:srgbClr val="213B62">
                    <a:alpha val="4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Splat 1142"/>
            <p:cNvSpPr>
              <a:spLocks noGrp="1"/>
            </p:cNvSpPr>
            <p:nvPr/>
          </p:nvSpPr>
          <p:spPr>
            <a:xfrm rot="9567963">
              <a:off x="1535905" y="-34202"/>
              <a:ext cx="430086" cy="341591"/>
            </a:xfrm>
            <a:prstGeom prst="ellipse">
              <a:avLst/>
            </a:prstGeom>
            <a:gradFill>
              <a:gsLst>
                <a:gs pos="0">
                  <a:srgbClr val="3C518D">
                    <a:alpha val="1494"/>
                  </a:srgbClr>
                </a:gs>
                <a:gs pos="14286">
                  <a:srgbClr val="3C518D">
                    <a:alpha val="1374"/>
                  </a:srgbClr>
                </a:gs>
                <a:gs pos="28571">
                  <a:srgbClr val="3C518D">
                    <a:alpha val="1069"/>
                  </a:srgbClr>
                </a:gs>
                <a:gs pos="42857">
                  <a:srgbClr val="3C518D">
                    <a:alpha val="702"/>
                  </a:srgbClr>
                </a:gs>
                <a:gs pos="57143">
                  <a:srgbClr val="3C518D">
                    <a:alpha val="390"/>
                  </a:srgbClr>
                </a:gs>
                <a:gs pos="71429">
                  <a:srgbClr val="3C518D">
                    <a:alpha val="183"/>
                  </a:srgbClr>
                </a:gs>
                <a:gs pos="85714">
                  <a:srgbClr val="3C518D">
                    <a:alpha val="72"/>
                  </a:srgbClr>
                </a:gs>
                <a:gs pos="100000">
                  <a:srgbClr val="3C518D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Splat 1143"/>
            <p:cNvSpPr>
              <a:spLocks noGrp="1"/>
            </p:cNvSpPr>
            <p:nvPr/>
          </p:nvSpPr>
          <p:spPr>
            <a:xfrm rot="-10577694">
              <a:off x="1177012" y="-104607"/>
              <a:ext cx="505138" cy="209213"/>
            </a:xfrm>
            <a:prstGeom prst="ellipse">
              <a:avLst/>
            </a:prstGeom>
            <a:gradFill>
              <a:gsLst>
                <a:gs pos="0">
                  <a:srgbClr val="001C45">
                    <a:alpha val="7494"/>
                  </a:srgbClr>
                </a:gs>
                <a:gs pos="14286">
                  <a:srgbClr val="001C45">
                    <a:alpha val="6909"/>
                  </a:srgbClr>
                </a:gs>
                <a:gs pos="28571">
                  <a:srgbClr val="001C45">
                    <a:alpha val="5407"/>
                  </a:srgbClr>
                </a:gs>
                <a:gs pos="42857">
                  <a:srgbClr val="001C45">
                    <a:alpha val="3581"/>
                  </a:srgbClr>
                </a:gs>
                <a:gs pos="57143">
                  <a:srgbClr val="001C45">
                    <a:alpha val="2000"/>
                  </a:srgbClr>
                </a:gs>
                <a:gs pos="71429">
                  <a:srgbClr val="001C45">
                    <a:alpha val="941"/>
                  </a:srgbClr>
                </a:gs>
                <a:gs pos="85714">
                  <a:srgbClr val="001C45">
                    <a:alpha val="373"/>
                  </a:srgbClr>
                </a:gs>
                <a:gs pos="100000">
                  <a:srgbClr val="001C45">
                    <a:alpha val="1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Splat 1144"/>
            <p:cNvSpPr>
              <a:spLocks noGrp="1"/>
            </p:cNvSpPr>
            <p:nvPr/>
          </p:nvSpPr>
          <p:spPr>
            <a:xfrm rot="4925127">
              <a:off x="2971582" y="576119"/>
              <a:ext cx="580863" cy="169800"/>
            </a:xfrm>
            <a:prstGeom prst="ellipse">
              <a:avLst/>
            </a:prstGeom>
            <a:gradFill>
              <a:gsLst>
                <a:gs pos="0">
                  <a:srgbClr val="877A38">
                    <a:alpha val="1523"/>
                  </a:srgbClr>
                </a:gs>
                <a:gs pos="14286">
                  <a:srgbClr val="877A38">
                    <a:alpha val="1400"/>
                  </a:srgbClr>
                </a:gs>
                <a:gs pos="28571">
                  <a:srgbClr val="877A38">
                    <a:alpha val="1089"/>
                  </a:srgbClr>
                </a:gs>
                <a:gs pos="42857">
                  <a:srgbClr val="877A38">
                    <a:alpha val="716"/>
                  </a:srgbClr>
                </a:gs>
                <a:gs pos="57143">
                  <a:srgbClr val="877A38">
                    <a:alpha val="397"/>
                  </a:srgbClr>
                </a:gs>
                <a:gs pos="71429">
                  <a:srgbClr val="877A38">
                    <a:alpha val="186"/>
                  </a:srgbClr>
                </a:gs>
                <a:gs pos="85714">
                  <a:srgbClr val="877A38">
                    <a:alpha val="74"/>
                  </a:srgbClr>
                </a:gs>
                <a:gs pos="100000">
                  <a:srgbClr val="877A38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Splat 1145"/>
            <p:cNvSpPr>
              <a:spLocks noGrp="1"/>
            </p:cNvSpPr>
            <p:nvPr/>
          </p:nvSpPr>
          <p:spPr>
            <a:xfrm rot="8467334">
              <a:off x="3223739" y="1007212"/>
              <a:ext cx="544701" cy="22291"/>
            </a:xfrm>
            <a:prstGeom prst="ellipse">
              <a:avLst/>
            </a:prstGeom>
            <a:gradFill>
              <a:gsLst>
                <a:gs pos="0">
                  <a:srgbClr val="040000">
                    <a:alpha val="32968"/>
                  </a:srgbClr>
                </a:gs>
                <a:gs pos="14286">
                  <a:srgbClr val="040000">
                    <a:alpha val="30764"/>
                  </a:srgbClr>
                </a:gs>
                <a:gs pos="28571">
                  <a:srgbClr val="040000">
                    <a:alpha val="24833"/>
                  </a:srgbClr>
                </a:gs>
                <a:gs pos="42857">
                  <a:srgbClr val="040000">
                    <a:alpha val="17075"/>
                  </a:srgbClr>
                </a:gs>
                <a:gs pos="57143">
                  <a:srgbClr val="040000">
                    <a:alpha val="9855"/>
                  </a:srgbClr>
                </a:gs>
                <a:gs pos="71429">
                  <a:srgbClr val="040000">
                    <a:alpha val="4740"/>
                  </a:srgbClr>
                </a:gs>
                <a:gs pos="85714">
                  <a:srgbClr val="040000">
                    <a:alpha val="1902"/>
                  </a:srgbClr>
                </a:gs>
                <a:gs pos="100000">
                  <a:srgbClr val="0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Splat 1146"/>
            <p:cNvSpPr>
              <a:spLocks noGrp="1"/>
            </p:cNvSpPr>
            <p:nvPr/>
          </p:nvSpPr>
          <p:spPr>
            <a:xfrm rot="8207201">
              <a:off x="3111902" y="368848"/>
              <a:ext cx="552443" cy="211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Splat 1147"/>
            <p:cNvSpPr>
              <a:spLocks noGrp="1"/>
            </p:cNvSpPr>
            <p:nvPr/>
          </p:nvSpPr>
          <p:spPr>
            <a:xfrm rot="4786878">
              <a:off x="3207201" y="907329"/>
              <a:ext cx="723953" cy="264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Splat 1148"/>
            <p:cNvSpPr>
              <a:spLocks noGrp="1"/>
            </p:cNvSpPr>
            <p:nvPr/>
          </p:nvSpPr>
          <p:spPr>
            <a:xfrm rot="10501551">
              <a:off x="1484529" y="-61120"/>
              <a:ext cx="432960" cy="235441"/>
            </a:xfrm>
            <a:prstGeom prst="ellipse">
              <a:avLst/>
            </a:prstGeom>
            <a:gradFill>
              <a:gsLst>
                <a:gs pos="0">
                  <a:srgbClr val="385334">
                    <a:alpha val="2700"/>
                  </a:srgbClr>
                </a:gs>
                <a:gs pos="14286">
                  <a:srgbClr val="385334">
                    <a:alpha val="2484"/>
                  </a:srgbClr>
                </a:gs>
                <a:gs pos="28571">
                  <a:srgbClr val="385334">
                    <a:alpha val="1934"/>
                  </a:srgbClr>
                </a:gs>
                <a:gs pos="42857">
                  <a:srgbClr val="385334">
                    <a:alpha val="1273"/>
                  </a:srgbClr>
                </a:gs>
                <a:gs pos="57143">
                  <a:srgbClr val="385334">
                    <a:alpha val="707"/>
                  </a:srgbClr>
                </a:gs>
                <a:gs pos="71429">
                  <a:srgbClr val="385334">
                    <a:alpha val="332"/>
                  </a:srgbClr>
                </a:gs>
                <a:gs pos="85714">
                  <a:srgbClr val="385334">
                    <a:alpha val="131"/>
                  </a:srgbClr>
                </a:gs>
                <a:gs pos="100000">
                  <a:srgbClr val="385334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Splat 1149"/>
            <p:cNvSpPr>
              <a:spLocks noGrp="1"/>
            </p:cNvSpPr>
            <p:nvPr/>
          </p:nvSpPr>
          <p:spPr>
            <a:xfrm rot="-10793674">
              <a:off x="2342307" y="-126211"/>
              <a:ext cx="566197" cy="252422"/>
            </a:xfrm>
            <a:prstGeom prst="ellipse">
              <a:avLst/>
            </a:prstGeom>
            <a:gradFill>
              <a:gsLst>
                <a:gs pos="0">
                  <a:srgbClr val="001023">
                    <a:alpha val="15501"/>
                  </a:srgbClr>
                </a:gs>
                <a:gs pos="14286">
                  <a:srgbClr val="001023">
                    <a:alpha val="14342"/>
                  </a:srgbClr>
                </a:gs>
                <a:gs pos="28571">
                  <a:srgbClr val="001023">
                    <a:alpha val="11326"/>
                  </a:srgbClr>
                </a:gs>
                <a:gs pos="42857">
                  <a:srgbClr val="001023">
                    <a:alpha val="7581"/>
                  </a:srgbClr>
                </a:gs>
                <a:gs pos="57143">
                  <a:srgbClr val="001023">
                    <a:alpha val="4275"/>
                  </a:srgbClr>
                </a:gs>
                <a:gs pos="71429">
                  <a:srgbClr val="001023">
                    <a:alpha val="2024"/>
                  </a:srgbClr>
                </a:gs>
                <a:gs pos="85714">
                  <a:srgbClr val="001023">
                    <a:alpha val="805"/>
                  </a:srgbClr>
                </a:gs>
                <a:gs pos="100000">
                  <a:srgbClr val="001023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Splat 1150"/>
            <p:cNvSpPr>
              <a:spLocks noGrp="1"/>
            </p:cNvSpPr>
            <p:nvPr/>
          </p:nvSpPr>
          <p:spPr>
            <a:xfrm rot="-9883946">
              <a:off x="627512" y="-141201"/>
              <a:ext cx="419227" cy="342122"/>
            </a:xfrm>
            <a:prstGeom prst="ellipse">
              <a:avLst/>
            </a:prstGeom>
            <a:gradFill>
              <a:gsLst>
                <a:gs pos="0">
                  <a:srgbClr val="03161D">
                    <a:alpha val="5343"/>
                  </a:srgbClr>
                </a:gs>
                <a:gs pos="14286">
                  <a:srgbClr val="03161D">
                    <a:alpha val="4921"/>
                  </a:srgbClr>
                </a:gs>
                <a:gs pos="28571">
                  <a:srgbClr val="03161D">
                    <a:alpha val="3843"/>
                  </a:srgbClr>
                </a:gs>
                <a:gs pos="42857">
                  <a:srgbClr val="03161D">
                    <a:alpha val="2537"/>
                  </a:srgbClr>
                </a:gs>
                <a:gs pos="57143">
                  <a:srgbClr val="03161D">
                    <a:alpha val="1414"/>
                  </a:srgbClr>
                </a:gs>
                <a:gs pos="71429">
                  <a:srgbClr val="03161D">
                    <a:alpha val="664"/>
                  </a:srgbClr>
                </a:gs>
                <a:gs pos="85714">
                  <a:srgbClr val="03161D">
                    <a:alpha val="263"/>
                  </a:srgbClr>
                </a:gs>
                <a:gs pos="100000">
                  <a:srgbClr val="03161D">
                    <a:alpha val="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Splat 1151"/>
            <p:cNvSpPr>
              <a:spLocks noGrp="1"/>
            </p:cNvSpPr>
            <p:nvPr/>
          </p:nvSpPr>
          <p:spPr>
            <a:xfrm rot="3090712">
              <a:off x="2849525" y="175726"/>
              <a:ext cx="358626" cy="305285"/>
            </a:xfrm>
            <a:prstGeom prst="ellipse">
              <a:avLst/>
            </a:prstGeom>
            <a:gradFill>
              <a:gsLst>
                <a:gs pos="0">
                  <a:srgbClr val="4F512D">
                    <a:alpha val="1758"/>
                  </a:srgbClr>
                </a:gs>
                <a:gs pos="14286">
                  <a:srgbClr val="4F512D">
                    <a:alpha val="1617"/>
                  </a:srgbClr>
                </a:gs>
                <a:gs pos="28571">
                  <a:srgbClr val="4F512D">
                    <a:alpha val="1258"/>
                  </a:srgbClr>
                </a:gs>
                <a:gs pos="42857">
                  <a:srgbClr val="4F512D">
                    <a:alpha val="827"/>
                  </a:srgbClr>
                </a:gs>
                <a:gs pos="57143">
                  <a:srgbClr val="4F512D">
                    <a:alpha val="459"/>
                  </a:srgbClr>
                </a:gs>
                <a:gs pos="71429">
                  <a:srgbClr val="4F512D">
                    <a:alpha val="215"/>
                  </a:srgbClr>
                </a:gs>
                <a:gs pos="85714">
                  <a:srgbClr val="4F512D">
                    <a:alpha val="85"/>
                  </a:srgbClr>
                </a:gs>
                <a:gs pos="100000">
                  <a:srgbClr val="4F512D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Splat 1152"/>
            <p:cNvSpPr>
              <a:spLocks noGrp="1"/>
            </p:cNvSpPr>
            <p:nvPr/>
          </p:nvSpPr>
          <p:spPr>
            <a:xfrm rot="8389227">
              <a:off x="2237135" y="-12001"/>
              <a:ext cx="412055" cy="323135"/>
            </a:xfrm>
            <a:prstGeom prst="ellipse">
              <a:avLst/>
            </a:prstGeom>
            <a:gradFill>
              <a:gsLst>
                <a:gs pos="0">
                  <a:srgbClr val="334B7B">
                    <a:alpha val="1922"/>
                  </a:srgbClr>
                </a:gs>
                <a:gs pos="14286">
                  <a:srgbClr val="334B7B">
                    <a:alpha val="1768"/>
                  </a:srgbClr>
                </a:gs>
                <a:gs pos="28571">
                  <a:srgbClr val="334B7B">
                    <a:alpha val="1375"/>
                  </a:srgbClr>
                </a:gs>
                <a:gs pos="42857">
                  <a:srgbClr val="334B7B">
                    <a:alpha val="904"/>
                  </a:srgbClr>
                </a:gs>
                <a:gs pos="57143">
                  <a:srgbClr val="334B7B">
                    <a:alpha val="502"/>
                  </a:srgbClr>
                </a:gs>
                <a:gs pos="71429">
                  <a:srgbClr val="334B7B">
                    <a:alpha val="235"/>
                  </a:srgbClr>
                </a:gs>
                <a:gs pos="85714">
                  <a:srgbClr val="334B7B">
                    <a:alpha val="93"/>
                  </a:srgbClr>
                </a:gs>
                <a:gs pos="100000">
                  <a:srgbClr val="334B7B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Splat 1153"/>
            <p:cNvSpPr>
              <a:spLocks noGrp="1"/>
            </p:cNvSpPr>
            <p:nvPr/>
          </p:nvSpPr>
          <p:spPr>
            <a:xfrm rot="-10021490">
              <a:off x="3216071" y="1027276"/>
              <a:ext cx="534308" cy="26338"/>
            </a:xfrm>
            <a:prstGeom prst="ellipse">
              <a:avLst/>
            </a:prstGeom>
            <a:gradFill>
              <a:gsLst>
                <a:gs pos="0">
                  <a:srgbClr val="160800">
                    <a:alpha val="27140"/>
                  </a:srgbClr>
                </a:gs>
                <a:gs pos="14286">
                  <a:srgbClr val="160800">
                    <a:alpha val="25250"/>
                  </a:srgbClr>
                </a:gs>
                <a:gs pos="28571">
                  <a:srgbClr val="160800">
                    <a:alpha val="20225"/>
                  </a:srgbClr>
                </a:gs>
                <a:gs pos="42857">
                  <a:srgbClr val="160800">
                    <a:alpha val="13775"/>
                  </a:srgbClr>
                </a:gs>
                <a:gs pos="57143">
                  <a:srgbClr val="160800">
                    <a:alpha val="7884"/>
                  </a:srgbClr>
                </a:gs>
                <a:gs pos="71429">
                  <a:srgbClr val="160800">
                    <a:alpha val="3771"/>
                  </a:srgbClr>
                </a:gs>
                <a:gs pos="85714">
                  <a:srgbClr val="160800">
                    <a:alpha val="1509"/>
                  </a:srgbClr>
                </a:gs>
                <a:gs pos="100000">
                  <a:srgbClr val="160800">
                    <a:alpha val="5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Splat 1154"/>
            <p:cNvSpPr>
              <a:spLocks noGrp="1"/>
            </p:cNvSpPr>
            <p:nvPr/>
          </p:nvSpPr>
          <p:spPr>
            <a:xfrm rot="2921618">
              <a:off x="2468614" y="-53526"/>
              <a:ext cx="314833" cy="286246"/>
            </a:xfrm>
            <a:prstGeom prst="ellipse">
              <a:avLst/>
            </a:prstGeom>
            <a:gradFill>
              <a:gsLst>
                <a:gs pos="0">
                  <a:srgbClr val="1B001A">
                    <a:alpha val="2417"/>
                  </a:srgbClr>
                </a:gs>
                <a:gs pos="14286">
                  <a:srgbClr val="1B001A">
                    <a:alpha val="2223"/>
                  </a:srgbClr>
                </a:gs>
                <a:gs pos="28571">
                  <a:srgbClr val="1B001A">
                    <a:alpha val="1731"/>
                  </a:srgbClr>
                </a:gs>
                <a:gs pos="42857">
                  <a:srgbClr val="1B001A">
                    <a:alpha val="1139"/>
                  </a:srgbClr>
                </a:gs>
                <a:gs pos="57143">
                  <a:srgbClr val="1B001A">
                    <a:alpha val="633"/>
                  </a:srgbClr>
                </a:gs>
                <a:gs pos="71429">
                  <a:srgbClr val="1B001A">
                    <a:alpha val="297"/>
                  </a:srgbClr>
                </a:gs>
                <a:gs pos="85714">
                  <a:srgbClr val="1B001A">
                    <a:alpha val="117"/>
                  </a:srgbClr>
                </a:gs>
                <a:gs pos="100000">
                  <a:srgbClr val="1B001A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Splat 1155"/>
            <p:cNvSpPr>
              <a:spLocks noGrp="1"/>
            </p:cNvSpPr>
            <p:nvPr/>
          </p:nvSpPr>
          <p:spPr>
            <a:xfrm rot="6277605">
              <a:off x="-103206" y="-12380"/>
              <a:ext cx="447789" cy="290655"/>
            </a:xfrm>
            <a:prstGeom prst="ellipse">
              <a:avLst/>
            </a:prstGeom>
            <a:gradFill>
              <a:gsLst>
                <a:gs pos="0">
                  <a:srgbClr val="304668">
                    <a:alpha val="32968"/>
                  </a:srgbClr>
                </a:gs>
                <a:gs pos="14286">
                  <a:srgbClr val="304668">
                    <a:alpha val="30764"/>
                  </a:srgbClr>
                </a:gs>
                <a:gs pos="28571">
                  <a:srgbClr val="304668">
                    <a:alpha val="24833"/>
                  </a:srgbClr>
                </a:gs>
                <a:gs pos="42857">
                  <a:srgbClr val="304668">
                    <a:alpha val="17075"/>
                  </a:srgbClr>
                </a:gs>
                <a:gs pos="57143">
                  <a:srgbClr val="304668">
                    <a:alpha val="9855"/>
                  </a:srgbClr>
                </a:gs>
                <a:gs pos="71429">
                  <a:srgbClr val="304668">
                    <a:alpha val="4740"/>
                  </a:srgbClr>
                </a:gs>
                <a:gs pos="85714">
                  <a:srgbClr val="304668">
                    <a:alpha val="1902"/>
                  </a:srgbClr>
                </a:gs>
                <a:gs pos="100000">
                  <a:srgbClr val="30466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Splat 1156"/>
            <p:cNvSpPr>
              <a:spLocks noGrp="1"/>
            </p:cNvSpPr>
            <p:nvPr/>
          </p:nvSpPr>
          <p:spPr>
            <a:xfrm rot="-9108351">
              <a:off x="2085036" y="-118639"/>
              <a:ext cx="465972" cy="331661"/>
            </a:xfrm>
            <a:prstGeom prst="ellipse">
              <a:avLst/>
            </a:prstGeom>
            <a:gradFill>
              <a:gsLst>
                <a:gs pos="0">
                  <a:srgbClr val="000B33">
                    <a:alpha val="16036"/>
                  </a:srgbClr>
                </a:gs>
                <a:gs pos="14286">
                  <a:srgbClr val="000B33">
                    <a:alpha val="14840"/>
                  </a:srgbClr>
                </a:gs>
                <a:gs pos="28571">
                  <a:srgbClr val="000B33">
                    <a:alpha val="11727"/>
                  </a:srgbClr>
                </a:gs>
                <a:gs pos="42857">
                  <a:srgbClr val="000B33">
                    <a:alpha val="7856"/>
                  </a:srgbClr>
                </a:gs>
                <a:gs pos="57143">
                  <a:srgbClr val="000B33">
                    <a:alpha val="4432"/>
                  </a:srgbClr>
                </a:gs>
                <a:gs pos="71429">
                  <a:srgbClr val="000B33">
                    <a:alpha val="2100"/>
                  </a:srgbClr>
                </a:gs>
                <a:gs pos="85714">
                  <a:srgbClr val="000B33">
                    <a:alpha val="836"/>
                  </a:srgbClr>
                </a:gs>
                <a:gs pos="100000">
                  <a:srgbClr val="000B33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Splat 1157"/>
            <p:cNvSpPr>
              <a:spLocks noGrp="1"/>
            </p:cNvSpPr>
            <p:nvPr/>
          </p:nvSpPr>
          <p:spPr>
            <a:xfrm rot="-10235323">
              <a:off x="2166439" y="-64954"/>
              <a:ext cx="401540" cy="289260"/>
            </a:xfrm>
            <a:prstGeom prst="ellipse">
              <a:avLst/>
            </a:prstGeom>
            <a:gradFill>
              <a:gsLst>
                <a:gs pos="0">
                  <a:srgbClr val="344259">
                    <a:alpha val="6127"/>
                  </a:srgbClr>
                </a:gs>
                <a:gs pos="14286">
                  <a:srgbClr val="344259">
                    <a:alpha val="5645"/>
                  </a:srgbClr>
                </a:gs>
                <a:gs pos="28571">
                  <a:srgbClr val="344259">
                    <a:alpha val="4412"/>
                  </a:srgbClr>
                </a:gs>
                <a:gs pos="42857">
                  <a:srgbClr val="344259">
                    <a:alpha val="2916"/>
                  </a:srgbClr>
                </a:gs>
                <a:gs pos="57143">
                  <a:srgbClr val="344259">
                    <a:alpha val="1626"/>
                  </a:srgbClr>
                </a:gs>
                <a:gs pos="71429">
                  <a:srgbClr val="344259">
                    <a:alpha val="765"/>
                  </a:srgbClr>
                </a:gs>
                <a:gs pos="85714">
                  <a:srgbClr val="344259">
                    <a:alpha val="303"/>
                  </a:srgbClr>
                </a:gs>
                <a:gs pos="100000">
                  <a:srgbClr val="344259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Splat 1158"/>
            <p:cNvSpPr>
              <a:spLocks noGrp="1"/>
            </p:cNvSpPr>
            <p:nvPr/>
          </p:nvSpPr>
          <p:spPr>
            <a:xfrm rot="7513454">
              <a:off x="-185485" y="2169464"/>
              <a:ext cx="669889" cy="500484"/>
            </a:xfrm>
            <a:prstGeom prst="ellipse">
              <a:avLst/>
            </a:prstGeom>
            <a:gradFill>
              <a:gsLst>
                <a:gs pos="0">
                  <a:srgbClr val="8D7C64">
                    <a:alpha val="5329"/>
                  </a:srgbClr>
                </a:gs>
                <a:gs pos="14286">
                  <a:srgbClr val="8D7C64">
                    <a:alpha val="4909"/>
                  </a:srgbClr>
                </a:gs>
                <a:gs pos="28571">
                  <a:srgbClr val="8D7C64">
                    <a:alpha val="3833"/>
                  </a:srgbClr>
                </a:gs>
                <a:gs pos="42857">
                  <a:srgbClr val="8D7C64">
                    <a:alpha val="2531"/>
                  </a:srgbClr>
                </a:gs>
                <a:gs pos="57143">
                  <a:srgbClr val="8D7C64">
                    <a:alpha val="1410"/>
                  </a:srgbClr>
                </a:gs>
                <a:gs pos="71429">
                  <a:srgbClr val="8D7C64">
                    <a:alpha val="663"/>
                  </a:srgbClr>
                </a:gs>
                <a:gs pos="85714">
                  <a:srgbClr val="8D7C64">
                    <a:alpha val="263"/>
                  </a:srgbClr>
                </a:gs>
                <a:gs pos="100000">
                  <a:srgbClr val="8D7C64">
                    <a:alpha val="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Splat 1159"/>
            <p:cNvSpPr>
              <a:spLocks noGrp="1"/>
            </p:cNvSpPr>
            <p:nvPr/>
          </p:nvSpPr>
          <p:spPr>
            <a:xfrm rot="-10775720">
              <a:off x="-263009" y="2158583"/>
              <a:ext cx="792860" cy="367271"/>
            </a:xfrm>
            <a:prstGeom prst="ellipse">
              <a:avLst/>
            </a:prstGeom>
            <a:gradFill>
              <a:gsLst>
                <a:gs pos="0">
                  <a:srgbClr val="010000">
                    <a:alpha val="32968"/>
                  </a:srgbClr>
                </a:gs>
                <a:gs pos="14286">
                  <a:srgbClr val="010000">
                    <a:alpha val="30764"/>
                  </a:srgbClr>
                </a:gs>
                <a:gs pos="28571">
                  <a:srgbClr val="010000">
                    <a:alpha val="24833"/>
                  </a:srgbClr>
                </a:gs>
                <a:gs pos="42857">
                  <a:srgbClr val="010000">
                    <a:alpha val="17075"/>
                  </a:srgbClr>
                </a:gs>
                <a:gs pos="57143">
                  <a:srgbClr val="010000">
                    <a:alpha val="9855"/>
                  </a:srgbClr>
                </a:gs>
                <a:gs pos="71429">
                  <a:srgbClr val="010000">
                    <a:alpha val="4740"/>
                  </a:srgbClr>
                </a:gs>
                <a:gs pos="85714">
                  <a:srgbClr val="010000">
                    <a:alpha val="1902"/>
                  </a:srgbClr>
                </a:gs>
                <a:gs pos="100000">
                  <a:srgbClr val="0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Splat 1160"/>
            <p:cNvSpPr>
              <a:spLocks noGrp="1"/>
            </p:cNvSpPr>
            <p:nvPr/>
          </p:nvSpPr>
          <p:spPr>
            <a:xfrm rot="4958297">
              <a:off x="3199937" y="2035005"/>
              <a:ext cx="657113" cy="455133"/>
            </a:xfrm>
            <a:prstGeom prst="ellipse">
              <a:avLst/>
            </a:prstGeom>
            <a:gradFill>
              <a:gsLst>
                <a:gs pos="0">
                  <a:srgbClr val="040000">
                    <a:alpha val="25676"/>
                  </a:srgbClr>
                </a:gs>
                <a:gs pos="14286">
                  <a:srgbClr val="040000">
                    <a:alpha val="23871"/>
                  </a:srgbClr>
                </a:gs>
                <a:gs pos="28571">
                  <a:srgbClr val="040000">
                    <a:alpha val="19084"/>
                  </a:srgbClr>
                </a:gs>
                <a:gs pos="42857">
                  <a:srgbClr val="040000">
                    <a:alpha val="12969"/>
                  </a:srgbClr>
                </a:gs>
                <a:gs pos="57143">
                  <a:srgbClr val="040000">
                    <a:alpha val="7408"/>
                  </a:srgbClr>
                </a:gs>
                <a:gs pos="71429">
                  <a:srgbClr val="040000">
                    <a:alpha val="3539"/>
                  </a:srgbClr>
                </a:gs>
                <a:gs pos="85714">
                  <a:srgbClr val="040000">
                    <a:alpha val="1415"/>
                  </a:srgbClr>
                </a:gs>
                <a:gs pos="100000">
                  <a:srgbClr val="040000">
                    <a:alpha val="4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Splat 1161"/>
            <p:cNvSpPr>
              <a:spLocks noGrp="1"/>
            </p:cNvSpPr>
            <p:nvPr/>
          </p:nvSpPr>
          <p:spPr>
            <a:xfrm rot="5043576">
              <a:off x="2904198" y="2040176"/>
              <a:ext cx="600587" cy="376532"/>
            </a:xfrm>
            <a:prstGeom prst="ellipse">
              <a:avLst/>
            </a:prstGeom>
            <a:gradFill>
              <a:gsLst>
                <a:gs pos="0">
                  <a:srgbClr val="0F1123">
                    <a:alpha val="32968"/>
                  </a:srgbClr>
                </a:gs>
                <a:gs pos="14286">
                  <a:srgbClr val="0F1123">
                    <a:alpha val="30764"/>
                  </a:srgbClr>
                </a:gs>
                <a:gs pos="28571">
                  <a:srgbClr val="0F1123">
                    <a:alpha val="24833"/>
                  </a:srgbClr>
                </a:gs>
                <a:gs pos="42857">
                  <a:srgbClr val="0F1123">
                    <a:alpha val="17075"/>
                  </a:srgbClr>
                </a:gs>
                <a:gs pos="57143">
                  <a:srgbClr val="0F1123">
                    <a:alpha val="9855"/>
                  </a:srgbClr>
                </a:gs>
                <a:gs pos="71429">
                  <a:srgbClr val="0F1123">
                    <a:alpha val="4740"/>
                  </a:srgbClr>
                </a:gs>
                <a:gs pos="85714">
                  <a:srgbClr val="0F1123">
                    <a:alpha val="1902"/>
                  </a:srgbClr>
                </a:gs>
                <a:gs pos="100000">
                  <a:srgbClr val="0F112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Splat 1162"/>
            <p:cNvSpPr>
              <a:spLocks noGrp="1"/>
            </p:cNvSpPr>
            <p:nvPr/>
          </p:nvSpPr>
          <p:spPr>
            <a:xfrm rot="3871383">
              <a:off x="2679705" y="1928007"/>
              <a:ext cx="759709" cy="547886"/>
            </a:xfrm>
            <a:prstGeom prst="ellipse">
              <a:avLst/>
            </a:prstGeom>
            <a:gradFill>
              <a:gsLst>
                <a:gs pos="0">
                  <a:srgbClr val="0D0500">
                    <a:alpha val="32968"/>
                  </a:srgbClr>
                </a:gs>
                <a:gs pos="14286">
                  <a:srgbClr val="0D0500">
                    <a:alpha val="30764"/>
                  </a:srgbClr>
                </a:gs>
                <a:gs pos="28571">
                  <a:srgbClr val="0D0500">
                    <a:alpha val="24833"/>
                  </a:srgbClr>
                </a:gs>
                <a:gs pos="42857">
                  <a:srgbClr val="0D0500">
                    <a:alpha val="17075"/>
                  </a:srgbClr>
                </a:gs>
                <a:gs pos="57143">
                  <a:srgbClr val="0D0500">
                    <a:alpha val="9855"/>
                  </a:srgbClr>
                </a:gs>
                <a:gs pos="71429">
                  <a:srgbClr val="0D0500">
                    <a:alpha val="4740"/>
                  </a:srgbClr>
                </a:gs>
                <a:gs pos="85714">
                  <a:srgbClr val="0D0500">
                    <a:alpha val="1902"/>
                  </a:srgbClr>
                </a:gs>
                <a:gs pos="100000">
                  <a:srgbClr val="0D0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Splat 1163"/>
            <p:cNvSpPr>
              <a:spLocks noGrp="1"/>
            </p:cNvSpPr>
            <p:nvPr/>
          </p:nvSpPr>
          <p:spPr>
            <a:xfrm rot="4986194">
              <a:off x="2425022" y="2000618"/>
              <a:ext cx="891994" cy="530021"/>
            </a:xfrm>
            <a:prstGeom prst="ellipse">
              <a:avLst/>
            </a:prstGeom>
            <a:gradFill>
              <a:gsLst>
                <a:gs pos="0">
                  <a:srgbClr val="1D0D02">
                    <a:alpha val="16468"/>
                  </a:srgbClr>
                </a:gs>
                <a:gs pos="14286">
                  <a:srgbClr val="1D0D02">
                    <a:alpha val="15243"/>
                  </a:srgbClr>
                </a:gs>
                <a:gs pos="28571">
                  <a:srgbClr val="1D0D02">
                    <a:alpha val="12051"/>
                  </a:srgbClr>
                </a:gs>
                <a:gs pos="42857">
                  <a:srgbClr val="1D0D02">
                    <a:alpha val="8078"/>
                  </a:srgbClr>
                </a:gs>
                <a:gs pos="57143">
                  <a:srgbClr val="1D0D02">
                    <a:alpha val="4560"/>
                  </a:srgbClr>
                </a:gs>
                <a:gs pos="71429">
                  <a:srgbClr val="1D0D02">
                    <a:alpha val="2161"/>
                  </a:srgbClr>
                </a:gs>
                <a:gs pos="85714">
                  <a:srgbClr val="1D0D02">
                    <a:alpha val="860"/>
                  </a:srgbClr>
                </a:gs>
                <a:gs pos="100000">
                  <a:srgbClr val="1D0D02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Splat 1164"/>
            <p:cNvSpPr>
              <a:spLocks noGrp="1"/>
            </p:cNvSpPr>
            <p:nvPr/>
          </p:nvSpPr>
          <p:spPr>
            <a:xfrm rot="5525952">
              <a:off x="1103184" y="1944997"/>
              <a:ext cx="574996" cy="449588"/>
            </a:xfrm>
            <a:prstGeom prst="ellipse">
              <a:avLst/>
            </a:prstGeom>
            <a:gradFill>
              <a:gsLst>
                <a:gs pos="0">
                  <a:srgbClr val="000241">
                    <a:alpha val="6879"/>
                  </a:srgbClr>
                </a:gs>
                <a:gs pos="14286">
                  <a:srgbClr val="000241">
                    <a:alpha val="6341"/>
                  </a:srgbClr>
                </a:gs>
                <a:gs pos="28571">
                  <a:srgbClr val="000241">
                    <a:alpha val="4959"/>
                  </a:srgbClr>
                </a:gs>
                <a:gs pos="42857">
                  <a:srgbClr val="000241">
                    <a:alpha val="3281"/>
                  </a:srgbClr>
                </a:gs>
                <a:gs pos="57143">
                  <a:srgbClr val="000241">
                    <a:alpha val="1832"/>
                  </a:srgbClr>
                </a:gs>
                <a:gs pos="71429">
                  <a:srgbClr val="000241">
                    <a:alpha val="862"/>
                  </a:srgbClr>
                </a:gs>
                <a:gs pos="85714">
                  <a:srgbClr val="000241">
                    <a:alpha val="342"/>
                  </a:srgbClr>
                </a:gs>
                <a:gs pos="100000">
                  <a:srgbClr val="000241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Splat 1165"/>
            <p:cNvSpPr>
              <a:spLocks noGrp="1"/>
            </p:cNvSpPr>
            <p:nvPr/>
          </p:nvSpPr>
          <p:spPr>
            <a:xfrm rot="5198057">
              <a:off x="2865940" y="1825182"/>
              <a:ext cx="694810" cy="370772"/>
            </a:xfrm>
            <a:prstGeom prst="ellipse">
              <a:avLst/>
            </a:prstGeom>
            <a:gradFill>
              <a:gsLst>
                <a:gs pos="0">
                  <a:srgbClr val="372A00">
                    <a:alpha val="8503"/>
                  </a:srgbClr>
                </a:gs>
                <a:gs pos="14286">
                  <a:srgbClr val="372A00">
                    <a:alpha val="7843"/>
                  </a:srgbClr>
                </a:gs>
                <a:gs pos="28571">
                  <a:srgbClr val="372A00">
                    <a:alpha val="6145"/>
                  </a:srgbClr>
                </a:gs>
                <a:gs pos="42857">
                  <a:srgbClr val="372A00">
                    <a:alpha val="4074"/>
                  </a:srgbClr>
                </a:gs>
                <a:gs pos="57143">
                  <a:srgbClr val="372A00">
                    <a:alpha val="2278"/>
                  </a:srgbClr>
                </a:gs>
                <a:gs pos="71429">
                  <a:srgbClr val="372A00">
                    <a:alpha val="1073"/>
                  </a:srgbClr>
                </a:gs>
                <a:gs pos="85714">
                  <a:srgbClr val="372A00">
                    <a:alpha val="426"/>
                  </a:srgbClr>
                </a:gs>
                <a:gs pos="100000">
                  <a:srgbClr val="372A00">
                    <a:alpha val="1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Splat 1166"/>
            <p:cNvSpPr>
              <a:spLocks noGrp="1"/>
            </p:cNvSpPr>
            <p:nvPr/>
          </p:nvSpPr>
          <p:spPr>
            <a:xfrm rot="3497386">
              <a:off x="2680453" y="1758433"/>
              <a:ext cx="748844" cy="511664"/>
            </a:xfrm>
            <a:prstGeom prst="ellipse">
              <a:avLst/>
            </a:prstGeom>
            <a:gradFill>
              <a:gsLst>
                <a:gs pos="0">
                  <a:srgbClr val="2F334D">
                    <a:alpha val="28981"/>
                  </a:srgbClr>
                </a:gs>
                <a:gs pos="14286">
                  <a:srgbClr val="2F334D">
                    <a:alpha val="26987"/>
                  </a:srgbClr>
                </a:gs>
                <a:gs pos="28571">
                  <a:srgbClr val="2F334D">
                    <a:alpha val="21669"/>
                  </a:srgbClr>
                </a:gs>
                <a:gs pos="42857">
                  <a:srgbClr val="2F334D">
                    <a:alpha val="14802"/>
                  </a:srgbClr>
                </a:gs>
                <a:gs pos="57143">
                  <a:srgbClr val="2F334D">
                    <a:alpha val="8494"/>
                  </a:srgbClr>
                </a:gs>
                <a:gs pos="71429">
                  <a:srgbClr val="2F334D">
                    <a:alpha val="4070"/>
                  </a:srgbClr>
                </a:gs>
                <a:gs pos="85714">
                  <a:srgbClr val="2F334D">
                    <a:alpha val="1630"/>
                  </a:srgbClr>
                </a:gs>
                <a:gs pos="100000">
                  <a:srgbClr val="2F334D">
                    <a:alpha val="5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Splat 1167"/>
            <p:cNvSpPr>
              <a:spLocks noGrp="1"/>
            </p:cNvSpPr>
            <p:nvPr/>
          </p:nvSpPr>
          <p:spPr>
            <a:xfrm rot="3969669">
              <a:off x="2558686" y="1718562"/>
              <a:ext cx="631361" cy="571970"/>
            </a:xfrm>
            <a:prstGeom prst="ellipse">
              <a:avLst/>
            </a:prstGeom>
            <a:gradFill>
              <a:gsLst>
                <a:gs pos="0">
                  <a:srgbClr val="3D4459">
                    <a:alpha val="19194"/>
                  </a:srgbClr>
                </a:gs>
                <a:gs pos="14286">
                  <a:srgbClr val="3D4459">
                    <a:alpha val="17789"/>
                  </a:srgbClr>
                </a:gs>
                <a:gs pos="28571">
                  <a:srgbClr val="3D4459">
                    <a:alpha val="14109"/>
                  </a:srgbClr>
                </a:gs>
                <a:gs pos="42857">
                  <a:srgbClr val="3D4459">
                    <a:alpha val="9494"/>
                  </a:srgbClr>
                </a:gs>
                <a:gs pos="57143">
                  <a:srgbClr val="3D4459">
                    <a:alpha val="5378"/>
                  </a:srgbClr>
                </a:gs>
                <a:gs pos="71429">
                  <a:srgbClr val="3D4459">
                    <a:alpha val="2554"/>
                  </a:srgbClr>
                </a:gs>
                <a:gs pos="85714">
                  <a:srgbClr val="3D4459">
                    <a:alpha val="1018"/>
                  </a:srgbClr>
                </a:gs>
                <a:gs pos="100000">
                  <a:srgbClr val="3D4459">
                    <a:alpha val="3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Splat 1168"/>
            <p:cNvSpPr>
              <a:spLocks noGrp="1"/>
            </p:cNvSpPr>
            <p:nvPr/>
          </p:nvSpPr>
          <p:spPr>
            <a:xfrm rot="-9375758">
              <a:off x="2456987" y="1840073"/>
              <a:ext cx="637943" cy="460138"/>
            </a:xfrm>
            <a:prstGeom prst="ellipse">
              <a:avLst/>
            </a:prstGeom>
            <a:gradFill>
              <a:gsLst>
                <a:gs pos="0">
                  <a:srgbClr val="625E88">
                    <a:alpha val="4067"/>
                  </a:srgbClr>
                </a:gs>
                <a:gs pos="14286">
                  <a:srgbClr val="625E88">
                    <a:alpha val="3745"/>
                  </a:srgbClr>
                </a:gs>
                <a:gs pos="28571">
                  <a:srgbClr val="625E88">
                    <a:alpha val="2920"/>
                  </a:srgbClr>
                </a:gs>
                <a:gs pos="42857">
                  <a:srgbClr val="625E88">
                    <a:alpha val="1925"/>
                  </a:srgbClr>
                </a:gs>
                <a:gs pos="57143">
                  <a:srgbClr val="625E88">
                    <a:alpha val="1071"/>
                  </a:srgbClr>
                </a:gs>
                <a:gs pos="71429">
                  <a:srgbClr val="625E88">
                    <a:alpha val="503"/>
                  </a:srgbClr>
                </a:gs>
                <a:gs pos="85714">
                  <a:srgbClr val="625E88">
                    <a:alpha val="199"/>
                  </a:srgbClr>
                </a:gs>
                <a:gs pos="100000">
                  <a:srgbClr val="625E88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Splat 1169"/>
            <p:cNvSpPr>
              <a:spLocks noGrp="1"/>
            </p:cNvSpPr>
            <p:nvPr/>
          </p:nvSpPr>
          <p:spPr>
            <a:xfrm rot="-9139175">
              <a:off x="2261326" y="1795877"/>
              <a:ext cx="645613" cy="531913"/>
            </a:xfrm>
            <a:prstGeom prst="ellipse">
              <a:avLst/>
            </a:prstGeom>
            <a:gradFill>
              <a:gsLst>
                <a:gs pos="0">
                  <a:srgbClr val="EABF00">
                    <a:alpha val="1637"/>
                  </a:srgbClr>
                </a:gs>
                <a:gs pos="14286">
                  <a:srgbClr val="EABF00">
                    <a:alpha val="1506"/>
                  </a:srgbClr>
                </a:gs>
                <a:gs pos="28571">
                  <a:srgbClr val="EABF00">
                    <a:alpha val="1171"/>
                  </a:srgbClr>
                </a:gs>
                <a:gs pos="42857">
                  <a:srgbClr val="EABF00">
                    <a:alpha val="770"/>
                  </a:srgbClr>
                </a:gs>
                <a:gs pos="57143">
                  <a:srgbClr val="EABF00">
                    <a:alpha val="427"/>
                  </a:srgbClr>
                </a:gs>
                <a:gs pos="71429">
                  <a:srgbClr val="EABF00">
                    <a:alpha val="200"/>
                  </a:srgbClr>
                </a:gs>
                <a:gs pos="85714">
                  <a:srgbClr val="EABF00">
                    <a:alpha val="79"/>
                  </a:srgbClr>
                </a:gs>
                <a:gs pos="100000">
                  <a:srgbClr val="EABF00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Splat 1170"/>
            <p:cNvSpPr>
              <a:spLocks noGrp="1"/>
            </p:cNvSpPr>
            <p:nvPr/>
          </p:nvSpPr>
          <p:spPr>
            <a:xfrm rot="4094155">
              <a:off x="2174083" y="1777072"/>
              <a:ext cx="584368" cy="472537"/>
            </a:xfrm>
            <a:prstGeom prst="ellipse">
              <a:avLst/>
            </a:prstGeom>
            <a:gradFill>
              <a:gsLst>
                <a:gs pos="0">
                  <a:srgbClr val="A6B8FF">
                    <a:alpha val="2384"/>
                  </a:srgbClr>
                </a:gs>
                <a:gs pos="14286">
                  <a:srgbClr val="A6B8FF">
                    <a:alpha val="2194"/>
                  </a:srgbClr>
                </a:gs>
                <a:gs pos="28571">
                  <a:srgbClr val="A6B8FF">
                    <a:alpha val="1708"/>
                  </a:srgbClr>
                </a:gs>
                <a:gs pos="42857">
                  <a:srgbClr val="A6B8FF">
                    <a:alpha val="1123"/>
                  </a:srgbClr>
                </a:gs>
                <a:gs pos="57143">
                  <a:srgbClr val="A6B8FF">
                    <a:alpha val="624"/>
                  </a:srgbClr>
                </a:gs>
                <a:gs pos="71429">
                  <a:srgbClr val="A6B8FF">
                    <a:alpha val="293"/>
                  </a:srgbClr>
                </a:gs>
                <a:gs pos="85714">
                  <a:srgbClr val="A6B8FF">
                    <a:alpha val="116"/>
                  </a:srgbClr>
                </a:gs>
                <a:gs pos="100000">
                  <a:srgbClr val="A6B8FF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Splat 1171"/>
            <p:cNvSpPr>
              <a:spLocks noGrp="1"/>
            </p:cNvSpPr>
            <p:nvPr/>
          </p:nvSpPr>
          <p:spPr>
            <a:xfrm rot="-10715157">
              <a:off x="1961341" y="1803122"/>
              <a:ext cx="547098" cy="401999"/>
            </a:xfrm>
            <a:prstGeom prst="ellipse">
              <a:avLst/>
            </a:prstGeom>
            <a:gradFill>
              <a:gsLst>
                <a:gs pos="0">
                  <a:srgbClr val="2C3851">
                    <a:alpha val="32968"/>
                  </a:srgbClr>
                </a:gs>
                <a:gs pos="14286">
                  <a:srgbClr val="2C3851">
                    <a:alpha val="30764"/>
                  </a:srgbClr>
                </a:gs>
                <a:gs pos="28571">
                  <a:srgbClr val="2C3851">
                    <a:alpha val="24833"/>
                  </a:srgbClr>
                </a:gs>
                <a:gs pos="42857">
                  <a:srgbClr val="2C3851">
                    <a:alpha val="17075"/>
                  </a:srgbClr>
                </a:gs>
                <a:gs pos="57143">
                  <a:srgbClr val="2C3851">
                    <a:alpha val="9855"/>
                  </a:srgbClr>
                </a:gs>
                <a:gs pos="71429">
                  <a:srgbClr val="2C3851">
                    <a:alpha val="4740"/>
                  </a:srgbClr>
                </a:gs>
                <a:gs pos="85714">
                  <a:srgbClr val="2C3851">
                    <a:alpha val="1902"/>
                  </a:srgbClr>
                </a:gs>
                <a:gs pos="100000">
                  <a:srgbClr val="2C385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Splat 1172"/>
            <p:cNvSpPr>
              <a:spLocks noGrp="1"/>
            </p:cNvSpPr>
            <p:nvPr/>
          </p:nvSpPr>
          <p:spPr>
            <a:xfrm rot="-8282303">
              <a:off x="1767841" y="1739649"/>
              <a:ext cx="589233" cy="474865"/>
            </a:xfrm>
            <a:prstGeom prst="ellipse">
              <a:avLst/>
            </a:prstGeom>
            <a:gradFill>
              <a:gsLst>
                <a:gs pos="0">
                  <a:srgbClr val="BED7FC">
                    <a:alpha val="3413"/>
                  </a:srgbClr>
                </a:gs>
                <a:gs pos="14286">
                  <a:srgbClr val="BED7FC">
                    <a:alpha val="3141"/>
                  </a:srgbClr>
                </a:gs>
                <a:gs pos="28571">
                  <a:srgbClr val="BED7FC">
                    <a:alpha val="2448"/>
                  </a:srgbClr>
                </a:gs>
                <a:gs pos="42857">
                  <a:srgbClr val="BED7FC">
                    <a:alpha val="1612"/>
                  </a:srgbClr>
                </a:gs>
                <a:gs pos="57143">
                  <a:srgbClr val="BED7FC">
                    <a:alpha val="897"/>
                  </a:srgbClr>
                </a:gs>
                <a:gs pos="71429">
                  <a:srgbClr val="BED7FC">
                    <a:alpha val="421"/>
                  </a:srgbClr>
                </a:gs>
                <a:gs pos="85714">
                  <a:srgbClr val="BED7FC">
                    <a:alpha val="167"/>
                  </a:srgbClr>
                </a:gs>
                <a:gs pos="100000">
                  <a:srgbClr val="BED7FC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Splat 1173"/>
            <p:cNvSpPr>
              <a:spLocks noGrp="1"/>
            </p:cNvSpPr>
            <p:nvPr/>
          </p:nvSpPr>
          <p:spPr>
            <a:xfrm rot="10017339">
              <a:off x="1145039" y="1721315"/>
              <a:ext cx="609380" cy="518762"/>
            </a:xfrm>
            <a:prstGeom prst="ellipse">
              <a:avLst/>
            </a:prstGeom>
            <a:gradFill>
              <a:gsLst>
                <a:gs pos="0">
                  <a:srgbClr val="9EA1B9">
                    <a:alpha val="9585"/>
                  </a:srgbClr>
                </a:gs>
                <a:gs pos="14286">
                  <a:srgbClr val="9EA1B9">
                    <a:alpha val="8845"/>
                  </a:srgbClr>
                </a:gs>
                <a:gs pos="28571">
                  <a:srgbClr val="9EA1B9">
                    <a:alpha val="6938"/>
                  </a:srgbClr>
                </a:gs>
                <a:gs pos="42857">
                  <a:srgbClr val="9EA1B9">
                    <a:alpha val="4607"/>
                  </a:srgbClr>
                </a:gs>
                <a:gs pos="57143">
                  <a:srgbClr val="9EA1B9">
                    <a:alpha val="2579"/>
                  </a:srgbClr>
                </a:gs>
                <a:gs pos="71429">
                  <a:srgbClr val="9EA1B9">
                    <a:alpha val="1216"/>
                  </a:srgbClr>
                </a:gs>
                <a:gs pos="85714">
                  <a:srgbClr val="9EA1B9">
                    <a:alpha val="483"/>
                  </a:srgbClr>
                </a:gs>
                <a:gs pos="100000">
                  <a:srgbClr val="9EA1B9">
                    <a:alpha val="1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Splat 1174"/>
            <p:cNvSpPr>
              <a:spLocks noGrp="1"/>
            </p:cNvSpPr>
            <p:nvPr/>
          </p:nvSpPr>
          <p:spPr>
            <a:xfrm rot="6577715">
              <a:off x="285099" y="1853525"/>
              <a:ext cx="597574" cy="285960"/>
            </a:xfrm>
            <a:prstGeom prst="ellipse">
              <a:avLst/>
            </a:prstGeom>
            <a:gradFill>
              <a:gsLst>
                <a:gs pos="0">
                  <a:srgbClr val="E4F6FE">
                    <a:alpha val="1700"/>
                  </a:srgbClr>
                </a:gs>
                <a:gs pos="14286">
                  <a:srgbClr val="E4F6FE">
                    <a:alpha val="1563"/>
                  </a:srgbClr>
                </a:gs>
                <a:gs pos="28571">
                  <a:srgbClr val="E4F6FE">
                    <a:alpha val="1216"/>
                  </a:srgbClr>
                </a:gs>
                <a:gs pos="42857">
                  <a:srgbClr val="E4F6FE">
                    <a:alpha val="799"/>
                  </a:srgbClr>
                </a:gs>
                <a:gs pos="57143">
                  <a:srgbClr val="E4F6FE">
                    <a:alpha val="444"/>
                  </a:srgbClr>
                </a:gs>
                <a:gs pos="71429">
                  <a:srgbClr val="E4F6FE">
                    <a:alpha val="208"/>
                  </a:srgbClr>
                </a:gs>
                <a:gs pos="85714">
                  <a:srgbClr val="E4F6FE">
                    <a:alpha val="82"/>
                  </a:srgbClr>
                </a:gs>
                <a:gs pos="100000">
                  <a:srgbClr val="E4F6FE">
                    <a:alpha val="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Splat 1175"/>
            <p:cNvSpPr>
              <a:spLocks noGrp="1"/>
            </p:cNvSpPr>
            <p:nvPr/>
          </p:nvSpPr>
          <p:spPr>
            <a:xfrm rot="6991532">
              <a:off x="3322584" y="1704189"/>
              <a:ext cx="452332" cy="314063"/>
            </a:xfrm>
            <a:prstGeom prst="ellipse">
              <a:avLst/>
            </a:prstGeom>
            <a:gradFill>
              <a:gsLst>
                <a:gs pos="0">
                  <a:srgbClr val="1D283E">
                    <a:alpha val="22543"/>
                  </a:srgbClr>
                </a:gs>
                <a:gs pos="14286">
                  <a:srgbClr val="1D283E">
                    <a:alpha val="20926"/>
                  </a:srgbClr>
                </a:gs>
                <a:gs pos="28571">
                  <a:srgbClr val="1D283E">
                    <a:alpha val="16664"/>
                  </a:srgbClr>
                </a:gs>
                <a:gs pos="42857">
                  <a:srgbClr val="1D283E">
                    <a:alpha val="11270"/>
                  </a:srgbClr>
                </a:gs>
                <a:gs pos="57143">
                  <a:srgbClr val="1D283E">
                    <a:alpha val="6411"/>
                  </a:srgbClr>
                </a:gs>
                <a:gs pos="71429">
                  <a:srgbClr val="1D283E">
                    <a:alpha val="3054"/>
                  </a:srgbClr>
                </a:gs>
                <a:gs pos="85714">
                  <a:srgbClr val="1D283E">
                    <a:alpha val="1219"/>
                  </a:srgbClr>
                </a:gs>
                <a:gs pos="100000">
                  <a:srgbClr val="1D283E">
                    <a:alpha val="4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Splat 1176"/>
            <p:cNvSpPr>
              <a:spLocks noGrp="1"/>
            </p:cNvSpPr>
            <p:nvPr/>
          </p:nvSpPr>
          <p:spPr>
            <a:xfrm rot="8296941">
              <a:off x="3128910" y="1691470"/>
              <a:ext cx="576701" cy="380401"/>
            </a:xfrm>
            <a:prstGeom prst="ellipse">
              <a:avLst/>
            </a:prstGeom>
            <a:gradFill>
              <a:gsLst>
                <a:gs pos="0">
                  <a:srgbClr val="000000">
                    <a:alpha val="8830"/>
                  </a:srgbClr>
                </a:gs>
                <a:gs pos="14286">
                  <a:srgbClr val="000000">
                    <a:alpha val="8145"/>
                  </a:srgbClr>
                </a:gs>
                <a:gs pos="28571">
                  <a:srgbClr val="000000">
                    <a:alpha val="6384"/>
                  </a:srgbClr>
                </a:gs>
                <a:gs pos="42857">
                  <a:srgbClr val="000000">
                    <a:alpha val="4235"/>
                  </a:srgbClr>
                </a:gs>
                <a:gs pos="57143">
                  <a:srgbClr val="000000">
                    <a:alpha val="2369"/>
                  </a:srgbClr>
                </a:gs>
                <a:gs pos="71429">
                  <a:srgbClr val="000000">
                    <a:alpha val="1116"/>
                  </a:srgbClr>
                </a:gs>
                <a:gs pos="85714">
                  <a:srgbClr val="000000">
                    <a:alpha val="443"/>
                  </a:srgbClr>
                </a:gs>
                <a:gs pos="100000">
                  <a:srgbClr val="000000">
                    <a:alpha val="1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Splat 1177"/>
            <p:cNvSpPr>
              <a:spLocks noGrp="1"/>
            </p:cNvSpPr>
            <p:nvPr/>
          </p:nvSpPr>
          <p:spPr>
            <a:xfrm rot="5864775">
              <a:off x="2704894" y="1595712"/>
              <a:ext cx="691148" cy="610840"/>
            </a:xfrm>
            <a:prstGeom prst="ellipse">
              <a:avLst/>
            </a:prstGeom>
            <a:gradFill>
              <a:gsLst>
                <a:gs pos="0">
                  <a:srgbClr val="293638">
                    <a:alpha val="10875"/>
                  </a:srgbClr>
                </a:gs>
                <a:gs pos="14286">
                  <a:srgbClr val="293638">
                    <a:alpha val="10041"/>
                  </a:srgbClr>
                </a:gs>
                <a:gs pos="28571">
                  <a:srgbClr val="293638">
                    <a:alpha val="7887"/>
                  </a:srgbClr>
                </a:gs>
                <a:gs pos="42857">
                  <a:srgbClr val="293638">
                    <a:alpha val="5246"/>
                  </a:srgbClr>
                </a:gs>
                <a:gs pos="57143">
                  <a:srgbClr val="293638">
                    <a:alpha val="2942"/>
                  </a:srgbClr>
                </a:gs>
                <a:gs pos="71429">
                  <a:srgbClr val="293638">
                    <a:alpha val="1388"/>
                  </a:srgbClr>
                </a:gs>
                <a:gs pos="85714">
                  <a:srgbClr val="293638">
                    <a:alpha val="551"/>
                  </a:srgbClr>
                </a:gs>
                <a:gs pos="100000">
                  <a:srgbClr val="293638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Splat 1178"/>
            <p:cNvSpPr>
              <a:spLocks noGrp="1"/>
            </p:cNvSpPr>
            <p:nvPr/>
          </p:nvSpPr>
          <p:spPr>
            <a:xfrm rot="-9766968">
              <a:off x="2592092" y="1541583"/>
              <a:ext cx="680902" cy="566332"/>
            </a:xfrm>
            <a:prstGeom prst="ellipse">
              <a:avLst/>
            </a:prstGeom>
            <a:gradFill>
              <a:gsLst>
                <a:gs pos="0">
                  <a:srgbClr val="2E3952">
                    <a:alpha val="24174"/>
                  </a:srgbClr>
                </a:gs>
                <a:gs pos="14286">
                  <a:srgbClr val="2E3952">
                    <a:alpha val="22458"/>
                  </a:srgbClr>
                </a:gs>
                <a:gs pos="28571">
                  <a:srgbClr val="2E3952">
                    <a:alpha val="17921"/>
                  </a:srgbClr>
                </a:gs>
                <a:gs pos="42857">
                  <a:srgbClr val="2E3952">
                    <a:alpha val="12150"/>
                  </a:srgbClr>
                </a:gs>
                <a:gs pos="57143">
                  <a:srgbClr val="2E3952">
                    <a:alpha val="6926"/>
                  </a:srgbClr>
                </a:gs>
                <a:gs pos="71429">
                  <a:srgbClr val="2E3952">
                    <a:alpha val="3304"/>
                  </a:srgbClr>
                </a:gs>
                <a:gs pos="85714">
                  <a:srgbClr val="2E3952">
                    <a:alpha val="1320"/>
                  </a:srgbClr>
                </a:gs>
                <a:gs pos="100000">
                  <a:srgbClr val="2E3952">
                    <a:alpha val="4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Splat 1179"/>
            <p:cNvSpPr>
              <a:spLocks noGrp="1"/>
            </p:cNvSpPr>
            <p:nvPr/>
          </p:nvSpPr>
          <p:spPr>
            <a:xfrm rot="5514266">
              <a:off x="2406529" y="1708637"/>
              <a:ext cx="665615" cy="421893"/>
            </a:xfrm>
            <a:prstGeom prst="ellipse">
              <a:avLst/>
            </a:prstGeom>
            <a:gradFill>
              <a:gsLst>
                <a:gs pos="0">
                  <a:srgbClr val="34415A">
                    <a:alpha val="26538"/>
                  </a:srgbClr>
                </a:gs>
                <a:gs pos="14286">
                  <a:srgbClr val="34415A">
                    <a:alpha val="24682"/>
                  </a:srgbClr>
                </a:gs>
                <a:gs pos="28571">
                  <a:srgbClr val="34415A">
                    <a:alpha val="19755"/>
                  </a:srgbClr>
                </a:gs>
                <a:gs pos="42857">
                  <a:srgbClr val="34415A">
                    <a:alpha val="13442"/>
                  </a:srgbClr>
                </a:gs>
                <a:gs pos="57143">
                  <a:srgbClr val="34415A">
                    <a:alpha val="7687"/>
                  </a:srgbClr>
                </a:gs>
                <a:gs pos="71429">
                  <a:srgbClr val="34415A">
                    <a:alpha val="3675"/>
                  </a:srgbClr>
                </a:gs>
                <a:gs pos="85714">
                  <a:srgbClr val="34415A">
                    <a:alpha val="1470"/>
                  </a:srgbClr>
                </a:gs>
                <a:gs pos="100000">
                  <a:srgbClr val="34415A">
                    <a:alpha val="4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Splat 1180"/>
            <p:cNvSpPr>
              <a:spLocks noGrp="1"/>
            </p:cNvSpPr>
            <p:nvPr/>
          </p:nvSpPr>
          <p:spPr>
            <a:xfrm rot="-9593605">
              <a:off x="2227821" y="1685151"/>
              <a:ext cx="599780" cy="488213"/>
            </a:xfrm>
            <a:prstGeom prst="ellipse">
              <a:avLst/>
            </a:prstGeom>
            <a:gradFill>
              <a:gsLst>
                <a:gs pos="0">
                  <a:srgbClr val="4F4440">
                    <a:alpha val="32968"/>
                  </a:srgbClr>
                </a:gs>
                <a:gs pos="14286">
                  <a:srgbClr val="4F4440">
                    <a:alpha val="30764"/>
                  </a:srgbClr>
                </a:gs>
                <a:gs pos="28571">
                  <a:srgbClr val="4F4440">
                    <a:alpha val="24833"/>
                  </a:srgbClr>
                </a:gs>
                <a:gs pos="42857">
                  <a:srgbClr val="4F4440">
                    <a:alpha val="17075"/>
                  </a:srgbClr>
                </a:gs>
                <a:gs pos="57143">
                  <a:srgbClr val="4F4440">
                    <a:alpha val="9855"/>
                  </a:srgbClr>
                </a:gs>
                <a:gs pos="71429">
                  <a:srgbClr val="4F4440">
                    <a:alpha val="4740"/>
                  </a:srgbClr>
                </a:gs>
                <a:gs pos="85714">
                  <a:srgbClr val="4F4440">
                    <a:alpha val="1902"/>
                  </a:srgbClr>
                </a:gs>
                <a:gs pos="100000">
                  <a:srgbClr val="4F444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Splat 1181"/>
            <p:cNvSpPr>
              <a:spLocks noGrp="1"/>
            </p:cNvSpPr>
            <p:nvPr/>
          </p:nvSpPr>
          <p:spPr>
            <a:xfrm rot="-8889435">
              <a:off x="2128231" y="1669792"/>
              <a:ext cx="664361" cy="495698"/>
            </a:xfrm>
            <a:prstGeom prst="ellipse">
              <a:avLst/>
            </a:prstGeom>
            <a:gradFill>
              <a:gsLst>
                <a:gs pos="0">
                  <a:srgbClr val="37465F">
                    <a:alpha val="32968"/>
                  </a:srgbClr>
                </a:gs>
                <a:gs pos="14286">
                  <a:srgbClr val="37465F">
                    <a:alpha val="30764"/>
                  </a:srgbClr>
                </a:gs>
                <a:gs pos="28571">
                  <a:srgbClr val="37465F">
                    <a:alpha val="24833"/>
                  </a:srgbClr>
                </a:gs>
                <a:gs pos="42857">
                  <a:srgbClr val="37465F">
                    <a:alpha val="17075"/>
                  </a:srgbClr>
                </a:gs>
                <a:gs pos="57143">
                  <a:srgbClr val="37465F">
                    <a:alpha val="9855"/>
                  </a:srgbClr>
                </a:gs>
                <a:gs pos="71429">
                  <a:srgbClr val="37465F">
                    <a:alpha val="4740"/>
                  </a:srgbClr>
                </a:gs>
                <a:gs pos="85714">
                  <a:srgbClr val="37465F">
                    <a:alpha val="1902"/>
                  </a:srgbClr>
                </a:gs>
                <a:gs pos="100000">
                  <a:srgbClr val="3746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Splat 1182"/>
            <p:cNvSpPr>
              <a:spLocks noGrp="1"/>
            </p:cNvSpPr>
            <p:nvPr/>
          </p:nvSpPr>
          <p:spPr>
            <a:xfrm rot="7315622">
              <a:off x="1969027" y="1634668"/>
              <a:ext cx="586199" cy="514386"/>
            </a:xfrm>
            <a:prstGeom prst="ellipse">
              <a:avLst/>
            </a:prstGeom>
            <a:gradFill>
              <a:gsLst>
                <a:gs pos="0">
                  <a:srgbClr val="4C5367">
                    <a:alpha val="31451"/>
                  </a:srgbClr>
                </a:gs>
                <a:gs pos="14286">
                  <a:srgbClr val="4C5367">
                    <a:alpha val="29325"/>
                  </a:srgbClr>
                </a:gs>
                <a:gs pos="28571">
                  <a:srgbClr val="4C5367">
                    <a:alpha val="23623"/>
                  </a:srgbClr>
                </a:gs>
                <a:gs pos="42857">
                  <a:srgbClr val="4C5367">
                    <a:alpha val="16202"/>
                  </a:srgbClr>
                </a:gs>
                <a:gs pos="57143">
                  <a:srgbClr val="4C5367">
                    <a:alpha val="9330"/>
                  </a:srgbClr>
                </a:gs>
                <a:gs pos="71429">
                  <a:srgbClr val="4C5367">
                    <a:alpha val="4481"/>
                  </a:srgbClr>
                </a:gs>
                <a:gs pos="85714">
                  <a:srgbClr val="4C5367">
                    <a:alpha val="1797"/>
                  </a:srgbClr>
                </a:gs>
                <a:gs pos="100000">
                  <a:srgbClr val="4C5367">
                    <a:alpha val="6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Splat 1183"/>
            <p:cNvSpPr>
              <a:spLocks noGrp="1"/>
            </p:cNvSpPr>
            <p:nvPr/>
          </p:nvSpPr>
          <p:spPr>
            <a:xfrm rot="-8912485">
              <a:off x="1837502" y="1681461"/>
              <a:ext cx="587905" cy="491659"/>
            </a:xfrm>
            <a:prstGeom prst="ellipse">
              <a:avLst/>
            </a:prstGeom>
            <a:gradFill>
              <a:gsLst>
                <a:gs pos="0">
                  <a:srgbClr val="4C4D60">
                    <a:alpha val="31956"/>
                  </a:srgbClr>
                </a:gs>
                <a:gs pos="14286">
                  <a:srgbClr val="4C4D60">
                    <a:alpha val="29804"/>
                  </a:srgbClr>
                </a:gs>
                <a:gs pos="28571">
                  <a:srgbClr val="4C4D60">
                    <a:alpha val="24025"/>
                  </a:srgbClr>
                </a:gs>
                <a:gs pos="42857">
                  <a:srgbClr val="4C4D60">
                    <a:alpha val="16492"/>
                  </a:srgbClr>
                </a:gs>
                <a:gs pos="57143">
                  <a:srgbClr val="4C4D60">
                    <a:alpha val="9504"/>
                  </a:srgbClr>
                </a:gs>
                <a:gs pos="71429">
                  <a:srgbClr val="4C4D60">
                    <a:alpha val="4567"/>
                  </a:srgbClr>
                </a:gs>
                <a:gs pos="85714">
                  <a:srgbClr val="4C4D60">
                    <a:alpha val="1831"/>
                  </a:srgbClr>
                </a:gs>
                <a:gs pos="100000">
                  <a:srgbClr val="4C4D60">
                    <a:alpha val="6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Splat 1184"/>
            <p:cNvSpPr>
              <a:spLocks noGrp="1"/>
            </p:cNvSpPr>
            <p:nvPr/>
          </p:nvSpPr>
          <p:spPr>
            <a:xfrm rot="5441257">
              <a:off x="1298217" y="1583807"/>
              <a:ext cx="648369" cy="517837"/>
            </a:xfrm>
            <a:prstGeom prst="ellipse">
              <a:avLst/>
            </a:prstGeom>
            <a:gradFill>
              <a:gsLst>
                <a:gs pos="0">
                  <a:srgbClr val="AECCFA">
                    <a:alpha val="4134"/>
                  </a:srgbClr>
                </a:gs>
                <a:gs pos="14286">
                  <a:srgbClr val="AECCFA">
                    <a:alpha val="3806"/>
                  </a:srgbClr>
                </a:gs>
                <a:gs pos="28571">
                  <a:srgbClr val="AECCFA">
                    <a:alpha val="2968"/>
                  </a:srgbClr>
                </a:gs>
                <a:gs pos="42857">
                  <a:srgbClr val="AECCFA">
                    <a:alpha val="1957"/>
                  </a:srgbClr>
                </a:gs>
                <a:gs pos="57143">
                  <a:srgbClr val="AECCFA">
                    <a:alpha val="1089"/>
                  </a:srgbClr>
                </a:gs>
                <a:gs pos="71429">
                  <a:srgbClr val="AECCFA">
                    <a:alpha val="511"/>
                  </a:srgbClr>
                </a:gs>
                <a:gs pos="85714">
                  <a:srgbClr val="AECCFA">
                    <a:alpha val="203"/>
                  </a:srgbClr>
                </a:gs>
                <a:gs pos="100000">
                  <a:srgbClr val="AECCFA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Splat 1185"/>
            <p:cNvSpPr>
              <a:spLocks noGrp="1"/>
            </p:cNvSpPr>
            <p:nvPr/>
          </p:nvSpPr>
          <p:spPr>
            <a:xfrm rot="6052839">
              <a:off x="1117180" y="1639625"/>
              <a:ext cx="581567" cy="503540"/>
            </a:xfrm>
            <a:prstGeom prst="ellipse">
              <a:avLst/>
            </a:prstGeom>
            <a:gradFill>
              <a:gsLst>
                <a:gs pos="0">
                  <a:srgbClr val="59677F">
                    <a:alpha val="29427"/>
                  </a:srgbClr>
                </a:gs>
                <a:gs pos="14286">
                  <a:srgbClr val="59677F">
                    <a:alpha val="27409"/>
                  </a:srgbClr>
                </a:gs>
                <a:gs pos="28571">
                  <a:srgbClr val="59677F">
                    <a:alpha val="22020"/>
                  </a:srgbClr>
                </a:gs>
                <a:gs pos="42857">
                  <a:srgbClr val="59677F">
                    <a:alpha val="15053"/>
                  </a:srgbClr>
                </a:gs>
                <a:gs pos="57143">
                  <a:srgbClr val="59677F">
                    <a:alpha val="8643"/>
                  </a:srgbClr>
                </a:gs>
                <a:gs pos="71429">
                  <a:srgbClr val="59677F">
                    <a:alpha val="4143"/>
                  </a:srgbClr>
                </a:gs>
                <a:gs pos="85714">
                  <a:srgbClr val="59677F">
                    <a:alpha val="1659"/>
                  </a:srgbClr>
                </a:gs>
                <a:gs pos="100000">
                  <a:srgbClr val="59677F">
                    <a:alpha val="5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Splat 1186"/>
            <p:cNvSpPr>
              <a:spLocks noGrp="1"/>
            </p:cNvSpPr>
            <p:nvPr/>
          </p:nvSpPr>
          <p:spPr>
            <a:xfrm rot="7664022">
              <a:off x="469974" y="1664107"/>
              <a:ext cx="600025" cy="459239"/>
            </a:xfrm>
            <a:prstGeom prst="ellipse">
              <a:avLst/>
            </a:prstGeom>
            <a:gradFill>
              <a:gsLst>
                <a:gs pos="0">
                  <a:srgbClr val="8EB2D2">
                    <a:alpha val="11767"/>
                  </a:srgbClr>
                </a:gs>
                <a:gs pos="14286">
                  <a:srgbClr val="8EB2D2">
                    <a:alpha val="10869"/>
                  </a:srgbClr>
                </a:gs>
                <a:gs pos="28571">
                  <a:srgbClr val="8EB2D2">
                    <a:alpha val="8547"/>
                  </a:srgbClr>
                </a:gs>
                <a:gs pos="42857">
                  <a:srgbClr val="8EB2D2">
                    <a:alpha val="5692"/>
                  </a:srgbClr>
                </a:gs>
                <a:gs pos="57143">
                  <a:srgbClr val="8EB2D2">
                    <a:alpha val="3195"/>
                  </a:srgbClr>
                </a:gs>
                <a:gs pos="71429">
                  <a:srgbClr val="8EB2D2">
                    <a:alpha val="1508"/>
                  </a:srgbClr>
                </a:gs>
                <a:gs pos="85714">
                  <a:srgbClr val="8EB2D2">
                    <a:alpha val="599"/>
                  </a:srgbClr>
                </a:gs>
                <a:gs pos="100000">
                  <a:srgbClr val="8EB2D2">
                    <a:alpha val="2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Splat 1187"/>
            <p:cNvSpPr>
              <a:spLocks noGrp="1"/>
            </p:cNvSpPr>
            <p:nvPr/>
          </p:nvSpPr>
          <p:spPr>
            <a:xfrm rot="-8653875">
              <a:off x="-231916" y="1646364"/>
              <a:ext cx="671091" cy="402757"/>
            </a:xfrm>
            <a:prstGeom prst="ellipse">
              <a:avLst/>
            </a:prstGeom>
            <a:gradFill>
              <a:gsLst>
                <a:gs pos="0">
                  <a:srgbClr val="000000">
                    <a:alpha val="23675"/>
                  </a:srgbClr>
                </a:gs>
                <a:gs pos="14286">
                  <a:srgbClr val="000000">
                    <a:alpha val="21989"/>
                  </a:srgbClr>
                </a:gs>
                <a:gs pos="28571">
                  <a:srgbClr val="000000">
                    <a:alpha val="17536"/>
                  </a:srgbClr>
                </a:gs>
                <a:gs pos="42857">
                  <a:srgbClr val="000000">
                    <a:alpha val="11880"/>
                  </a:srgbClr>
                </a:gs>
                <a:gs pos="57143">
                  <a:srgbClr val="000000">
                    <a:alpha val="6768"/>
                  </a:srgbClr>
                </a:gs>
                <a:gs pos="71429">
                  <a:srgbClr val="000000">
                    <a:alpha val="3227"/>
                  </a:srgbClr>
                </a:gs>
                <a:gs pos="85714">
                  <a:srgbClr val="000000">
                    <a:alpha val="1289"/>
                  </a:srgbClr>
                </a:gs>
                <a:gs pos="100000">
                  <a:srgbClr val="000000">
                    <a:alpha val="4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Splat 1188"/>
            <p:cNvSpPr>
              <a:spLocks noGrp="1"/>
            </p:cNvSpPr>
            <p:nvPr/>
          </p:nvSpPr>
          <p:spPr>
            <a:xfrm rot="6824460">
              <a:off x="3178008" y="1465293"/>
              <a:ext cx="691340" cy="3832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Splat 1189"/>
            <p:cNvSpPr>
              <a:spLocks noGrp="1"/>
            </p:cNvSpPr>
            <p:nvPr/>
          </p:nvSpPr>
          <p:spPr>
            <a:xfrm rot="5159643">
              <a:off x="2748351" y="1449124"/>
              <a:ext cx="702114" cy="503404"/>
            </a:xfrm>
            <a:prstGeom prst="ellipse">
              <a:avLst/>
            </a:prstGeom>
            <a:gradFill>
              <a:gsLst>
                <a:gs pos="0">
                  <a:srgbClr val="425075">
                    <a:alpha val="5531"/>
                  </a:srgbClr>
                </a:gs>
                <a:gs pos="14286">
                  <a:srgbClr val="425075">
                    <a:alpha val="5096"/>
                  </a:srgbClr>
                </a:gs>
                <a:gs pos="28571">
                  <a:srgbClr val="425075">
                    <a:alpha val="3979"/>
                  </a:srgbClr>
                </a:gs>
                <a:gs pos="42857">
                  <a:srgbClr val="425075">
                    <a:alpha val="2628"/>
                  </a:srgbClr>
                </a:gs>
                <a:gs pos="57143">
                  <a:srgbClr val="425075">
                    <a:alpha val="1465"/>
                  </a:srgbClr>
                </a:gs>
                <a:gs pos="71429">
                  <a:srgbClr val="425075">
                    <a:alpha val="688"/>
                  </a:srgbClr>
                </a:gs>
                <a:gs pos="85714">
                  <a:srgbClr val="425075">
                    <a:alpha val="273"/>
                  </a:srgbClr>
                </a:gs>
                <a:gs pos="100000">
                  <a:srgbClr val="425075">
                    <a:alpha val="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Splat 1190"/>
            <p:cNvSpPr>
              <a:spLocks noGrp="1"/>
            </p:cNvSpPr>
            <p:nvPr/>
          </p:nvSpPr>
          <p:spPr>
            <a:xfrm rot="8910118">
              <a:off x="2566877" y="1448783"/>
              <a:ext cx="623843" cy="577416"/>
            </a:xfrm>
            <a:prstGeom prst="ellipse">
              <a:avLst/>
            </a:prstGeom>
            <a:gradFill>
              <a:gsLst>
                <a:gs pos="0">
                  <a:srgbClr val="394967">
                    <a:alpha val="10114"/>
                  </a:srgbClr>
                </a:gs>
                <a:gs pos="14286">
                  <a:srgbClr val="394967">
                    <a:alpha val="9335"/>
                  </a:srgbClr>
                </a:gs>
                <a:gs pos="28571">
                  <a:srgbClr val="394967">
                    <a:alpha val="7327"/>
                  </a:srgbClr>
                </a:gs>
                <a:gs pos="42857">
                  <a:srgbClr val="394967">
                    <a:alpha val="4869"/>
                  </a:srgbClr>
                </a:gs>
                <a:gs pos="57143">
                  <a:srgbClr val="394967">
                    <a:alpha val="2728"/>
                  </a:srgbClr>
                </a:gs>
                <a:gs pos="71429">
                  <a:srgbClr val="394967">
                    <a:alpha val="1286"/>
                  </a:srgbClr>
                </a:gs>
                <a:gs pos="85714">
                  <a:srgbClr val="394967">
                    <a:alpha val="511"/>
                  </a:srgbClr>
                </a:gs>
                <a:gs pos="100000">
                  <a:srgbClr val="394967">
                    <a:alpha val="1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Splat 1191"/>
            <p:cNvSpPr>
              <a:spLocks noGrp="1"/>
            </p:cNvSpPr>
            <p:nvPr/>
          </p:nvSpPr>
          <p:spPr>
            <a:xfrm rot="5286858">
              <a:off x="2384395" y="1494318"/>
              <a:ext cx="665050" cy="416438"/>
            </a:xfrm>
            <a:prstGeom prst="ellipse">
              <a:avLst/>
            </a:prstGeom>
            <a:gradFill>
              <a:gsLst>
                <a:gs pos="0">
                  <a:srgbClr val="637CAE">
                    <a:alpha val="3328"/>
                  </a:srgbClr>
                </a:gs>
                <a:gs pos="14286">
                  <a:srgbClr val="637CAE">
                    <a:alpha val="3063"/>
                  </a:srgbClr>
                </a:gs>
                <a:gs pos="28571">
                  <a:srgbClr val="637CAE">
                    <a:alpha val="2386"/>
                  </a:srgbClr>
                </a:gs>
                <a:gs pos="42857">
                  <a:srgbClr val="637CAE">
                    <a:alpha val="1572"/>
                  </a:srgbClr>
                </a:gs>
                <a:gs pos="57143">
                  <a:srgbClr val="637CAE">
                    <a:alpha val="874"/>
                  </a:srgbClr>
                </a:gs>
                <a:gs pos="71429">
                  <a:srgbClr val="637CAE">
                    <a:alpha val="410"/>
                  </a:srgbClr>
                </a:gs>
                <a:gs pos="85714">
                  <a:srgbClr val="637CAE">
                    <a:alpha val="162"/>
                  </a:srgbClr>
                </a:gs>
                <a:gs pos="100000">
                  <a:srgbClr val="637CAE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Splat 1192"/>
            <p:cNvSpPr>
              <a:spLocks noGrp="1"/>
            </p:cNvSpPr>
            <p:nvPr/>
          </p:nvSpPr>
          <p:spPr>
            <a:xfrm rot="3788634">
              <a:off x="2233813" y="1451098"/>
              <a:ext cx="602087" cy="470893"/>
            </a:xfrm>
            <a:prstGeom prst="ellipse">
              <a:avLst/>
            </a:prstGeom>
            <a:gradFill>
              <a:gsLst>
                <a:gs pos="0">
                  <a:srgbClr val="937D1C">
                    <a:alpha val="3280"/>
                  </a:srgbClr>
                </a:gs>
                <a:gs pos="14286">
                  <a:srgbClr val="937D1C">
                    <a:alpha val="3018"/>
                  </a:srgbClr>
                </a:gs>
                <a:gs pos="28571">
                  <a:srgbClr val="937D1C">
                    <a:alpha val="2352"/>
                  </a:srgbClr>
                </a:gs>
                <a:gs pos="42857">
                  <a:srgbClr val="937D1C">
                    <a:alpha val="1549"/>
                  </a:srgbClr>
                </a:gs>
                <a:gs pos="57143">
                  <a:srgbClr val="937D1C">
                    <a:alpha val="861"/>
                  </a:srgbClr>
                </a:gs>
                <a:gs pos="71429">
                  <a:srgbClr val="937D1C">
                    <a:alpha val="404"/>
                  </a:srgbClr>
                </a:gs>
                <a:gs pos="85714">
                  <a:srgbClr val="937D1C">
                    <a:alpha val="160"/>
                  </a:srgbClr>
                </a:gs>
                <a:gs pos="100000">
                  <a:srgbClr val="937D1C">
                    <a:alpha val="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Splat 1193"/>
            <p:cNvSpPr>
              <a:spLocks noGrp="1"/>
            </p:cNvSpPr>
            <p:nvPr/>
          </p:nvSpPr>
          <p:spPr>
            <a:xfrm rot="-9057019">
              <a:off x="2082263" y="1442892"/>
              <a:ext cx="656100" cy="578634"/>
            </a:xfrm>
            <a:prstGeom prst="ellipse">
              <a:avLst/>
            </a:prstGeom>
            <a:gradFill>
              <a:gsLst>
                <a:gs pos="0">
                  <a:srgbClr val="385076">
                    <a:alpha val="21344"/>
                  </a:srgbClr>
                </a:gs>
                <a:gs pos="14286">
                  <a:srgbClr val="385076">
                    <a:alpha val="19801"/>
                  </a:srgbClr>
                </a:gs>
                <a:gs pos="28571">
                  <a:srgbClr val="385076">
                    <a:alpha val="15746"/>
                  </a:srgbClr>
                </a:gs>
                <a:gs pos="42857">
                  <a:srgbClr val="385076">
                    <a:alpha val="10630"/>
                  </a:srgbClr>
                </a:gs>
                <a:gs pos="57143">
                  <a:srgbClr val="385076">
                    <a:alpha val="6037"/>
                  </a:srgbClr>
                </a:gs>
                <a:gs pos="71429">
                  <a:srgbClr val="385076">
                    <a:alpha val="2873"/>
                  </a:srgbClr>
                </a:gs>
                <a:gs pos="85714">
                  <a:srgbClr val="385076">
                    <a:alpha val="1146"/>
                  </a:srgbClr>
                </a:gs>
                <a:gs pos="100000">
                  <a:srgbClr val="385076">
                    <a:alpha val="3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Splat 1194"/>
            <p:cNvSpPr>
              <a:spLocks noGrp="1"/>
            </p:cNvSpPr>
            <p:nvPr/>
          </p:nvSpPr>
          <p:spPr>
            <a:xfrm rot="3199538">
              <a:off x="1907429" y="1362241"/>
              <a:ext cx="614594" cy="612282"/>
            </a:xfrm>
            <a:prstGeom prst="ellipse">
              <a:avLst/>
            </a:prstGeom>
            <a:gradFill>
              <a:gsLst>
                <a:gs pos="0">
                  <a:srgbClr val="70788F">
                    <a:alpha val="5440"/>
                  </a:srgbClr>
                </a:gs>
                <a:gs pos="14286">
                  <a:srgbClr val="70788F">
                    <a:alpha val="5011"/>
                  </a:srgbClr>
                </a:gs>
                <a:gs pos="28571">
                  <a:srgbClr val="70788F">
                    <a:alpha val="3913"/>
                  </a:srgbClr>
                </a:gs>
                <a:gs pos="42857">
                  <a:srgbClr val="70788F">
                    <a:alpha val="2584"/>
                  </a:srgbClr>
                </a:gs>
                <a:gs pos="57143">
                  <a:srgbClr val="70788F">
                    <a:alpha val="1440"/>
                  </a:srgbClr>
                </a:gs>
                <a:gs pos="71429">
                  <a:srgbClr val="70788F">
                    <a:alpha val="677"/>
                  </a:srgbClr>
                </a:gs>
                <a:gs pos="85714">
                  <a:srgbClr val="70788F">
                    <a:alpha val="268"/>
                  </a:srgbClr>
                </a:gs>
                <a:gs pos="100000">
                  <a:srgbClr val="70788F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Splat 1195"/>
            <p:cNvSpPr>
              <a:spLocks noGrp="1"/>
            </p:cNvSpPr>
            <p:nvPr/>
          </p:nvSpPr>
          <p:spPr>
            <a:xfrm rot="6109553">
              <a:off x="1768578" y="1452725"/>
              <a:ext cx="657960" cy="552210"/>
            </a:xfrm>
            <a:prstGeom prst="ellipse">
              <a:avLst/>
            </a:prstGeom>
            <a:gradFill>
              <a:gsLst>
                <a:gs pos="0">
                  <a:srgbClr val="6076A2">
                    <a:alpha val="12956"/>
                  </a:srgbClr>
                </a:gs>
                <a:gs pos="14286">
                  <a:srgbClr val="6076A2">
                    <a:alpha val="11974"/>
                  </a:srgbClr>
                </a:gs>
                <a:gs pos="28571">
                  <a:srgbClr val="6076A2">
                    <a:alpha val="9428"/>
                  </a:srgbClr>
                </a:gs>
                <a:gs pos="42857">
                  <a:srgbClr val="6076A2">
                    <a:alpha val="6289"/>
                  </a:srgbClr>
                </a:gs>
                <a:gs pos="57143">
                  <a:srgbClr val="6076A2">
                    <a:alpha val="3535"/>
                  </a:srgbClr>
                </a:gs>
                <a:gs pos="71429">
                  <a:srgbClr val="6076A2">
                    <a:alpha val="1671"/>
                  </a:srgbClr>
                </a:gs>
                <a:gs pos="85714">
                  <a:srgbClr val="6076A2">
                    <a:alpha val="664"/>
                  </a:srgbClr>
                </a:gs>
                <a:gs pos="100000">
                  <a:srgbClr val="6076A2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Splat 1196"/>
            <p:cNvSpPr>
              <a:spLocks noGrp="1"/>
            </p:cNvSpPr>
            <p:nvPr/>
          </p:nvSpPr>
          <p:spPr>
            <a:xfrm rot="7413007">
              <a:off x="1200711" y="1472826"/>
              <a:ext cx="652425" cy="578980"/>
            </a:xfrm>
            <a:prstGeom prst="ellipse">
              <a:avLst/>
            </a:prstGeom>
            <a:gradFill>
              <a:gsLst>
                <a:gs pos="0">
                  <a:srgbClr val="315A94">
                    <a:alpha val="5930"/>
                  </a:srgbClr>
                </a:gs>
                <a:gs pos="14286">
                  <a:srgbClr val="315A94">
                    <a:alpha val="5463"/>
                  </a:srgbClr>
                </a:gs>
                <a:gs pos="28571">
                  <a:srgbClr val="315A94">
                    <a:alpha val="4269"/>
                  </a:srgbClr>
                </a:gs>
                <a:gs pos="42857">
                  <a:srgbClr val="315A94">
                    <a:alpha val="2821"/>
                  </a:srgbClr>
                </a:gs>
                <a:gs pos="57143">
                  <a:srgbClr val="315A94">
                    <a:alpha val="1573"/>
                  </a:srgbClr>
                </a:gs>
                <a:gs pos="71429">
                  <a:srgbClr val="315A94">
                    <a:alpha val="739"/>
                  </a:srgbClr>
                </a:gs>
                <a:gs pos="85714">
                  <a:srgbClr val="315A94">
                    <a:alpha val="293"/>
                  </a:srgbClr>
                </a:gs>
                <a:gs pos="100000">
                  <a:srgbClr val="315A94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Splat 1197"/>
            <p:cNvSpPr>
              <a:spLocks noGrp="1"/>
            </p:cNvSpPr>
            <p:nvPr/>
          </p:nvSpPr>
          <p:spPr>
            <a:xfrm rot="5151883">
              <a:off x="1129693" y="1437971"/>
              <a:ext cx="643567" cy="555823"/>
            </a:xfrm>
            <a:prstGeom prst="ellipse">
              <a:avLst/>
            </a:prstGeom>
            <a:gradFill>
              <a:gsLst>
                <a:gs pos="0">
                  <a:srgbClr val="505B70">
                    <a:alpha val="32968"/>
                  </a:srgbClr>
                </a:gs>
                <a:gs pos="14286">
                  <a:srgbClr val="505B70">
                    <a:alpha val="30764"/>
                  </a:srgbClr>
                </a:gs>
                <a:gs pos="28571">
                  <a:srgbClr val="505B70">
                    <a:alpha val="24833"/>
                  </a:srgbClr>
                </a:gs>
                <a:gs pos="42857">
                  <a:srgbClr val="505B70">
                    <a:alpha val="17075"/>
                  </a:srgbClr>
                </a:gs>
                <a:gs pos="57143">
                  <a:srgbClr val="505B70">
                    <a:alpha val="9855"/>
                  </a:srgbClr>
                </a:gs>
                <a:gs pos="71429">
                  <a:srgbClr val="505B70">
                    <a:alpha val="4740"/>
                  </a:srgbClr>
                </a:gs>
                <a:gs pos="85714">
                  <a:srgbClr val="505B70">
                    <a:alpha val="1902"/>
                  </a:srgbClr>
                </a:gs>
                <a:gs pos="100000">
                  <a:srgbClr val="505B7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Splat 1198"/>
            <p:cNvSpPr>
              <a:spLocks noGrp="1"/>
            </p:cNvSpPr>
            <p:nvPr/>
          </p:nvSpPr>
          <p:spPr>
            <a:xfrm rot="5477873">
              <a:off x="367526" y="1492871"/>
              <a:ext cx="708753" cy="422194"/>
            </a:xfrm>
            <a:prstGeom prst="ellipse">
              <a:avLst/>
            </a:prstGeom>
            <a:gradFill>
              <a:gsLst>
                <a:gs pos="0">
                  <a:srgbClr val="6D7B9C">
                    <a:alpha val="32968"/>
                  </a:srgbClr>
                </a:gs>
                <a:gs pos="14286">
                  <a:srgbClr val="6D7B9C">
                    <a:alpha val="30764"/>
                  </a:srgbClr>
                </a:gs>
                <a:gs pos="28571">
                  <a:srgbClr val="6D7B9C">
                    <a:alpha val="24833"/>
                  </a:srgbClr>
                </a:gs>
                <a:gs pos="42857">
                  <a:srgbClr val="6D7B9C">
                    <a:alpha val="17075"/>
                  </a:srgbClr>
                </a:gs>
                <a:gs pos="57143">
                  <a:srgbClr val="6D7B9C">
                    <a:alpha val="9855"/>
                  </a:srgbClr>
                </a:gs>
                <a:gs pos="71429">
                  <a:srgbClr val="6D7B9C">
                    <a:alpha val="4740"/>
                  </a:srgbClr>
                </a:gs>
                <a:gs pos="85714">
                  <a:srgbClr val="6D7B9C">
                    <a:alpha val="1902"/>
                  </a:srgbClr>
                </a:gs>
                <a:gs pos="100000">
                  <a:srgbClr val="6D7B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Splat 1199"/>
            <p:cNvSpPr>
              <a:spLocks noGrp="1"/>
            </p:cNvSpPr>
            <p:nvPr/>
          </p:nvSpPr>
          <p:spPr>
            <a:xfrm rot="4508849">
              <a:off x="3299459" y="1381318"/>
              <a:ext cx="571539" cy="328835"/>
            </a:xfrm>
            <a:prstGeom prst="ellipse">
              <a:avLst/>
            </a:prstGeom>
            <a:gradFill>
              <a:gsLst>
                <a:gs pos="0">
                  <a:srgbClr val="6E6F6F">
                    <a:alpha val="3940"/>
                  </a:srgbClr>
                </a:gs>
                <a:gs pos="14286">
                  <a:srgbClr val="6E6F6F">
                    <a:alpha val="3628"/>
                  </a:srgbClr>
                </a:gs>
                <a:gs pos="28571">
                  <a:srgbClr val="6E6F6F">
                    <a:alpha val="2828"/>
                  </a:srgbClr>
                </a:gs>
                <a:gs pos="42857">
                  <a:srgbClr val="6E6F6F">
                    <a:alpha val="1864"/>
                  </a:srgbClr>
                </a:gs>
                <a:gs pos="57143">
                  <a:srgbClr val="6E6F6F">
                    <a:alpha val="1037"/>
                  </a:srgbClr>
                </a:gs>
                <a:gs pos="71429">
                  <a:srgbClr val="6E6F6F">
                    <a:alpha val="487"/>
                  </a:srgbClr>
                </a:gs>
                <a:gs pos="85714">
                  <a:srgbClr val="6E6F6F">
                    <a:alpha val="193"/>
                  </a:srgbClr>
                </a:gs>
                <a:gs pos="100000">
                  <a:srgbClr val="6E6F6F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Splat 1200"/>
            <p:cNvSpPr>
              <a:spLocks noGrp="1"/>
            </p:cNvSpPr>
            <p:nvPr/>
          </p:nvSpPr>
          <p:spPr>
            <a:xfrm rot="6732416">
              <a:off x="2799078" y="1280269"/>
              <a:ext cx="593898" cy="569516"/>
            </a:xfrm>
            <a:prstGeom prst="ellipse">
              <a:avLst/>
            </a:prstGeom>
            <a:gradFill>
              <a:gsLst>
                <a:gs pos="0">
                  <a:srgbClr val="415A85">
                    <a:alpha val="2420"/>
                  </a:srgbClr>
                </a:gs>
                <a:gs pos="14286">
                  <a:srgbClr val="415A85">
                    <a:alpha val="2227"/>
                  </a:srgbClr>
                </a:gs>
                <a:gs pos="28571">
                  <a:srgbClr val="415A85">
                    <a:alpha val="1733"/>
                  </a:srgbClr>
                </a:gs>
                <a:gs pos="42857">
                  <a:srgbClr val="415A85">
                    <a:alpha val="1140"/>
                  </a:srgbClr>
                </a:gs>
                <a:gs pos="57143">
                  <a:srgbClr val="415A85">
                    <a:alpha val="634"/>
                  </a:srgbClr>
                </a:gs>
                <a:gs pos="71429">
                  <a:srgbClr val="415A85">
                    <a:alpha val="297"/>
                  </a:srgbClr>
                </a:gs>
                <a:gs pos="85714">
                  <a:srgbClr val="415A85">
                    <a:alpha val="118"/>
                  </a:srgbClr>
                </a:gs>
                <a:gs pos="100000">
                  <a:srgbClr val="415A85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Splat 1201"/>
            <p:cNvSpPr>
              <a:spLocks noGrp="1"/>
            </p:cNvSpPr>
            <p:nvPr/>
          </p:nvSpPr>
          <p:spPr>
            <a:xfrm rot="5483049">
              <a:off x="2569672" y="1278183"/>
              <a:ext cx="648769" cy="577301"/>
            </a:xfrm>
            <a:prstGeom prst="ellipse">
              <a:avLst/>
            </a:prstGeom>
            <a:gradFill>
              <a:gsLst>
                <a:gs pos="0">
                  <a:srgbClr val="3E5072">
                    <a:alpha val="12019"/>
                  </a:srgbClr>
                </a:gs>
                <a:gs pos="14286">
                  <a:srgbClr val="3E5072">
                    <a:alpha val="11103"/>
                  </a:srgbClr>
                </a:gs>
                <a:gs pos="28571">
                  <a:srgbClr val="3E5072">
                    <a:alpha val="8733"/>
                  </a:srgbClr>
                </a:gs>
                <a:gs pos="42857">
                  <a:srgbClr val="3E5072">
                    <a:alpha val="5818"/>
                  </a:srgbClr>
                </a:gs>
                <a:gs pos="57143">
                  <a:srgbClr val="3E5072">
                    <a:alpha val="3267"/>
                  </a:srgbClr>
                </a:gs>
                <a:gs pos="71429">
                  <a:srgbClr val="3E5072">
                    <a:alpha val="1543"/>
                  </a:srgbClr>
                </a:gs>
                <a:gs pos="85714">
                  <a:srgbClr val="3E5072">
                    <a:alpha val="613"/>
                  </a:srgbClr>
                </a:gs>
                <a:gs pos="100000">
                  <a:srgbClr val="3E5072">
                    <a:alpha val="2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Splat 1202"/>
            <p:cNvSpPr>
              <a:spLocks noGrp="1"/>
            </p:cNvSpPr>
            <p:nvPr/>
          </p:nvSpPr>
          <p:spPr>
            <a:xfrm rot="4501176">
              <a:off x="2388185" y="1327920"/>
              <a:ext cx="606577" cy="409056"/>
            </a:xfrm>
            <a:prstGeom prst="ellipse">
              <a:avLst/>
            </a:prstGeom>
            <a:gradFill>
              <a:gsLst>
                <a:gs pos="0">
                  <a:srgbClr val="5779AC">
                    <a:alpha val="4869"/>
                  </a:srgbClr>
                </a:gs>
                <a:gs pos="14286">
                  <a:srgbClr val="5779AC">
                    <a:alpha val="4484"/>
                  </a:srgbClr>
                </a:gs>
                <a:gs pos="28571">
                  <a:srgbClr val="5779AC">
                    <a:alpha val="3499"/>
                  </a:srgbClr>
                </a:gs>
                <a:gs pos="42857">
                  <a:srgbClr val="5779AC">
                    <a:alpha val="2309"/>
                  </a:srgbClr>
                </a:gs>
                <a:gs pos="57143">
                  <a:srgbClr val="5779AC">
                    <a:alpha val="1286"/>
                  </a:srgbClr>
                </a:gs>
                <a:gs pos="71429">
                  <a:srgbClr val="5779AC">
                    <a:alpha val="604"/>
                  </a:srgbClr>
                </a:gs>
                <a:gs pos="85714">
                  <a:srgbClr val="5779AC">
                    <a:alpha val="239"/>
                  </a:srgbClr>
                </a:gs>
                <a:gs pos="100000">
                  <a:srgbClr val="5779AC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Splat 1203"/>
            <p:cNvSpPr>
              <a:spLocks noGrp="1"/>
            </p:cNvSpPr>
            <p:nvPr/>
          </p:nvSpPr>
          <p:spPr>
            <a:xfrm rot="3129064">
              <a:off x="2282280" y="1298819"/>
              <a:ext cx="586207" cy="486830"/>
            </a:xfrm>
            <a:prstGeom prst="ellipse">
              <a:avLst/>
            </a:prstGeom>
            <a:gradFill>
              <a:gsLst>
                <a:gs pos="0">
                  <a:srgbClr val="422E00">
                    <a:alpha val="7448"/>
                  </a:srgbClr>
                </a:gs>
                <a:gs pos="14286">
                  <a:srgbClr val="422E00">
                    <a:alpha val="6867"/>
                  </a:srgbClr>
                </a:gs>
                <a:gs pos="28571">
                  <a:srgbClr val="422E00">
                    <a:alpha val="5374"/>
                  </a:srgbClr>
                </a:gs>
                <a:gs pos="42857">
                  <a:srgbClr val="422E00">
                    <a:alpha val="3558"/>
                  </a:srgbClr>
                </a:gs>
                <a:gs pos="57143">
                  <a:srgbClr val="422E00">
                    <a:alpha val="1988"/>
                  </a:srgbClr>
                </a:gs>
                <a:gs pos="71429">
                  <a:srgbClr val="422E00">
                    <a:alpha val="935"/>
                  </a:srgbClr>
                </a:gs>
                <a:gs pos="85714">
                  <a:srgbClr val="422E00">
                    <a:alpha val="371"/>
                  </a:srgbClr>
                </a:gs>
                <a:gs pos="100000">
                  <a:srgbClr val="422E00">
                    <a:alpha val="1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Splat 1204"/>
            <p:cNvSpPr>
              <a:spLocks noGrp="1"/>
            </p:cNvSpPr>
            <p:nvPr/>
          </p:nvSpPr>
          <p:spPr>
            <a:xfrm rot="4426626">
              <a:off x="2085573" y="1330801"/>
              <a:ext cx="675167" cy="462314"/>
            </a:xfrm>
            <a:prstGeom prst="ellipse">
              <a:avLst/>
            </a:prstGeom>
            <a:gradFill>
              <a:gsLst>
                <a:gs pos="0">
                  <a:srgbClr val="385483">
                    <a:alpha val="11898"/>
                  </a:srgbClr>
                </a:gs>
                <a:gs pos="14286">
                  <a:srgbClr val="385483">
                    <a:alpha val="10991"/>
                  </a:srgbClr>
                </a:gs>
                <a:gs pos="28571">
                  <a:srgbClr val="385483">
                    <a:alpha val="8643"/>
                  </a:srgbClr>
                </a:gs>
                <a:gs pos="42857">
                  <a:srgbClr val="385483">
                    <a:alpha val="5757"/>
                  </a:srgbClr>
                </a:gs>
                <a:gs pos="57143">
                  <a:srgbClr val="385483">
                    <a:alpha val="3232"/>
                  </a:srgbClr>
                </a:gs>
                <a:gs pos="71429">
                  <a:srgbClr val="385483">
                    <a:alpha val="1526"/>
                  </a:srgbClr>
                </a:gs>
                <a:gs pos="85714">
                  <a:srgbClr val="385483">
                    <a:alpha val="606"/>
                  </a:srgbClr>
                </a:gs>
                <a:gs pos="100000">
                  <a:srgbClr val="385483">
                    <a:alpha val="2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Splat 1205"/>
            <p:cNvSpPr>
              <a:spLocks noGrp="1"/>
            </p:cNvSpPr>
            <p:nvPr/>
          </p:nvSpPr>
          <p:spPr>
            <a:xfrm rot="4998699">
              <a:off x="1940336" y="1241740"/>
              <a:ext cx="641240" cy="564544"/>
            </a:xfrm>
            <a:prstGeom prst="ellipse">
              <a:avLst/>
            </a:prstGeom>
            <a:gradFill>
              <a:gsLst>
                <a:gs pos="0">
                  <a:srgbClr val="47597F">
                    <a:alpha val="18982"/>
                  </a:srgbClr>
                </a:gs>
                <a:gs pos="14286">
                  <a:srgbClr val="47597F">
                    <a:alpha val="17591"/>
                  </a:srgbClr>
                </a:gs>
                <a:gs pos="28571">
                  <a:srgbClr val="47597F">
                    <a:alpha val="13948"/>
                  </a:srgbClr>
                </a:gs>
                <a:gs pos="42857">
                  <a:srgbClr val="47597F">
                    <a:alpha val="9383"/>
                  </a:srgbClr>
                </a:gs>
                <a:gs pos="57143">
                  <a:srgbClr val="47597F">
                    <a:alpha val="5313"/>
                  </a:srgbClr>
                </a:gs>
                <a:gs pos="71429">
                  <a:srgbClr val="47597F">
                    <a:alpha val="2523"/>
                  </a:srgbClr>
                </a:gs>
                <a:gs pos="85714">
                  <a:srgbClr val="47597F">
                    <a:alpha val="1005"/>
                  </a:srgbClr>
                </a:gs>
                <a:gs pos="100000">
                  <a:srgbClr val="47597F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Splat 1206"/>
            <p:cNvSpPr>
              <a:spLocks noGrp="1"/>
            </p:cNvSpPr>
            <p:nvPr/>
          </p:nvSpPr>
          <p:spPr>
            <a:xfrm rot="4693383">
              <a:off x="1326703" y="1341848"/>
              <a:ext cx="634469" cy="523492"/>
            </a:xfrm>
            <a:prstGeom prst="ellipse">
              <a:avLst/>
            </a:prstGeom>
            <a:gradFill>
              <a:gsLst>
                <a:gs pos="0">
                  <a:srgbClr val="ABB9A4">
                    <a:alpha val="2578"/>
                  </a:srgbClr>
                </a:gs>
                <a:gs pos="14286">
                  <a:srgbClr val="ABB9A4">
                    <a:alpha val="2372"/>
                  </a:srgbClr>
                </a:gs>
                <a:gs pos="28571">
                  <a:srgbClr val="ABB9A4">
                    <a:alpha val="1846"/>
                  </a:srgbClr>
                </a:gs>
                <a:gs pos="42857">
                  <a:srgbClr val="ABB9A4">
                    <a:alpha val="1215"/>
                  </a:srgbClr>
                </a:gs>
                <a:gs pos="57143">
                  <a:srgbClr val="ABB9A4">
                    <a:alpha val="675"/>
                  </a:srgbClr>
                </a:gs>
                <a:gs pos="71429">
                  <a:srgbClr val="ABB9A4">
                    <a:alpha val="317"/>
                  </a:srgbClr>
                </a:gs>
                <a:gs pos="85714">
                  <a:srgbClr val="ABB9A4">
                    <a:alpha val="125"/>
                  </a:srgbClr>
                </a:gs>
                <a:gs pos="100000">
                  <a:srgbClr val="ABB9A4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Splat 1207"/>
            <p:cNvSpPr>
              <a:spLocks noGrp="1"/>
            </p:cNvSpPr>
            <p:nvPr/>
          </p:nvSpPr>
          <p:spPr>
            <a:xfrm rot="6062949">
              <a:off x="1139204" y="1283652"/>
              <a:ext cx="650309" cy="565365"/>
            </a:xfrm>
            <a:prstGeom prst="ellipse">
              <a:avLst/>
            </a:prstGeom>
            <a:gradFill>
              <a:gsLst>
                <a:gs pos="0">
                  <a:srgbClr val="4A5B80">
                    <a:alpha val="30682"/>
                  </a:srgbClr>
                </a:gs>
                <a:gs pos="14286">
                  <a:srgbClr val="4A5B80">
                    <a:alpha val="28597"/>
                  </a:srgbClr>
                </a:gs>
                <a:gs pos="28571">
                  <a:srgbClr val="4A5B80">
                    <a:alpha val="23012"/>
                  </a:srgbClr>
                </a:gs>
                <a:gs pos="42857">
                  <a:srgbClr val="4A5B80">
                    <a:alpha val="15763"/>
                  </a:srgbClr>
                </a:gs>
                <a:gs pos="57143">
                  <a:srgbClr val="4A5B80">
                    <a:alpha val="9067"/>
                  </a:srgbClr>
                </a:gs>
                <a:gs pos="71429">
                  <a:srgbClr val="4A5B80">
                    <a:alpha val="4352"/>
                  </a:srgbClr>
                </a:gs>
                <a:gs pos="85714">
                  <a:srgbClr val="4A5B80">
                    <a:alpha val="1744"/>
                  </a:srgbClr>
                </a:gs>
                <a:gs pos="100000">
                  <a:srgbClr val="4A5B80">
                    <a:alpha val="5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Splat 1208"/>
            <p:cNvSpPr>
              <a:spLocks noGrp="1"/>
            </p:cNvSpPr>
            <p:nvPr/>
          </p:nvSpPr>
          <p:spPr>
            <a:xfrm rot="5129991">
              <a:off x="990369" y="1368805"/>
              <a:ext cx="653594" cy="390819"/>
            </a:xfrm>
            <a:prstGeom prst="ellipse">
              <a:avLst/>
            </a:prstGeom>
            <a:gradFill>
              <a:gsLst>
                <a:gs pos="0">
                  <a:srgbClr val="7B96CF">
                    <a:alpha val="3896"/>
                  </a:srgbClr>
                </a:gs>
                <a:gs pos="14286">
                  <a:srgbClr val="7B96CF">
                    <a:alpha val="3586"/>
                  </a:srgbClr>
                </a:gs>
                <a:gs pos="28571">
                  <a:srgbClr val="7B96CF">
                    <a:alpha val="2796"/>
                  </a:srgbClr>
                </a:gs>
                <a:gs pos="42857">
                  <a:srgbClr val="7B96CF">
                    <a:alpha val="1843"/>
                  </a:srgbClr>
                </a:gs>
                <a:gs pos="57143">
                  <a:srgbClr val="7B96CF">
                    <a:alpha val="1025"/>
                  </a:srgbClr>
                </a:gs>
                <a:gs pos="71429">
                  <a:srgbClr val="7B96CF">
                    <a:alpha val="481"/>
                  </a:srgbClr>
                </a:gs>
                <a:gs pos="85714">
                  <a:srgbClr val="7B96CF">
                    <a:alpha val="191"/>
                  </a:srgbClr>
                </a:gs>
                <a:gs pos="100000">
                  <a:srgbClr val="7B96CF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Splat 1209"/>
            <p:cNvSpPr>
              <a:spLocks noGrp="1"/>
            </p:cNvSpPr>
            <p:nvPr/>
          </p:nvSpPr>
          <p:spPr>
            <a:xfrm rot="5916536">
              <a:off x="597435" y="1304096"/>
              <a:ext cx="603323" cy="517091"/>
            </a:xfrm>
            <a:prstGeom prst="ellipse">
              <a:avLst/>
            </a:prstGeom>
            <a:gradFill>
              <a:gsLst>
                <a:gs pos="0">
                  <a:srgbClr val="98AD3F">
                    <a:alpha val="1911"/>
                  </a:srgbClr>
                </a:gs>
                <a:gs pos="14286">
                  <a:srgbClr val="98AD3F">
                    <a:alpha val="1758"/>
                  </a:srgbClr>
                </a:gs>
                <a:gs pos="28571">
                  <a:srgbClr val="98AD3F">
                    <a:alpha val="1367"/>
                  </a:srgbClr>
                </a:gs>
                <a:gs pos="42857">
                  <a:srgbClr val="98AD3F">
                    <a:alpha val="899"/>
                  </a:srgbClr>
                </a:gs>
                <a:gs pos="57143">
                  <a:srgbClr val="98AD3F">
                    <a:alpha val="499"/>
                  </a:srgbClr>
                </a:gs>
                <a:gs pos="71429">
                  <a:srgbClr val="98AD3F">
                    <a:alpha val="234"/>
                  </a:srgbClr>
                </a:gs>
                <a:gs pos="85714">
                  <a:srgbClr val="98AD3F">
                    <a:alpha val="93"/>
                  </a:srgbClr>
                </a:gs>
                <a:gs pos="100000">
                  <a:srgbClr val="98AD3F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Splat 1210"/>
            <p:cNvSpPr>
              <a:spLocks noGrp="1"/>
            </p:cNvSpPr>
            <p:nvPr/>
          </p:nvSpPr>
          <p:spPr>
            <a:xfrm rot="4847639">
              <a:off x="355424" y="1405224"/>
              <a:ext cx="689099" cy="388149"/>
            </a:xfrm>
            <a:prstGeom prst="ellipse">
              <a:avLst/>
            </a:prstGeom>
            <a:gradFill>
              <a:gsLst>
                <a:gs pos="0">
                  <a:srgbClr val="435E85">
                    <a:alpha val="32759"/>
                  </a:srgbClr>
                </a:gs>
                <a:gs pos="14286">
                  <a:srgbClr val="435E85">
                    <a:alpha val="30566"/>
                  </a:srgbClr>
                </a:gs>
                <a:gs pos="28571">
                  <a:srgbClr val="435E85">
                    <a:alpha val="24666"/>
                  </a:srgbClr>
                </a:gs>
                <a:gs pos="42857">
                  <a:srgbClr val="435E85">
                    <a:alpha val="16955"/>
                  </a:srgbClr>
                </a:gs>
                <a:gs pos="57143">
                  <a:srgbClr val="435E85">
                    <a:alpha val="9782"/>
                  </a:srgbClr>
                </a:gs>
                <a:gs pos="71429">
                  <a:srgbClr val="435E85">
                    <a:alpha val="4704"/>
                  </a:srgbClr>
                </a:gs>
                <a:gs pos="85714">
                  <a:srgbClr val="435E85">
                    <a:alpha val="1887"/>
                  </a:srgbClr>
                </a:gs>
                <a:gs pos="100000">
                  <a:srgbClr val="435E85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Splat 1211"/>
            <p:cNvSpPr>
              <a:spLocks noGrp="1"/>
            </p:cNvSpPr>
            <p:nvPr/>
          </p:nvSpPr>
          <p:spPr>
            <a:xfrm rot="5348439">
              <a:off x="2775609" y="1147038"/>
              <a:ext cx="635788" cy="497121"/>
            </a:xfrm>
            <a:prstGeom prst="ellipse">
              <a:avLst/>
            </a:prstGeom>
            <a:gradFill>
              <a:gsLst>
                <a:gs pos="0">
                  <a:srgbClr val="38507F">
                    <a:alpha val="5087"/>
                  </a:srgbClr>
                </a:gs>
                <a:gs pos="14286">
                  <a:srgbClr val="38507F">
                    <a:alpha val="4685"/>
                  </a:srgbClr>
                </a:gs>
                <a:gs pos="28571">
                  <a:srgbClr val="38507F">
                    <a:alpha val="3657"/>
                  </a:srgbClr>
                </a:gs>
                <a:gs pos="42857">
                  <a:srgbClr val="38507F">
                    <a:alpha val="2414"/>
                  </a:srgbClr>
                </a:gs>
                <a:gs pos="57143">
                  <a:srgbClr val="38507F">
                    <a:alpha val="1345"/>
                  </a:srgbClr>
                </a:gs>
                <a:gs pos="71429">
                  <a:srgbClr val="38507F">
                    <a:alpha val="632"/>
                  </a:srgbClr>
                </a:gs>
                <a:gs pos="85714">
                  <a:srgbClr val="38507F">
                    <a:alpha val="250"/>
                  </a:srgbClr>
                </a:gs>
                <a:gs pos="100000">
                  <a:srgbClr val="38507F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Splat 1212"/>
            <p:cNvSpPr>
              <a:spLocks noGrp="1"/>
            </p:cNvSpPr>
            <p:nvPr/>
          </p:nvSpPr>
          <p:spPr>
            <a:xfrm rot="-8866254">
              <a:off x="2571794" y="1092622"/>
              <a:ext cx="652827" cy="567101"/>
            </a:xfrm>
            <a:prstGeom prst="ellipse">
              <a:avLst/>
            </a:prstGeom>
            <a:gradFill>
              <a:gsLst>
                <a:gs pos="0">
                  <a:srgbClr val="415788">
                    <a:alpha val="4390"/>
                  </a:srgbClr>
                </a:gs>
                <a:gs pos="14286">
                  <a:srgbClr val="415788">
                    <a:alpha val="4042"/>
                  </a:srgbClr>
                </a:gs>
                <a:gs pos="28571">
                  <a:srgbClr val="415788">
                    <a:alpha val="3153"/>
                  </a:srgbClr>
                </a:gs>
                <a:gs pos="42857">
                  <a:srgbClr val="415788">
                    <a:alpha val="2080"/>
                  </a:srgbClr>
                </a:gs>
                <a:gs pos="57143">
                  <a:srgbClr val="415788">
                    <a:alpha val="1158"/>
                  </a:srgbClr>
                </a:gs>
                <a:gs pos="71429">
                  <a:srgbClr val="415788">
                    <a:alpha val="544"/>
                  </a:srgbClr>
                </a:gs>
                <a:gs pos="85714">
                  <a:srgbClr val="415788">
                    <a:alpha val="215"/>
                  </a:srgbClr>
                </a:gs>
                <a:gs pos="100000">
                  <a:srgbClr val="415788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Splat 1213"/>
            <p:cNvSpPr>
              <a:spLocks noGrp="1"/>
            </p:cNvSpPr>
            <p:nvPr/>
          </p:nvSpPr>
          <p:spPr>
            <a:xfrm rot="4412049">
              <a:off x="2452262" y="1131902"/>
              <a:ext cx="625816" cy="536078"/>
            </a:xfrm>
            <a:prstGeom prst="ellipse">
              <a:avLst/>
            </a:prstGeom>
            <a:gradFill>
              <a:gsLst>
                <a:gs pos="0">
                  <a:srgbClr val="2C478F">
                    <a:alpha val="4711"/>
                  </a:srgbClr>
                </a:gs>
                <a:gs pos="14286">
                  <a:srgbClr val="2C478F">
                    <a:alpha val="4338"/>
                  </a:srgbClr>
                </a:gs>
                <a:gs pos="28571">
                  <a:srgbClr val="2C478F">
                    <a:alpha val="3385"/>
                  </a:srgbClr>
                </a:gs>
                <a:gs pos="42857">
                  <a:srgbClr val="2C478F">
                    <a:alpha val="2234"/>
                  </a:srgbClr>
                </a:gs>
                <a:gs pos="57143">
                  <a:srgbClr val="2C478F">
                    <a:alpha val="1244"/>
                  </a:srgbClr>
                </a:gs>
                <a:gs pos="71429">
                  <a:srgbClr val="2C478F">
                    <a:alpha val="584"/>
                  </a:srgbClr>
                </a:gs>
                <a:gs pos="85714">
                  <a:srgbClr val="2C478F">
                    <a:alpha val="231"/>
                  </a:srgbClr>
                </a:gs>
                <a:gs pos="100000">
                  <a:srgbClr val="2C478F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Splat 1214"/>
            <p:cNvSpPr>
              <a:spLocks noGrp="1"/>
            </p:cNvSpPr>
            <p:nvPr/>
          </p:nvSpPr>
          <p:spPr>
            <a:xfrm rot="9153673">
              <a:off x="2330524" y="1167344"/>
              <a:ext cx="602536" cy="427149"/>
            </a:xfrm>
            <a:prstGeom prst="ellipse">
              <a:avLst/>
            </a:prstGeom>
            <a:gradFill>
              <a:gsLst>
                <a:gs pos="0">
                  <a:srgbClr val="768EB5">
                    <a:alpha val="1946"/>
                  </a:srgbClr>
                </a:gs>
                <a:gs pos="14286">
                  <a:srgbClr val="768EB5">
                    <a:alpha val="1790"/>
                  </a:srgbClr>
                </a:gs>
                <a:gs pos="28571">
                  <a:srgbClr val="768EB5">
                    <a:alpha val="1392"/>
                  </a:srgbClr>
                </a:gs>
                <a:gs pos="42857">
                  <a:srgbClr val="768EB5">
                    <a:alpha val="916"/>
                  </a:srgbClr>
                </a:gs>
                <a:gs pos="57143">
                  <a:srgbClr val="768EB5">
                    <a:alpha val="508"/>
                  </a:srgbClr>
                </a:gs>
                <a:gs pos="71429">
                  <a:srgbClr val="768EB5">
                    <a:alpha val="238"/>
                  </a:srgbClr>
                </a:gs>
                <a:gs pos="85714">
                  <a:srgbClr val="768EB5">
                    <a:alpha val="94"/>
                  </a:srgbClr>
                </a:gs>
                <a:gs pos="100000">
                  <a:srgbClr val="768EB5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Splat 1215"/>
            <p:cNvSpPr>
              <a:spLocks noGrp="1"/>
            </p:cNvSpPr>
            <p:nvPr/>
          </p:nvSpPr>
          <p:spPr>
            <a:xfrm rot="4502088">
              <a:off x="2037887" y="1093768"/>
              <a:ext cx="655309" cy="520646"/>
            </a:xfrm>
            <a:prstGeom prst="ellipse">
              <a:avLst/>
            </a:prstGeom>
            <a:gradFill>
              <a:gsLst>
                <a:gs pos="0">
                  <a:srgbClr val="585C7B">
                    <a:alpha val="5841"/>
                  </a:srgbClr>
                </a:gs>
                <a:gs pos="14286">
                  <a:srgbClr val="585C7B">
                    <a:alpha val="5381"/>
                  </a:srgbClr>
                </a:gs>
                <a:gs pos="28571">
                  <a:srgbClr val="585C7B">
                    <a:alpha val="4204"/>
                  </a:srgbClr>
                </a:gs>
                <a:gs pos="42857">
                  <a:srgbClr val="585C7B">
                    <a:alpha val="2778"/>
                  </a:srgbClr>
                </a:gs>
                <a:gs pos="57143">
                  <a:srgbClr val="585C7B">
                    <a:alpha val="1549"/>
                  </a:srgbClr>
                </a:gs>
                <a:gs pos="71429">
                  <a:srgbClr val="585C7B">
                    <a:alpha val="728"/>
                  </a:srgbClr>
                </a:gs>
                <a:gs pos="85714">
                  <a:srgbClr val="585C7B">
                    <a:alpha val="289"/>
                  </a:srgbClr>
                </a:gs>
                <a:gs pos="100000">
                  <a:srgbClr val="585C7B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Splat 1216"/>
            <p:cNvSpPr>
              <a:spLocks noGrp="1"/>
            </p:cNvSpPr>
            <p:nvPr/>
          </p:nvSpPr>
          <p:spPr>
            <a:xfrm rot="-9804623">
              <a:off x="1931830" y="1098513"/>
              <a:ext cx="619193" cy="590296"/>
            </a:xfrm>
            <a:prstGeom prst="ellipse">
              <a:avLst/>
            </a:prstGeom>
            <a:gradFill>
              <a:gsLst>
                <a:gs pos="0">
                  <a:srgbClr val="30415E">
                    <a:alpha val="23698"/>
                  </a:srgbClr>
                </a:gs>
                <a:gs pos="14286">
                  <a:srgbClr val="30415E">
                    <a:alpha val="22010"/>
                  </a:srgbClr>
                </a:gs>
                <a:gs pos="28571">
                  <a:srgbClr val="30415E">
                    <a:alpha val="17553"/>
                  </a:srgbClr>
                </a:gs>
                <a:gs pos="42857">
                  <a:srgbClr val="30415E">
                    <a:alpha val="11892"/>
                  </a:srgbClr>
                </a:gs>
                <a:gs pos="57143">
                  <a:srgbClr val="30415E">
                    <a:alpha val="6775"/>
                  </a:srgbClr>
                </a:gs>
                <a:gs pos="71429">
                  <a:srgbClr val="30415E">
                    <a:alpha val="3230"/>
                  </a:srgbClr>
                </a:gs>
                <a:gs pos="85714">
                  <a:srgbClr val="30415E">
                    <a:alpha val="1290"/>
                  </a:srgbClr>
                </a:gs>
                <a:gs pos="100000">
                  <a:srgbClr val="30415E">
                    <a:alpha val="4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Splat 1217"/>
            <p:cNvSpPr>
              <a:spLocks noGrp="1"/>
            </p:cNvSpPr>
            <p:nvPr/>
          </p:nvSpPr>
          <p:spPr>
            <a:xfrm rot="5288804">
              <a:off x="1755467" y="1123939"/>
              <a:ext cx="574674" cy="508983"/>
            </a:xfrm>
            <a:prstGeom prst="ellipse">
              <a:avLst/>
            </a:prstGeom>
            <a:gradFill>
              <a:gsLst>
                <a:gs pos="0">
                  <a:srgbClr val="758DD2">
                    <a:alpha val="3519"/>
                  </a:srgbClr>
                </a:gs>
                <a:gs pos="14286">
                  <a:srgbClr val="758DD2">
                    <a:alpha val="3239"/>
                  </a:srgbClr>
                </a:gs>
                <a:gs pos="28571">
                  <a:srgbClr val="758DD2">
                    <a:alpha val="2524"/>
                  </a:srgbClr>
                </a:gs>
                <a:gs pos="42857">
                  <a:srgbClr val="758DD2">
                    <a:alpha val="1663"/>
                  </a:srgbClr>
                </a:gs>
                <a:gs pos="57143">
                  <a:srgbClr val="758DD2">
                    <a:alpha val="925"/>
                  </a:srgbClr>
                </a:gs>
                <a:gs pos="71429">
                  <a:srgbClr val="758DD2">
                    <a:alpha val="434"/>
                  </a:srgbClr>
                </a:gs>
                <a:gs pos="85714">
                  <a:srgbClr val="758DD2">
                    <a:alpha val="172"/>
                  </a:srgbClr>
                </a:gs>
                <a:gs pos="100000">
                  <a:srgbClr val="758DD2">
                    <a:alpha val="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Splat 1218"/>
            <p:cNvSpPr>
              <a:spLocks noGrp="1"/>
            </p:cNvSpPr>
            <p:nvPr/>
          </p:nvSpPr>
          <p:spPr>
            <a:xfrm rot="5536531">
              <a:off x="1350403" y="1236468"/>
              <a:ext cx="649964" cy="323186"/>
            </a:xfrm>
            <a:prstGeom prst="ellipse">
              <a:avLst/>
            </a:prstGeom>
            <a:gradFill>
              <a:gsLst>
                <a:gs pos="0">
                  <a:srgbClr val="85A7FE">
                    <a:alpha val="2707"/>
                  </a:srgbClr>
                </a:gs>
                <a:gs pos="14286">
                  <a:srgbClr val="85A7FE">
                    <a:alpha val="2490"/>
                  </a:srgbClr>
                </a:gs>
                <a:gs pos="28571">
                  <a:srgbClr val="85A7FE">
                    <a:alpha val="1939"/>
                  </a:srgbClr>
                </a:gs>
                <a:gs pos="42857">
                  <a:srgbClr val="85A7FE">
                    <a:alpha val="1276"/>
                  </a:srgbClr>
                </a:gs>
                <a:gs pos="57143">
                  <a:srgbClr val="85A7FE">
                    <a:alpha val="709"/>
                  </a:srgbClr>
                </a:gs>
                <a:gs pos="71429">
                  <a:srgbClr val="85A7FE">
                    <a:alpha val="333"/>
                  </a:srgbClr>
                </a:gs>
                <a:gs pos="85714">
                  <a:srgbClr val="85A7FE">
                    <a:alpha val="132"/>
                  </a:srgbClr>
                </a:gs>
                <a:gs pos="100000">
                  <a:srgbClr val="85A7FE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Splat 1219"/>
            <p:cNvSpPr>
              <a:spLocks noGrp="1"/>
            </p:cNvSpPr>
            <p:nvPr/>
          </p:nvSpPr>
          <p:spPr>
            <a:xfrm rot="5483480">
              <a:off x="1242391" y="1105452"/>
              <a:ext cx="663228" cy="518267"/>
            </a:xfrm>
            <a:prstGeom prst="ellipse">
              <a:avLst/>
            </a:prstGeom>
            <a:gradFill>
              <a:gsLst>
                <a:gs pos="0">
                  <a:srgbClr val="7382BD">
                    <a:alpha val="4590"/>
                  </a:srgbClr>
                </a:gs>
                <a:gs pos="14286">
                  <a:srgbClr val="7382BD">
                    <a:alpha val="4227"/>
                  </a:srgbClr>
                </a:gs>
                <a:gs pos="28571">
                  <a:srgbClr val="7382BD">
                    <a:alpha val="3298"/>
                  </a:srgbClr>
                </a:gs>
                <a:gs pos="42857">
                  <a:srgbClr val="7382BD">
                    <a:alpha val="2176"/>
                  </a:srgbClr>
                </a:gs>
                <a:gs pos="57143">
                  <a:srgbClr val="7382BD">
                    <a:alpha val="1211"/>
                  </a:srgbClr>
                </a:gs>
                <a:gs pos="71429">
                  <a:srgbClr val="7382BD">
                    <a:alpha val="569"/>
                  </a:srgbClr>
                </a:gs>
                <a:gs pos="85714">
                  <a:srgbClr val="7382BD">
                    <a:alpha val="225"/>
                  </a:srgbClr>
                </a:gs>
                <a:gs pos="100000">
                  <a:srgbClr val="7382BD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Splat 1220"/>
            <p:cNvSpPr>
              <a:spLocks noGrp="1"/>
            </p:cNvSpPr>
            <p:nvPr/>
          </p:nvSpPr>
          <p:spPr>
            <a:xfrm rot="6629047">
              <a:off x="1126050" y="1072531"/>
              <a:ext cx="641019" cy="555204"/>
            </a:xfrm>
            <a:prstGeom prst="ellipse">
              <a:avLst/>
            </a:prstGeom>
            <a:gradFill>
              <a:gsLst>
                <a:gs pos="0">
                  <a:srgbClr val="445E8C">
                    <a:alpha val="25144"/>
                  </a:srgbClr>
                </a:gs>
                <a:gs pos="14286">
                  <a:srgbClr val="445E8C">
                    <a:alpha val="23370"/>
                  </a:srgbClr>
                </a:gs>
                <a:gs pos="28571">
                  <a:srgbClr val="445E8C">
                    <a:alpha val="18672"/>
                  </a:srgbClr>
                </a:gs>
                <a:gs pos="42857">
                  <a:srgbClr val="445E8C">
                    <a:alpha val="12677"/>
                  </a:srgbClr>
                </a:gs>
                <a:gs pos="57143">
                  <a:srgbClr val="445E8C">
                    <a:alpha val="7236"/>
                  </a:srgbClr>
                </a:gs>
                <a:gs pos="71429">
                  <a:srgbClr val="445E8C">
                    <a:alpha val="3455"/>
                  </a:srgbClr>
                </a:gs>
                <a:gs pos="85714">
                  <a:srgbClr val="445E8C">
                    <a:alpha val="1381"/>
                  </a:srgbClr>
                </a:gs>
                <a:gs pos="100000">
                  <a:srgbClr val="445E8C">
                    <a:alpha val="4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Splat 1221"/>
            <p:cNvSpPr>
              <a:spLocks noGrp="1"/>
            </p:cNvSpPr>
            <p:nvPr/>
          </p:nvSpPr>
          <p:spPr>
            <a:xfrm rot="5904830">
              <a:off x="578190" y="1145056"/>
              <a:ext cx="661101" cy="415967"/>
            </a:xfrm>
            <a:prstGeom prst="ellipse">
              <a:avLst/>
            </a:prstGeom>
            <a:gradFill>
              <a:gsLst>
                <a:gs pos="0">
                  <a:srgbClr val="6889CA">
                    <a:alpha val="4203"/>
                  </a:srgbClr>
                </a:gs>
                <a:gs pos="14286">
                  <a:srgbClr val="6889CA">
                    <a:alpha val="3869"/>
                  </a:srgbClr>
                </a:gs>
                <a:gs pos="28571">
                  <a:srgbClr val="6889CA">
                    <a:alpha val="3018"/>
                  </a:srgbClr>
                </a:gs>
                <a:gs pos="42857">
                  <a:srgbClr val="6889CA">
                    <a:alpha val="1990"/>
                  </a:srgbClr>
                </a:gs>
                <a:gs pos="57143">
                  <a:srgbClr val="6889CA">
                    <a:alpha val="1107"/>
                  </a:srgbClr>
                </a:gs>
                <a:gs pos="71429">
                  <a:srgbClr val="6889CA">
                    <a:alpha val="520"/>
                  </a:srgbClr>
                </a:gs>
                <a:gs pos="85714">
                  <a:srgbClr val="6889CA">
                    <a:alpha val="206"/>
                  </a:srgbClr>
                </a:gs>
                <a:gs pos="100000">
                  <a:srgbClr val="6889CA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Splat 1222"/>
            <p:cNvSpPr>
              <a:spLocks noGrp="1"/>
            </p:cNvSpPr>
            <p:nvPr/>
          </p:nvSpPr>
          <p:spPr>
            <a:xfrm rot="4565625">
              <a:off x="412062" y="1149522"/>
              <a:ext cx="722963" cy="473669"/>
            </a:xfrm>
            <a:prstGeom prst="ellipse">
              <a:avLst/>
            </a:prstGeom>
            <a:gradFill>
              <a:gsLst>
                <a:gs pos="0">
                  <a:srgbClr val="4A6597">
                    <a:alpha val="32968"/>
                  </a:srgbClr>
                </a:gs>
                <a:gs pos="14286">
                  <a:srgbClr val="4A6597">
                    <a:alpha val="30764"/>
                  </a:srgbClr>
                </a:gs>
                <a:gs pos="28571">
                  <a:srgbClr val="4A6597">
                    <a:alpha val="24833"/>
                  </a:srgbClr>
                </a:gs>
                <a:gs pos="42857">
                  <a:srgbClr val="4A6597">
                    <a:alpha val="17075"/>
                  </a:srgbClr>
                </a:gs>
                <a:gs pos="57143">
                  <a:srgbClr val="4A6597">
                    <a:alpha val="9855"/>
                  </a:srgbClr>
                </a:gs>
                <a:gs pos="71429">
                  <a:srgbClr val="4A6597">
                    <a:alpha val="4740"/>
                  </a:srgbClr>
                </a:gs>
                <a:gs pos="85714">
                  <a:srgbClr val="4A6597">
                    <a:alpha val="1902"/>
                  </a:srgbClr>
                </a:gs>
                <a:gs pos="100000">
                  <a:srgbClr val="4A65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Splat 1223"/>
            <p:cNvSpPr>
              <a:spLocks noGrp="1"/>
            </p:cNvSpPr>
            <p:nvPr/>
          </p:nvSpPr>
          <p:spPr>
            <a:xfrm rot="5545940">
              <a:off x="252273" y="1250627"/>
              <a:ext cx="753941" cy="284502"/>
            </a:xfrm>
            <a:prstGeom prst="ellipse">
              <a:avLst/>
            </a:prstGeom>
            <a:gradFill>
              <a:gsLst>
                <a:gs pos="0">
                  <a:srgbClr val="7CA3EB">
                    <a:alpha val="3989"/>
                  </a:srgbClr>
                </a:gs>
                <a:gs pos="14286">
                  <a:srgbClr val="7CA3EB">
                    <a:alpha val="3673"/>
                  </a:srgbClr>
                </a:gs>
                <a:gs pos="28571">
                  <a:srgbClr val="7CA3EB">
                    <a:alpha val="2863"/>
                  </a:srgbClr>
                </a:gs>
                <a:gs pos="42857">
                  <a:srgbClr val="7CA3EB">
                    <a:alpha val="1888"/>
                  </a:srgbClr>
                </a:gs>
                <a:gs pos="57143">
                  <a:srgbClr val="7CA3EB">
                    <a:alpha val="1050"/>
                  </a:srgbClr>
                </a:gs>
                <a:gs pos="71429">
                  <a:srgbClr val="7CA3EB">
                    <a:alpha val="493"/>
                  </a:srgbClr>
                </a:gs>
                <a:gs pos="85714">
                  <a:srgbClr val="7CA3EB">
                    <a:alpha val="195"/>
                  </a:srgbClr>
                </a:gs>
                <a:gs pos="100000">
                  <a:srgbClr val="7CA3EB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Splat 1224"/>
            <p:cNvSpPr>
              <a:spLocks noGrp="1"/>
            </p:cNvSpPr>
            <p:nvPr/>
          </p:nvSpPr>
          <p:spPr>
            <a:xfrm rot="5105448">
              <a:off x="75748" y="1177072"/>
              <a:ext cx="701824" cy="429860"/>
            </a:xfrm>
            <a:prstGeom prst="ellipse">
              <a:avLst/>
            </a:prstGeom>
            <a:gradFill>
              <a:gsLst>
                <a:gs pos="0">
                  <a:srgbClr val="060600">
                    <a:alpha val="17792"/>
                  </a:srgbClr>
                </a:gs>
                <a:gs pos="14286">
                  <a:srgbClr val="060600">
                    <a:alpha val="16479"/>
                  </a:srgbClr>
                </a:gs>
                <a:gs pos="28571">
                  <a:srgbClr val="060600">
                    <a:alpha val="13048"/>
                  </a:srgbClr>
                </a:gs>
                <a:gs pos="42857">
                  <a:srgbClr val="060600">
                    <a:alpha val="8763"/>
                  </a:srgbClr>
                </a:gs>
                <a:gs pos="57143">
                  <a:srgbClr val="060600">
                    <a:alpha val="4954"/>
                  </a:srgbClr>
                </a:gs>
                <a:gs pos="71429">
                  <a:srgbClr val="060600">
                    <a:alpha val="2351"/>
                  </a:srgbClr>
                </a:gs>
                <a:gs pos="85714">
                  <a:srgbClr val="060600">
                    <a:alpha val="936"/>
                  </a:srgbClr>
                </a:gs>
                <a:gs pos="100000">
                  <a:srgbClr val="060600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Splat 1225"/>
            <p:cNvSpPr>
              <a:spLocks noGrp="1"/>
            </p:cNvSpPr>
            <p:nvPr/>
          </p:nvSpPr>
          <p:spPr>
            <a:xfrm rot="6079344">
              <a:off x="3292219" y="1008084"/>
              <a:ext cx="678084" cy="382403"/>
            </a:xfrm>
            <a:prstGeom prst="ellipse">
              <a:avLst/>
            </a:prstGeom>
            <a:gradFill>
              <a:gsLst>
                <a:gs pos="0">
                  <a:srgbClr val="000000">
                    <a:alpha val="7927"/>
                  </a:srgbClr>
                </a:gs>
                <a:gs pos="14286">
                  <a:srgbClr val="000000">
                    <a:alpha val="7310"/>
                  </a:srgbClr>
                </a:gs>
                <a:gs pos="28571">
                  <a:srgbClr val="000000">
                    <a:alpha val="5723"/>
                  </a:srgbClr>
                </a:gs>
                <a:gs pos="42857">
                  <a:srgbClr val="000000">
                    <a:alpha val="3792"/>
                  </a:srgbClr>
                </a:gs>
                <a:gs pos="57143">
                  <a:srgbClr val="000000">
                    <a:alpha val="2119"/>
                  </a:srgbClr>
                </a:gs>
                <a:gs pos="71429">
                  <a:srgbClr val="000000">
                    <a:alpha val="998"/>
                  </a:srgbClr>
                </a:gs>
                <a:gs pos="85714">
                  <a:srgbClr val="000000">
                    <a:alpha val="396"/>
                  </a:srgbClr>
                </a:gs>
                <a:gs pos="100000">
                  <a:srgbClr val="000000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Splat 1226"/>
            <p:cNvSpPr>
              <a:spLocks noGrp="1"/>
            </p:cNvSpPr>
            <p:nvPr/>
          </p:nvSpPr>
          <p:spPr>
            <a:xfrm rot="-9155326">
              <a:off x="2566809" y="944779"/>
              <a:ext cx="713740" cy="586555"/>
            </a:xfrm>
            <a:prstGeom prst="ellipse">
              <a:avLst/>
            </a:prstGeom>
            <a:gradFill>
              <a:gsLst>
                <a:gs pos="0">
                  <a:srgbClr val="375187">
                    <a:alpha val="5016"/>
                  </a:srgbClr>
                </a:gs>
                <a:gs pos="14286">
                  <a:srgbClr val="375187">
                    <a:alpha val="4620"/>
                  </a:srgbClr>
                </a:gs>
                <a:gs pos="28571">
                  <a:srgbClr val="375187">
                    <a:alpha val="3606"/>
                  </a:srgbClr>
                </a:gs>
                <a:gs pos="42857">
                  <a:srgbClr val="375187">
                    <a:alpha val="2380"/>
                  </a:srgbClr>
                </a:gs>
                <a:gs pos="57143">
                  <a:srgbClr val="375187">
                    <a:alpha val="1326"/>
                  </a:srgbClr>
                </a:gs>
                <a:gs pos="71429">
                  <a:srgbClr val="375187">
                    <a:alpha val="623"/>
                  </a:srgbClr>
                </a:gs>
                <a:gs pos="85714">
                  <a:srgbClr val="375187">
                    <a:alpha val="247"/>
                  </a:srgbClr>
                </a:gs>
                <a:gs pos="100000">
                  <a:srgbClr val="375187">
                    <a:alpha val="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Splat 1227"/>
            <p:cNvSpPr>
              <a:spLocks noGrp="1"/>
            </p:cNvSpPr>
            <p:nvPr/>
          </p:nvSpPr>
          <p:spPr>
            <a:xfrm rot="7637713">
              <a:off x="2401384" y="971540"/>
              <a:ext cx="628493" cy="517781"/>
            </a:xfrm>
            <a:prstGeom prst="ellipse">
              <a:avLst/>
            </a:prstGeom>
            <a:gradFill>
              <a:gsLst>
                <a:gs pos="0">
                  <a:srgbClr val="5C7EA5">
                    <a:alpha val="1496"/>
                  </a:srgbClr>
                </a:gs>
                <a:gs pos="14286">
                  <a:srgbClr val="5C7EA5">
                    <a:alpha val="1376"/>
                  </a:srgbClr>
                </a:gs>
                <a:gs pos="28571">
                  <a:srgbClr val="5C7EA5">
                    <a:alpha val="1070"/>
                  </a:srgbClr>
                </a:gs>
                <a:gs pos="42857">
                  <a:srgbClr val="5C7EA5">
                    <a:alpha val="703"/>
                  </a:srgbClr>
                </a:gs>
                <a:gs pos="57143">
                  <a:srgbClr val="5C7EA5">
                    <a:alpha val="390"/>
                  </a:srgbClr>
                </a:gs>
                <a:gs pos="71429">
                  <a:srgbClr val="5C7EA5">
                    <a:alpha val="183"/>
                  </a:srgbClr>
                </a:gs>
                <a:gs pos="85714">
                  <a:srgbClr val="5C7EA5">
                    <a:alpha val="72"/>
                  </a:srgbClr>
                </a:gs>
                <a:gs pos="100000">
                  <a:srgbClr val="5C7EA5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Splat 1228"/>
            <p:cNvSpPr>
              <a:spLocks noGrp="1"/>
            </p:cNvSpPr>
            <p:nvPr/>
          </p:nvSpPr>
          <p:spPr>
            <a:xfrm rot="8298784">
              <a:off x="2269085" y="944449"/>
              <a:ext cx="568212" cy="530993"/>
            </a:xfrm>
            <a:prstGeom prst="ellipse">
              <a:avLst/>
            </a:prstGeom>
            <a:gradFill>
              <a:gsLst>
                <a:gs pos="0">
                  <a:srgbClr val="888400">
                    <a:alpha val="1294"/>
                  </a:srgbClr>
                </a:gs>
                <a:gs pos="14286">
                  <a:srgbClr val="888400">
                    <a:alpha val="1190"/>
                  </a:srgbClr>
                </a:gs>
                <a:gs pos="28571">
                  <a:srgbClr val="888400">
                    <a:alpha val="925"/>
                  </a:srgbClr>
                </a:gs>
                <a:gs pos="42857">
                  <a:srgbClr val="888400">
                    <a:alpha val="608"/>
                  </a:srgbClr>
                </a:gs>
                <a:gs pos="57143">
                  <a:srgbClr val="888400">
                    <a:alpha val="337"/>
                  </a:srgbClr>
                </a:gs>
                <a:gs pos="71429">
                  <a:srgbClr val="888400">
                    <a:alpha val="158"/>
                  </a:srgbClr>
                </a:gs>
                <a:gs pos="85714">
                  <a:srgbClr val="888400">
                    <a:alpha val="63"/>
                  </a:srgbClr>
                </a:gs>
                <a:gs pos="100000">
                  <a:srgbClr val="888400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Splat 1229"/>
            <p:cNvSpPr>
              <a:spLocks noGrp="1"/>
            </p:cNvSpPr>
            <p:nvPr/>
          </p:nvSpPr>
          <p:spPr>
            <a:xfrm rot="5446652">
              <a:off x="2120591" y="1058144"/>
              <a:ext cx="632920" cy="373127"/>
            </a:xfrm>
            <a:prstGeom prst="ellipse">
              <a:avLst/>
            </a:prstGeom>
            <a:gradFill>
              <a:gsLst>
                <a:gs pos="0">
                  <a:srgbClr val="3F7CCB">
                    <a:alpha val="2811"/>
                  </a:srgbClr>
                </a:gs>
                <a:gs pos="14286">
                  <a:srgbClr val="3F7CCB">
                    <a:alpha val="2587"/>
                  </a:srgbClr>
                </a:gs>
                <a:gs pos="28571">
                  <a:srgbClr val="3F7CCB">
                    <a:alpha val="2015"/>
                  </a:srgbClr>
                </a:gs>
                <a:gs pos="42857">
                  <a:srgbClr val="3F7CCB">
                    <a:alpha val="1326"/>
                  </a:srgbClr>
                </a:gs>
                <a:gs pos="57143">
                  <a:srgbClr val="3F7CCB">
                    <a:alpha val="737"/>
                  </a:srgbClr>
                </a:gs>
                <a:gs pos="71429">
                  <a:srgbClr val="3F7CCB">
                    <a:alpha val="346"/>
                  </a:srgbClr>
                </a:gs>
                <a:gs pos="85714">
                  <a:srgbClr val="3F7CCB">
                    <a:alpha val="137"/>
                  </a:srgbClr>
                </a:gs>
                <a:gs pos="100000">
                  <a:srgbClr val="3F7CCB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Splat 1230"/>
            <p:cNvSpPr>
              <a:spLocks noGrp="1"/>
            </p:cNvSpPr>
            <p:nvPr/>
          </p:nvSpPr>
          <p:spPr>
            <a:xfrm rot="8014295">
              <a:off x="1867631" y="967324"/>
              <a:ext cx="686892" cy="586176"/>
            </a:xfrm>
            <a:prstGeom prst="ellipse">
              <a:avLst/>
            </a:prstGeom>
            <a:gradFill>
              <a:gsLst>
                <a:gs pos="0">
                  <a:srgbClr val="364C74">
                    <a:alpha val="15858"/>
                  </a:srgbClr>
                </a:gs>
                <a:gs pos="14286">
                  <a:srgbClr val="364C74">
                    <a:alpha val="14675"/>
                  </a:srgbClr>
                </a:gs>
                <a:gs pos="28571">
                  <a:srgbClr val="364C74">
                    <a:alpha val="11593"/>
                  </a:srgbClr>
                </a:gs>
                <a:gs pos="42857">
                  <a:srgbClr val="364C74">
                    <a:alpha val="7765"/>
                  </a:srgbClr>
                </a:gs>
                <a:gs pos="57143">
                  <a:srgbClr val="364C74">
                    <a:alpha val="4380"/>
                  </a:srgbClr>
                </a:gs>
                <a:gs pos="71429">
                  <a:srgbClr val="364C74">
                    <a:alpha val="2075"/>
                  </a:srgbClr>
                </a:gs>
                <a:gs pos="85714">
                  <a:srgbClr val="364C74">
                    <a:alpha val="826"/>
                  </a:srgbClr>
                </a:gs>
                <a:gs pos="100000">
                  <a:srgbClr val="364C74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Splat 1231"/>
            <p:cNvSpPr>
              <a:spLocks noGrp="1"/>
            </p:cNvSpPr>
            <p:nvPr/>
          </p:nvSpPr>
          <p:spPr>
            <a:xfrm rot="4730914">
              <a:off x="1782793" y="902166"/>
              <a:ext cx="578768" cy="530705"/>
            </a:xfrm>
            <a:prstGeom prst="ellipse">
              <a:avLst/>
            </a:prstGeom>
            <a:gradFill>
              <a:gsLst>
                <a:gs pos="0">
                  <a:srgbClr val="566E9F">
                    <a:alpha val="5268"/>
                  </a:srgbClr>
                </a:gs>
                <a:gs pos="14286">
                  <a:srgbClr val="566E9F">
                    <a:alpha val="4852"/>
                  </a:srgbClr>
                </a:gs>
                <a:gs pos="28571">
                  <a:srgbClr val="566E9F">
                    <a:alpha val="3788"/>
                  </a:srgbClr>
                </a:gs>
                <a:gs pos="42857">
                  <a:srgbClr val="566E9F">
                    <a:alpha val="2501"/>
                  </a:srgbClr>
                </a:gs>
                <a:gs pos="57143">
                  <a:srgbClr val="566E9F">
                    <a:alpha val="1394"/>
                  </a:srgbClr>
                </a:gs>
                <a:gs pos="71429">
                  <a:srgbClr val="566E9F">
                    <a:alpha val="655"/>
                  </a:srgbClr>
                </a:gs>
                <a:gs pos="85714">
                  <a:srgbClr val="566E9F">
                    <a:alpha val="259"/>
                  </a:srgbClr>
                </a:gs>
                <a:gs pos="100000">
                  <a:srgbClr val="566E9F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Splat 1232"/>
            <p:cNvSpPr>
              <a:spLocks noGrp="1"/>
            </p:cNvSpPr>
            <p:nvPr/>
          </p:nvSpPr>
          <p:spPr>
            <a:xfrm rot="3668154">
              <a:off x="1257511" y="978728"/>
              <a:ext cx="600501" cy="500456"/>
            </a:xfrm>
            <a:prstGeom prst="ellipse">
              <a:avLst/>
            </a:prstGeom>
            <a:gradFill>
              <a:gsLst>
                <a:gs pos="0">
                  <a:srgbClr val="4F689D">
                    <a:alpha val="13110"/>
                  </a:srgbClr>
                </a:gs>
                <a:gs pos="14286">
                  <a:srgbClr val="4F689D">
                    <a:alpha val="12117"/>
                  </a:srgbClr>
                </a:gs>
                <a:gs pos="28571">
                  <a:srgbClr val="4F689D">
                    <a:alpha val="9542"/>
                  </a:srgbClr>
                </a:gs>
                <a:gs pos="42857">
                  <a:srgbClr val="4F689D">
                    <a:alpha val="6366"/>
                  </a:srgbClr>
                </a:gs>
                <a:gs pos="57143">
                  <a:srgbClr val="4F689D">
                    <a:alpha val="3579"/>
                  </a:srgbClr>
                </a:gs>
                <a:gs pos="71429">
                  <a:srgbClr val="4F689D">
                    <a:alpha val="1692"/>
                  </a:srgbClr>
                </a:gs>
                <a:gs pos="85714">
                  <a:srgbClr val="4F689D">
                    <a:alpha val="672"/>
                  </a:srgbClr>
                </a:gs>
                <a:gs pos="100000">
                  <a:srgbClr val="4F689D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Splat 1233"/>
            <p:cNvSpPr>
              <a:spLocks noGrp="1"/>
            </p:cNvSpPr>
            <p:nvPr/>
          </p:nvSpPr>
          <p:spPr>
            <a:xfrm rot="4046322">
              <a:off x="1123561" y="918157"/>
              <a:ext cx="651819" cy="571933"/>
            </a:xfrm>
            <a:prstGeom prst="ellipse">
              <a:avLst/>
            </a:prstGeom>
            <a:gradFill>
              <a:gsLst>
                <a:gs pos="0">
                  <a:srgbClr val="171701">
                    <a:alpha val="22616"/>
                  </a:srgbClr>
                </a:gs>
                <a:gs pos="14286">
                  <a:srgbClr val="171701">
                    <a:alpha val="20994"/>
                  </a:srgbClr>
                </a:gs>
                <a:gs pos="28571">
                  <a:srgbClr val="171701">
                    <a:alpha val="16720"/>
                  </a:srgbClr>
                </a:gs>
                <a:gs pos="42857">
                  <a:srgbClr val="171701">
                    <a:alpha val="11309"/>
                  </a:srgbClr>
                </a:gs>
                <a:gs pos="57143">
                  <a:srgbClr val="171701">
                    <a:alpha val="6434"/>
                  </a:srgbClr>
                </a:gs>
                <a:gs pos="71429">
                  <a:srgbClr val="171701">
                    <a:alpha val="3065"/>
                  </a:srgbClr>
                </a:gs>
                <a:gs pos="85714">
                  <a:srgbClr val="171701">
                    <a:alpha val="1223"/>
                  </a:srgbClr>
                </a:gs>
                <a:gs pos="100000">
                  <a:srgbClr val="171701">
                    <a:alpha val="4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Splat 1234"/>
            <p:cNvSpPr>
              <a:spLocks noGrp="1"/>
            </p:cNvSpPr>
            <p:nvPr/>
          </p:nvSpPr>
          <p:spPr>
            <a:xfrm rot="6682645">
              <a:off x="947579" y="906574"/>
              <a:ext cx="648156" cy="557378"/>
            </a:xfrm>
            <a:prstGeom prst="ellipse">
              <a:avLst/>
            </a:prstGeom>
            <a:gradFill>
              <a:gsLst>
                <a:gs pos="0">
                  <a:srgbClr val="2A1E00">
                    <a:alpha val="30147"/>
                  </a:srgbClr>
                </a:gs>
                <a:gs pos="14286">
                  <a:srgbClr val="2A1E00">
                    <a:alpha val="28091"/>
                  </a:srgbClr>
                </a:gs>
                <a:gs pos="28571">
                  <a:srgbClr val="2A1E00">
                    <a:alpha val="22589"/>
                  </a:srgbClr>
                </a:gs>
                <a:gs pos="42857">
                  <a:srgbClr val="2A1E00">
                    <a:alpha val="15460"/>
                  </a:srgbClr>
                </a:gs>
                <a:gs pos="57143">
                  <a:srgbClr val="2A1E00">
                    <a:alpha val="8886"/>
                  </a:srgbClr>
                </a:gs>
                <a:gs pos="71429">
                  <a:srgbClr val="2A1E00">
                    <a:alpha val="4262"/>
                  </a:srgbClr>
                </a:gs>
                <a:gs pos="85714">
                  <a:srgbClr val="2A1E00">
                    <a:alpha val="1708"/>
                  </a:srgbClr>
                </a:gs>
                <a:gs pos="100000">
                  <a:srgbClr val="2A1E00">
                    <a:alpha val="5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Splat 1235"/>
            <p:cNvSpPr>
              <a:spLocks noGrp="1"/>
            </p:cNvSpPr>
            <p:nvPr/>
          </p:nvSpPr>
          <p:spPr>
            <a:xfrm rot="6596767">
              <a:off x="575652" y="1038843"/>
              <a:ext cx="641054" cy="374518"/>
            </a:xfrm>
            <a:prstGeom prst="ellipse">
              <a:avLst/>
            </a:prstGeom>
            <a:gradFill>
              <a:gsLst>
                <a:gs pos="0">
                  <a:srgbClr val="46618F">
                    <a:alpha val="32968"/>
                  </a:srgbClr>
                </a:gs>
                <a:gs pos="14286">
                  <a:srgbClr val="46618F">
                    <a:alpha val="30764"/>
                  </a:srgbClr>
                </a:gs>
                <a:gs pos="28571">
                  <a:srgbClr val="46618F">
                    <a:alpha val="24833"/>
                  </a:srgbClr>
                </a:gs>
                <a:gs pos="42857">
                  <a:srgbClr val="46618F">
                    <a:alpha val="17075"/>
                  </a:srgbClr>
                </a:gs>
                <a:gs pos="57143">
                  <a:srgbClr val="46618F">
                    <a:alpha val="9855"/>
                  </a:srgbClr>
                </a:gs>
                <a:gs pos="71429">
                  <a:srgbClr val="46618F">
                    <a:alpha val="4740"/>
                  </a:srgbClr>
                </a:gs>
                <a:gs pos="85714">
                  <a:srgbClr val="46618F">
                    <a:alpha val="1902"/>
                  </a:srgbClr>
                </a:gs>
                <a:gs pos="100000">
                  <a:srgbClr val="4661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Splat 1236"/>
            <p:cNvSpPr>
              <a:spLocks noGrp="1"/>
            </p:cNvSpPr>
            <p:nvPr/>
          </p:nvSpPr>
          <p:spPr>
            <a:xfrm rot="5923594">
              <a:off x="448975" y="960356"/>
              <a:ext cx="725150" cy="496263"/>
            </a:xfrm>
            <a:prstGeom prst="ellipse">
              <a:avLst/>
            </a:prstGeom>
            <a:gradFill>
              <a:gsLst>
                <a:gs pos="0">
                  <a:srgbClr val="374C70">
                    <a:alpha val="30325"/>
                  </a:srgbClr>
                </a:gs>
                <a:gs pos="14286">
                  <a:srgbClr val="374C70">
                    <a:alpha val="28259"/>
                  </a:srgbClr>
                </a:gs>
                <a:gs pos="28571">
                  <a:srgbClr val="374C70">
                    <a:alpha val="22730"/>
                  </a:srgbClr>
                </a:gs>
                <a:gs pos="42857">
                  <a:srgbClr val="374C70">
                    <a:alpha val="15561"/>
                  </a:srgbClr>
                </a:gs>
                <a:gs pos="57143">
                  <a:srgbClr val="374C70">
                    <a:alpha val="8946"/>
                  </a:srgbClr>
                </a:gs>
                <a:gs pos="71429">
                  <a:srgbClr val="374C70">
                    <a:alpha val="4292"/>
                  </a:srgbClr>
                </a:gs>
                <a:gs pos="85714">
                  <a:srgbClr val="374C70">
                    <a:alpha val="1720"/>
                  </a:srgbClr>
                </a:gs>
                <a:gs pos="100000">
                  <a:srgbClr val="374C70">
                    <a:alpha val="5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Splat 1237"/>
            <p:cNvSpPr>
              <a:spLocks noGrp="1"/>
            </p:cNvSpPr>
            <p:nvPr/>
          </p:nvSpPr>
          <p:spPr>
            <a:xfrm rot="5778323">
              <a:off x="320322" y="1030468"/>
              <a:ext cx="571351" cy="244617"/>
            </a:xfrm>
            <a:prstGeom prst="ellipse">
              <a:avLst/>
            </a:prstGeom>
            <a:gradFill>
              <a:gsLst>
                <a:gs pos="0">
                  <a:srgbClr val="72A0FA">
                    <a:alpha val="1946"/>
                  </a:srgbClr>
                </a:gs>
                <a:gs pos="14286">
                  <a:srgbClr val="72A0FA">
                    <a:alpha val="1790"/>
                  </a:srgbClr>
                </a:gs>
                <a:gs pos="28571">
                  <a:srgbClr val="72A0FA">
                    <a:alpha val="1393"/>
                  </a:srgbClr>
                </a:gs>
                <a:gs pos="42857">
                  <a:srgbClr val="72A0FA">
                    <a:alpha val="916"/>
                  </a:srgbClr>
                </a:gs>
                <a:gs pos="57143">
                  <a:srgbClr val="72A0FA">
                    <a:alpha val="508"/>
                  </a:srgbClr>
                </a:gs>
                <a:gs pos="71429">
                  <a:srgbClr val="72A0FA">
                    <a:alpha val="238"/>
                  </a:srgbClr>
                </a:gs>
                <a:gs pos="85714">
                  <a:srgbClr val="72A0FA">
                    <a:alpha val="94"/>
                  </a:srgbClr>
                </a:gs>
                <a:gs pos="100000">
                  <a:srgbClr val="72A0FA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Splat 1238"/>
            <p:cNvSpPr>
              <a:spLocks noGrp="1"/>
            </p:cNvSpPr>
            <p:nvPr/>
          </p:nvSpPr>
          <p:spPr>
            <a:xfrm rot="-9203821">
              <a:off x="-238681" y="982863"/>
              <a:ext cx="639604" cy="416555"/>
            </a:xfrm>
            <a:prstGeom prst="ellipse">
              <a:avLst/>
            </a:prstGeom>
            <a:gradFill>
              <a:gsLst>
                <a:gs pos="0">
                  <a:srgbClr val="2A3000">
                    <a:alpha val="9276"/>
                  </a:srgbClr>
                </a:gs>
                <a:gs pos="14286">
                  <a:srgbClr val="2A3000">
                    <a:alpha val="8558"/>
                  </a:srgbClr>
                </a:gs>
                <a:gs pos="28571">
                  <a:srgbClr val="2A3000">
                    <a:alpha val="6711"/>
                  </a:srgbClr>
                </a:gs>
                <a:gs pos="42857">
                  <a:srgbClr val="2A3000">
                    <a:alpha val="4454"/>
                  </a:srgbClr>
                </a:gs>
                <a:gs pos="57143">
                  <a:srgbClr val="2A3000">
                    <a:alpha val="2493"/>
                  </a:srgbClr>
                </a:gs>
                <a:gs pos="71429">
                  <a:srgbClr val="2A3000">
                    <a:alpha val="1175"/>
                  </a:srgbClr>
                </a:gs>
                <a:gs pos="85714">
                  <a:srgbClr val="2A3000">
                    <a:alpha val="466"/>
                  </a:srgbClr>
                </a:gs>
                <a:gs pos="100000">
                  <a:srgbClr val="2A3000">
                    <a:alpha val="1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Splat 1239"/>
            <p:cNvSpPr>
              <a:spLocks noGrp="1"/>
            </p:cNvSpPr>
            <p:nvPr/>
          </p:nvSpPr>
          <p:spPr>
            <a:xfrm rot="9845590">
              <a:off x="2589515" y="812791"/>
              <a:ext cx="654987" cy="552225"/>
            </a:xfrm>
            <a:prstGeom prst="ellipse">
              <a:avLst/>
            </a:prstGeom>
            <a:gradFill>
              <a:gsLst>
                <a:gs pos="0">
                  <a:srgbClr val="374C82">
                    <a:alpha val="4073"/>
                  </a:srgbClr>
                </a:gs>
                <a:gs pos="14286">
                  <a:srgbClr val="374C82">
                    <a:alpha val="3750"/>
                  </a:srgbClr>
                </a:gs>
                <a:gs pos="28571">
                  <a:srgbClr val="374C82">
                    <a:alpha val="2924"/>
                  </a:srgbClr>
                </a:gs>
                <a:gs pos="42857">
                  <a:srgbClr val="374C82">
                    <a:alpha val="1928"/>
                  </a:srgbClr>
                </a:gs>
                <a:gs pos="57143">
                  <a:srgbClr val="374C82">
                    <a:alpha val="1073"/>
                  </a:srgbClr>
                </a:gs>
                <a:gs pos="71429">
                  <a:srgbClr val="374C82">
                    <a:alpha val="504"/>
                  </a:srgbClr>
                </a:gs>
                <a:gs pos="85714">
                  <a:srgbClr val="374C82">
                    <a:alpha val="199"/>
                  </a:srgbClr>
                </a:gs>
                <a:gs pos="100000">
                  <a:srgbClr val="374C82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Splat 1240"/>
            <p:cNvSpPr>
              <a:spLocks noGrp="1"/>
            </p:cNvSpPr>
            <p:nvPr/>
          </p:nvSpPr>
          <p:spPr>
            <a:xfrm rot="4172804">
              <a:off x="2339747" y="861322"/>
              <a:ext cx="747380" cy="427088"/>
            </a:xfrm>
            <a:prstGeom prst="ellipse">
              <a:avLst/>
            </a:prstGeom>
            <a:gradFill>
              <a:gsLst>
                <a:gs pos="0">
                  <a:srgbClr val="4973C2">
                    <a:alpha val="1553"/>
                  </a:srgbClr>
                </a:gs>
                <a:gs pos="14286">
                  <a:srgbClr val="4973C2">
                    <a:alpha val="1428"/>
                  </a:srgbClr>
                </a:gs>
                <a:gs pos="28571">
                  <a:srgbClr val="4973C2">
                    <a:alpha val="1111"/>
                  </a:srgbClr>
                </a:gs>
                <a:gs pos="42857">
                  <a:srgbClr val="4973C2">
                    <a:alpha val="730"/>
                  </a:srgbClr>
                </a:gs>
                <a:gs pos="57143">
                  <a:srgbClr val="4973C2">
                    <a:alpha val="405"/>
                  </a:srgbClr>
                </a:gs>
                <a:gs pos="71429">
                  <a:srgbClr val="4973C2">
                    <a:alpha val="190"/>
                  </a:srgbClr>
                </a:gs>
                <a:gs pos="85714">
                  <a:srgbClr val="4973C2">
                    <a:alpha val="75"/>
                  </a:srgbClr>
                </a:gs>
                <a:gs pos="100000">
                  <a:srgbClr val="4973C2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Splat 1241"/>
            <p:cNvSpPr>
              <a:spLocks noGrp="1"/>
            </p:cNvSpPr>
            <p:nvPr/>
          </p:nvSpPr>
          <p:spPr>
            <a:xfrm rot="7247644">
              <a:off x="2052693" y="800723"/>
              <a:ext cx="701547" cy="472956"/>
            </a:xfrm>
            <a:prstGeom prst="ellipse">
              <a:avLst/>
            </a:prstGeom>
            <a:gradFill>
              <a:gsLst>
                <a:gs pos="0">
                  <a:srgbClr val="4E6C99">
                    <a:alpha val="3912"/>
                  </a:srgbClr>
                </a:gs>
                <a:gs pos="14286">
                  <a:srgbClr val="4E6C99">
                    <a:alpha val="3601"/>
                  </a:srgbClr>
                </a:gs>
                <a:gs pos="28571">
                  <a:srgbClr val="4E6C99">
                    <a:alpha val="2807"/>
                  </a:srgbClr>
                </a:gs>
                <a:gs pos="42857">
                  <a:srgbClr val="4E6C99">
                    <a:alpha val="1850"/>
                  </a:srgbClr>
                </a:gs>
                <a:gs pos="57143">
                  <a:srgbClr val="4E6C99">
                    <a:alpha val="1030"/>
                  </a:srgbClr>
                </a:gs>
                <a:gs pos="71429">
                  <a:srgbClr val="4E6C99">
                    <a:alpha val="483"/>
                  </a:srgbClr>
                </a:gs>
                <a:gs pos="85714">
                  <a:srgbClr val="4E6C99">
                    <a:alpha val="191"/>
                  </a:srgbClr>
                </a:gs>
                <a:gs pos="100000">
                  <a:srgbClr val="4E6C99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Splat 1242"/>
            <p:cNvSpPr>
              <a:spLocks noGrp="1"/>
            </p:cNvSpPr>
            <p:nvPr/>
          </p:nvSpPr>
          <p:spPr>
            <a:xfrm rot="4484210">
              <a:off x="1901548" y="742044"/>
              <a:ext cx="662076" cy="548508"/>
            </a:xfrm>
            <a:prstGeom prst="ellipse">
              <a:avLst/>
            </a:prstGeom>
            <a:gradFill>
              <a:gsLst>
                <a:gs pos="0">
                  <a:srgbClr val="465E9E">
                    <a:alpha val="7374"/>
                  </a:srgbClr>
                </a:gs>
                <a:gs pos="14286">
                  <a:srgbClr val="465E9E">
                    <a:alpha val="6798"/>
                  </a:srgbClr>
                </a:gs>
                <a:gs pos="28571">
                  <a:srgbClr val="465E9E">
                    <a:alpha val="5320"/>
                  </a:srgbClr>
                </a:gs>
                <a:gs pos="42857">
                  <a:srgbClr val="465E9E">
                    <a:alpha val="3522"/>
                  </a:srgbClr>
                </a:gs>
                <a:gs pos="57143">
                  <a:srgbClr val="465E9E">
                    <a:alpha val="1967"/>
                  </a:srgbClr>
                </a:gs>
                <a:gs pos="71429">
                  <a:srgbClr val="465E9E">
                    <a:alpha val="926"/>
                  </a:srgbClr>
                </a:gs>
                <a:gs pos="85714">
                  <a:srgbClr val="465E9E">
                    <a:alpha val="367"/>
                  </a:srgbClr>
                </a:gs>
                <a:gs pos="100000">
                  <a:srgbClr val="465E9E">
                    <a:alpha val="1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Splat 1243"/>
            <p:cNvSpPr>
              <a:spLocks noGrp="1"/>
            </p:cNvSpPr>
            <p:nvPr/>
          </p:nvSpPr>
          <p:spPr>
            <a:xfrm rot="6301080">
              <a:off x="1701845" y="791093"/>
              <a:ext cx="709477" cy="428297"/>
            </a:xfrm>
            <a:prstGeom prst="ellipse">
              <a:avLst/>
            </a:prstGeom>
            <a:gradFill>
              <a:gsLst>
                <a:gs pos="0">
                  <a:srgbClr val="4C65A0">
                    <a:alpha val="7701"/>
                  </a:srgbClr>
                </a:gs>
                <a:gs pos="14286">
                  <a:srgbClr val="4C65A0">
                    <a:alpha val="7100"/>
                  </a:srgbClr>
                </a:gs>
                <a:gs pos="28571">
                  <a:srgbClr val="4C65A0">
                    <a:alpha val="5558"/>
                  </a:srgbClr>
                </a:gs>
                <a:gs pos="42857">
                  <a:srgbClr val="4C65A0">
                    <a:alpha val="3682"/>
                  </a:srgbClr>
                </a:gs>
                <a:gs pos="57143">
                  <a:srgbClr val="4C65A0">
                    <a:alpha val="2057"/>
                  </a:srgbClr>
                </a:gs>
                <a:gs pos="71429">
                  <a:srgbClr val="4C65A0">
                    <a:alpha val="968"/>
                  </a:srgbClr>
                </a:gs>
                <a:gs pos="85714">
                  <a:srgbClr val="4C65A0">
                    <a:alpha val="384"/>
                  </a:srgbClr>
                </a:gs>
                <a:gs pos="100000">
                  <a:srgbClr val="4C65A0">
                    <a:alpha val="1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Splat 1244"/>
            <p:cNvSpPr>
              <a:spLocks noGrp="1"/>
            </p:cNvSpPr>
            <p:nvPr/>
          </p:nvSpPr>
          <p:spPr>
            <a:xfrm rot="4611655">
              <a:off x="1295743" y="854877"/>
              <a:ext cx="628790" cy="403642"/>
            </a:xfrm>
            <a:prstGeom prst="ellipse">
              <a:avLst/>
            </a:prstGeom>
            <a:gradFill>
              <a:gsLst>
                <a:gs pos="0">
                  <a:srgbClr val="5C7EC3">
                    <a:alpha val="5966"/>
                  </a:srgbClr>
                </a:gs>
                <a:gs pos="14286">
                  <a:srgbClr val="5C7EC3">
                    <a:alpha val="5497"/>
                  </a:srgbClr>
                </a:gs>
                <a:gs pos="28571">
                  <a:srgbClr val="5C7EC3">
                    <a:alpha val="4295"/>
                  </a:srgbClr>
                </a:gs>
                <a:gs pos="42857">
                  <a:srgbClr val="5C7EC3">
                    <a:alpha val="2838"/>
                  </a:srgbClr>
                </a:gs>
                <a:gs pos="57143">
                  <a:srgbClr val="5C7EC3">
                    <a:alpha val="1583"/>
                  </a:srgbClr>
                </a:gs>
                <a:gs pos="71429">
                  <a:srgbClr val="5C7EC3">
                    <a:alpha val="744"/>
                  </a:srgbClr>
                </a:gs>
                <a:gs pos="85714">
                  <a:srgbClr val="5C7EC3">
                    <a:alpha val="295"/>
                  </a:srgbClr>
                </a:gs>
                <a:gs pos="100000">
                  <a:srgbClr val="5C7EC3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Splat 1245"/>
            <p:cNvSpPr>
              <a:spLocks noGrp="1"/>
            </p:cNvSpPr>
            <p:nvPr/>
          </p:nvSpPr>
          <p:spPr>
            <a:xfrm rot="4566346">
              <a:off x="1118667" y="828021"/>
              <a:ext cx="622323" cy="502937"/>
            </a:xfrm>
            <a:prstGeom prst="ellipse">
              <a:avLst/>
            </a:prstGeom>
            <a:gradFill>
              <a:gsLst>
                <a:gs pos="0">
                  <a:srgbClr val="35476D">
                    <a:alpha val="27423"/>
                  </a:srgbClr>
                </a:gs>
                <a:gs pos="14286">
                  <a:srgbClr val="35476D">
                    <a:alpha val="25517"/>
                  </a:srgbClr>
                </a:gs>
                <a:gs pos="28571">
                  <a:srgbClr val="35476D">
                    <a:alpha val="20446"/>
                  </a:srgbClr>
                </a:gs>
                <a:gs pos="42857">
                  <a:srgbClr val="35476D">
                    <a:alpha val="13932"/>
                  </a:srgbClr>
                </a:gs>
                <a:gs pos="57143">
                  <a:srgbClr val="35476D">
                    <a:alpha val="7977"/>
                  </a:srgbClr>
                </a:gs>
                <a:gs pos="71429">
                  <a:srgbClr val="35476D">
                    <a:alpha val="3817"/>
                  </a:srgbClr>
                </a:gs>
                <a:gs pos="85714">
                  <a:srgbClr val="35476D">
                    <a:alpha val="1527"/>
                  </a:srgbClr>
                </a:gs>
                <a:gs pos="100000">
                  <a:srgbClr val="35476D">
                    <a:alpha val="5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Splat 1246"/>
            <p:cNvSpPr>
              <a:spLocks noGrp="1"/>
            </p:cNvSpPr>
            <p:nvPr/>
          </p:nvSpPr>
          <p:spPr>
            <a:xfrm rot="3200065">
              <a:off x="981241" y="895719"/>
              <a:ext cx="691594" cy="359343"/>
            </a:xfrm>
            <a:prstGeom prst="ellipse">
              <a:avLst/>
            </a:prstGeom>
            <a:gradFill>
              <a:gsLst>
                <a:gs pos="0">
                  <a:srgbClr val="3E6596">
                    <a:alpha val="8351"/>
                  </a:srgbClr>
                </a:gs>
                <a:gs pos="14286">
                  <a:srgbClr val="3E6596">
                    <a:alpha val="7702"/>
                  </a:srgbClr>
                </a:gs>
                <a:gs pos="28571">
                  <a:srgbClr val="3E6596">
                    <a:alpha val="6034"/>
                  </a:srgbClr>
                </a:gs>
                <a:gs pos="42857">
                  <a:srgbClr val="3E6596">
                    <a:alpha val="4000"/>
                  </a:srgbClr>
                </a:gs>
                <a:gs pos="57143">
                  <a:srgbClr val="3E6596">
                    <a:alpha val="2236"/>
                  </a:srgbClr>
                </a:gs>
                <a:gs pos="71429">
                  <a:srgbClr val="3E6596">
                    <a:alpha val="1053"/>
                  </a:srgbClr>
                </a:gs>
                <a:gs pos="85714">
                  <a:srgbClr val="3E6596">
                    <a:alpha val="418"/>
                  </a:srgbClr>
                </a:gs>
                <a:gs pos="100000">
                  <a:srgbClr val="3E6596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Splat 1247"/>
            <p:cNvSpPr>
              <a:spLocks noGrp="1"/>
            </p:cNvSpPr>
            <p:nvPr/>
          </p:nvSpPr>
          <p:spPr>
            <a:xfrm rot="5887727">
              <a:off x="584279" y="938197"/>
              <a:ext cx="678766" cy="353210"/>
            </a:xfrm>
            <a:prstGeom prst="ellipse">
              <a:avLst/>
            </a:prstGeom>
            <a:gradFill>
              <a:gsLst>
                <a:gs pos="0">
                  <a:srgbClr val="334A75">
                    <a:alpha val="32968"/>
                  </a:srgbClr>
                </a:gs>
                <a:gs pos="14286">
                  <a:srgbClr val="334A75">
                    <a:alpha val="30764"/>
                  </a:srgbClr>
                </a:gs>
                <a:gs pos="28571">
                  <a:srgbClr val="334A75">
                    <a:alpha val="24833"/>
                  </a:srgbClr>
                </a:gs>
                <a:gs pos="42857">
                  <a:srgbClr val="334A75">
                    <a:alpha val="17075"/>
                  </a:srgbClr>
                </a:gs>
                <a:gs pos="57143">
                  <a:srgbClr val="334A75">
                    <a:alpha val="9855"/>
                  </a:srgbClr>
                </a:gs>
                <a:gs pos="71429">
                  <a:srgbClr val="334A75">
                    <a:alpha val="4740"/>
                  </a:srgbClr>
                </a:gs>
                <a:gs pos="85714">
                  <a:srgbClr val="334A75">
                    <a:alpha val="1902"/>
                  </a:srgbClr>
                </a:gs>
                <a:gs pos="100000">
                  <a:srgbClr val="334A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Splat 1248"/>
            <p:cNvSpPr>
              <a:spLocks noGrp="1"/>
            </p:cNvSpPr>
            <p:nvPr/>
          </p:nvSpPr>
          <p:spPr>
            <a:xfrm rot="5170185">
              <a:off x="448812" y="876065"/>
              <a:ext cx="591385" cy="420425"/>
            </a:xfrm>
            <a:prstGeom prst="ellipse">
              <a:avLst/>
            </a:prstGeom>
            <a:gradFill>
              <a:gsLst>
                <a:gs pos="0">
                  <a:srgbClr val="364D79">
                    <a:alpha val="32562"/>
                  </a:srgbClr>
                </a:gs>
                <a:gs pos="14286">
                  <a:srgbClr val="364D79">
                    <a:alpha val="30378"/>
                  </a:srgbClr>
                </a:gs>
                <a:gs pos="28571">
                  <a:srgbClr val="364D79">
                    <a:alpha val="24508"/>
                  </a:srgbClr>
                </a:gs>
                <a:gs pos="42857">
                  <a:srgbClr val="364D79">
                    <a:alpha val="16840"/>
                  </a:srgbClr>
                </a:gs>
                <a:gs pos="57143">
                  <a:srgbClr val="364D79">
                    <a:alpha val="9713"/>
                  </a:srgbClr>
                </a:gs>
                <a:gs pos="71429">
                  <a:srgbClr val="364D79">
                    <a:alpha val="4670"/>
                  </a:srgbClr>
                </a:gs>
                <a:gs pos="85714">
                  <a:srgbClr val="364D79">
                    <a:alpha val="1874"/>
                  </a:srgbClr>
                </a:gs>
                <a:gs pos="100000">
                  <a:srgbClr val="364D79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Splat 1249"/>
            <p:cNvSpPr>
              <a:spLocks noGrp="1"/>
            </p:cNvSpPr>
            <p:nvPr/>
          </p:nvSpPr>
          <p:spPr>
            <a:xfrm rot="5487699">
              <a:off x="384668" y="922311"/>
              <a:ext cx="524207" cy="317434"/>
            </a:xfrm>
            <a:prstGeom prst="ellipse">
              <a:avLst/>
            </a:prstGeom>
            <a:gradFill>
              <a:gsLst>
                <a:gs pos="0">
                  <a:srgbClr val="6191CC">
                    <a:alpha val="1669"/>
                  </a:srgbClr>
                </a:gs>
                <a:gs pos="14286">
                  <a:srgbClr val="6191CC">
                    <a:alpha val="1535"/>
                  </a:srgbClr>
                </a:gs>
                <a:gs pos="28571">
                  <a:srgbClr val="6191CC">
                    <a:alpha val="1194"/>
                  </a:srgbClr>
                </a:gs>
                <a:gs pos="42857">
                  <a:srgbClr val="6191CC">
                    <a:alpha val="785"/>
                  </a:srgbClr>
                </a:gs>
                <a:gs pos="57143">
                  <a:srgbClr val="6191CC">
                    <a:alpha val="436"/>
                  </a:srgbClr>
                </a:gs>
                <a:gs pos="71429">
                  <a:srgbClr val="6191CC">
                    <a:alpha val="204"/>
                  </a:srgbClr>
                </a:gs>
                <a:gs pos="85714">
                  <a:srgbClr val="6191CC">
                    <a:alpha val="81"/>
                  </a:srgbClr>
                </a:gs>
                <a:gs pos="100000">
                  <a:srgbClr val="6191CC">
                    <a:alpha val="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Splat 1250"/>
            <p:cNvSpPr>
              <a:spLocks noGrp="1"/>
            </p:cNvSpPr>
            <p:nvPr/>
          </p:nvSpPr>
          <p:spPr>
            <a:xfrm rot="6317676">
              <a:off x="3274967" y="637844"/>
              <a:ext cx="716230" cy="487961"/>
            </a:xfrm>
            <a:prstGeom prst="ellipse">
              <a:avLst/>
            </a:prstGeom>
            <a:gradFill>
              <a:gsLst>
                <a:gs pos="0">
                  <a:srgbClr val="000010">
                    <a:alpha val="12045"/>
                  </a:srgbClr>
                </a:gs>
                <a:gs pos="14286">
                  <a:srgbClr val="000010">
                    <a:alpha val="11127"/>
                  </a:srgbClr>
                </a:gs>
                <a:gs pos="28571">
                  <a:srgbClr val="000010">
                    <a:alpha val="8753"/>
                  </a:srgbClr>
                </a:gs>
                <a:gs pos="42857">
                  <a:srgbClr val="000010">
                    <a:alpha val="5831"/>
                  </a:srgbClr>
                </a:gs>
                <a:gs pos="57143">
                  <a:srgbClr val="000010">
                    <a:alpha val="3274"/>
                  </a:srgbClr>
                </a:gs>
                <a:gs pos="71429">
                  <a:srgbClr val="000010">
                    <a:alpha val="1546"/>
                  </a:srgbClr>
                </a:gs>
                <a:gs pos="85714">
                  <a:srgbClr val="000010">
                    <a:alpha val="614"/>
                  </a:srgbClr>
                </a:gs>
                <a:gs pos="100000">
                  <a:srgbClr val="000010">
                    <a:alpha val="2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Splat 1251"/>
            <p:cNvSpPr>
              <a:spLocks noGrp="1"/>
            </p:cNvSpPr>
            <p:nvPr/>
          </p:nvSpPr>
          <p:spPr>
            <a:xfrm rot="5970322">
              <a:off x="3048672" y="691124"/>
              <a:ext cx="668589" cy="431690"/>
            </a:xfrm>
            <a:prstGeom prst="ellipse">
              <a:avLst/>
            </a:prstGeom>
            <a:gradFill>
              <a:gsLst>
                <a:gs pos="0">
                  <a:srgbClr val="000000">
                    <a:alpha val="8117"/>
                  </a:srgbClr>
                </a:gs>
                <a:gs pos="14286">
                  <a:srgbClr val="000000">
                    <a:alpha val="7486"/>
                  </a:srgbClr>
                </a:gs>
                <a:gs pos="28571">
                  <a:srgbClr val="000000">
                    <a:alpha val="5863"/>
                  </a:srgbClr>
                </a:gs>
                <a:gs pos="42857">
                  <a:srgbClr val="000000">
                    <a:alpha val="3885"/>
                  </a:srgbClr>
                </a:gs>
                <a:gs pos="57143">
                  <a:srgbClr val="000000">
                    <a:alpha val="2172"/>
                  </a:srgbClr>
                </a:gs>
                <a:gs pos="71429">
                  <a:srgbClr val="000000">
                    <a:alpha val="1023"/>
                  </a:srgbClr>
                </a:gs>
                <a:gs pos="85714">
                  <a:srgbClr val="000000">
                    <a:alpha val="406"/>
                  </a:srgbClr>
                </a:gs>
                <a:gs pos="100000">
                  <a:srgbClr val="000000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Splat 1252"/>
            <p:cNvSpPr>
              <a:spLocks noGrp="1"/>
            </p:cNvSpPr>
            <p:nvPr/>
          </p:nvSpPr>
          <p:spPr>
            <a:xfrm rot="4974762">
              <a:off x="2616087" y="591474"/>
              <a:ext cx="618782" cy="601771"/>
            </a:xfrm>
            <a:prstGeom prst="ellipse">
              <a:avLst/>
            </a:prstGeom>
            <a:gradFill>
              <a:gsLst>
                <a:gs pos="0">
                  <a:srgbClr val="04448C">
                    <a:alpha val="2261"/>
                  </a:srgbClr>
                </a:gs>
                <a:gs pos="14286">
                  <a:srgbClr val="04448C">
                    <a:alpha val="2080"/>
                  </a:srgbClr>
                </a:gs>
                <a:gs pos="28571">
                  <a:srgbClr val="04448C">
                    <a:alpha val="1619"/>
                  </a:srgbClr>
                </a:gs>
                <a:gs pos="42857">
                  <a:srgbClr val="04448C">
                    <a:alpha val="1065"/>
                  </a:srgbClr>
                </a:gs>
                <a:gs pos="57143">
                  <a:srgbClr val="04448C">
                    <a:alpha val="591"/>
                  </a:srgbClr>
                </a:gs>
                <a:gs pos="71429">
                  <a:srgbClr val="04448C">
                    <a:alpha val="277"/>
                  </a:srgbClr>
                </a:gs>
                <a:gs pos="85714">
                  <a:srgbClr val="04448C">
                    <a:alpha val="110"/>
                  </a:srgbClr>
                </a:gs>
                <a:gs pos="100000">
                  <a:srgbClr val="04448C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Splat 1253"/>
            <p:cNvSpPr>
              <a:spLocks noGrp="1"/>
            </p:cNvSpPr>
            <p:nvPr/>
          </p:nvSpPr>
          <p:spPr>
            <a:xfrm rot="3966862">
              <a:off x="2444446" y="708849"/>
              <a:ext cx="644553" cy="487490"/>
            </a:xfrm>
            <a:prstGeom prst="ellipse">
              <a:avLst/>
            </a:prstGeom>
            <a:gradFill>
              <a:gsLst>
                <a:gs pos="0">
                  <a:srgbClr val="355388">
                    <a:alpha val="4943"/>
                  </a:srgbClr>
                </a:gs>
                <a:gs pos="14286">
                  <a:srgbClr val="355388">
                    <a:alpha val="4552"/>
                  </a:srgbClr>
                </a:gs>
                <a:gs pos="28571">
                  <a:srgbClr val="355388">
                    <a:alpha val="3553"/>
                  </a:srgbClr>
                </a:gs>
                <a:gs pos="42857">
                  <a:srgbClr val="355388">
                    <a:alpha val="2345"/>
                  </a:srgbClr>
                </a:gs>
                <a:gs pos="57143">
                  <a:srgbClr val="355388">
                    <a:alpha val="1306"/>
                  </a:srgbClr>
                </a:gs>
                <a:gs pos="71429">
                  <a:srgbClr val="355388">
                    <a:alpha val="614"/>
                  </a:srgbClr>
                </a:gs>
                <a:gs pos="85714">
                  <a:srgbClr val="355388">
                    <a:alpha val="243"/>
                  </a:srgbClr>
                </a:gs>
                <a:gs pos="100000">
                  <a:srgbClr val="355388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Splat 1254"/>
            <p:cNvSpPr>
              <a:spLocks noGrp="1"/>
            </p:cNvSpPr>
            <p:nvPr/>
          </p:nvSpPr>
          <p:spPr>
            <a:xfrm rot="9704375">
              <a:off x="2284172" y="674238"/>
              <a:ext cx="580957" cy="470145"/>
            </a:xfrm>
            <a:prstGeom prst="ellipse">
              <a:avLst/>
            </a:prstGeom>
            <a:gradFill>
              <a:gsLst>
                <a:gs pos="0">
                  <a:srgbClr val="183437">
                    <a:alpha val="16742"/>
                  </a:srgbClr>
                </a:gs>
                <a:gs pos="14286">
                  <a:srgbClr val="183437">
                    <a:alpha val="15499"/>
                  </a:srgbClr>
                </a:gs>
                <a:gs pos="28571">
                  <a:srgbClr val="183437">
                    <a:alpha val="12257"/>
                  </a:srgbClr>
                </a:gs>
                <a:gs pos="42857">
                  <a:srgbClr val="183437">
                    <a:alpha val="8219"/>
                  </a:srgbClr>
                </a:gs>
                <a:gs pos="57143">
                  <a:srgbClr val="183437">
                    <a:alpha val="4641"/>
                  </a:srgbClr>
                </a:gs>
                <a:gs pos="71429">
                  <a:srgbClr val="183437">
                    <a:alpha val="2200"/>
                  </a:srgbClr>
                </a:gs>
                <a:gs pos="85714">
                  <a:srgbClr val="183437">
                    <a:alpha val="876"/>
                  </a:srgbClr>
                </a:gs>
                <a:gs pos="100000">
                  <a:srgbClr val="183437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Splat 1255"/>
            <p:cNvSpPr>
              <a:spLocks noGrp="1"/>
            </p:cNvSpPr>
            <p:nvPr/>
          </p:nvSpPr>
          <p:spPr>
            <a:xfrm rot="-10794821">
              <a:off x="2033273" y="725123"/>
              <a:ext cx="720849" cy="425299"/>
            </a:xfrm>
            <a:prstGeom prst="ellipse">
              <a:avLst/>
            </a:prstGeom>
            <a:gradFill>
              <a:gsLst>
                <a:gs pos="0">
                  <a:srgbClr val="28345B">
                    <a:alpha val="28417"/>
                  </a:srgbClr>
                </a:gs>
                <a:gs pos="14286">
                  <a:srgbClr val="28345B">
                    <a:alpha val="26455"/>
                  </a:srgbClr>
                </a:gs>
                <a:gs pos="28571">
                  <a:srgbClr val="28345B">
                    <a:alpha val="21226"/>
                  </a:srgbClr>
                </a:gs>
                <a:gs pos="42857">
                  <a:srgbClr val="28345B">
                    <a:alpha val="14486"/>
                  </a:srgbClr>
                </a:gs>
                <a:gs pos="57143">
                  <a:srgbClr val="28345B">
                    <a:alpha val="8306"/>
                  </a:srgbClr>
                </a:gs>
                <a:gs pos="71429">
                  <a:srgbClr val="28345B">
                    <a:alpha val="3978"/>
                  </a:srgbClr>
                </a:gs>
                <a:gs pos="85714">
                  <a:srgbClr val="28345B">
                    <a:alpha val="1592"/>
                  </a:srgbClr>
                </a:gs>
                <a:gs pos="100000">
                  <a:srgbClr val="28345B">
                    <a:alpha val="5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Splat 1256"/>
            <p:cNvSpPr>
              <a:spLocks noGrp="1"/>
            </p:cNvSpPr>
            <p:nvPr/>
          </p:nvSpPr>
          <p:spPr>
            <a:xfrm rot="-9777981">
              <a:off x="1930155" y="674575"/>
              <a:ext cx="657728" cy="564276"/>
            </a:xfrm>
            <a:prstGeom prst="ellipse">
              <a:avLst/>
            </a:prstGeom>
            <a:gradFill>
              <a:gsLst>
                <a:gs pos="0">
                  <a:srgbClr val="2E425B">
                    <a:alpha val="9081"/>
                  </a:srgbClr>
                </a:gs>
                <a:gs pos="14286">
                  <a:srgbClr val="2E425B">
                    <a:alpha val="8378"/>
                  </a:srgbClr>
                </a:gs>
                <a:gs pos="28571">
                  <a:srgbClr val="2E425B">
                    <a:alpha val="6568"/>
                  </a:srgbClr>
                </a:gs>
                <a:gs pos="42857">
                  <a:srgbClr val="2E425B">
                    <a:alpha val="4359"/>
                  </a:srgbClr>
                </a:gs>
                <a:gs pos="57143">
                  <a:srgbClr val="2E425B">
                    <a:alpha val="2439"/>
                  </a:srgbClr>
                </a:gs>
                <a:gs pos="71429">
                  <a:srgbClr val="2E425B">
                    <a:alpha val="1149"/>
                  </a:srgbClr>
                </a:gs>
                <a:gs pos="85714">
                  <a:srgbClr val="2E425B">
                    <a:alpha val="456"/>
                  </a:srgbClr>
                </a:gs>
                <a:gs pos="100000">
                  <a:srgbClr val="2E425B">
                    <a:alpha val="1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Splat 1257"/>
            <p:cNvSpPr>
              <a:spLocks noGrp="1"/>
            </p:cNvSpPr>
            <p:nvPr/>
          </p:nvSpPr>
          <p:spPr>
            <a:xfrm rot="6063009">
              <a:off x="1801099" y="689762"/>
              <a:ext cx="627630" cy="466434"/>
            </a:xfrm>
            <a:prstGeom prst="ellipse">
              <a:avLst/>
            </a:prstGeom>
            <a:gradFill>
              <a:gsLst>
                <a:gs pos="0">
                  <a:srgbClr val="283756">
                    <a:alpha val="15692"/>
                  </a:srgbClr>
                </a:gs>
                <a:gs pos="14286">
                  <a:srgbClr val="283756">
                    <a:alpha val="14520"/>
                  </a:srgbClr>
                </a:gs>
                <a:gs pos="28571">
                  <a:srgbClr val="283756">
                    <a:alpha val="11469"/>
                  </a:srgbClr>
                </a:gs>
                <a:gs pos="42857">
                  <a:srgbClr val="283756">
                    <a:alpha val="7679"/>
                  </a:srgbClr>
                </a:gs>
                <a:gs pos="57143">
                  <a:srgbClr val="283756">
                    <a:alpha val="4331"/>
                  </a:srgbClr>
                </a:gs>
                <a:gs pos="71429">
                  <a:srgbClr val="283756">
                    <a:alpha val="2051"/>
                  </a:srgbClr>
                </a:gs>
                <a:gs pos="85714">
                  <a:srgbClr val="283756">
                    <a:alpha val="816"/>
                  </a:srgbClr>
                </a:gs>
                <a:gs pos="100000">
                  <a:srgbClr val="283756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Splat 1258"/>
            <p:cNvSpPr>
              <a:spLocks noGrp="1"/>
            </p:cNvSpPr>
            <p:nvPr/>
          </p:nvSpPr>
          <p:spPr>
            <a:xfrm rot="6458956">
              <a:off x="1283226" y="737328"/>
              <a:ext cx="612397" cy="396264"/>
            </a:xfrm>
            <a:prstGeom prst="ellipse">
              <a:avLst/>
            </a:prstGeom>
            <a:gradFill>
              <a:gsLst>
                <a:gs pos="0">
                  <a:srgbClr val="354669">
                    <a:alpha val="32968"/>
                  </a:srgbClr>
                </a:gs>
                <a:gs pos="14286">
                  <a:srgbClr val="354669">
                    <a:alpha val="30764"/>
                  </a:srgbClr>
                </a:gs>
                <a:gs pos="28571">
                  <a:srgbClr val="354669">
                    <a:alpha val="24833"/>
                  </a:srgbClr>
                </a:gs>
                <a:gs pos="42857">
                  <a:srgbClr val="354669">
                    <a:alpha val="17075"/>
                  </a:srgbClr>
                </a:gs>
                <a:gs pos="57143">
                  <a:srgbClr val="354669">
                    <a:alpha val="9855"/>
                  </a:srgbClr>
                </a:gs>
                <a:gs pos="71429">
                  <a:srgbClr val="354669">
                    <a:alpha val="4740"/>
                  </a:srgbClr>
                </a:gs>
                <a:gs pos="85714">
                  <a:srgbClr val="354669">
                    <a:alpha val="1902"/>
                  </a:srgbClr>
                </a:gs>
                <a:gs pos="100000">
                  <a:srgbClr val="35466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Splat 1259"/>
            <p:cNvSpPr>
              <a:spLocks noGrp="1"/>
            </p:cNvSpPr>
            <p:nvPr/>
          </p:nvSpPr>
          <p:spPr>
            <a:xfrm rot="3526676">
              <a:off x="1078290" y="644749"/>
              <a:ext cx="643310" cy="569135"/>
            </a:xfrm>
            <a:prstGeom prst="ellipse">
              <a:avLst/>
            </a:prstGeom>
            <a:gradFill>
              <a:gsLst>
                <a:gs pos="0">
                  <a:srgbClr val="30456F">
                    <a:alpha val="22646"/>
                  </a:srgbClr>
                </a:gs>
                <a:gs pos="14286">
                  <a:srgbClr val="30456F">
                    <a:alpha val="21023"/>
                  </a:srgbClr>
                </a:gs>
                <a:gs pos="28571">
                  <a:srgbClr val="30456F">
                    <a:alpha val="16744"/>
                  </a:srgbClr>
                </a:gs>
                <a:gs pos="42857">
                  <a:srgbClr val="30456F">
                    <a:alpha val="11325"/>
                  </a:srgbClr>
                </a:gs>
                <a:gs pos="57143">
                  <a:srgbClr val="30456F">
                    <a:alpha val="6443"/>
                  </a:srgbClr>
                </a:gs>
                <a:gs pos="71429">
                  <a:srgbClr val="30456F">
                    <a:alpha val="3069"/>
                  </a:srgbClr>
                </a:gs>
                <a:gs pos="85714">
                  <a:srgbClr val="30456F">
                    <a:alpha val="1225"/>
                  </a:srgbClr>
                </a:gs>
                <a:gs pos="100000">
                  <a:srgbClr val="30456F">
                    <a:alpha val="4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Splat 1260"/>
            <p:cNvSpPr>
              <a:spLocks noGrp="1"/>
            </p:cNvSpPr>
            <p:nvPr/>
          </p:nvSpPr>
          <p:spPr>
            <a:xfrm rot="-9359599">
              <a:off x="895271" y="652967"/>
              <a:ext cx="614626" cy="508940"/>
            </a:xfrm>
            <a:prstGeom prst="ellipse">
              <a:avLst/>
            </a:prstGeom>
            <a:gradFill>
              <a:gsLst>
                <a:gs pos="0">
                  <a:srgbClr val="7587BC">
                    <a:alpha val="2133"/>
                  </a:srgbClr>
                </a:gs>
                <a:gs pos="14286">
                  <a:srgbClr val="7587BC">
                    <a:alpha val="1962"/>
                  </a:srgbClr>
                </a:gs>
                <a:gs pos="28571">
                  <a:srgbClr val="7587BC">
                    <a:alpha val="1527"/>
                  </a:srgbClr>
                </a:gs>
                <a:gs pos="42857">
                  <a:srgbClr val="7587BC">
                    <a:alpha val="1004"/>
                  </a:srgbClr>
                </a:gs>
                <a:gs pos="57143">
                  <a:srgbClr val="7587BC">
                    <a:alpha val="558"/>
                  </a:srgbClr>
                </a:gs>
                <a:gs pos="71429">
                  <a:srgbClr val="7587BC">
                    <a:alpha val="261"/>
                  </a:srgbClr>
                </a:gs>
                <a:gs pos="85714">
                  <a:srgbClr val="7587BC">
                    <a:alpha val="103"/>
                  </a:srgbClr>
                </a:gs>
                <a:gs pos="100000">
                  <a:srgbClr val="7587BC">
                    <a:alpha val="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Splat 1261"/>
            <p:cNvSpPr>
              <a:spLocks noGrp="1"/>
            </p:cNvSpPr>
            <p:nvPr/>
          </p:nvSpPr>
          <p:spPr>
            <a:xfrm rot="9309717">
              <a:off x="760112" y="703917"/>
              <a:ext cx="642927" cy="436928"/>
            </a:xfrm>
            <a:prstGeom prst="ellipse">
              <a:avLst/>
            </a:prstGeom>
            <a:gradFill>
              <a:gsLst>
                <a:gs pos="0">
                  <a:srgbClr val="377BD2">
                    <a:alpha val="2058"/>
                  </a:srgbClr>
                </a:gs>
                <a:gs pos="14286">
                  <a:srgbClr val="377BD2">
                    <a:alpha val="1893"/>
                  </a:srgbClr>
                </a:gs>
                <a:gs pos="28571">
                  <a:srgbClr val="377BD2">
                    <a:alpha val="1473"/>
                  </a:srgbClr>
                </a:gs>
                <a:gs pos="42857">
                  <a:srgbClr val="377BD2">
                    <a:alpha val="969"/>
                  </a:srgbClr>
                </a:gs>
                <a:gs pos="57143">
                  <a:srgbClr val="377BD2">
                    <a:alpha val="538"/>
                  </a:srgbClr>
                </a:gs>
                <a:gs pos="71429">
                  <a:srgbClr val="377BD2">
                    <a:alpha val="252"/>
                  </a:srgbClr>
                </a:gs>
                <a:gs pos="85714">
                  <a:srgbClr val="377BD2">
                    <a:alpha val="100"/>
                  </a:srgbClr>
                </a:gs>
                <a:gs pos="100000">
                  <a:srgbClr val="377BD2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Splat 1262"/>
            <p:cNvSpPr>
              <a:spLocks noGrp="1"/>
            </p:cNvSpPr>
            <p:nvPr/>
          </p:nvSpPr>
          <p:spPr>
            <a:xfrm rot="7226054">
              <a:off x="595667" y="632607"/>
              <a:ext cx="657749" cy="535162"/>
            </a:xfrm>
            <a:prstGeom prst="ellipse">
              <a:avLst/>
            </a:prstGeom>
            <a:gradFill>
              <a:gsLst>
                <a:gs pos="0">
                  <a:srgbClr val="3D5782">
                    <a:alpha val="15673"/>
                  </a:srgbClr>
                </a:gs>
                <a:gs pos="14286">
                  <a:srgbClr val="3D5782">
                    <a:alpha val="14502"/>
                  </a:srgbClr>
                </a:gs>
                <a:gs pos="28571">
                  <a:srgbClr val="3D5782">
                    <a:alpha val="11454"/>
                  </a:srgbClr>
                </a:gs>
                <a:gs pos="42857">
                  <a:srgbClr val="3D5782">
                    <a:alpha val="7669"/>
                  </a:srgbClr>
                </a:gs>
                <a:gs pos="57143">
                  <a:srgbClr val="3D5782">
                    <a:alpha val="4325"/>
                  </a:srgbClr>
                </a:gs>
                <a:gs pos="71429">
                  <a:srgbClr val="3D5782">
                    <a:alpha val="2048"/>
                  </a:srgbClr>
                </a:gs>
                <a:gs pos="85714">
                  <a:srgbClr val="3D5782">
                    <a:alpha val="815"/>
                  </a:srgbClr>
                </a:gs>
                <a:gs pos="100000">
                  <a:srgbClr val="3D5782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Splat 1263"/>
            <p:cNvSpPr>
              <a:spLocks noGrp="1"/>
            </p:cNvSpPr>
            <p:nvPr/>
          </p:nvSpPr>
          <p:spPr>
            <a:xfrm rot="5011206">
              <a:off x="444505" y="655691"/>
              <a:ext cx="656137" cy="455638"/>
            </a:xfrm>
            <a:prstGeom prst="ellipse">
              <a:avLst/>
            </a:prstGeom>
            <a:gradFill>
              <a:gsLst>
                <a:gs pos="0">
                  <a:srgbClr val="3B598D">
                    <a:alpha val="13905"/>
                  </a:srgbClr>
                </a:gs>
                <a:gs pos="14286">
                  <a:srgbClr val="3B598D">
                    <a:alpha val="12856"/>
                  </a:srgbClr>
                </a:gs>
                <a:gs pos="28571">
                  <a:srgbClr val="3B598D">
                    <a:alpha val="10133"/>
                  </a:srgbClr>
                </a:gs>
                <a:gs pos="42857">
                  <a:srgbClr val="3B598D">
                    <a:alpha val="6768"/>
                  </a:srgbClr>
                </a:gs>
                <a:gs pos="57143">
                  <a:srgbClr val="3B598D">
                    <a:alpha val="3809"/>
                  </a:srgbClr>
                </a:gs>
                <a:gs pos="71429">
                  <a:srgbClr val="3B598D">
                    <a:alpha val="1801"/>
                  </a:srgbClr>
                </a:gs>
                <a:gs pos="85714">
                  <a:srgbClr val="3B598D">
                    <a:alpha val="716"/>
                  </a:srgbClr>
                </a:gs>
                <a:gs pos="100000">
                  <a:srgbClr val="3B598D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Splat 1264"/>
            <p:cNvSpPr>
              <a:spLocks noGrp="1"/>
            </p:cNvSpPr>
            <p:nvPr/>
          </p:nvSpPr>
          <p:spPr>
            <a:xfrm rot="5926538">
              <a:off x="305845" y="731740"/>
              <a:ext cx="690467" cy="289918"/>
            </a:xfrm>
            <a:prstGeom prst="ellipse">
              <a:avLst/>
            </a:prstGeom>
            <a:gradFill>
              <a:gsLst>
                <a:gs pos="0">
                  <a:srgbClr val="6F95E1">
                    <a:alpha val="2843"/>
                  </a:srgbClr>
                </a:gs>
                <a:gs pos="14286">
                  <a:srgbClr val="6F95E1">
                    <a:alpha val="2616"/>
                  </a:srgbClr>
                </a:gs>
                <a:gs pos="28571">
                  <a:srgbClr val="6F95E1">
                    <a:alpha val="2037"/>
                  </a:srgbClr>
                </a:gs>
                <a:gs pos="42857">
                  <a:srgbClr val="6F95E1">
                    <a:alpha val="1341"/>
                  </a:srgbClr>
                </a:gs>
                <a:gs pos="57143">
                  <a:srgbClr val="6F95E1">
                    <a:alpha val="745"/>
                  </a:srgbClr>
                </a:gs>
                <a:gs pos="71429">
                  <a:srgbClr val="6F95E1">
                    <a:alpha val="350"/>
                  </a:srgbClr>
                </a:gs>
                <a:gs pos="85714">
                  <a:srgbClr val="6F95E1">
                    <a:alpha val="138"/>
                  </a:srgbClr>
                </a:gs>
                <a:gs pos="100000">
                  <a:srgbClr val="6F95E1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Splat 1265"/>
            <p:cNvSpPr>
              <a:spLocks noGrp="1"/>
            </p:cNvSpPr>
            <p:nvPr/>
          </p:nvSpPr>
          <p:spPr>
            <a:xfrm rot="4158418">
              <a:off x="3341138" y="549178"/>
              <a:ext cx="613873" cy="403314"/>
            </a:xfrm>
            <a:prstGeom prst="ellipse">
              <a:avLst/>
            </a:prstGeom>
            <a:gradFill>
              <a:gsLst>
                <a:gs pos="0">
                  <a:srgbClr val="001436">
                    <a:alpha val="10702"/>
                  </a:srgbClr>
                </a:gs>
                <a:gs pos="14286">
                  <a:srgbClr val="001436">
                    <a:alpha val="9881"/>
                  </a:srgbClr>
                </a:gs>
                <a:gs pos="28571">
                  <a:srgbClr val="001436">
                    <a:alpha val="7760"/>
                  </a:srgbClr>
                </a:gs>
                <a:gs pos="42857">
                  <a:srgbClr val="001436">
                    <a:alpha val="5161"/>
                  </a:srgbClr>
                </a:gs>
                <a:gs pos="57143">
                  <a:srgbClr val="001436">
                    <a:alpha val="2893"/>
                  </a:srgbClr>
                </a:gs>
                <a:gs pos="71429">
                  <a:srgbClr val="001436">
                    <a:alpha val="1365"/>
                  </a:srgbClr>
                </a:gs>
                <a:gs pos="85714">
                  <a:srgbClr val="001436">
                    <a:alpha val="542"/>
                  </a:srgbClr>
                </a:gs>
                <a:gs pos="100000">
                  <a:srgbClr val="001436">
                    <a:alpha val="1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Splat 1266"/>
            <p:cNvSpPr>
              <a:spLocks noGrp="1"/>
            </p:cNvSpPr>
            <p:nvPr/>
          </p:nvSpPr>
          <p:spPr>
            <a:xfrm rot="10398287">
              <a:off x="3134669" y="504161"/>
              <a:ext cx="578695" cy="4275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Splat 1267"/>
            <p:cNvSpPr>
              <a:spLocks noGrp="1"/>
            </p:cNvSpPr>
            <p:nvPr/>
          </p:nvSpPr>
          <p:spPr>
            <a:xfrm rot="-10150316">
              <a:off x="2728693" y="463140"/>
              <a:ext cx="600679" cy="548583"/>
            </a:xfrm>
            <a:prstGeom prst="ellipse">
              <a:avLst/>
            </a:prstGeom>
            <a:gradFill>
              <a:gsLst>
                <a:gs pos="0">
                  <a:srgbClr val="001E6F">
                    <a:alpha val="2041"/>
                  </a:srgbClr>
                </a:gs>
                <a:gs pos="14286">
                  <a:srgbClr val="001E6F">
                    <a:alpha val="1878"/>
                  </a:srgbClr>
                </a:gs>
                <a:gs pos="28571">
                  <a:srgbClr val="001E6F">
                    <a:alpha val="1461"/>
                  </a:srgbClr>
                </a:gs>
                <a:gs pos="42857">
                  <a:srgbClr val="001E6F">
                    <a:alpha val="961"/>
                  </a:srgbClr>
                </a:gs>
                <a:gs pos="57143">
                  <a:srgbClr val="001E6F">
                    <a:alpha val="534"/>
                  </a:srgbClr>
                </a:gs>
                <a:gs pos="71429">
                  <a:srgbClr val="001E6F">
                    <a:alpha val="250"/>
                  </a:srgbClr>
                </a:gs>
                <a:gs pos="85714">
                  <a:srgbClr val="001E6F">
                    <a:alpha val="99"/>
                  </a:srgbClr>
                </a:gs>
                <a:gs pos="100000">
                  <a:srgbClr val="001E6F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Splat 1268"/>
            <p:cNvSpPr>
              <a:spLocks noGrp="1"/>
            </p:cNvSpPr>
            <p:nvPr/>
          </p:nvSpPr>
          <p:spPr>
            <a:xfrm rot="-8160695">
              <a:off x="2585192" y="442451"/>
              <a:ext cx="614272" cy="556960"/>
            </a:xfrm>
            <a:prstGeom prst="ellipse">
              <a:avLst/>
            </a:prstGeom>
            <a:gradFill>
              <a:gsLst>
                <a:gs pos="0">
                  <a:srgbClr val="233E8B">
                    <a:alpha val="1496"/>
                  </a:srgbClr>
                </a:gs>
                <a:gs pos="14286">
                  <a:srgbClr val="233E8B">
                    <a:alpha val="1376"/>
                  </a:srgbClr>
                </a:gs>
                <a:gs pos="28571">
                  <a:srgbClr val="233E8B">
                    <a:alpha val="1070"/>
                  </a:srgbClr>
                </a:gs>
                <a:gs pos="42857">
                  <a:srgbClr val="233E8B">
                    <a:alpha val="703"/>
                  </a:srgbClr>
                </a:gs>
                <a:gs pos="57143">
                  <a:srgbClr val="233E8B">
                    <a:alpha val="390"/>
                  </a:srgbClr>
                </a:gs>
                <a:gs pos="71429">
                  <a:srgbClr val="233E8B">
                    <a:alpha val="183"/>
                  </a:srgbClr>
                </a:gs>
                <a:gs pos="85714">
                  <a:srgbClr val="233E8B">
                    <a:alpha val="72"/>
                  </a:srgbClr>
                </a:gs>
                <a:gs pos="100000">
                  <a:srgbClr val="233E8B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Splat 1269"/>
            <p:cNvSpPr>
              <a:spLocks noGrp="1"/>
            </p:cNvSpPr>
            <p:nvPr/>
          </p:nvSpPr>
          <p:spPr>
            <a:xfrm rot="5929933">
              <a:off x="2415119" y="488370"/>
              <a:ext cx="622210" cy="535558"/>
            </a:xfrm>
            <a:prstGeom prst="ellipse">
              <a:avLst/>
            </a:prstGeom>
            <a:gradFill>
              <a:gsLst>
                <a:gs pos="0">
                  <a:srgbClr val="304AA2">
                    <a:alpha val="2479"/>
                  </a:srgbClr>
                </a:gs>
                <a:gs pos="14286">
                  <a:srgbClr val="304AA2">
                    <a:alpha val="2281"/>
                  </a:srgbClr>
                </a:gs>
                <a:gs pos="28571">
                  <a:srgbClr val="304AA2">
                    <a:alpha val="1776"/>
                  </a:srgbClr>
                </a:gs>
                <a:gs pos="42857">
                  <a:srgbClr val="304AA2">
                    <a:alpha val="1168"/>
                  </a:srgbClr>
                </a:gs>
                <a:gs pos="57143">
                  <a:srgbClr val="304AA2">
                    <a:alpha val="649"/>
                  </a:srgbClr>
                </a:gs>
                <a:gs pos="71429">
                  <a:srgbClr val="304AA2">
                    <a:alpha val="304"/>
                  </a:srgbClr>
                </a:gs>
                <a:gs pos="85714">
                  <a:srgbClr val="304AA2">
                    <a:alpha val="120"/>
                  </a:srgbClr>
                </a:gs>
                <a:gs pos="100000">
                  <a:srgbClr val="304AA2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Splat 1270"/>
            <p:cNvSpPr>
              <a:spLocks noGrp="1"/>
            </p:cNvSpPr>
            <p:nvPr/>
          </p:nvSpPr>
          <p:spPr>
            <a:xfrm rot="6235490">
              <a:off x="2086751" y="484687"/>
              <a:ext cx="649115" cy="521456"/>
            </a:xfrm>
            <a:prstGeom prst="ellipse">
              <a:avLst/>
            </a:prstGeom>
            <a:gradFill>
              <a:gsLst>
                <a:gs pos="0">
                  <a:srgbClr val="365D97">
                    <a:alpha val="3037"/>
                  </a:srgbClr>
                </a:gs>
                <a:gs pos="14286">
                  <a:srgbClr val="365D97">
                    <a:alpha val="2795"/>
                  </a:srgbClr>
                </a:gs>
                <a:gs pos="28571">
                  <a:srgbClr val="365D97">
                    <a:alpha val="2177"/>
                  </a:srgbClr>
                </a:gs>
                <a:gs pos="42857">
                  <a:srgbClr val="365D97">
                    <a:alpha val="1433"/>
                  </a:srgbClr>
                </a:gs>
                <a:gs pos="57143">
                  <a:srgbClr val="365D97">
                    <a:alpha val="797"/>
                  </a:srgbClr>
                </a:gs>
                <a:gs pos="71429">
                  <a:srgbClr val="365D97">
                    <a:alpha val="374"/>
                  </a:srgbClr>
                </a:gs>
                <a:gs pos="85714">
                  <a:srgbClr val="365D97">
                    <a:alpha val="148"/>
                  </a:srgbClr>
                </a:gs>
                <a:gs pos="100000">
                  <a:srgbClr val="365D97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Splat 1271"/>
            <p:cNvSpPr>
              <a:spLocks noGrp="1"/>
            </p:cNvSpPr>
            <p:nvPr/>
          </p:nvSpPr>
          <p:spPr>
            <a:xfrm rot="5872788">
              <a:off x="1950068" y="419589"/>
              <a:ext cx="615978" cy="583553"/>
            </a:xfrm>
            <a:prstGeom prst="ellipse">
              <a:avLst/>
            </a:prstGeom>
            <a:gradFill>
              <a:gsLst>
                <a:gs pos="0">
                  <a:srgbClr val="405E9F">
                    <a:alpha val="5277"/>
                  </a:srgbClr>
                </a:gs>
                <a:gs pos="14286">
                  <a:srgbClr val="405E9F">
                    <a:alpha val="4861"/>
                  </a:srgbClr>
                </a:gs>
                <a:gs pos="28571">
                  <a:srgbClr val="405E9F">
                    <a:alpha val="3795"/>
                  </a:srgbClr>
                </a:gs>
                <a:gs pos="42857">
                  <a:srgbClr val="405E9F">
                    <a:alpha val="2506"/>
                  </a:srgbClr>
                </a:gs>
                <a:gs pos="57143">
                  <a:srgbClr val="405E9F">
                    <a:alpha val="1396"/>
                  </a:srgbClr>
                </a:gs>
                <a:gs pos="71429">
                  <a:srgbClr val="405E9F">
                    <a:alpha val="656"/>
                  </a:srgbClr>
                </a:gs>
                <a:gs pos="85714">
                  <a:srgbClr val="405E9F">
                    <a:alpha val="260"/>
                  </a:srgbClr>
                </a:gs>
                <a:gs pos="100000">
                  <a:srgbClr val="405E9F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Splat 1272"/>
            <p:cNvSpPr>
              <a:spLocks noGrp="1"/>
            </p:cNvSpPr>
            <p:nvPr/>
          </p:nvSpPr>
          <p:spPr>
            <a:xfrm rot="3861467">
              <a:off x="1742528" y="452149"/>
              <a:ext cx="636048" cy="473884"/>
            </a:xfrm>
            <a:prstGeom prst="ellipse">
              <a:avLst/>
            </a:prstGeom>
            <a:gradFill>
              <a:gsLst>
                <a:gs pos="0">
                  <a:srgbClr val="425F9A">
                    <a:alpha val="3828"/>
                  </a:srgbClr>
                </a:gs>
                <a:gs pos="14286">
                  <a:srgbClr val="425F9A">
                    <a:alpha val="3524"/>
                  </a:srgbClr>
                </a:gs>
                <a:gs pos="28571">
                  <a:srgbClr val="425F9A">
                    <a:alpha val="2747"/>
                  </a:srgbClr>
                </a:gs>
                <a:gs pos="42857">
                  <a:srgbClr val="425F9A">
                    <a:alpha val="1810"/>
                  </a:srgbClr>
                </a:gs>
                <a:gs pos="57143">
                  <a:srgbClr val="425F9A">
                    <a:alpha val="1007"/>
                  </a:srgbClr>
                </a:gs>
                <a:gs pos="71429">
                  <a:srgbClr val="425F9A">
                    <a:alpha val="473"/>
                  </a:srgbClr>
                </a:gs>
                <a:gs pos="85714">
                  <a:srgbClr val="425F9A">
                    <a:alpha val="187"/>
                  </a:srgbClr>
                </a:gs>
                <a:gs pos="100000">
                  <a:srgbClr val="425F9A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Splat 1273"/>
            <p:cNvSpPr>
              <a:spLocks noGrp="1"/>
            </p:cNvSpPr>
            <p:nvPr/>
          </p:nvSpPr>
          <p:spPr>
            <a:xfrm rot="2925578">
              <a:off x="1658749" y="578861"/>
              <a:ext cx="606540" cy="315025"/>
            </a:xfrm>
            <a:prstGeom prst="ellipse">
              <a:avLst/>
            </a:prstGeom>
            <a:gradFill>
              <a:gsLst>
                <a:gs pos="0">
                  <a:srgbClr val="5971BD">
                    <a:alpha val="5135"/>
                  </a:srgbClr>
                </a:gs>
                <a:gs pos="14286">
                  <a:srgbClr val="5971BD">
                    <a:alpha val="4730"/>
                  </a:srgbClr>
                </a:gs>
                <a:gs pos="28571">
                  <a:srgbClr val="5971BD">
                    <a:alpha val="3692"/>
                  </a:srgbClr>
                </a:gs>
                <a:gs pos="42857">
                  <a:srgbClr val="5971BD">
                    <a:alpha val="2437"/>
                  </a:srgbClr>
                </a:gs>
                <a:gs pos="57143">
                  <a:srgbClr val="5971BD">
                    <a:alpha val="1358"/>
                  </a:srgbClr>
                </a:gs>
                <a:gs pos="71429">
                  <a:srgbClr val="5971BD">
                    <a:alpha val="638"/>
                  </a:srgbClr>
                </a:gs>
                <a:gs pos="85714">
                  <a:srgbClr val="5971BD">
                    <a:alpha val="253"/>
                  </a:srgbClr>
                </a:gs>
                <a:gs pos="100000">
                  <a:srgbClr val="5971BD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Splat 1274"/>
            <p:cNvSpPr>
              <a:spLocks noGrp="1"/>
            </p:cNvSpPr>
            <p:nvPr/>
          </p:nvSpPr>
          <p:spPr>
            <a:xfrm rot="8950713">
              <a:off x="1304021" y="553505"/>
              <a:ext cx="724014" cy="367991"/>
            </a:xfrm>
            <a:prstGeom prst="ellipse">
              <a:avLst/>
            </a:prstGeom>
            <a:gradFill>
              <a:gsLst>
                <a:gs pos="0">
                  <a:srgbClr val="304165">
                    <a:alpha val="32968"/>
                  </a:srgbClr>
                </a:gs>
                <a:gs pos="14286">
                  <a:srgbClr val="304165">
                    <a:alpha val="30764"/>
                  </a:srgbClr>
                </a:gs>
                <a:gs pos="28571">
                  <a:srgbClr val="304165">
                    <a:alpha val="24833"/>
                  </a:srgbClr>
                </a:gs>
                <a:gs pos="42857">
                  <a:srgbClr val="304165">
                    <a:alpha val="17075"/>
                  </a:srgbClr>
                </a:gs>
                <a:gs pos="57143">
                  <a:srgbClr val="304165">
                    <a:alpha val="9855"/>
                  </a:srgbClr>
                </a:gs>
                <a:gs pos="71429">
                  <a:srgbClr val="304165">
                    <a:alpha val="4740"/>
                  </a:srgbClr>
                </a:gs>
                <a:gs pos="85714">
                  <a:srgbClr val="304165">
                    <a:alpha val="1902"/>
                  </a:srgbClr>
                </a:gs>
                <a:gs pos="100000">
                  <a:srgbClr val="30416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Splat 1275"/>
            <p:cNvSpPr>
              <a:spLocks noGrp="1"/>
            </p:cNvSpPr>
            <p:nvPr/>
          </p:nvSpPr>
          <p:spPr>
            <a:xfrm rot="-10120846">
              <a:off x="1108944" y="399609"/>
              <a:ext cx="620803" cy="596745"/>
            </a:xfrm>
            <a:prstGeom prst="ellipse">
              <a:avLst/>
            </a:prstGeom>
            <a:gradFill>
              <a:gsLst>
                <a:gs pos="0">
                  <a:srgbClr val="3C507D">
                    <a:alpha val="15378"/>
                  </a:srgbClr>
                </a:gs>
                <a:gs pos="14286">
                  <a:srgbClr val="3C507D">
                    <a:alpha val="14227"/>
                  </a:srgbClr>
                </a:gs>
                <a:gs pos="28571">
                  <a:srgbClr val="3C507D">
                    <a:alpha val="11234"/>
                  </a:srgbClr>
                </a:gs>
                <a:gs pos="42857">
                  <a:srgbClr val="3C507D">
                    <a:alpha val="7518"/>
                  </a:srgbClr>
                </a:gs>
                <a:gs pos="57143">
                  <a:srgbClr val="3C507D">
                    <a:alpha val="4238"/>
                  </a:srgbClr>
                </a:gs>
                <a:gs pos="71429">
                  <a:srgbClr val="3C507D">
                    <a:alpha val="2007"/>
                  </a:srgbClr>
                </a:gs>
                <a:gs pos="85714">
                  <a:srgbClr val="3C507D">
                    <a:alpha val="798"/>
                  </a:srgbClr>
                </a:gs>
                <a:gs pos="100000">
                  <a:srgbClr val="3C507D">
                    <a:alpha val="2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Splat 1276"/>
            <p:cNvSpPr>
              <a:spLocks noGrp="1"/>
            </p:cNvSpPr>
            <p:nvPr/>
          </p:nvSpPr>
          <p:spPr>
            <a:xfrm rot="3381954">
              <a:off x="937316" y="460882"/>
              <a:ext cx="585017" cy="570822"/>
            </a:xfrm>
            <a:prstGeom prst="ellipse">
              <a:avLst/>
            </a:prstGeom>
            <a:gradFill>
              <a:gsLst>
                <a:gs pos="0">
                  <a:srgbClr val="4F6FB2">
                    <a:alpha val="3823"/>
                  </a:srgbClr>
                </a:gs>
                <a:gs pos="14286">
                  <a:srgbClr val="4F6FB2">
                    <a:alpha val="3519"/>
                  </a:srgbClr>
                </a:gs>
                <a:gs pos="28571">
                  <a:srgbClr val="4F6FB2">
                    <a:alpha val="2743"/>
                  </a:srgbClr>
                </a:gs>
                <a:gs pos="42857">
                  <a:srgbClr val="4F6FB2">
                    <a:alpha val="1808"/>
                  </a:srgbClr>
                </a:gs>
                <a:gs pos="57143">
                  <a:srgbClr val="4F6FB2">
                    <a:alpha val="1006"/>
                  </a:srgbClr>
                </a:gs>
                <a:gs pos="71429">
                  <a:srgbClr val="4F6FB2">
                    <a:alpha val="472"/>
                  </a:srgbClr>
                </a:gs>
                <a:gs pos="85714">
                  <a:srgbClr val="4F6FB2">
                    <a:alpha val="187"/>
                  </a:srgbClr>
                </a:gs>
                <a:gs pos="100000">
                  <a:srgbClr val="4F6FB2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7" name="Splat 1277"/>
            <p:cNvSpPr>
              <a:spLocks noGrp="1"/>
            </p:cNvSpPr>
            <p:nvPr/>
          </p:nvSpPr>
          <p:spPr>
            <a:xfrm rot="-8424651">
              <a:off x="753389" y="463683"/>
              <a:ext cx="643385" cy="572587"/>
            </a:xfrm>
            <a:prstGeom prst="ellipse">
              <a:avLst/>
            </a:prstGeom>
            <a:gradFill>
              <a:gsLst>
                <a:gs pos="0">
                  <a:srgbClr val="5B7EC7">
                    <a:alpha val="3165"/>
                  </a:srgbClr>
                </a:gs>
                <a:gs pos="14286">
                  <a:srgbClr val="5B7EC7">
                    <a:alpha val="2913"/>
                  </a:srgbClr>
                </a:gs>
                <a:gs pos="28571">
                  <a:srgbClr val="5B7EC7">
                    <a:alpha val="2269"/>
                  </a:srgbClr>
                </a:gs>
                <a:gs pos="42857">
                  <a:srgbClr val="5B7EC7">
                    <a:alpha val="1494"/>
                  </a:srgbClr>
                </a:gs>
                <a:gs pos="57143">
                  <a:srgbClr val="5B7EC7">
                    <a:alpha val="831"/>
                  </a:srgbClr>
                </a:gs>
                <a:gs pos="71429">
                  <a:srgbClr val="5B7EC7">
                    <a:alpha val="390"/>
                  </a:srgbClr>
                </a:gs>
                <a:gs pos="85714">
                  <a:srgbClr val="5B7EC7">
                    <a:alpha val="154"/>
                  </a:srgbClr>
                </a:gs>
                <a:gs pos="100000">
                  <a:srgbClr val="5B7EC7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8" name="Splat 1278"/>
            <p:cNvSpPr>
              <a:spLocks noGrp="1"/>
            </p:cNvSpPr>
            <p:nvPr/>
          </p:nvSpPr>
          <p:spPr>
            <a:xfrm rot="5719412">
              <a:off x="573130" y="500166"/>
              <a:ext cx="645397" cy="551172"/>
            </a:xfrm>
            <a:prstGeom prst="ellipse">
              <a:avLst/>
            </a:prstGeom>
            <a:gradFill>
              <a:gsLst>
                <a:gs pos="0">
                  <a:srgbClr val="2F436B">
                    <a:alpha val="24719"/>
                  </a:srgbClr>
                </a:gs>
                <a:gs pos="14286">
                  <a:srgbClr val="2F436B">
                    <a:alpha val="22970"/>
                  </a:srgbClr>
                </a:gs>
                <a:gs pos="28571">
                  <a:srgbClr val="2F436B">
                    <a:alpha val="18342"/>
                  </a:srgbClr>
                </a:gs>
                <a:gs pos="42857">
                  <a:srgbClr val="2F436B">
                    <a:alpha val="12446"/>
                  </a:srgbClr>
                </a:gs>
                <a:gs pos="57143">
                  <a:srgbClr val="2F436B">
                    <a:alpha val="7100"/>
                  </a:srgbClr>
                </a:gs>
                <a:gs pos="71429">
                  <a:srgbClr val="2F436B">
                    <a:alpha val="3389"/>
                  </a:srgbClr>
                </a:gs>
                <a:gs pos="85714">
                  <a:srgbClr val="2F436B">
                    <a:alpha val="1354"/>
                  </a:srgbClr>
                </a:gs>
                <a:gs pos="100000">
                  <a:srgbClr val="2F436B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9" name="Splat 1279"/>
            <p:cNvSpPr>
              <a:spLocks noGrp="1"/>
            </p:cNvSpPr>
            <p:nvPr/>
          </p:nvSpPr>
          <p:spPr>
            <a:xfrm rot="4715048">
              <a:off x="434687" y="479193"/>
              <a:ext cx="657066" cy="459328"/>
            </a:xfrm>
            <a:prstGeom prst="ellipse">
              <a:avLst/>
            </a:prstGeom>
            <a:gradFill>
              <a:gsLst>
                <a:gs pos="0">
                  <a:srgbClr val="33496C">
                    <a:alpha val="18210"/>
                  </a:srgbClr>
                </a:gs>
                <a:gs pos="14286">
                  <a:srgbClr val="33496C">
                    <a:alpha val="16869"/>
                  </a:srgbClr>
                </a:gs>
                <a:gs pos="28571">
                  <a:srgbClr val="33496C">
                    <a:alpha val="13364"/>
                  </a:srgbClr>
                </a:gs>
                <a:gs pos="42857">
                  <a:srgbClr val="33496C">
                    <a:alpha val="8980"/>
                  </a:srgbClr>
                </a:gs>
                <a:gs pos="57143">
                  <a:srgbClr val="33496C">
                    <a:alpha val="5080"/>
                  </a:srgbClr>
                </a:gs>
                <a:gs pos="71429">
                  <a:srgbClr val="33496C">
                    <a:alpha val="2411"/>
                  </a:srgbClr>
                </a:gs>
                <a:gs pos="85714">
                  <a:srgbClr val="33496C">
                    <a:alpha val="960"/>
                  </a:srgbClr>
                </a:gs>
                <a:gs pos="100000">
                  <a:srgbClr val="33496C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0" name="Splat 1280"/>
            <p:cNvSpPr>
              <a:spLocks noGrp="1"/>
            </p:cNvSpPr>
            <p:nvPr/>
          </p:nvSpPr>
          <p:spPr>
            <a:xfrm rot="3155983">
              <a:off x="3293633" y="273638"/>
              <a:ext cx="628413" cy="592227"/>
            </a:xfrm>
            <a:prstGeom prst="ellipse">
              <a:avLst/>
            </a:prstGeom>
            <a:gradFill>
              <a:gsLst>
                <a:gs pos="0">
                  <a:srgbClr val="000000">
                    <a:alpha val="27941"/>
                  </a:srgbClr>
                </a:gs>
                <a:gs pos="14286">
                  <a:srgbClr val="000000">
                    <a:alpha val="26005"/>
                  </a:srgbClr>
                </a:gs>
                <a:gs pos="28571">
                  <a:srgbClr val="000000">
                    <a:alpha val="20852"/>
                  </a:srgbClr>
                </a:gs>
                <a:gs pos="42857">
                  <a:srgbClr val="000000">
                    <a:alpha val="14220"/>
                  </a:srgbClr>
                </a:gs>
                <a:gs pos="57143">
                  <a:srgbClr val="000000">
                    <a:alpha val="8148"/>
                  </a:srgbClr>
                </a:gs>
                <a:gs pos="71429">
                  <a:srgbClr val="000000">
                    <a:alpha val="3900"/>
                  </a:srgbClr>
                </a:gs>
                <a:gs pos="85714">
                  <a:srgbClr val="000000">
                    <a:alpha val="1561"/>
                  </a:srgbClr>
                </a:gs>
                <a:gs pos="100000">
                  <a:srgbClr val="000000">
                    <a:alpha val="5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1" name="Splat 1281"/>
            <p:cNvSpPr>
              <a:spLocks noGrp="1"/>
            </p:cNvSpPr>
            <p:nvPr/>
          </p:nvSpPr>
          <p:spPr>
            <a:xfrm rot="-9149268">
              <a:off x="3053902" y="247324"/>
              <a:ext cx="676129" cy="605513"/>
            </a:xfrm>
            <a:prstGeom prst="ellipse">
              <a:avLst/>
            </a:prstGeom>
            <a:gradFill>
              <a:gsLst>
                <a:gs pos="0">
                  <a:srgbClr val="1B0000">
                    <a:alpha val="3871"/>
                  </a:srgbClr>
                </a:gs>
                <a:gs pos="14286">
                  <a:srgbClr val="1B0000">
                    <a:alpha val="3563"/>
                  </a:srgbClr>
                </a:gs>
                <a:gs pos="28571">
                  <a:srgbClr val="1B0000">
                    <a:alpha val="2778"/>
                  </a:srgbClr>
                </a:gs>
                <a:gs pos="42857">
                  <a:srgbClr val="1B0000">
                    <a:alpha val="1831"/>
                  </a:srgbClr>
                </a:gs>
                <a:gs pos="57143">
                  <a:srgbClr val="1B0000">
                    <a:alpha val="1019"/>
                  </a:srgbClr>
                </a:gs>
                <a:gs pos="71429">
                  <a:srgbClr val="1B0000">
                    <a:alpha val="478"/>
                  </a:srgbClr>
                </a:gs>
                <a:gs pos="85714">
                  <a:srgbClr val="1B0000">
                    <a:alpha val="189"/>
                  </a:srgbClr>
                </a:gs>
                <a:gs pos="100000">
                  <a:srgbClr val="1B0000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Splat 1282"/>
            <p:cNvSpPr>
              <a:spLocks noGrp="1"/>
            </p:cNvSpPr>
            <p:nvPr/>
          </p:nvSpPr>
          <p:spPr>
            <a:xfrm rot="-9435975">
              <a:off x="2926144" y="290453"/>
              <a:ext cx="607821" cy="553981"/>
            </a:xfrm>
            <a:prstGeom prst="ellipse">
              <a:avLst/>
            </a:prstGeom>
            <a:gradFill>
              <a:gsLst>
                <a:gs pos="0">
                  <a:srgbClr val="000019">
                    <a:alpha val="7665"/>
                  </a:srgbClr>
                </a:gs>
                <a:gs pos="14286">
                  <a:srgbClr val="000019">
                    <a:alpha val="7068"/>
                  </a:srgbClr>
                </a:gs>
                <a:gs pos="28571">
                  <a:srgbClr val="000019">
                    <a:alpha val="5532"/>
                  </a:srgbClr>
                </a:gs>
                <a:gs pos="42857">
                  <a:srgbClr val="000019">
                    <a:alpha val="3664"/>
                  </a:srgbClr>
                </a:gs>
                <a:gs pos="57143">
                  <a:srgbClr val="000019">
                    <a:alpha val="2047"/>
                  </a:srgbClr>
                </a:gs>
                <a:gs pos="71429">
                  <a:srgbClr val="000019">
                    <a:alpha val="964"/>
                  </a:srgbClr>
                </a:gs>
                <a:gs pos="85714">
                  <a:srgbClr val="000019">
                    <a:alpha val="382"/>
                  </a:srgbClr>
                </a:gs>
                <a:gs pos="100000">
                  <a:srgbClr val="000019">
                    <a:alpha val="1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Splat 1283"/>
            <p:cNvSpPr>
              <a:spLocks noGrp="1"/>
            </p:cNvSpPr>
            <p:nvPr/>
          </p:nvSpPr>
          <p:spPr>
            <a:xfrm rot="5704417">
              <a:off x="2785990" y="347301"/>
              <a:ext cx="668927" cy="487465"/>
            </a:xfrm>
            <a:prstGeom prst="ellipse">
              <a:avLst/>
            </a:prstGeom>
            <a:gradFill>
              <a:gsLst>
                <a:gs pos="0">
                  <a:srgbClr val="002C52">
                    <a:alpha val="8935"/>
                  </a:srgbClr>
                </a:gs>
                <a:gs pos="14286">
                  <a:srgbClr val="002C52">
                    <a:alpha val="8243"/>
                  </a:srgbClr>
                </a:gs>
                <a:gs pos="28571">
                  <a:srgbClr val="002C52">
                    <a:alpha val="6461"/>
                  </a:srgbClr>
                </a:gs>
                <a:gs pos="42857">
                  <a:srgbClr val="002C52">
                    <a:alpha val="4286"/>
                  </a:srgbClr>
                </a:gs>
                <a:gs pos="57143">
                  <a:srgbClr val="002C52">
                    <a:alpha val="2398"/>
                  </a:srgbClr>
                </a:gs>
                <a:gs pos="71429">
                  <a:srgbClr val="002C52">
                    <a:alpha val="1130"/>
                  </a:srgbClr>
                </a:gs>
                <a:gs pos="85714">
                  <a:srgbClr val="002C52">
                    <a:alpha val="448"/>
                  </a:srgbClr>
                </a:gs>
                <a:gs pos="100000">
                  <a:srgbClr val="002C52">
                    <a:alpha val="1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Splat 1284"/>
            <p:cNvSpPr>
              <a:spLocks noGrp="1"/>
            </p:cNvSpPr>
            <p:nvPr/>
          </p:nvSpPr>
          <p:spPr>
            <a:xfrm rot="3502571">
              <a:off x="2598379" y="340862"/>
              <a:ext cx="602155" cy="537634"/>
            </a:xfrm>
            <a:prstGeom prst="ellipse">
              <a:avLst/>
            </a:prstGeom>
            <a:gradFill>
              <a:gsLst>
                <a:gs pos="0">
                  <a:srgbClr val="002E61">
                    <a:alpha val="3936"/>
                  </a:srgbClr>
                </a:gs>
                <a:gs pos="14286">
                  <a:srgbClr val="002E61">
                    <a:alpha val="3624"/>
                  </a:srgbClr>
                </a:gs>
                <a:gs pos="28571">
                  <a:srgbClr val="002E61">
                    <a:alpha val="2825"/>
                  </a:srgbClr>
                </a:gs>
                <a:gs pos="42857">
                  <a:srgbClr val="002E61">
                    <a:alpha val="1862"/>
                  </a:srgbClr>
                </a:gs>
                <a:gs pos="57143">
                  <a:srgbClr val="002E61">
                    <a:alpha val="1036"/>
                  </a:srgbClr>
                </a:gs>
                <a:gs pos="71429">
                  <a:srgbClr val="002E61">
                    <a:alpha val="486"/>
                  </a:srgbClr>
                </a:gs>
                <a:gs pos="85714">
                  <a:srgbClr val="002E61">
                    <a:alpha val="193"/>
                  </a:srgbClr>
                </a:gs>
                <a:gs pos="100000">
                  <a:srgbClr val="002E61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Splat 1285"/>
            <p:cNvSpPr>
              <a:spLocks noGrp="1"/>
            </p:cNvSpPr>
            <p:nvPr/>
          </p:nvSpPr>
          <p:spPr>
            <a:xfrm rot="-9208109">
              <a:off x="2433067" y="278338"/>
              <a:ext cx="642799" cy="521282"/>
            </a:xfrm>
            <a:prstGeom prst="ellipse">
              <a:avLst/>
            </a:prstGeom>
            <a:gradFill>
              <a:gsLst>
                <a:gs pos="0">
                  <a:srgbClr val="192C87">
                    <a:alpha val="1689"/>
                  </a:srgbClr>
                </a:gs>
                <a:gs pos="14286">
                  <a:srgbClr val="192C87">
                    <a:alpha val="1554"/>
                  </a:srgbClr>
                </a:gs>
                <a:gs pos="28571">
                  <a:srgbClr val="192C87">
                    <a:alpha val="1209"/>
                  </a:srgbClr>
                </a:gs>
                <a:gs pos="42857">
                  <a:srgbClr val="192C87">
                    <a:alpha val="794"/>
                  </a:srgbClr>
                </a:gs>
                <a:gs pos="57143">
                  <a:srgbClr val="192C87">
                    <a:alpha val="441"/>
                  </a:srgbClr>
                </a:gs>
                <a:gs pos="71429">
                  <a:srgbClr val="192C87">
                    <a:alpha val="207"/>
                  </a:srgbClr>
                </a:gs>
                <a:gs pos="85714">
                  <a:srgbClr val="192C87">
                    <a:alpha val="82"/>
                  </a:srgbClr>
                </a:gs>
                <a:gs pos="100000">
                  <a:srgbClr val="192C87">
                    <a:alpha val="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6" name="Splat 1286"/>
            <p:cNvSpPr>
              <a:spLocks noGrp="1"/>
            </p:cNvSpPr>
            <p:nvPr/>
          </p:nvSpPr>
          <p:spPr>
            <a:xfrm rot="-9691926">
              <a:off x="2252128" y="291445"/>
              <a:ext cx="662623" cy="618553"/>
            </a:xfrm>
            <a:prstGeom prst="ellipse">
              <a:avLst/>
            </a:prstGeom>
            <a:gradFill>
              <a:gsLst>
                <a:gs pos="0">
                  <a:srgbClr val="30529A">
                    <a:alpha val="2562"/>
                  </a:srgbClr>
                </a:gs>
                <a:gs pos="14286">
                  <a:srgbClr val="30529A">
                    <a:alpha val="2357"/>
                  </a:srgbClr>
                </a:gs>
                <a:gs pos="28571">
                  <a:srgbClr val="30529A">
                    <a:alpha val="1835"/>
                  </a:srgbClr>
                </a:gs>
                <a:gs pos="42857">
                  <a:srgbClr val="30529A">
                    <a:alpha val="1207"/>
                  </a:srgbClr>
                </a:gs>
                <a:gs pos="57143">
                  <a:srgbClr val="30529A">
                    <a:alpha val="671"/>
                  </a:srgbClr>
                </a:gs>
                <a:gs pos="71429">
                  <a:srgbClr val="30529A">
                    <a:alpha val="315"/>
                  </a:srgbClr>
                </a:gs>
                <a:gs pos="85714">
                  <a:srgbClr val="30529A">
                    <a:alpha val="125"/>
                  </a:srgbClr>
                </a:gs>
                <a:gs pos="100000">
                  <a:srgbClr val="30529A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7" name="Splat 1287"/>
            <p:cNvSpPr>
              <a:spLocks noGrp="1"/>
            </p:cNvSpPr>
            <p:nvPr/>
          </p:nvSpPr>
          <p:spPr>
            <a:xfrm rot="8803776">
              <a:off x="2093177" y="264814"/>
              <a:ext cx="609487" cy="578044"/>
            </a:xfrm>
            <a:prstGeom prst="ellipse">
              <a:avLst/>
            </a:prstGeom>
            <a:gradFill>
              <a:gsLst>
                <a:gs pos="0">
                  <a:srgbClr val="41558D">
                    <a:alpha val="1874"/>
                  </a:srgbClr>
                </a:gs>
                <a:gs pos="14286">
                  <a:srgbClr val="41558D">
                    <a:alpha val="1724"/>
                  </a:srgbClr>
                </a:gs>
                <a:gs pos="28571">
                  <a:srgbClr val="41558D">
                    <a:alpha val="1341"/>
                  </a:srgbClr>
                </a:gs>
                <a:gs pos="42857">
                  <a:srgbClr val="41558D">
                    <a:alpha val="882"/>
                  </a:srgbClr>
                </a:gs>
                <a:gs pos="57143">
                  <a:srgbClr val="41558D">
                    <a:alpha val="489"/>
                  </a:srgbClr>
                </a:gs>
                <a:gs pos="71429">
                  <a:srgbClr val="41558D">
                    <a:alpha val="229"/>
                  </a:srgbClr>
                </a:gs>
                <a:gs pos="85714">
                  <a:srgbClr val="41558D">
                    <a:alpha val="91"/>
                  </a:srgbClr>
                </a:gs>
                <a:gs pos="100000">
                  <a:srgbClr val="41558D">
                    <a:alpha val="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8" name="Splat 1288"/>
            <p:cNvSpPr>
              <a:spLocks noGrp="1"/>
            </p:cNvSpPr>
            <p:nvPr/>
          </p:nvSpPr>
          <p:spPr>
            <a:xfrm rot="7053856">
              <a:off x="1801748" y="238137"/>
              <a:ext cx="615739" cy="600690"/>
            </a:xfrm>
            <a:prstGeom prst="ellipse">
              <a:avLst/>
            </a:prstGeom>
            <a:gradFill>
              <a:gsLst>
                <a:gs pos="0">
                  <a:srgbClr val="405B9E">
                    <a:alpha val="3617"/>
                  </a:srgbClr>
                </a:gs>
                <a:gs pos="14286">
                  <a:srgbClr val="405B9E">
                    <a:alpha val="3329"/>
                  </a:srgbClr>
                </a:gs>
                <a:gs pos="28571">
                  <a:srgbClr val="405B9E">
                    <a:alpha val="2595"/>
                  </a:srgbClr>
                </a:gs>
                <a:gs pos="42857">
                  <a:srgbClr val="405B9E">
                    <a:alpha val="1710"/>
                  </a:srgbClr>
                </a:gs>
                <a:gs pos="57143">
                  <a:srgbClr val="405B9E">
                    <a:alpha val="951"/>
                  </a:srgbClr>
                </a:gs>
                <a:gs pos="71429">
                  <a:srgbClr val="405B9E">
                    <a:alpha val="446"/>
                  </a:srgbClr>
                </a:gs>
                <a:gs pos="85714">
                  <a:srgbClr val="405B9E">
                    <a:alpha val="177"/>
                  </a:srgbClr>
                </a:gs>
                <a:gs pos="100000">
                  <a:srgbClr val="405B9E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9" name="Splat 1289"/>
            <p:cNvSpPr>
              <a:spLocks noGrp="1"/>
            </p:cNvSpPr>
            <p:nvPr/>
          </p:nvSpPr>
          <p:spPr>
            <a:xfrm rot="8966740">
              <a:off x="1536276" y="342247"/>
              <a:ext cx="670927" cy="488153"/>
            </a:xfrm>
            <a:prstGeom prst="ellipse">
              <a:avLst/>
            </a:prstGeom>
            <a:gradFill>
              <a:gsLst>
                <a:gs pos="0">
                  <a:srgbClr val="3D5898">
                    <a:alpha val="4375"/>
                  </a:srgbClr>
                </a:gs>
                <a:gs pos="14286">
                  <a:srgbClr val="3D5898">
                    <a:alpha val="4028"/>
                  </a:srgbClr>
                </a:gs>
                <a:gs pos="28571">
                  <a:srgbClr val="3D5898">
                    <a:alpha val="3142"/>
                  </a:srgbClr>
                </a:gs>
                <a:gs pos="42857">
                  <a:srgbClr val="3D5898">
                    <a:alpha val="2072"/>
                  </a:srgbClr>
                </a:gs>
                <a:gs pos="57143">
                  <a:srgbClr val="3D5898">
                    <a:alpha val="1154"/>
                  </a:srgbClr>
                </a:gs>
                <a:gs pos="71429">
                  <a:srgbClr val="3D5898">
                    <a:alpha val="542"/>
                  </a:srgbClr>
                </a:gs>
                <a:gs pos="85714">
                  <a:srgbClr val="3D5898">
                    <a:alpha val="215"/>
                  </a:srgbClr>
                </a:gs>
                <a:gs pos="100000">
                  <a:srgbClr val="3D5898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0" name="Splat 1290"/>
            <p:cNvSpPr>
              <a:spLocks noGrp="1"/>
            </p:cNvSpPr>
            <p:nvPr/>
          </p:nvSpPr>
          <p:spPr>
            <a:xfrm rot="7959632">
              <a:off x="1380845" y="395179"/>
              <a:ext cx="654567" cy="443387"/>
            </a:xfrm>
            <a:prstGeom prst="ellipse">
              <a:avLst/>
            </a:prstGeom>
            <a:gradFill>
              <a:gsLst>
                <a:gs pos="0">
                  <a:srgbClr val="283656">
                    <a:alpha val="32968"/>
                  </a:srgbClr>
                </a:gs>
                <a:gs pos="14286">
                  <a:srgbClr val="283656">
                    <a:alpha val="30764"/>
                  </a:srgbClr>
                </a:gs>
                <a:gs pos="28571">
                  <a:srgbClr val="283656">
                    <a:alpha val="24833"/>
                  </a:srgbClr>
                </a:gs>
                <a:gs pos="42857">
                  <a:srgbClr val="283656">
                    <a:alpha val="17075"/>
                  </a:srgbClr>
                </a:gs>
                <a:gs pos="57143">
                  <a:srgbClr val="283656">
                    <a:alpha val="9855"/>
                  </a:srgbClr>
                </a:gs>
                <a:gs pos="71429">
                  <a:srgbClr val="283656">
                    <a:alpha val="4740"/>
                  </a:srgbClr>
                </a:gs>
                <a:gs pos="85714">
                  <a:srgbClr val="283656">
                    <a:alpha val="1902"/>
                  </a:srgbClr>
                </a:gs>
                <a:gs pos="100000">
                  <a:srgbClr val="28365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1" name="Splat 1291"/>
            <p:cNvSpPr>
              <a:spLocks noGrp="1"/>
            </p:cNvSpPr>
            <p:nvPr/>
          </p:nvSpPr>
          <p:spPr>
            <a:xfrm rot="5707237">
              <a:off x="1208404" y="278404"/>
              <a:ext cx="654782" cy="598014"/>
            </a:xfrm>
            <a:prstGeom prst="ellipse">
              <a:avLst/>
            </a:prstGeom>
            <a:gradFill>
              <a:gsLst>
                <a:gs pos="0">
                  <a:srgbClr val="374776">
                    <a:alpha val="12900"/>
                  </a:srgbClr>
                </a:gs>
                <a:gs pos="14286">
                  <a:srgbClr val="374776">
                    <a:alpha val="11921"/>
                  </a:srgbClr>
                </a:gs>
                <a:gs pos="28571">
                  <a:srgbClr val="374776">
                    <a:alpha val="9386"/>
                  </a:srgbClr>
                </a:gs>
                <a:gs pos="42857">
                  <a:srgbClr val="374776">
                    <a:alpha val="6260"/>
                  </a:srgbClr>
                </a:gs>
                <a:gs pos="57143">
                  <a:srgbClr val="374776">
                    <a:alpha val="3519"/>
                  </a:srgbClr>
                </a:gs>
                <a:gs pos="71429">
                  <a:srgbClr val="374776">
                    <a:alpha val="1663"/>
                  </a:srgbClr>
                </a:gs>
                <a:gs pos="85714">
                  <a:srgbClr val="374776">
                    <a:alpha val="661"/>
                  </a:srgbClr>
                </a:gs>
                <a:gs pos="100000">
                  <a:srgbClr val="374776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2" name="Splat 1292"/>
            <p:cNvSpPr>
              <a:spLocks noGrp="1"/>
            </p:cNvSpPr>
            <p:nvPr/>
          </p:nvSpPr>
          <p:spPr>
            <a:xfrm rot="7492137">
              <a:off x="1109280" y="327038"/>
              <a:ext cx="605647" cy="568418"/>
            </a:xfrm>
            <a:prstGeom prst="ellipse">
              <a:avLst/>
            </a:prstGeom>
            <a:gradFill>
              <a:gsLst>
                <a:gs pos="0">
                  <a:srgbClr val="22324F">
                    <a:alpha val="12245"/>
                  </a:srgbClr>
                </a:gs>
                <a:gs pos="14286">
                  <a:srgbClr val="22324F">
                    <a:alpha val="11313"/>
                  </a:srgbClr>
                </a:gs>
                <a:gs pos="28571">
                  <a:srgbClr val="22324F">
                    <a:alpha val="8900"/>
                  </a:srgbClr>
                </a:gs>
                <a:gs pos="42857">
                  <a:srgbClr val="22324F">
                    <a:alpha val="5931"/>
                  </a:srgbClr>
                </a:gs>
                <a:gs pos="57143">
                  <a:srgbClr val="22324F">
                    <a:alpha val="3331"/>
                  </a:srgbClr>
                </a:gs>
                <a:gs pos="71429">
                  <a:srgbClr val="22324F">
                    <a:alpha val="1573"/>
                  </a:srgbClr>
                </a:gs>
                <a:gs pos="85714">
                  <a:srgbClr val="22324F">
                    <a:alpha val="625"/>
                  </a:srgbClr>
                </a:gs>
                <a:gs pos="100000">
                  <a:srgbClr val="22324F">
                    <a:alpha val="2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3" name="Splat 1293"/>
            <p:cNvSpPr>
              <a:spLocks noGrp="1"/>
            </p:cNvSpPr>
            <p:nvPr/>
          </p:nvSpPr>
          <p:spPr>
            <a:xfrm rot="-10795468">
              <a:off x="891495" y="319212"/>
              <a:ext cx="626487" cy="533828"/>
            </a:xfrm>
            <a:prstGeom prst="ellipse">
              <a:avLst/>
            </a:prstGeom>
            <a:gradFill>
              <a:gsLst>
                <a:gs pos="0">
                  <a:srgbClr val="394A75">
                    <a:alpha val="9400"/>
                  </a:srgbClr>
                </a:gs>
                <a:gs pos="14286">
                  <a:srgbClr val="394A75">
                    <a:alpha val="8674"/>
                  </a:srgbClr>
                </a:gs>
                <a:gs pos="28571">
                  <a:srgbClr val="394A75">
                    <a:alpha val="6802"/>
                  </a:srgbClr>
                </a:gs>
                <a:gs pos="42857">
                  <a:srgbClr val="394A75">
                    <a:alpha val="4516"/>
                  </a:srgbClr>
                </a:gs>
                <a:gs pos="57143">
                  <a:srgbClr val="394A75">
                    <a:alpha val="2528"/>
                  </a:srgbClr>
                </a:gs>
                <a:gs pos="71429">
                  <a:srgbClr val="394A75">
                    <a:alpha val="1191"/>
                  </a:srgbClr>
                </a:gs>
                <a:gs pos="85714">
                  <a:srgbClr val="394A75">
                    <a:alpha val="473"/>
                  </a:srgbClr>
                </a:gs>
                <a:gs pos="100000">
                  <a:srgbClr val="394A75">
                    <a:alpha val="1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4" name="Splat 1294"/>
            <p:cNvSpPr>
              <a:spLocks noGrp="1"/>
            </p:cNvSpPr>
            <p:nvPr/>
          </p:nvSpPr>
          <p:spPr>
            <a:xfrm rot="9707005">
              <a:off x="746522" y="353741"/>
              <a:ext cx="646637" cy="528319"/>
            </a:xfrm>
            <a:prstGeom prst="ellipse">
              <a:avLst/>
            </a:prstGeom>
            <a:gradFill>
              <a:gsLst>
                <a:gs pos="0">
                  <a:srgbClr val="0F427C">
                    <a:alpha val="2831"/>
                  </a:srgbClr>
                </a:gs>
                <a:gs pos="14286">
                  <a:srgbClr val="0F427C">
                    <a:alpha val="2605"/>
                  </a:srgbClr>
                </a:gs>
                <a:gs pos="28571">
                  <a:srgbClr val="0F427C">
                    <a:alpha val="2029"/>
                  </a:srgbClr>
                </a:gs>
                <a:gs pos="42857">
                  <a:srgbClr val="0F427C">
                    <a:alpha val="1335"/>
                  </a:srgbClr>
                </a:gs>
                <a:gs pos="57143">
                  <a:srgbClr val="0F427C">
                    <a:alpha val="742"/>
                  </a:srgbClr>
                </a:gs>
                <a:gs pos="71429">
                  <a:srgbClr val="0F427C">
                    <a:alpha val="348"/>
                  </a:srgbClr>
                </a:gs>
                <a:gs pos="85714">
                  <a:srgbClr val="0F427C">
                    <a:alpha val="138"/>
                  </a:srgbClr>
                </a:gs>
                <a:gs pos="100000">
                  <a:srgbClr val="0F427C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5" name="Splat 1295"/>
            <p:cNvSpPr>
              <a:spLocks noGrp="1"/>
            </p:cNvSpPr>
            <p:nvPr/>
          </p:nvSpPr>
          <p:spPr>
            <a:xfrm rot="4398458">
              <a:off x="601503" y="232954"/>
              <a:ext cx="670776" cy="603025"/>
            </a:xfrm>
            <a:prstGeom prst="ellipse">
              <a:avLst/>
            </a:prstGeom>
            <a:gradFill>
              <a:gsLst>
                <a:gs pos="0">
                  <a:srgbClr val="415686">
                    <a:alpha val="9310"/>
                  </a:srgbClr>
                </a:gs>
                <a:gs pos="14286">
                  <a:srgbClr val="415686">
                    <a:alpha val="8590"/>
                  </a:srgbClr>
                </a:gs>
                <a:gs pos="28571">
                  <a:srgbClr val="415686">
                    <a:alpha val="6736"/>
                  </a:srgbClr>
                </a:gs>
                <a:gs pos="42857">
                  <a:srgbClr val="415686">
                    <a:alpha val="4471"/>
                  </a:srgbClr>
                </a:gs>
                <a:gs pos="57143">
                  <a:srgbClr val="415686">
                    <a:alpha val="2503"/>
                  </a:srgbClr>
                </a:gs>
                <a:gs pos="71429">
                  <a:srgbClr val="415686">
                    <a:alpha val="1179"/>
                  </a:srgbClr>
                </a:gs>
                <a:gs pos="85714">
                  <a:srgbClr val="415686">
                    <a:alpha val="468"/>
                  </a:srgbClr>
                </a:gs>
                <a:gs pos="100000">
                  <a:srgbClr val="415686">
                    <a:alpha val="1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6" name="Splat 1296"/>
            <p:cNvSpPr>
              <a:spLocks noGrp="1"/>
            </p:cNvSpPr>
            <p:nvPr/>
          </p:nvSpPr>
          <p:spPr>
            <a:xfrm rot="4214956">
              <a:off x="456439" y="326657"/>
              <a:ext cx="618199" cy="491211"/>
            </a:xfrm>
            <a:prstGeom prst="ellipse">
              <a:avLst/>
            </a:prstGeom>
            <a:gradFill>
              <a:gsLst>
                <a:gs pos="0">
                  <a:srgbClr val="3D4A86">
                    <a:alpha val="2324"/>
                  </a:srgbClr>
                </a:gs>
                <a:gs pos="14286">
                  <a:srgbClr val="3D4A86">
                    <a:alpha val="2138"/>
                  </a:srgbClr>
                </a:gs>
                <a:gs pos="28571">
                  <a:srgbClr val="3D4A86">
                    <a:alpha val="1664"/>
                  </a:srgbClr>
                </a:gs>
                <a:gs pos="42857">
                  <a:srgbClr val="3D4A86">
                    <a:alpha val="1095"/>
                  </a:srgbClr>
                </a:gs>
                <a:gs pos="57143">
                  <a:srgbClr val="3D4A86">
                    <a:alpha val="608"/>
                  </a:srgbClr>
                </a:gs>
                <a:gs pos="71429">
                  <a:srgbClr val="3D4A86">
                    <a:alpha val="285"/>
                  </a:srgbClr>
                </a:gs>
                <a:gs pos="85714">
                  <a:srgbClr val="3D4A86">
                    <a:alpha val="113"/>
                  </a:srgbClr>
                </a:gs>
                <a:gs pos="100000">
                  <a:srgbClr val="3D4A86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7" name="Splat 1297"/>
            <p:cNvSpPr>
              <a:spLocks noGrp="1"/>
            </p:cNvSpPr>
            <p:nvPr/>
          </p:nvSpPr>
          <p:spPr>
            <a:xfrm rot="9428960">
              <a:off x="3289482" y="127071"/>
              <a:ext cx="648607" cy="593860"/>
            </a:xfrm>
            <a:prstGeom prst="ellipse">
              <a:avLst/>
            </a:prstGeom>
            <a:gradFill>
              <a:gsLst>
                <a:gs pos="0">
                  <a:srgbClr val="00192F">
                    <a:alpha val="15455"/>
                  </a:srgbClr>
                </a:gs>
                <a:gs pos="14286">
                  <a:srgbClr val="00192F">
                    <a:alpha val="14299"/>
                  </a:srgbClr>
                </a:gs>
                <a:gs pos="28571">
                  <a:srgbClr val="00192F">
                    <a:alpha val="11291"/>
                  </a:srgbClr>
                </a:gs>
                <a:gs pos="42857">
                  <a:srgbClr val="00192F">
                    <a:alpha val="7558"/>
                  </a:srgbClr>
                </a:gs>
                <a:gs pos="57143">
                  <a:srgbClr val="00192F">
                    <a:alpha val="4261"/>
                  </a:srgbClr>
                </a:gs>
                <a:gs pos="71429">
                  <a:srgbClr val="00192F">
                    <a:alpha val="2018"/>
                  </a:srgbClr>
                </a:gs>
                <a:gs pos="85714">
                  <a:srgbClr val="00192F">
                    <a:alpha val="803"/>
                  </a:srgbClr>
                </a:gs>
                <a:gs pos="100000">
                  <a:srgbClr val="00192F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8" name="Splat 1298"/>
            <p:cNvSpPr>
              <a:spLocks noGrp="1"/>
            </p:cNvSpPr>
            <p:nvPr/>
          </p:nvSpPr>
          <p:spPr>
            <a:xfrm rot="8298575">
              <a:off x="3053119" y="167359"/>
              <a:ext cx="648637" cy="514775"/>
            </a:xfrm>
            <a:prstGeom prst="ellipse">
              <a:avLst/>
            </a:prstGeom>
            <a:gradFill>
              <a:gsLst>
                <a:gs pos="0">
                  <a:srgbClr val="000003">
                    <a:alpha val="13959"/>
                  </a:srgbClr>
                </a:gs>
                <a:gs pos="14286">
                  <a:srgbClr val="000003">
                    <a:alpha val="12906"/>
                  </a:srgbClr>
                </a:gs>
                <a:gs pos="28571">
                  <a:srgbClr val="000003">
                    <a:alpha val="10174"/>
                  </a:srgbClr>
                </a:gs>
                <a:gs pos="42857">
                  <a:srgbClr val="000003">
                    <a:alpha val="6796"/>
                  </a:srgbClr>
                </a:gs>
                <a:gs pos="57143">
                  <a:srgbClr val="000003">
                    <a:alpha val="3824"/>
                  </a:srgbClr>
                </a:gs>
                <a:gs pos="71429">
                  <a:srgbClr val="000003">
                    <a:alpha val="1809"/>
                  </a:srgbClr>
                </a:gs>
                <a:gs pos="85714">
                  <a:srgbClr val="000003">
                    <a:alpha val="719"/>
                  </a:srgbClr>
                </a:gs>
                <a:gs pos="100000">
                  <a:srgbClr val="000003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9" name="Splat 1299"/>
            <p:cNvSpPr>
              <a:spLocks noGrp="1"/>
            </p:cNvSpPr>
            <p:nvPr/>
          </p:nvSpPr>
          <p:spPr>
            <a:xfrm rot="3657077">
              <a:off x="2739322" y="105765"/>
              <a:ext cx="657468" cy="547507"/>
            </a:xfrm>
            <a:prstGeom prst="ellipse">
              <a:avLst/>
            </a:prstGeom>
            <a:gradFill>
              <a:gsLst>
                <a:gs pos="0">
                  <a:srgbClr val="001037">
                    <a:alpha val="12132"/>
                  </a:srgbClr>
                </a:gs>
                <a:gs pos="14286">
                  <a:srgbClr val="001037">
                    <a:alpha val="11208"/>
                  </a:srgbClr>
                </a:gs>
                <a:gs pos="28571">
                  <a:srgbClr val="001037">
                    <a:alpha val="8817"/>
                  </a:srgbClr>
                </a:gs>
                <a:gs pos="42857">
                  <a:srgbClr val="001037">
                    <a:alpha val="5874"/>
                  </a:srgbClr>
                </a:gs>
                <a:gs pos="57143">
                  <a:srgbClr val="001037">
                    <a:alpha val="3299"/>
                  </a:srgbClr>
                </a:gs>
                <a:gs pos="71429">
                  <a:srgbClr val="001037">
                    <a:alpha val="1558"/>
                  </a:srgbClr>
                </a:gs>
                <a:gs pos="85714">
                  <a:srgbClr val="001037">
                    <a:alpha val="619"/>
                  </a:srgbClr>
                </a:gs>
                <a:gs pos="100000">
                  <a:srgbClr val="001037">
                    <a:alpha val="2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0" name="Splat 1300"/>
            <p:cNvSpPr>
              <a:spLocks noGrp="1"/>
            </p:cNvSpPr>
            <p:nvPr/>
          </p:nvSpPr>
          <p:spPr>
            <a:xfrm rot="6438959">
              <a:off x="2636981" y="108291"/>
              <a:ext cx="621066" cy="605121"/>
            </a:xfrm>
            <a:prstGeom prst="ellipse">
              <a:avLst/>
            </a:prstGeom>
            <a:gradFill>
              <a:gsLst>
                <a:gs pos="0">
                  <a:srgbClr val="00294C">
                    <a:alpha val="7657"/>
                  </a:srgbClr>
                </a:gs>
                <a:gs pos="14286">
                  <a:srgbClr val="00294C">
                    <a:alpha val="7060"/>
                  </a:srgbClr>
                </a:gs>
                <a:gs pos="28571">
                  <a:srgbClr val="00294C">
                    <a:alpha val="5526"/>
                  </a:srgbClr>
                </a:gs>
                <a:gs pos="42857">
                  <a:srgbClr val="00294C">
                    <a:alpha val="3660"/>
                  </a:srgbClr>
                </a:gs>
                <a:gs pos="57143">
                  <a:srgbClr val="00294C">
                    <a:alpha val="2045"/>
                  </a:srgbClr>
                </a:gs>
                <a:gs pos="71429">
                  <a:srgbClr val="00294C">
                    <a:alpha val="962"/>
                  </a:srgbClr>
                </a:gs>
                <a:gs pos="85714">
                  <a:srgbClr val="00294C">
                    <a:alpha val="382"/>
                  </a:srgbClr>
                </a:gs>
                <a:gs pos="100000">
                  <a:srgbClr val="00294C">
                    <a:alpha val="1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1" name="Splat 1301"/>
            <p:cNvSpPr>
              <a:spLocks noGrp="1"/>
            </p:cNvSpPr>
            <p:nvPr/>
          </p:nvSpPr>
          <p:spPr>
            <a:xfrm rot="3739683">
              <a:off x="2105326" y="73565"/>
              <a:ext cx="698658" cy="606038"/>
            </a:xfrm>
            <a:prstGeom prst="ellipse">
              <a:avLst/>
            </a:prstGeom>
            <a:gradFill>
              <a:gsLst>
                <a:gs pos="0">
                  <a:srgbClr val="174887">
                    <a:alpha val="2557"/>
                  </a:srgbClr>
                </a:gs>
                <a:gs pos="14286">
                  <a:srgbClr val="174887">
                    <a:alpha val="2353"/>
                  </a:srgbClr>
                </a:gs>
                <a:gs pos="28571">
                  <a:srgbClr val="174887">
                    <a:alpha val="1832"/>
                  </a:srgbClr>
                </a:gs>
                <a:gs pos="42857">
                  <a:srgbClr val="174887">
                    <a:alpha val="1205"/>
                  </a:srgbClr>
                </a:gs>
                <a:gs pos="57143">
                  <a:srgbClr val="174887">
                    <a:alpha val="670"/>
                  </a:srgbClr>
                </a:gs>
                <a:gs pos="71429">
                  <a:srgbClr val="174887">
                    <a:alpha val="314"/>
                  </a:srgbClr>
                </a:gs>
                <a:gs pos="85714">
                  <a:srgbClr val="174887">
                    <a:alpha val="124"/>
                  </a:srgbClr>
                </a:gs>
                <a:gs pos="100000">
                  <a:srgbClr val="174887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2" name="Splat 1302"/>
            <p:cNvSpPr>
              <a:spLocks noGrp="1"/>
            </p:cNvSpPr>
            <p:nvPr/>
          </p:nvSpPr>
          <p:spPr>
            <a:xfrm rot="3457036">
              <a:off x="1965914" y="123235"/>
              <a:ext cx="607509" cy="575006"/>
            </a:xfrm>
            <a:prstGeom prst="ellipse">
              <a:avLst/>
            </a:prstGeom>
            <a:gradFill>
              <a:gsLst>
                <a:gs pos="0">
                  <a:srgbClr val="3C5990">
                    <a:alpha val="1591"/>
                  </a:srgbClr>
                </a:gs>
                <a:gs pos="14286">
                  <a:srgbClr val="3C5990">
                    <a:alpha val="1464"/>
                  </a:srgbClr>
                </a:gs>
                <a:gs pos="28571">
                  <a:srgbClr val="3C5990">
                    <a:alpha val="1138"/>
                  </a:srgbClr>
                </a:gs>
                <a:gs pos="42857">
                  <a:srgbClr val="3C5990">
                    <a:alpha val="748"/>
                  </a:srgbClr>
                </a:gs>
                <a:gs pos="57143">
                  <a:srgbClr val="3C5990">
                    <a:alpha val="415"/>
                  </a:srgbClr>
                </a:gs>
                <a:gs pos="71429">
                  <a:srgbClr val="3C5990">
                    <a:alpha val="195"/>
                  </a:srgbClr>
                </a:gs>
                <a:gs pos="85714">
                  <a:srgbClr val="3C5990">
                    <a:alpha val="77"/>
                  </a:srgbClr>
                </a:gs>
                <a:gs pos="100000">
                  <a:srgbClr val="3C5990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3" name="Splat 1303"/>
            <p:cNvSpPr>
              <a:spLocks noGrp="1"/>
            </p:cNvSpPr>
            <p:nvPr/>
          </p:nvSpPr>
          <p:spPr>
            <a:xfrm rot="-9246511">
              <a:off x="1810282" y="53498"/>
              <a:ext cx="582205" cy="581036"/>
            </a:xfrm>
            <a:prstGeom prst="ellipse">
              <a:avLst/>
            </a:prstGeom>
            <a:gradFill>
              <a:gsLst>
                <a:gs pos="0">
                  <a:srgbClr val="195299">
                    <a:alpha val="1892"/>
                  </a:srgbClr>
                </a:gs>
                <a:gs pos="14286">
                  <a:srgbClr val="195299">
                    <a:alpha val="1741"/>
                  </a:srgbClr>
                </a:gs>
                <a:gs pos="28571">
                  <a:srgbClr val="195299">
                    <a:alpha val="1354"/>
                  </a:srgbClr>
                </a:gs>
                <a:gs pos="42857">
                  <a:srgbClr val="195299">
                    <a:alpha val="890"/>
                  </a:srgbClr>
                </a:gs>
                <a:gs pos="57143">
                  <a:srgbClr val="195299">
                    <a:alpha val="494"/>
                  </a:srgbClr>
                </a:gs>
                <a:gs pos="71429">
                  <a:srgbClr val="195299">
                    <a:alpha val="232"/>
                  </a:srgbClr>
                </a:gs>
                <a:gs pos="85714">
                  <a:srgbClr val="195299">
                    <a:alpha val="92"/>
                  </a:srgbClr>
                </a:gs>
                <a:gs pos="100000">
                  <a:srgbClr val="195299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4" name="Splat 1304"/>
            <p:cNvSpPr>
              <a:spLocks noGrp="1"/>
            </p:cNvSpPr>
            <p:nvPr/>
          </p:nvSpPr>
          <p:spPr>
            <a:xfrm rot="4854648">
              <a:off x="1591960" y="72996"/>
              <a:ext cx="632809" cy="600237"/>
            </a:xfrm>
            <a:prstGeom prst="ellipse">
              <a:avLst/>
            </a:prstGeom>
            <a:gradFill>
              <a:gsLst>
                <a:gs pos="0">
                  <a:srgbClr val="3A5A96">
                    <a:alpha val="3533"/>
                  </a:srgbClr>
                </a:gs>
                <a:gs pos="14286">
                  <a:srgbClr val="3A5A96">
                    <a:alpha val="3252"/>
                  </a:srgbClr>
                </a:gs>
                <a:gs pos="28571">
                  <a:srgbClr val="3A5A96">
                    <a:alpha val="2534"/>
                  </a:srgbClr>
                </a:gs>
                <a:gs pos="42857">
                  <a:srgbClr val="3A5A96">
                    <a:alpha val="1670"/>
                  </a:srgbClr>
                </a:gs>
                <a:gs pos="57143">
                  <a:srgbClr val="3A5A96">
                    <a:alpha val="929"/>
                  </a:srgbClr>
                </a:gs>
                <a:gs pos="71429">
                  <a:srgbClr val="3A5A96">
                    <a:alpha val="436"/>
                  </a:srgbClr>
                </a:gs>
                <a:gs pos="85714">
                  <a:srgbClr val="3A5A96">
                    <a:alpha val="173"/>
                  </a:srgbClr>
                </a:gs>
                <a:gs pos="100000">
                  <a:srgbClr val="3A5A96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5" name="Splat 1305"/>
            <p:cNvSpPr>
              <a:spLocks noGrp="1"/>
            </p:cNvSpPr>
            <p:nvPr/>
          </p:nvSpPr>
          <p:spPr>
            <a:xfrm rot="-10141137">
              <a:off x="1380200" y="143631"/>
              <a:ext cx="644562" cy="578524"/>
            </a:xfrm>
            <a:prstGeom prst="ellipse">
              <a:avLst/>
            </a:prstGeom>
            <a:gradFill>
              <a:gsLst>
                <a:gs pos="0">
                  <a:srgbClr val="395188">
                    <a:alpha val="4531"/>
                  </a:srgbClr>
                </a:gs>
                <a:gs pos="14286">
                  <a:srgbClr val="395188">
                    <a:alpha val="4172"/>
                  </a:srgbClr>
                </a:gs>
                <a:gs pos="28571">
                  <a:srgbClr val="395188">
                    <a:alpha val="3255"/>
                  </a:srgbClr>
                </a:gs>
                <a:gs pos="42857">
                  <a:srgbClr val="395188">
                    <a:alpha val="2147"/>
                  </a:srgbClr>
                </a:gs>
                <a:gs pos="57143">
                  <a:srgbClr val="395188">
                    <a:alpha val="1195"/>
                  </a:srgbClr>
                </a:gs>
                <a:gs pos="71429">
                  <a:srgbClr val="395188">
                    <a:alpha val="561"/>
                  </a:srgbClr>
                </a:gs>
                <a:gs pos="85714">
                  <a:srgbClr val="395188">
                    <a:alpha val="222"/>
                  </a:srgbClr>
                </a:gs>
                <a:gs pos="100000">
                  <a:srgbClr val="395188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6" name="Splat 1306"/>
            <p:cNvSpPr>
              <a:spLocks noGrp="1"/>
            </p:cNvSpPr>
            <p:nvPr/>
          </p:nvSpPr>
          <p:spPr>
            <a:xfrm rot="4949026">
              <a:off x="1264415" y="162043"/>
              <a:ext cx="623896" cy="576351"/>
            </a:xfrm>
            <a:prstGeom prst="ellipse">
              <a:avLst/>
            </a:prstGeom>
            <a:gradFill>
              <a:gsLst>
                <a:gs pos="0">
                  <a:srgbClr val="304962">
                    <a:alpha val="2655"/>
                  </a:srgbClr>
                </a:gs>
                <a:gs pos="14286">
                  <a:srgbClr val="304962">
                    <a:alpha val="2443"/>
                  </a:srgbClr>
                </a:gs>
                <a:gs pos="28571">
                  <a:srgbClr val="304962">
                    <a:alpha val="1902"/>
                  </a:srgbClr>
                </a:gs>
                <a:gs pos="42857">
                  <a:srgbClr val="304962">
                    <a:alpha val="1252"/>
                  </a:srgbClr>
                </a:gs>
                <a:gs pos="57143">
                  <a:srgbClr val="304962">
                    <a:alpha val="696"/>
                  </a:srgbClr>
                </a:gs>
                <a:gs pos="71429">
                  <a:srgbClr val="304962">
                    <a:alpha val="326"/>
                  </a:srgbClr>
                </a:gs>
                <a:gs pos="85714">
                  <a:srgbClr val="304962">
                    <a:alpha val="129"/>
                  </a:srgbClr>
                </a:gs>
                <a:gs pos="100000">
                  <a:srgbClr val="304962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7" name="Splat 1307"/>
            <p:cNvSpPr>
              <a:spLocks noGrp="1"/>
            </p:cNvSpPr>
            <p:nvPr/>
          </p:nvSpPr>
          <p:spPr>
            <a:xfrm rot="-8860294">
              <a:off x="1096553" y="114997"/>
              <a:ext cx="601214" cy="577355"/>
            </a:xfrm>
            <a:prstGeom prst="ellipse">
              <a:avLst/>
            </a:prstGeom>
            <a:gradFill>
              <a:gsLst>
                <a:gs pos="0">
                  <a:srgbClr val="3D589C">
                    <a:alpha val="3003"/>
                  </a:srgbClr>
                </a:gs>
                <a:gs pos="14286">
                  <a:srgbClr val="3D589C">
                    <a:alpha val="2763"/>
                  </a:srgbClr>
                </a:gs>
                <a:gs pos="28571">
                  <a:srgbClr val="3D589C">
                    <a:alpha val="2152"/>
                  </a:srgbClr>
                </a:gs>
                <a:gs pos="42857">
                  <a:srgbClr val="3D589C">
                    <a:alpha val="1417"/>
                  </a:srgbClr>
                </a:gs>
                <a:gs pos="57143">
                  <a:srgbClr val="3D589C">
                    <a:alpha val="788"/>
                  </a:srgbClr>
                </a:gs>
                <a:gs pos="71429">
                  <a:srgbClr val="3D589C">
                    <a:alpha val="369"/>
                  </a:srgbClr>
                </a:gs>
                <a:gs pos="85714">
                  <a:srgbClr val="3D589C">
                    <a:alpha val="146"/>
                  </a:srgbClr>
                </a:gs>
                <a:gs pos="100000">
                  <a:srgbClr val="3D589C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8" name="Splat 1308"/>
            <p:cNvSpPr>
              <a:spLocks noGrp="1"/>
            </p:cNvSpPr>
            <p:nvPr/>
          </p:nvSpPr>
          <p:spPr>
            <a:xfrm rot="4792102">
              <a:off x="949680" y="134458"/>
              <a:ext cx="640882" cy="632681"/>
            </a:xfrm>
            <a:prstGeom prst="ellipse">
              <a:avLst/>
            </a:prstGeom>
            <a:gradFill>
              <a:gsLst>
                <a:gs pos="0">
                  <a:srgbClr val="3E5589">
                    <a:alpha val="5154"/>
                  </a:srgbClr>
                </a:gs>
                <a:gs pos="14286">
                  <a:srgbClr val="3E5589">
                    <a:alpha val="4747"/>
                  </a:srgbClr>
                </a:gs>
                <a:gs pos="28571">
                  <a:srgbClr val="3E5589">
                    <a:alpha val="3706"/>
                  </a:srgbClr>
                </a:gs>
                <a:gs pos="42857">
                  <a:srgbClr val="3E5589">
                    <a:alpha val="2446"/>
                  </a:srgbClr>
                </a:gs>
                <a:gs pos="57143">
                  <a:srgbClr val="3E5589">
                    <a:alpha val="1363"/>
                  </a:srgbClr>
                </a:gs>
                <a:gs pos="71429">
                  <a:srgbClr val="3E5589">
                    <a:alpha val="640"/>
                  </a:srgbClr>
                </a:gs>
                <a:gs pos="85714">
                  <a:srgbClr val="3E5589">
                    <a:alpha val="254"/>
                  </a:srgbClr>
                </a:gs>
                <a:gs pos="100000">
                  <a:srgbClr val="3E5589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9" name="Splat 1309"/>
            <p:cNvSpPr>
              <a:spLocks noGrp="1"/>
            </p:cNvSpPr>
            <p:nvPr/>
          </p:nvSpPr>
          <p:spPr>
            <a:xfrm rot="-9832554">
              <a:off x="770464" y="83602"/>
              <a:ext cx="646077" cy="599177"/>
            </a:xfrm>
            <a:prstGeom prst="ellipse">
              <a:avLst/>
            </a:prstGeom>
            <a:gradFill>
              <a:gsLst>
                <a:gs pos="0">
                  <a:srgbClr val="365592">
                    <a:alpha val="5056"/>
                  </a:srgbClr>
                </a:gs>
                <a:gs pos="14286">
                  <a:srgbClr val="365592">
                    <a:alpha val="4657"/>
                  </a:srgbClr>
                </a:gs>
                <a:gs pos="28571">
                  <a:srgbClr val="365592">
                    <a:alpha val="3635"/>
                  </a:srgbClr>
                </a:gs>
                <a:gs pos="42857">
                  <a:srgbClr val="365592">
                    <a:alpha val="2400"/>
                  </a:srgbClr>
                </a:gs>
                <a:gs pos="57143">
                  <a:srgbClr val="365592">
                    <a:alpha val="1337"/>
                  </a:srgbClr>
                </a:gs>
                <a:gs pos="71429">
                  <a:srgbClr val="365592">
                    <a:alpha val="628"/>
                  </a:srgbClr>
                </a:gs>
                <a:gs pos="85714">
                  <a:srgbClr val="365592">
                    <a:alpha val="249"/>
                  </a:srgbClr>
                </a:gs>
                <a:gs pos="100000">
                  <a:srgbClr val="365592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0" name="Splat 1310"/>
            <p:cNvSpPr>
              <a:spLocks noGrp="1"/>
            </p:cNvSpPr>
            <p:nvPr/>
          </p:nvSpPr>
          <p:spPr>
            <a:xfrm rot="-8332287">
              <a:off x="618389" y="192607"/>
              <a:ext cx="634502" cy="479231"/>
            </a:xfrm>
            <a:prstGeom prst="ellipse">
              <a:avLst/>
            </a:prstGeom>
            <a:gradFill>
              <a:gsLst>
                <a:gs pos="0">
                  <a:srgbClr val="22365A">
                    <a:alpha val="14424"/>
                  </a:srgbClr>
                </a:gs>
                <a:gs pos="14286">
                  <a:srgbClr val="22365A">
                    <a:alpha val="13339"/>
                  </a:srgbClr>
                </a:gs>
                <a:gs pos="28571">
                  <a:srgbClr val="22365A">
                    <a:alpha val="10521"/>
                  </a:srgbClr>
                </a:gs>
                <a:gs pos="42857">
                  <a:srgbClr val="22365A">
                    <a:alpha val="7032"/>
                  </a:srgbClr>
                </a:gs>
                <a:gs pos="57143">
                  <a:srgbClr val="22365A">
                    <a:alpha val="3960"/>
                  </a:srgbClr>
                </a:gs>
                <a:gs pos="71429">
                  <a:srgbClr val="22365A">
                    <a:alpha val="1873"/>
                  </a:srgbClr>
                </a:gs>
                <a:gs pos="85714">
                  <a:srgbClr val="22365A">
                    <a:alpha val="745"/>
                  </a:srgbClr>
                </a:gs>
                <a:gs pos="100000">
                  <a:srgbClr val="22365A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1" name="Splat 1311"/>
            <p:cNvSpPr>
              <a:spLocks noGrp="1"/>
            </p:cNvSpPr>
            <p:nvPr/>
          </p:nvSpPr>
          <p:spPr>
            <a:xfrm rot="5404222">
              <a:off x="419931" y="204702"/>
              <a:ext cx="646031" cy="482784"/>
            </a:xfrm>
            <a:prstGeom prst="ellipse">
              <a:avLst/>
            </a:prstGeom>
            <a:gradFill>
              <a:gsLst>
                <a:gs pos="0">
                  <a:srgbClr val="385FA2">
                    <a:alpha val="3348"/>
                  </a:srgbClr>
                </a:gs>
                <a:gs pos="14286">
                  <a:srgbClr val="385FA2">
                    <a:alpha val="3081"/>
                  </a:srgbClr>
                </a:gs>
                <a:gs pos="28571">
                  <a:srgbClr val="385FA2">
                    <a:alpha val="2401"/>
                  </a:srgbClr>
                </a:gs>
                <a:gs pos="42857">
                  <a:srgbClr val="385FA2">
                    <a:alpha val="1581"/>
                  </a:srgbClr>
                </a:gs>
                <a:gs pos="57143">
                  <a:srgbClr val="385FA2">
                    <a:alpha val="879"/>
                  </a:srgbClr>
                </a:gs>
                <a:gs pos="71429">
                  <a:srgbClr val="385FA2">
                    <a:alpha val="413"/>
                  </a:srgbClr>
                </a:gs>
                <a:gs pos="85714">
                  <a:srgbClr val="385FA2">
                    <a:alpha val="163"/>
                  </a:srgbClr>
                </a:gs>
                <a:gs pos="100000">
                  <a:srgbClr val="385FA2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2" name="Splat 1312"/>
            <p:cNvSpPr>
              <a:spLocks noGrp="1"/>
            </p:cNvSpPr>
            <p:nvPr/>
          </p:nvSpPr>
          <p:spPr>
            <a:xfrm rot="6573613">
              <a:off x="-414972" y="298186"/>
              <a:ext cx="882693" cy="384115"/>
            </a:xfrm>
            <a:prstGeom prst="ellipse">
              <a:avLst/>
            </a:prstGeom>
            <a:gradFill>
              <a:gsLst>
                <a:gs pos="0">
                  <a:srgbClr val="2F4474">
                    <a:alpha val="10068"/>
                  </a:srgbClr>
                </a:gs>
                <a:gs pos="14286">
                  <a:srgbClr val="2F4474">
                    <a:alpha val="9293"/>
                  </a:srgbClr>
                </a:gs>
                <a:gs pos="28571">
                  <a:srgbClr val="2F4474">
                    <a:alpha val="7294"/>
                  </a:srgbClr>
                </a:gs>
                <a:gs pos="42857">
                  <a:srgbClr val="2F4474">
                    <a:alpha val="4846"/>
                  </a:srgbClr>
                </a:gs>
                <a:gs pos="57143">
                  <a:srgbClr val="2F4474">
                    <a:alpha val="2715"/>
                  </a:srgbClr>
                </a:gs>
                <a:gs pos="71429">
                  <a:srgbClr val="2F4474">
                    <a:alpha val="1280"/>
                  </a:srgbClr>
                </a:gs>
                <a:gs pos="85714">
                  <a:srgbClr val="2F4474">
                    <a:alpha val="508"/>
                  </a:srgbClr>
                </a:gs>
                <a:gs pos="100000">
                  <a:srgbClr val="2F4474">
                    <a:alpha val="1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3" name="Splat 1313"/>
            <p:cNvSpPr>
              <a:spLocks noGrp="1"/>
            </p:cNvSpPr>
            <p:nvPr/>
          </p:nvSpPr>
          <p:spPr>
            <a:xfrm rot="3208124">
              <a:off x="3312596" y="-20255"/>
              <a:ext cx="657767" cy="593221"/>
            </a:xfrm>
            <a:prstGeom prst="ellipse">
              <a:avLst/>
            </a:prstGeom>
            <a:gradFill>
              <a:gsLst>
                <a:gs pos="0">
                  <a:srgbClr val="000E20">
                    <a:alpha val="31107"/>
                  </a:srgbClr>
                </a:gs>
                <a:gs pos="14286">
                  <a:srgbClr val="000E20">
                    <a:alpha val="28999"/>
                  </a:srgbClr>
                </a:gs>
                <a:gs pos="28571">
                  <a:srgbClr val="000E20">
                    <a:alpha val="23350"/>
                  </a:srgbClr>
                </a:gs>
                <a:gs pos="42857">
                  <a:srgbClr val="000E20">
                    <a:alpha val="16006"/>
                  </a:srgbClr>
                </a:gs>
                <a:gs pos="57143">
                  <a:srgbClr val="000E20">
                    <a:alpha val="9212"/>
                  </a:srgbClr>
                </a:gs>
                <a:gs pos="71429">
                  <a:srgbClr val="000E20">
                    <a:alpha val="4423"/>
                  </a:srgbClr>
                </a:gs>
                <a:gs pos="85714">
                  <a:srgbClr val="000E20">
                    <a:alpha val="1773"/>
                  </a:srgbClr>
                </a:gs>
                <a:gs pos="100000">
                  <a:srgbClr val="000E20">
                    <a:alpha val="5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4" name="Splat 1314"/>
            <p:cNvSpPr>
              <a:spLocks noGrp="1"/>
            </p:cNvSpPr>
            <p:nvPr/>
          </p:nvSpPr>
          <p:spPr>
            <a:xfrm rot="5979048">
              <a:off x="3104951" y="-20646"/>
              <a:ext cx="609567" cy="527316"/>
            </a:xfrm>
            <a:prstGeom prst="ellipse">
              <a:avLst/>
            </a:prstGeom>
            <a:gradFill>
              <a:gsLst>
                <a:gs pos="0">
                  <a:srgbClr val="00000F">
                    <a:alpha val="17080"/>
                  </a:srgbClr>
                </a:gs>
                <a:gs pos="14286">
                  <a:srgbClr val="00000F">
                    <a:alpha val="15815"/>
                  </a:srgbClr>
                </a:gs>
                <a:gs pos="28571">
                  <a:srgbClr val="00000F">
                    <a:alpha val="12512"/>
                  </a:srgbClr>
                </a:gs>
                <a:gs pos="42857">
                  <a:srgbClr val="00000F">
                    <a:alpha val="8394"/>
                  </a:srgbClr>
                </a:gs>
                <a:gs pos="57143">
                  <a:srgbClr val="00000F">
                    <a:alpha val="4742"/>
                  </a:srgbClr>
                </a:gs>
                <a:gs pos="71429">
                  <a:srgbClr val="00000F">
                    <a:alpha val="2248"/>
                  </a:srgbClr>
                </a:gs>
                <a:gs pos="85714">
                  <a:srgbClr val="00000F">
                    <a:alpha val="895"/>
                  </a:srgbClr>
                </a:gs>
                <a:gs pos="100000">
                  <a:srgbClr val="00000F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5" name="Splat 1315"/>
            <p:cNvSpPr>
              <a:spLocks noGrp="1"/>
            </p:cNvSpPr>
            <p:nvPr/>
          </p:nvSpPr>
          <p:spPr>
            <a:xfrm rot="8776309">
              <a:off x="2938282" y="4851"/>
              <a:ext cx="603873" cy="483872"/>
            </a:xfrm>
            <a:prstGeom prst="ellipse">
              <a:avLst/>
            </a:prstGeom>
            <a:gradFill>
              <a:gsLst>
                <a:gs pos="0">
                  <a:srgbClr val="070B00">
                    <a:alpha val="13206"/>
                  </a:srgbClr>
                </a:gs>
                <a:gs pos="14286">
                  <a:srgbClr val="070B00">
                    <a:alpha val="12206"/>
                  </a:srgbClr>
                </a:gs>
                <a:gs pos="28571">
                  <a:srgbClr val="070B00">
                    <a:alpha val="9613"/>
                  </a:srgbClr>
                </a:gs>
                <a:gs pos="42857">
                  <a:srgbClr val="070B00">
                    <a:alpha val="6415"/>
                  </a:srgbClr>
                </a:gs>
                <a:gs pos="57143">
                  <a:srgbClr val="070B00">
                    <a:alpha val="3607"/>
                  </a:srgbClr>
                </a:gs>
                <a:gs pos="71429">
                  <a:srgbClr val="070B00">
                    <a:alpha val="1705"/>
                  </a:srgbClr>
                </a:gs>
                <a:gs pos="85714">
                  <a:srgbClr val="070B00">
                    <a:alpha val="678"/>
                  </a:srgbClr>
                </a:gs>
                <a:gs pos="100000">
                  <a:srgbClr val="070B00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6" name="Splat 1316"/>
            <p:cNvSpPr>
              <a:spLocks noGrp="1"/>
            </p:cNvSpPr>
            <p:nvPr/>
          </p:nvSpPr>
          <p:spPr>
            <a:xfrm rot="7537936">
              <a:off x="2813159" y="-15864"/>
              <a:ext cx="623340" cy="545093"/>
            </a:xfrm>
            <a:prstGeom prst="ellipse">
              <a:avLst/>
            </a:prstGeom>
            <a:gradFill>
              <a:gsLst>
                <a:gs pos="0">
                  <a:srgbClr val="001339">
                    <a:alpha val="8761"/>
                  </a:srgbClr>
                </a:gs>
                <a:gs pos="14286">
                  <a:srgbClr val="001339">
                    <a:alpha val="8081"/>
                  </a:srgbClr>
                </a:gs>
                <a:gs pos="28571">
                  <a:srgbClr val="001339">
                    <a:alpha val="6333"/>
                  </a:srgbClr>
                </a:gs>
                <a:gs pos="42857">
                  <a:srgbClr val="001339">
                    <a:alpha val="4201"/>
                  </a:srgbClr>
                </a:gs>
                <a:gs pos="57143">
                  <a:srgbClr val="001339">
                    <a:alpha val="2350"/>
                  </a:srgbClr>
                </a:gs>
                <a:gs pos="71429">
                  <a:srgbClr val="001339">
                    <a:alpha val="1107"/>
                  </a:srgbClr>
                </a:gs>
                <a:gs pos="85714">
                  <a:srgbClr val="001339">
                    <a:alpha val="439"/>
                  </a:srgbClr>
                </a:gs>
                <a:gs pos="100000">
                  <a:srgbClr val="001339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7" name="Splat 1317"/>
            <p:cNvSpPr>
              <a:spLocks noGrp="1"/>
            </p:cNvSpPr>
            <p:nvPr/>
          </p:nvSpPr>
          <p:spPr>
            <a:xfrm rot="-9141605">
              <a:off x="2649541" y="-44662"/>
              <a:ext cx="588700" cy="566878"/>
            </a:xfrm>
            <a:prstGeom prst="ellipse">
              <a:avLst/>
            </a:prstGeom>
            <a:gradFill>
              <a:gsLst>
                <a:gs pos="0">
                  <a:srgbClr val="000428">
                    <a:alpha val="9889"/>
                  </a:srgbClr>
                </a:gs>
                <a:gs pos="14286">
                  <a:srgbClr val="000428">
                    <a:alpha val="9127"/>
                  </a:srgbClr>
                </a:gs>
                <a:gs pos="28571">
                  <a:srgbClr val="000428">
                    <a:alpha val="7161"/>
                  </a:srgbClr>
                </a:gs>
                <a:gs pos="42857">
                  <a:srgbClr val="000428">
                    <a:alpha val="4757"/>
                  </a:srgbClr>
                </a:gs>
                <a:gs pos="57143">
                  <a:srgbClr val="000428">
                    <a:alpha val="2665"/>
                  </a:srgbClr>
                </a:gs>
                <a:gs pos="71429">
                  <a:srgbClr val="000428">
                    <a:alpha val="1256"/>
                  </a:srgbClr>
                </a:gs>
                <a:gs pos="85714">
                  <a:srgbClr val="000428">
                    <a:alpha val="499"/>
                  </a:srgbClr>
                </a:gs>
                <a:gs pos="100000">
                  <a:srgbClr val="000428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Splat 1318"/>
            <p:cNvSpPr>
              <a:spLocks noGrp="1"/>
            </p:cNvSpPr>
            <p:nvPr/>
          </p:nvSpPr>
          <p:spPr>
            <a:xfrm rot="-9609006">
              <a:off x="2439128" y="6724"/>
              <a:ext cx="652593" cy="579705"/>
            </a:xfrm>
            <a:prstGeom prst="ellipse">
              <a:avLst/>
            </a:prstGeom>
            <a:gradFill>
              <a:gsLst>
                <a:gs pos="0">
                  <a:srgbClr val="001F4D">
                    <a:alpha val="6082"/>
                  </a:srgbClr>
                </a:gs>
                <a:gs pos="14286">
                  <a:srgbClr val="001F4D">
                    <a:alpha val="5605"/>
                  </a:srgbClr>
                </a:gs>
                <a:gs pos="28571">
                  <a:srgbClr val="001F4D">
                    <a:alpha val="4380"/>
                  </a:srgbClr>
                </a:gs>
                <a:gs pos="42857">
                  <a:srgbClr val="001F4D">
                    <a:alpha val="2895"/>
                  </a:srgbClr>
                </a:gs>
                <a:gs pos="57143">
                  <a:srgbClr val="001F4D">
                    <a:alpha val="1614"/>
                  </a:srgbClr>
                </a:gs>
                <a:gs pos="71429">
                  <a:srgbClr val="001F4D">
                    <a:alpha val="759"/>
                  </a:srgbClr>
                </a:gs>
                <a:gs pos="85714">
                  <a:srgbClr val="001F4D">
                    <a:alpha val="301"/>
                  </a:srgbClr>
                </a:gs>
                <a:gs pos="100000">
                  <a:srgbClr val="001F4D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Splat 1319"/>
            <p:cNvSpPr>
              <a:spLocks noGrp="1"/>
            </p:cNvSpPr>
            <p:nvPr/>
          </p:nvSpPr>
          <p:spPr>
            <a:xfrm rot="-8398429">
              <a:off x="2278976" y="-46664"/>
              <a:ext cx="594676" cy="563770"/>
            </a:xfrm>
            <a:prstGeom prst="ellipse">
              <a:avLst/>
            </a:prstGeom>
            <a:gradFill>
              <a:gsLst>
                <a:gs pos="0">
                  <a:srgbClr val="002858">
                    <a:alpha val="4959"/>
                  </a:srgbClr>
                </a:gs>
                <a:gs pos="14286">
                  <a:srgbClr val="002858">
                    <a:alpha val="4567"/>
                  </a:srgbClr>
                </a:gs>
                <a:gs pos="28571">
                  <a:srgbClr val="002858">
                    <a:alpha val="3565"/>
                  </a:srgbClr>
                </a:gs>
                <a:gs pos="42857">
                  <a:srgbClr val="002858">
                    <a:alpha val="2353"/>
                  </a:srgbClr>
                </a:gs>
                <a:gs pos="57143">
                  <a:srgbClr val="002858">
                    <a:alpha val="1311"/>
                  </a:srgbClr>
                </a:gs>
                <a:gs pos="71429">
                  <a:srgbClr val="002858">
                    <a:alpha val="616"/>
                  </a:srgbClr>
                </a:gs>
                <a:gs pos="85714">
                  <a:srgbClr val="002858">
                    <a:alpha val="244"/>
                  </a:srgbClr>
                </a:gs>
                <a:gs pos="100000">
                  <a:srgbClr val="002858">
                    <a:alpha val="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Splat 1320"/>
            <p:cNvSpPr>
              <a:spLocks noGrp="1"/>
            </p:cNvSpPr>
            <p:nvPr/>
          </p:nvSpPr>
          <p:spPr>
            <a:xfrm rot="-9381545">
              <a:off x="1943140" y="-5753"/>
              <a:ext cx="629153" cy="588132"/>
            </a:xfrm>
            <a:prstGeom prst="ellipse">
              <a:avLst/>
            </a:prstGeom>
            <a:gradFill>
              <a:gsLst>
                <a:gs pos="0">
                  <a:srgbClr val="002889">
                    <a:alpha val="1588"/>
                  </a:srgbClr>
                </a:gs>
                <a:gs pos="14286">
                  <a:srgbClr val="002889">
                    <a:alpha val="1461"/>
                  </a:srgbClr>
                </a:gs>
                <a:gs pos="28571">
                  <a:srgbClr val="002889">
                    <a:alpha val="1136"/>
                  </a:srgbClr>
                </a:gs>
                <a:gs pos="42857">
                  <a:srgbClr val="002889">
                    <a:alpha val="747"/>
                  </a:srgbClr>
                </a:gs>
                <a:gs pos="57143">
                  <a:srgbClr val="002889">
                    <a:alpha val="414"/>
                  </a:srgbClr>
                </a:gs>
                <a:gs pos="71429">
                  <a:srgbClr val="002889">
                    <a:alpha val="194"/>
                  </a:srgbClr>
                </a:gs>
                <a:gs pos="85714">
                  <a:srgbClr val="002889">
                    <a:alpha val="77"/>
                  </a:srgbClr>
                </a:gs>
                <a:gs pos="100000">
                  <a:srgbClr val="002889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Splat 1321"/>
            <p:cNvSpPr>
              <a:spLocks noGrp="1"/>
            </p:cNvSpPr>
            <p:nvPr/>
          </p:nvSpPr>
          <p:spPr>
            <a:xfrm rot="7872326">
              <a:off x="1766564" y="-89200"/>
              <a:ext cx="592271" cy="544543"/>
            </a:xfrm>
            <a:prstGeom prst="ellipse">
              <a:avLst/>
            </a:prstGeom>
            <a:gradFill>
              <a:gsLst>
                <a:gs pos="0">
                  <a:srgbClr val="394C86">
                    <a:alpha val="3981"/>
                  </a:srgbClr>
                </a:gs>
                <a:gs pos="14286">
                  <a:srgbClr val="394C86">
                    <a:alpha val="3665"/>
                  </a:srgbClr>
                </a:gs>
                <a:gs pos="28571">
                  <a:srgbClr val="394C86">
                    <a:alpha val="2858"/>
                  </a:srgbClr>
                </a:gs>
                <a:gs pos="42857">
                  <a:srgbClr val="394C86">
                    <a:alpha val="1884"/>
                  </a:srgbClr>
                </a:gs>
                <a:gs pos="57143">
                  <a:srgbClr val="394C86">
                    <a:alpha val="1048"/>
                  </a:srgbClr>
                </a:gs>
                <a:gs pos="71429">
                  <a:srgbClr val="394C86">
                    <a:alpha val="492"/>
                  </a:srgbClr>
                </a:gs>
                <a:gs pos="85714">
                  <a:srgbClr val="394C86">
                    <a:alpha val="195"/>
                  </a:srgbClr>
                </a:gs>
                <a:gs pos="100000">
                  <a:srgbClr val="394C86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Splat 1322"/>
            <p:cNvSpPr>
              <a:spLocks noGrp="1"/>
            </p:cNvSpPr>
            <p:nvPr/>
          </p:nvSpPr>
          <p:spPr>
            <a:xfrm rot="-10100555">
              <a:off x="1585095" y="26342"/>
              <a:ext cx="629425" cy="510813"/>
            </a:xfrm>
            <a:prstGeom prst="ellipse">
              <a:avLst/>
            </a:prstGeom>
            <a:gradFill>
              <a:gsLst>
                <a:gs pos="0">
                  <a:srgbClr val="00184E">
                    <a:alpha val="2802"/>
                  </a:srgbClr>
                </a:gs>
                <a:gs pos="14286">
                  <a:srgbClr val="00184E">
                    <a:alpha val="2578"/>
                  </a:srgbClr>
                </a:gs>
                <a:gs pos="28571">
                  <a:srgbClr val="00184E">
                    <a:alpha val="2008"/>
                  </a:srgbClr>
                </a:gs>
                <a:gs pos="42857">
                  <a:srgbClr val="00184E">
                    <a:alpha val="1321"/>
                  </a:srgbClr>
                </a:gs>
                <a:gs pos="57143">
                  <a:srgbClr val="00184E">
                    <a:alpha val="734"/>
                  </a:srgbClr>
                </a:gs>
                <a:gs pos="71429">
                  <a:srgbClr val="00184E">
                    <a:alpha val="344"/>
                  </a:srgbClr>
                </a:gs>
                <a:gs pos="85714">
                  <a:srgbClr val="00184E">
                    <a:alpha val="136"/>
                  </a:srgbClr>
                </a:gs>
                <a:gs pos="100000">
                  <a:srgbClr val="00184E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3" name="Splat 1323"/>
            <p:cNvSpPr>
              <a:spLocks noGrp="1"/>
            </p:cNvSpPr>
            <p:nvPr/>
          </p:nvSpPr>
          <p:spPr>
            <a:xfrm rot="8319130">
              <a:off x="1394321" y="-53092"/>
              <a:ext cx="665579" cy="598425"/>
            </a:xfrm>
            <a:prstGeom prst="ellipse">
              <a:avLst/>
            </a:prstGeom>
            <a:gradFill>
              <a:gsLst>
                <a:gs pos="0">
                  <a:srgbClr val="2A5094">
                    <a:alpha val="2799"/>
                  </a:srgbClr>
                </a:gs>
                <a:gs pos="14286">
                  <a:srgbClr val="2A5094">
                    <a:alpha val="2576"/>
                  </a:srgbClr>
                </a:gs>
                <a:gs pos="28571">
                  <a:srgbClr val="2A5094">
                    <a:alpha val="2006"/>
                  </a:srgbClr>
                </a:gs>
                <a:gs pos="42857">
                  <a:srgbClr val="2A5094">
                    <a:alpha val="1320"/>
                  </a:srgbClr>
                </a:gs>
                <a:gs pos="57143">
                  <a:srgbClr val="2A5094">
                    <a:alpha val="734"/>
                  </a:srgbClr>
                </a:gs>
                <a:gs pos="71429">
                  <a:srgbClr val="2A5094">
                    <a:alpha val="344"/>
                  </a:srgbClr>
                </a:gs>
                <a:gs pos="85714">
                  <a:srgbClr val="2A5094">
                    <a:alpha val="136"/>
                  </a:srgbClr>
                </a:gs>
                <a:gs pos="100000">
                  <a:srgbClr val="2A5094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4" name="Splat 1324"/>
            <p:cNvSpPr>
              <a:spLocks noGrp="1"/>
            </p:cNvSpPr>
            <p:nvPr/>
          </p:nvSpPr>
          <p:spPr>
            <a:xfrm rot="4990732">
              <a:off x="1231479" y="-40352"/>
              <a:ext cx="620390" cy="589532"/>
            </a:xfrm>
            <a:prstGeom prst="ellipse">
              <a:avLst/>
            </a:prstGeom>
            <a:gradFill>
              <a:gsLst>
                <a:gs pos="0">
                  <a:srgbClr val="35539C">
                    <a:alpha val="2469"/>
                  </a:srgbClr>
                </a:gs>
                <a:gs pos="14286">
                  <a:srgbClr val="35539C">
                    <a:alpha val="2271"/>
                  </a:srgbClr>
                </a:gs>
                <a:gs pos="28571">
                  <a:srgbClr val="35539C">
                    <a:alpha val="1768"/>
                  </a:srgbClr>
                </a:gs>
                <a:gs pos="42857">
                  <a:srgbClr val="35539C">
                    <a:alpha val="1163"/>
                  </a:srgbClr>
                </a:gs>
                <a:gs pos="57143">
                  <a:srgbClr val="35539C">
                    <a:alpha val="646"/>
                  </a:srgbClr>
                </a:gs>
                <a:gs pos="71429">
                  <a:srgbClr val="35539C">
                    <a:alpha val="303"/>
                  </a:srgbClr>
                </a:gs>
                <a:gs pos="85714">
                  <a:srgbClr val="35539C">
                    <a:alpha val="120"/>
                  </a:srgbClr>
                </a:gs>
                <a:gs pos="100000">
                  <a:srgbClr val="35539C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5" name="Splat 1325"/>
            <p:cNvSpPr>
              <a:spLocks noGrp="1"/>
            </p:cNvSpPr>
            <p:nvPr/>
          </p:nvSpPr>
          <p:spPr>
            <a:xfrm rot="5955731">
              <a:off x="1086016" y="-97454"/>
              <a:ext cx="621057" cy="597250"/>
            </a:xfrm>
            <a:prstGeom prst="ellipse">
              <a:avLst/>
            </a:prstGeom>
            <a:gradFill>
              <a:gsLst>
                <a:gs pos="0">
                  <a:srgbClr val="245D7F">
                    <a:alpha val="1939"/>
                  </a:srgbClr>
                </a:gs>
                <a:gs pos="14286">
                  <a:srgbClr val="245D7F">
                    <a:alpha val="1783"/>
                  </a:srgbClr>
                </a:gs>
                <a:gs pos="28571">
                  <a:srgbClr val="245D7F">
                    <a:alpha val="1387"/>
                  </a:srgbClr>
                </a:gs>
                <a:gs pos="42857">
                  <a:srgbClr val="245D7F">
                    <a:alpha val="912"/>
                  </a:srgbClr>
                </a:gs>
                <a:gs pos="57143">
                  <a:srgbClr val="245D7F">
                    <a:alpha val="507"/>
                  </a:srgbClr>
                </a:gs>
                <a:gs pos="71429">
                  <a:srgbClr val="245D7F">
                    <a:alpha val="237"/>
                  </a:srgbClr>
                </a:gs>
                <a:gs pos="85714">
                  <a:srgbClr val="245D7F">
                    <a:alpha val="94"/>
                  </a:srgbClr>
                </a:gs>
                <a:gs pos="100000">
                  <a:srgbClr val="245D7F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6" name="Splat 1326"/>
            <p:cNvSpPr>
              <a:spLocks noGrp="1"/>
            </p:cNvSpPr>
            <p:nvPr/>
          </p:nvSpPr>
          <p:spPr>
            <a:xfrm rot="-9690225">
              <a:off x="839950" y="-96799"/>
              <a:ext cx="720112" cy="563665"/>
            </a:xfrm>
            <a:prstGeom prst="ellipse">
              <a:avLst/>
            </a:prstGeom>
            <a:gradFill>
              <a:gsLst>
                <a:gs pos="0">
                  <a:srgbClr val="315195">
                    <a:alpha val="3553"/>
                  </a:srgbClr>
                </a:gs>
                <a:gs pos="14286">
                  <a:srgbClr val="315195">
                    <a:alpha val="3271"/>
                  </a:srgbClr>
                </a:gs>
                <a:gs pos="28571">
                  <a:srgbClr val="315195">
                    <a:alpha val="2549"/>
                  </a:srgbClr>
                </a:gs>
                <a:gs pos="42857">
                  <a:srgbClr val="315195">
                    <a:alpha val="1679"/>
                  </a:srgbClr>
                </a:gs>
                <a:gs pos="57143">
                  <a:srgbClr val="315195">
                    <a:alpha val="934"/>
                  </a:srgbClr>
                </a:gs>
                <a:gs pos="71429">
                  <a:srgbClr val="315195">
                    <a:alpha val="438"/>
                  </a:srgbClr>
                </a:gs>
                <a:gs pos="85714">
                  <a:srgbClr val="315195">
                    <a:alpha val="174"/>
                  </a:srgbClr>
                </a:gs>
                <a:gs pos="100000">
                  <a:srgbClr val="315195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7" name="Splat 1327"/>
            <p:cNvSpPr>
              <a:spLocks noGrp="1"/>
            </p:cNvSpPr>
            <p:nvPr/>
          </p:nvSpPr>
          <p:spPr>
            <a:xfrm rot="8649021">
              <a:off x="562507" y="-88161"/>
              <a:ext cx="718668" cy="587837"/>
            </a:xfrm>
            <a:prstGeom prst="ellipse">
              <a:avLst/>
            </a:prstGeom>
            <a:gradFill>
              <a:gsLst>
                <a:gs pos="0">
                  <a:srgbClr val="2849A8">
                    <a:alpha val="2501"/>
                  </a:srgbClr>
                </a:gs>
                <a:gs pos="14286">
                  <a:srgbClr val="2849A8">
                    <a:alpha val="2301"/>
                  </a:srgbClr>
                </a:gs>
                <a:gs pos="28571">
                  <a:srgbClr val="2849A8">
                    <a:alpha val="1791"/>
                  </a:srgbClr>
                </a:gs>
                <a:gs pos="42857">
                  <a:srgbClr val="2849A8">
                    <a:alpha val="1179"/>
                  </a:srgbClr>
                </a:gs>
                <a:gs pos="57143">
                  <a:srgbClr val="2849A8">
                    <a:alpha val="655"/>
                  </a:srgbClr>
                </a:gs>
                <a:gs pos="71429">
                  <a:srgbClr val="2849A8">
                    <a:alpha val="307"/>
                  </a:srgbClr>
                </a:gs>
                <a:gs pos="85714">
                  <a:srgbClr val="2849A8">
                    <a:alpha val="122"/>
                  </a:srgbClr>
                </a:gs>
                <a:gs pos="100000">
                  <a:srgbClr val="2849A8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8" name="Splat 1328"/>
            <p:cNvSpPr>
              <a:spLocks noGrp="1"/>
            </p:cNvSpPr>
            <p:nvPr/>
          </p:nvSpPr>
          <p:spPr>
            <a:xfrm rot="5806498">
              <a:off x="463500" y="-49740"/>
              <a:ext cx="608984" cy="523452"/>
            </a:xfrm>
            <a:prstGeom prst="ellipse">
              <a:avLst/>
            </a:prstGeom>
            <a:gradFill>
              <a:gsLst>
                <a:gs pos="0">
                  <a:srgbClr val="46578D">
                    <a:alpha val="2469"/>
                  </a:srgbClr>
                </a:gs>
                <a:gs pos="14286">
                  <a:srgbClr val="46578D">
                    <a:alpha val="2271"/>
                  </a:srgbClr>
                </a:gs>
                <a:gs pos="28571">
                  <a:srgbClr val="46578D">
                    <a:alpha val="1768"/>
                  </a:srgbClr>
                </a:gs>
                <a:gs pos="42857">
                  <a:srgbClr val="46578D">
                    <a:alpha val="1163"/>
                  </a:srgbClr>
                </a:gs>
                <a:gs pos="57143">
                  <a:srgbClr val="46578D">
                    <a:alpha val="646"/>
                  </a:srgbClr>
                </a:gs>
                <a:gs pos="71429">
                  <a:srgbClr val="46578D">
                    <a:alpha val="303"/>
                  </a:srgbClr>
                </a:gs>
                <a:gs pos="85714">
                  <a:srgbClr val="46578D">
                    <a:alpha val="120"/>
                  </a:srgbClr>
                </a:gs>
                <a:gs pos="100000">
                  <a:srgbClr val="46578D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Splat 1329"/>
            <p:cNvSpPr>
              <a:spLocks noGrp="1"/>
            </p:cNvSpPr>
            <p:nvPr/>
          </p:nvSpPr>
          <p:spPr>
            <a:xfrm rot="4436814">
              <a:off x="-153378" y="72949"/>
              <a:ext cx="704908" cy="384580"/>
            </a:xfrm>
            <a:prstGeom prst="ellipse">
              <a:avLst/>
            </a:prstGeom>
            <a:gradFill>
              <a:gsLst>
                <a:gs pos="0">
                  <a:srgbClr val="191400">
                    <a:alpha val="32968"/>
                  </a:srgbClr>
                </a:gs>
                <a:gs pos="14286">
                  <a:srgbClr val="191400">
                    <a:alpha val="30764"/>
                  </a:srgbClr>
                </a:gs>
                <a:gs pos="28571">
                  <a:srgbClr val="191400">
                    <a:alpha val="24833"/>
                  </a:srgbClr>
                </a:gs>
                <a:gs pos="42857">
                  <a:srgbClr val="191400">
                    <a:alpha val="17075"/>
                  </a:srgbClr>
                </a:gs>
                <a:gs pos="57143">
                  <a:srgbClr val="191400">
                    <a:alpha val="9855"/>
                  </a:srgbClr>
                </a:gs>
                <a:gs pos="71429">
                  <a:srgbClr val="191400">
                    <a:alpha val="4740"/>
                  </a:srgbClr>
                </a:gs>
                <a:gs pos="85714">
                  <a:srgbClr val="191400">
                    <a:alpha val="1902"/>
                  </a:srgbClr>
                </a:gs>
                <a:gs pos="100000">
                  <a:srgbClr val="191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Splat 1330"/>
            <p:cNvSpPr>
              <a:spLocks noGrp="1"/>
            </p:cNvSpPr>
            <p:nvPr/>
          </p:nvSpPr>
          <p:spPr>
            <a:xfrm rot="5699805">
              <a:off x="-287861" y="93018"/>
              <a:ext cx="680779" cy="397991"/>
            </a:xfrm>
            <a:prstGeom prst="ellipse">
              <a:avLst/>
            </a:prstGeom>
            <a:gradFill>
              <a:gsLst>
                <a:gs pos="0">
                  <a:srgbClr val="19294B">
                    <a:alpha val="32968"/>
                  </a:srgbClr>
                </a:gs>
                <a:gs pos="14286">
                  <a:srgbClr val="19294B">
                    <a:alpha val="30764"/>
                  </a:srgbClr>
                </a:gs>
                <a:gs pos="28571">
                  <a:srgbClr val="19294B">
                    <a:alpha val="24833"/>
                  </a:srgbClr>
                </a:gs>
                <a:gs pos="42857">
                  <a:srgbClr val="19294B">
                    <a:alpha val="17075"/>
                  </a:srgbClr>
                </a:gs>
                <a:gs pos="57143">
                  <a:srgbClr val="19294B">
                    <a:alpha val="9855"/>
                  </a:srgbClr>
                </a:gs>
                <a:gs pos="71429">
                  <a:srgbClr val="19294B">
                    <a:alpha val="4740"/>
                  </a:srgbClr>
                </a:gs>
                <a:gs pos="85714">
                  <a:srgbClr val="19294B">
                    <a:alpha val="1902"/>
                  </a:srgbClr>
                </a:gs>
                <a:gs pos="100000">
                  <a:srgbClr val="19294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Splat 1331"/>
            <p:cNvSpPr>
              <a:spLocks noGrp="1"/>
            </p:cNvSpPr>
            <p:nvPr/>
          </p:nvSpPr>
          <p:spPr>
            <a:xfrm rot="3034152">
              <a:off x="3240223" y="-274561"/>
              <a:ext cx="758206" cy="605786"/>
            </a:xfrm>
            <a:prstGeom prst="ellipse">
              <a:avLst/>
            </a:prstGeom>
            <a:gradFill>
              <a:gsLst>
                <a:gs pos="0">
                  <a:srgbClr val="000014">
                    <a:alpha val="32968"/>
                  </a:srgbClr>
                </a:gs>
                <a:gs pos="14286">
                  <a:srgbClr val="000014">
                    <a:alpha val="30764"/>
                  </a:srgbClr>
                </a:gs>
                <a:gs pos="28571">
                  <a:srgbClr val="000014">
                    <a:alpha val="24833"/>
                  </a:srgbClr>
                </a:gs>
                <a:gs pos="42857">
                  <a:srgbClr val="000014">
                    <a:alpha val="17075"/>
                  </a:srgbClr>
                </a:gs>
                <a:gs pos="57143">
                  <a:srgbClr val="000014">
                    <a:alpha val="9855"/>
                  </a:srgbClr>
                </a:gs>
                <a:gs pos="71429">
                  <a:srgbClr val="000014">
                    <a:alpha val="4740"/>
                  </a:srgbClr>
                </a:gs>
                <a:gs pos="85714">
                  <a:srgbClr val="000014">
                    <a:alpha val="1902"/>
                  </a:srgbClr>
                </a:gs>
                <a:gs pos="100000">
                  <a:srgbClr val="00001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Splat 1332"/>
            <p:cNvSpPr>
              <a:spLocks noGrp="1"/>
            </p:cNvSpPr>
            <p:nvPr/>
          </p:nvSpPr>
          <p:spPr>
            <a:xfrm rot="-8986735">
              <a:off x="3074547" y="-294827"/>
              <a:ext cx="713576" cy="657447"/>
            </a:xfrm>
            <a:prstGeom prst="ellipse">
              <a:avLst/>
            </a:prstGeom>
            <a:gradFill>
              <a:gsLst>
                <a:gs pos="0">
                  <a:srgbClr val="001226">
                    <a:alpha val="30407"/>
                  </a:srgbClr>
                </a:gs>
                <a:gs pos="14286">
                  <a:srgbClr val="001226">
                    <a:alpha val="28336"/>
                  </a:srgbClr>
                </a:gs>
                <a:gs pos="28571">
                  <a:srgbClr val="001226">
                    <a:alpha val="22794"/>
                  </a:srgbClr>
                </a:gs>
                <a:gs pos="42857">
                  <a:srgbClr val="001226">
                    <a:alpha val="15607"/>
                  </a:srgbClr>
                </a:gs>
                <a:gs pos="57143">
                  <a:srgbClr val="001226">
                    <a:alpha val="8974"/>
                  </a:srgbClr>
                </a:gs>
                <a:gs pos="71429">
                  <a:srgbClr val="001226">
                    <a:alpha val="4306"/>
                  </a:srgbClr>
                </a:gs>
                <a:gs pos="85714">
                  <a:srgbClr val="001226">
                    <a:alpha val="1725"/>
                  </a:srgbClr>
                </a:gs>
                <a:gs pos="100000">
                  <a:srgbClr val="001226">
                    <a:alpha val="5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3" name="Splat 1333"/>
            <p:cNvSpPr>
              <a:spLocks noGrp="1"/>
            </p:cNvSpPr>
            <p:nvPr/>
          </p:nvSpPr>
          <p:spPr>
            <a:xfrm rot="5766153">
              <a:off x="2904297" y="-302594"/>
              <a:ext cx="713651" cy="649648"/>
            </a:xfrm>
            <a:prstGeom prst="ellipse">
              <a:avLst/>
            </a:prstGeom>
            <a:gradFill>
              <a:gsLst>
                <a:gs pos="0">
                  <a:srgbClr val="0B0000">
                    <a:alpha val="32968"/>
                  </a:srgbClr>
                </a:gs>
                <a:gs pos="14286">
                  <a:srgbClr val="0B0000">
                    <a:alpha val="30764"/>
                  </a:srgbClr>
                </a:gs>
                <a:gs pos="28571">
                  <a:srgbClr val="0B0000">
                    <a:alpha val="24833"/>
                  </a:srgbClr>
                </a:gs>
                <a:gs pos="42857">
                  <a:srgbClr val="0B0000">
                    <a:alpha val="17075"/>
                  </a:srgbClr>
                </a:gs>
                <a:gs pos="57143">
                  <a:srgbClr val="0B0000">
                    <a:alpha val="9855"/>
                  </a:srgbClr>
                </a:gs>
                <a:gs pos="71429">
                  <a:srgbClr val="0B0000">
                    <a:alpha val="4740"/>
                  </a:srgbClr>
                </a:gs>
                <a:gs pos="85714">
                  <a:srgbClr val="0B0000">
                    <a:alpha val="1902"/>
                  </a:srgbClr>
                </a:gs>
                <a:gs pos="100000">
                  <a:srgbClr val="0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4" name="Splat 1334"/>
            <p:cNvSpPr>
              <a:spLocks noGrp="1"/>
            </p:cNvSpPr>
            <p:nvPr/>
          </p:nvSpPr>
          <p:spPr>
            <a:xfrm rot="5107866">
              <a:off x="2744066" y="-144037"/>
              <a:ext cx="693874" cy="477266"/>
            </a:xfrm>
            <a:prstGeom prst="ellipse">
              <a:avLst/>
            </a:prstGeom>
            <a:gradFill>
              <a:gsLst>
                <a:gs pos="0">
                  <a:srgbClr val="021A30">
                    <a:alpha val="19848"/>
                  </a:srgbClr>
                </a:gs>
                <a:gs pos="14286">
                  <a:srgbClr val="021A30">
                    <a:alpha val="18401"/>
                  </a:srgbClr>
                </a:gs>
                <a:gs pos="28571">
                  <a:srgbClr val="021A30">
                    <a:alpha val="14606"/>
                  </a:srgbClr>
                </a:gs>
                <a:gs pos="42857">
                  <a:srgbClr val="021A30">
                    <a:alpha val="9838"/>
                  </a:srgbClr>
                </a:gs>
                <a:gs pos="57143">
                  <a:srgbClr val="021A30">
                    <a:alpha val="5577"/>
                  </a:srgbClr>
                </a:gs>
                <a:gs pos="71429">
                  <a:srgbClr val="021A30">
                    <a:alpha val="2650"/>
                  </a:srgbClr>
                </a:gs>
                <a:gs pos="85714">
                  <a:srgbClr val="021A30">
                    <a:alpha val="1057"/>
                  </a:srgbClr>
                </a:gs>
                <a:gs pos="100000">
                  <a:srgbClr val="021A30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5" name="Splat 1335"/>
            <p:cNvSpPr>
              <a:spLocks noGrp="1"/>
            </p:cNvSpPr>
            <p:nvPr/>
          </p:nvSpPr>
          <p:spPr>
            <a:xfrm rot="10613639">
              <a:off x="2551767" y="-288074"/>
              <a:ext cx="749808" cy="602012"/>
            </a:xfrm>
            <a:prstGeom prst="ellipse">
              <a:avLst/>
            </a:prstGeom>
            <a:gradFill>
              <a:gsLst>
                <a:gs pos="0">
                  <a:srgbClr val="000B23">
                    <a:alpha val="24094"/>
                  </a:srgbClr>
                </a:gs>
                <a:gs pos="14286">
                  <a:srgbClr val="000B23">
                    <a:alpha val="22382"/>
                  </a:srgbClr>
                </a:gs>
                <a:gs pos="28571">
                  <a:srgbClr val="000B23">
                    <a:alpha val="17859"/>
                  </a:srgbClr>
                </a:gs>
                <a:gs pos="42857">
                  <a:srgbClr val="000B23">
                    <a:alpha val="12106"/>
                  </a:srgbClr>
                </a:gs>
                <a:gs pos="57143">
                  <a:srgbClr val="000B23">
                    <a:alpha val="6900"/>
                  </a:srgbClr>
                </a:gs>
                <a:gs pos="71429">
                  <a:srgbClr val="000B23">
                    <a:alpha val="3292"/>
                  </a:srgbClr>
                </a:gs>
                <a:gs pos="85714">
                  <a:srgbClr val="000B23">
                    <a:alpha val="1315"/>
                  </a:srgbClr>
                </a:gs>
                <a:gs pos="100000">
                  <a:srgbClr val="000B23">
                    <a:alpha val="4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6" name="Splat 1336"/>
            <p:cNvSpPr>
              <a:spLocks noGrp="1"/>
            </p:cNvSpPr>
            <p:nvPr/>
          </p:nvSpPr>
          <p:spPr>
            <a:xfrm rot="6550864">
              <a:off x="2372483" y="-191573"/>
              <a:ext cx="676176" cy="558907"/>
            </a:xfrm>
            <a:prstGeom prst="ellipse">
              <a:avLst/>
            </a:prstGeom>
            <a:gradFill>
              <a:gsLst>
                <a:gs pos="0">
                  <a:srgbClr val="000C2E">
                    <a:alpha val="12931"/>
                  </a:srgbClr>
                </a:gs>
                <a:gs pos="14286">
                  <a:srgbClr val="000C2E">
                    <a:alpha val="11950"/>
                  </a:srgbClr>
                </a:gs>
                <a:gs pos="28571">
                  <a:srgbClr val="000C2E">
                    <a:alpha val="9409"/>
                  </a:srgbClr>
                </a:gs>
                <a:gs pos="42857">
                  <a:srgbClr val="000C2E">
                    <a:alpha val="6276"/>
                  </a:srgbClr>
                </a:gs>
                <a:gs pos="57143">
                  <a:srgbClr val="000C2E">
                    <a:alpha val="3528"/>
                  </a:srgbClr>
                </a:gs>
                <a:gs pos="71429">
                  <a:srgbClr val="000C2E">
                    <a:alpha val="1667"/>
                  </a:srgbClr>
                </a:gs>
                <a:gs pos="85714">
                  <a:srgbClr val="000C2E">
                    <a:alpha val="663"/>
                  </a:srgbClr>
                </a:gs>
                <a:gs pos="100000">
                  <a:srgbClr val="000C2E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7" name="Splat 1337"/>
            <p:cNvSpPr>
              <a:spLocks noGrp="1"/>
            </p:cNvSpPr>
            <p:nvPr/>
          </p:nvSpPr>
          <p:spPr>
            <a:xfrm rot="2924213">
              <a:off x="2289883" y="-213664"/>
              <a:ext cx="602946" cy="561673"/>
            </a:xfrm>
            <a:prstGeom prst="ellipse">
              <a:avLst/>
            </a:prstGeom>
            <a:gradFill>
              <a:gsLst>
                <a:gs pos="0">
                  <a:srgbClr val="022B4C">
                    <a:alpha val="2506"/>
                  </a:srgbClr>
                </a:gs>
                <a:gs pos="14286">
                  <a:srgbClr val="022B4C">
                    <a:alpha val="2306"/>
                  </a:srgbClr>
                </a:gs>
                <a:gs pos="28571">
                  <a:srgbClr val="022B4C">
                    <a:alpha val="1795"/>
                  </a:srgbClr>
                </a:gs>
                <a:gs pos="42857">
                  <a:srgbClr val="022B4C">
                    <a:alpha val="1181"/>
                  </a:srgbClr>
                </a:gs>
                <a:gs pos="57143">
                  <a:srgbClr val="022B4C">
                    <a:alpha val="656"/>
                  </a:srgbClr>
                </a:gs>
                <a:gs pos="71429">
                  <a:srgbClr val="022B4C">
                    <a:alpha val="308"/>
                  </a:srgbClr>
                </a:gs>
                <a:gs pos="85714">
                  <a:srgbClr val="022B4C">
                    <a:alpha val="122"/>
                  </a:srgbClr>
                </a:gs>
                <a:gs pos="100000">
                  <a:srgbClr val="022B4C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8" name="Splat 1338"/>
            <p:cNvSpPr>
              <a:spLocks noGrp="1"/>
            </p:cNvSpPr>
            <p:nvPr/>
          </p:nvSpPr>
          <p:spPr>
            <a:xfrm rot="3207258">
              <a:off x="2098382" y="-230198"/>
              <a:ext cx="651286" cy="599365"/>
            </a:xfrm>
            <a:prstGeom prst="ellipse">
              <a:avLst/>
            </a:prstGeom>
            <a:gradFill>
              <a:gsLst>
                <a:gs pos="0">
                  <a:srgbClr val="000A2C">
                    <a:alpha val="18204"/>
                  </a:srgbClr>
                </a:gs>
                <a:gs pos="14286">
                  <a:srgbClr val="000A2C">
                    <a:alpha val="16864"/>
                  </a:srgbClr>
                </a:gs>
                <a:gs pos="28571">
                  <a:srgbClr val="000A2C">
                    <a:alpha val="13359"/>
                  </a:srgbClr>
                </a:gs>
                <a:gs pos="42857">
                  <a:srgbClr val="000A2C">
                    <a:alpha val="8977"/>
                  </a:srgbClr>
                </a:gs>
                <a:gs pos="57143">
                  <a:srgbClr val="000A2C">
                    <a:alpha val="5078"/>
                  </a:srgbClr>
                </a:gs>
                <a:gs pos="71429">
                  <a:srgbClr val="000A2C">
                    <a:alpha val="2410"/>
                  </a:srgbClr>
                </a:gs>
                <a:gs pos="85714">
                  <a:srgbClr val="000A2C">
                    <a:alpha val="960"/>
                  </a:srgbClr>
                </a:gs>
                <a:gs pos="100000">
                  <a:srgbClr val="000A2C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9" name="Splat 1339"/>
            <p:cNvSpPr>
              <a:spLocks noGrp="1"/>
            </p:cNvSpPr>
            <p:nvPr/>
          </p:nvSpPr>
          <p:spPr>
            <a:xfrm rot="-10159940">
              <a:off x="1993815" y="-151140"/>
              <a:ext cx="608853" cy="571067"/>
            </a:xfrm>
            <a:prstGeom prst="ellipse">
              <a:avLst/>
            </a:prstGeom>
            <a:gradFill>
              <a:gsLst>
                <a:gs pos="0">
                  <a:srgbClr val="023655">
                    <a:alpha val="4764"/>
                  </a:srgbClr>
                </a:gs>
                <a:gs pos="14286">
                  <a:srgbClr val="023655">
                    <a:alpha val="4387"/>
                  </a:srgbClr>
                </a:gs>
                <a:gs pos="28571">
                  <a:srgbClr val="023655">
                    <a:alpha val="3423"/>
                  </a:srgbClr>
                </a:gs>
                <a:gs pos="42857">
                  <a:srgbClr val="023655">
                    <a:alpha val="2259"/>
                  </a:srgbClr>
                </a:gs>
                <a:gs pos="57143">
                  <a:srgbClr val="023655">
                    <a:alpha val="1258"/>
                  </a:srgbClr>
                </a:gs>
                <a:gs pos="71429">
                  <a:srgbClr val="023655">
                    <a:alpha val="591"/>
                  </a:srgbClr>
                </a:gs>
                <a:gs pos="85714">
                  <a:srgbClr val="023655">
                    <a:alpha val="234"/>
                  </a:srgbClr>
                </a:gs>
                <a:gs pos="100000">
                  <a:srgbClr val="023655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0" name="Splat 1340"/>
            <p:cNvSpPr>
              <a:spLocks noGrp="1"/>
            </p:cNvSpPr>
            <p:nvPr/>
          </p:nvSpPr>
          <p:spPr>
            <a:xfrm rot="-9098699">
              <a:off x="1751701" y="-304508"/>
              <a:ext cx="705424" cy="668788"/>
            </a:xfrm>
            <a:prstGeom prst="ellipse">
              <a:avLst/>
            </a:prstGeom>
            <a:gradFill>
              <a:gsLst>
                <a:gs pos="0">
                  <a:srgbClr val="001C38">
                    <a:alpha val="20638"/>
                  </a:srgbClr>
                </a:gs>
                <a:gs pos="14286">
                  <a:srgbClr val="001C38">
                    <a:alpha val="19140"/>
                  </a:srgbClr>
                </a:gs>
                <a:gs pos="28571">
                  <a:srgbClr val="001C38">
                    <a:alpha val="15207"/>
                  </a:srgbClr>
                </a:gs>
                <a:gs pos="42857">
                  <a:srgbClr val="001C38">
                    <a:alpha val="10255"/>
                  </a:srgbClr>
                </a:gs>
                <a:gs pos="57143">
                  <a:srgbClr val="001C38">
                    <a:alpha val="5819"/>
                  </a:srgbClr>
                </a:gs>
                <a:gs pos="71429">
                  <a:srgbClr val="001C38">
                    <a:alpha val="2767"/>
                  </a:srgbClr>
                </a:gs>
                <a:gs pos="85714">
                  <a:srgbClr val="001C38">
                    <a:alpha val="1104"/>
                  </a:srgbClr>
                </a:gs>
                <a:gs pos="100000">
                  <a:srgbClr val="001C38">
                    <a:alpha val="3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1" name="Splat 1341"/>
            <p:cNvSpPr>
              <a:spLocks noGrp="1"/>
            </p:cNvSpPr>
            <p:nvPr/>
          </p:nvSpPr>
          <p:spPr>
            <a:xfrm rot="5107251">
              <a:off x="1568602" y="-212407"/>
              <a:ext cx="694784" cy="577016"/>
            </a:xfrm>
            <a:prstGeom prst="ellipse">
              <a:avLst/>
            </a:prstGeom>
            <a:gradFill>
              <a:gsLst>
                <a:gs pos="0">
                  <a:srgbClr val="002246">
                    <a:alpha val="10117"/>
                  </a:srgbClr>
                </a:gs>
                <a:gs pos="14286">
                  <a:srgbClr val="002246">
                    <a:alpha val="9338"/>
                  </a:srgbClr>
                </a:gs>
                <a:gs pos="28571">
                  <a:srgbClr val="002246">
                    <a:alpha val="7329"/>
                  </a:srgbClr>
                </a:gs>
                <a:gs pos="42857">
                  <a:srgbClr val="002246">
                    <a:alpha val="4870"/>
                  </a:srgbClr>
                </a:gs>
                <a:gs pos="57143">
                  <a:srgbClr val="002246">
                    <a:alpha val="2728"/>
                  </a:srgbClr>
                </a:gs>
                <a:gs pos="71429">
                  <a:srgbClr val="002246">
                    <a:alpha val="1287"/>
                  </a:srgbClr>
                </a:gs>
                <a:gs pos="85714">
                  <a:srgbClr val="002246">
                    <a:alpha val="511"/>
                  </a:srgbClr>
                </a:gs>
                <a:gs pos="100000">
                  <a:srgbClr val="002246">
                    <a:alpha val="1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2" name="Splat 1342"/>
            <p:cNvSpPr>
              <a:spLocks noGrp="1"/>
            </p:cNvSpPr>
            <p:nvPr/>
          </p:nvSpPr>
          <p:spPr>
            <a:xfrm rot="5842969">
              <a:off x="1386786" y="-281594"/>
              <a:ext cx="624069" cy="621707"/>
            </a:xfrm>
            <a:prstGeom prst="ellipse">
              <a:avLst/>
            </a:prstGeom>
            <a:gradFill>
              <a:gsLst>
                <a:gs pos="0">
                  <a:srgbClr val="001A43">
                    <a:alpha val="16811"/>
                  </a:srgbClr>
                </a:gs>
                <a:gs pos="14286">
                  <a:srgbClr val="001A43">
                    <a:alpha val="15563"/>
                  </a:srgbClr>
                </a:gs>
                <a:gs pos="28571">
                  <a:srgbClr val="001A43">
                    <a:alpha val="12309"/>
                  </a:srgbClr>
                </a:gs>
                <a:gs pos="42857">
                  <a:srgbClr val="001A43">
                    <a:alpha val="8255"/>
                  </a:srgbClr>
                </a:gs>
                <a:gs pos="57143">
                  <a:srgbClr val="001A43">
                    <a:alpha val="4662"/>
                  </a:srgbClr>
                </a:gs>
                <a:gs pos="71429">
                  <a:srgbClr val="001A43">
                    <a:alpha val="2210"/>
                  </a:srgbClr>
                </a:gs>
                <a:gs pos="85714">
                  <a:srgbClr val="001A43">
                    <a:alpha val="880"/>
                  </a:srgbClr>
                </a:gs>
                <a:gs pos="100000">
                  <a:srgbClr val="001A43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3" name="Splat 1343"/>
            <p:cNvSpPr>
              <a:spLocks noGrp="1"/>
            </p:cNvSpPr>
            <p:nvPr/>
          </p:nvSpPr>
          <p:spPr>
            <a:xfrm rot="-8622061">
              <a:off x="1228355" y="-216264"/>
              <a:ext cx="643145" cy="572435"/>
            </a:xfrm>
            <a:prstGeom prst="ellipse">
              <a:avLst/>
            </a:prstGeom>
            <a:gradFill>
              <a:gsLst>
                <a:gs pos="0">
                  <a:srgbClr val="0B2E70">
                    <a:alpha val="1216"/>
                  </a:srgbClr>
                </a:gs>
                <a:gs pos="14286">
                  <a:srgbClr val="0B2E70">
                    <a:alpha val="1118"/>
                  </a:srgbClr>
                </a:gs>
                <a:gs pos="28571">
                  <a:srgbClr val="0B2E70">
                    <a:alpha val="869"/>
                  </a:srgbClr>
                </a:gs>
                <a:gs pos="42857">
                  <a:srgbClr val="0B2E70">
                    <a:alpha val="571"/>
                  </a:srgbClr>
                </a:gs>
                <a:gs pos="57143">
                  <a:srgbClr val="0B2E70">
                    <a:alpha val="317"/>
                  </a:srgbClr>
                </a:gs>
                <a:gs pos="71429">
                  <a:srgbClr val="0B2E70">
                    <a:alpha val="148"/>
                  </a:srgbClr>
                </a:gs>
                <a:gs pos="85714">
                  <a:srgbClr val="0B2E70">
                    <a:alpha val="59"/>
                  </a:srgbClr>
                </a:gs>
                <a:gs pos="100000">
                  <a:srgbClr val="0B2E70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4" name="Splat 1344"/>
            <p:cNvSpPr>
              <a:spLocks noGrp="1"/>
            </p:cNvSpPr>
            <p:nvPr/>
          </p:nvSpPr>
          <p:spPr>
            <a:xfrm rot="-9150432">
              <a:off x="952383" y="-251724"/>
              <a:ext cx="625703" cy="585280"/>
            </a:xfrm>
            <a:prstGeom prst="ellipse">
              <a:avLst/>
            </a:prstGeom>
            <a:gradFill>
              <a:gsLst>
                <a:gs pos="0">
                  <a:srgbClr val="002449">
                    <a:alpha val="8022"/>
                  </a:srgbClr>
                </a:gs>
                <a:gs pos="14286">
                  <a:srgbClr val="002449">
                    <a:alpha val="7397"/>
                  </a:srgbClr>
                </a:gs>
                <a:gs pos="28571">
                  <a:srgbClr val="002449">
                    <a:alpha val="5793"/>
                  </a:srgbClr>
                </a:gs>
                <a:gs pos="42857">
                  <a:srgbClr val="002449">
                    <a:alpha val="3838"/>
                  </a:srgbClr>
                </a:gs>
                <a:gs pos="57143">
                  <a:srgbClr val="002449">
                    <a:alpha val="2145"/>
                  </a:srgbClr>
                </a:gs>
                <a:gs pos="71429">
                  <a:srgbClr val="002449">
                    <a:alpha val="1010"/>
                  </a:srgbClr>
                </a:gs>
                <a:gs pos="85714">
                  <a:srgbClr val="002449">
                    <a:alpha val="401"/>
                  </a:srgbClr>
                </a:gs>
                <a:gs pos="100000">
                  <a:srgbClr val="002449">
                    <a:alpha val="1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5" name="Splat 1345"/>
            <p:cNvSpPr>
              <a:spLocks noGrp="1"/>
            </p:cNvSpPr>
            <p:nvPr/>
          </p:nvSpPr>
          <p:spPr>
            <a:xfrm rot="4837265">
              <a:off x="806669" y="-259097"/>
              <a:ext cx="655485" cy="579995"/>
            </a:xfrm>
            <a:prstGeom prst="ellipse">
              <a:avLst/>
            </a:prstGeom>
            <a:gradFill>
              <a:gsLst>
                <a:gs pos="0">
                  <a:srgbClr val="001D41">
                    <a:alpha val="7259"/>
                  </a:srgbClr>
                </a:gs>
                <a:gs pos="14286">
                  <a:srgbClr val="001D41">
                    <a:alpha val="6692"/>
                  </a:srgbClr>
                </a:gs>
                <a:gs pos="28571">
                  <a:srgbClr val="001D41">
                    <a:alpha val="5236"/>
                  </a:srgbClr>
                </a:gs>
                <a:gs pos="42857">
                  <a:srgbClr val="001D41">
                    <a:alpha val="3466"/>
                  </a:srgbClr>
                </a:gs>
                <a:gs pos="57143">
                  <a:srgbClr val="001D41">
                    <a:alpha val="1936"/>
                  </a:srgbClr>
                </a:gs>
                <a:gs pos="71429">
                  <a:srgbClr val="001D41">
                    <a:alpha val="911"/>
                  </a:srgbClr>
                </a:gs>
                <a:gs pos="85714">
                  <a:srgbClr val="001D41">
                    <a:alpha val="361"/>
                  </a:srgbClr>
                </a:gs>
                <a:gs pos="100000">
                  <a:srgbClr val="001D41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6" name="Splat 1346"/>
            <p:cNvSpPr>
              <a:spLocks noGrp="1"/>
            </p:cNvSpPr>
            <p:nvPr/>
          </p:nvSpPr>
          <p:spPr>
            <a:xfrm rot="-10442297">
              <a:off x="616393" y="-294291"/>
              <a:ext cx="656691" cy="597358"/>
            </a:xfrm>
            <a:prstGeom prst="ellipse">
              <a:avLst/>
            </a:prstGeom>
            <a:gradFill>
              <a:gsLst>
                <a:gs pos="0">
                  <a:srgbClr val="002545">
                    <a:alpha val="10877"/>
                  </a:srgbClr>
                </a:gs>
                <a:gs pos="14286">
                  <a:srgbClr val="002545">
                    <a:alpha val="10043"/>
                  </a:srgbClr>
                </a:gs>
                <a:gs pos="28571">
                  <a:srgbClr val="002545">
                    <a:alpha val="7889"/>
                  </a:srgbClr>
                </a:gs>
                <a:gs pos="42857">
                  <a:srgbClr val="002545">
                    <a:alpha val="5247"/>
                  </a:srgbClr>
                </a:gs>
                <a:gs pos="57143">
                  <a:srgbClr val="002545">
                    <a:alpha val="2942"/>
                  </a:srgbClr>
                </a:gs>
                <a:gs pos="71429">
                  <a:srgbClr val="002545">
                    <a:alpha val="1388"/>
                  </a:srgbClr>
                </a:gs>
                <a:gs pos="85714">
                  <a:srgbClr val="002545">
                    <a:alpha val="551"/>
                  </a:srgbClr>
                </a:gs>
                <a:gs pos="100000">
                  <a:srgbClr val="002545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7" name="Splat 1347"/>
            <p:cNvSpPr>
              <a:spLocks noGrp="1"/>
            </p:cNvSpPr>
            <p:nvPr/>
          </p:nvSpPr>
          <p:spPr>
            <a:xfrm rot="3588218">
              <a:off x="390496" y="-187460"/>
              <a:ext cx="723187" cy="553893"/>
            </a:xfrm>
            <a:prstGeom prst="ellipse">
              <a:avLst/>
            </a:prstGeom>
            <a:gradFill>
              <a:gsLst>
                <a:gs pos="0">
                  <a:srgbClr val="002042">
                    <a:alpha val="18438"/>
                  </a:srgbClr>
                </a:gs>
                <a:gs pos="14286">
                  <a:srgbClr val="002042">
                    <a:alpha val="17082"/>
                  </a:srgbClr>
                </a:gs>
                <a:gs pos="28571">
                  <a:srgbClr val="002042">
                    <a:alpha val="13536"/>
                  </a:srgbClr>
                </a:gs>
                <a:gs pos="42857">
                  <a:srgbClr val="002042">
                    <a:alpha val="9099"/>
                  </a:srgbClr>
                </a:gs>
                <a:gs pos="57143">
                  <a:srgbClr val="002042">
                    <a:alpha val="5149"/>
                  </a:srgbClr>
                </a:gs>
                <a:gs pos="71429">
                  <a:srgbClr val="002042">
                    <a:alpha val="2444"/>
                  </a:srgbClr>
                </a:gs>
                <a:gs pos="85714">
                  <a:srgbClr val="002042">
                    <a:alpha val="974"/>
                  </a:srgbClr>
                </a:gs>
                <a:gs pos="100000">
                  <a:srgbClr val="002042">
                    <a:alpha val="3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8" name="Splat 1348"/>
            <p:cNvSpPr>
              <a:spLocks noGrp="1"/>
            </p:cNvSpPr>
            <p:nvPr/>
          </p:nvSpPr>
          <p:spPr>
            <a:xfrm rot="4086260">
              <a:off x="311094" y="-148266"/>
              <a:ext cx="621884" cy="464797"/>
            </a:xfrm>
            <a:prstGeom prst="ellipse">
              <a:avLst/>
            </a:prstGeom>
            <a:gradFill>
              <a:gsLst>
                <a:gs pos="0">
                  <a:srgbClr val="00005B">
                    <a:alpha val="1404"/>
                  </a:srgbClr>
                </a:gs>
                <a:gs pos="14286">
                  <a:srgbClr val="00005B">
                    <a:alpha val="1291"/>
                  </a:srgbClr>
                </a:gs>
                <a:gs pos="28571">
                  <a:srgbClr val="00005B">
                    <a:alpha val="1004"/>
                  </a:srgbClr>
                </a:gs>
                <a:gs pos="42857">
                  <a:srgbClr val="00005B">
                    <a:alpha val="660"/>
                  </a:srgbClr>
                </a:gs>
                <a:gs pos="57143">
                  <a:srgbClr val="00005B">
                    <a:alpha val="366"/>
                  </a:srgbClr>
                </a:gs>
                <a:gs pos="71429">
                  <a:srgbClr val="00005B">
                    <a:alpha val="172"/>
                  </a:srgbClr>
                </a:gs>
                <a:gs pos="85714">
                  <a:srgbClr val="00005B">
                    <a:alpha val="68"/>
                  </a:srgbClr>
                </a:gs>
                <a:gs pos="100000">
                  <a:srgbClr val="00005B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9" name="Splat 1349"/>
            <p:cNvSpPr>
              <a:spLocks noGrp="1"/>
            </p:cNvSpPr>
            <p:nvPr/>
          </p:nvSpPr>
          <p:spPr>
            <a:xfrm rot="5960389">
              <a:off x="89720" y="-181123"/>
              <a:ext cx="700499" cy="593641"/>
            </a:xfrm>
            <a:prstGeom prst="ellipse">
              <a:avLst/>
            </a:prstGeom>
            <a:gradFill>
              <a:gsLst>
                <a:gs pos="0">
                  <a:srgbClr val="000000">
                    <a:alpha val="1646"/>
                  </a:srgbClr>
                </a:gs>
                <a:gs pos="14286">
                  <a:srgbClr val="000000">
                    <a:alpha val="1513"/>
                  </a:srgbClr>
                </a:gs>
                <a:gs pos="28571">
                  <a:srgbClr val="000000">
                    <a:alpha val="1177"/>
                  </a:srgbClr>
                </a:gs>
                <a:gs pos="42857">
                  <a:srgbClr val="000000">
                    <a:alpha val="774"/>
                  </a:srgbClr>
                </a:gs>
                <a:gs pos="57143">
                  <a:srgbClr val="000000">
                    <a:alpha val="429"/>
                  </a:srgbClr>
                </a:gs>
                <a:gs pos="71429">
                  <a:srgbClr val="000000">
                    <a:alpha val="201"/>
                  </a:srgbClr>
                </a:gs>
                <a:gs pos="85714">
                  <a:srgbClr val="000000">
                    <a:alpha val="80"/>
                  </a:srgbClr>
                </a:gs>
                <a:gs pos="100000">
                  <a:srgbClr val="000000">
                    <a:alpha val="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0" name="Splat 1350"/>
            <p:cNvSpPr>
              <a:spLocks noGrp="1"/>
            </p:cNvSpPr>
            <p:nvPr/>
          </p:nvSpPr>
          <p:spPr>
            <a:xfrm rot="8331893">
              <a:off x="-177289" y="-236629"/>
              <a:ext cx="821987" cy="516117"/>
            </a:xfrm>
            <a:prstGeom prst="ellipse">
              <a:avLst/>
            </a:prstGeom>
            <a:gradFill>
              <a:gsLst>
                <a:gs pos="0">
                  <a:srgbClr val="000000">
                    <a:alpha val="30034"/>
                  </a:srgbClr>
                </a:gs>
                <a:gs pos="14286">
                  <a:srgbClr val="000000">
                    <a:alpha val="27983"/>
                  </a:srgbClr>
                </a:gs>
                <a:gs pos="28571">
                  <a:srgbClr val="000000">
                    <a:alpha val="22499"/>
                  </a:srgbClr>
                </a:gs>
                <a:gs pos="42857">
                  <a:srgbClr val="000000">
                    <a:alpha val="15396"/>
                  </a:srgbClr>
                </a:gs>
                <a:gs pos="57143">
                  <a:srgbClr val="000000">
                    <a:alpha val="8848"/>
                  </a:srgbClr>
                </a:gs>
                <a:gs pos="71429">
                  <a:srgbClr val="000000">
                    <a:alpha val="4244"/>
                  </a:srgbClr>
                </a:gs>
                <a:gs pos="85714">
                  <a:srgbClr val="000000">
                    <a:alpha val="1700"/>
                  </a:srgbClr>
                </a:gs>
                <a:gs pos="100000">
                  <a:srgbClr val="000000">
                    <a:alpha val="5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1" name="Splat 1351"/>
            <p:cNvSpPr>
              <a:spLocks noGrp="1"/>
            </p:cNvSpPr>
            <p:nvPr/>
          </p:nvSpPr>
          <p:spPr>
            <a:xfrm rot="4762955">
              <a:off x="-261298" y="-151778"/>
              <a:ext cx="634730" cy="406556"/>
            </a:xfrm>
            <a:prstGeom prst="ellipse">
              <a:avLst/>
            </a:prstGeom>
            <a:gradFill>
              <a:gsLst>
                <a:gs pos="0">
                  <a:srgbClr val="01203E">
                    <a:alpha val="23546"/>
                  </a:srgbClr>
                </a:gs>
                <a:gs pos="14286">
                  <a:srgbClr val="01203E">
                    <a:alpha val="21867"/>
                  </a:srgbClr>
                </a:gs>
                <a:gs pos="28571">
                  <a:srgbClr val="01203E">
                    <a:alpha val="17436"/>
                  </a:srgbClr>
                </a:gs>
                <a:gs pos="42857">
                  <a:srgbClr val="01203E">
                    <a:alpha val="11810"/>
                  </a:srgbClr>
                </a:gs>
                <a:gs pos="57143">
                  <a:srgbClr val="01203E">
                    <a:alpha val="6727"/>
                  </a:srgbClr>
                </a:gs>
                <a:gs pos="71429">
                  <a:srgbClr val="01203E">
                    <a:alpha val="3207"/>
                  </a:srgbClr>
                </a:gs>
                <a:gs pos="85714">
                  <a:srgbClr val="01203E">
                    <a:alpha val="1281"/>
                  </a:srgbClr>
                </a:gs>
                <a:gs pos="100000">
                  <a:srgbClr val="01203E">
                    <a:alpha val="4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platThis Theme">
  <a:themeElements>
    <a:clrScheme name="SplatThis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platThi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platTh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SplatThis</Application>
  <Slides>1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SplatThis Export</dc:title>
  <dc:creator>SplatThis</dc:creator>
  <cp:lastModifiedBy>SplatThis</cp:lastModifiedBy>
  <dcterms:created xsi:type="dcterms:W3CDTF">2026-08-02T19:04:01Z</dcterms:created>
  <dcterms:modified xsi:type="dcterms:W3CDTF">2026-08-02T19:04:01Z</dcterms:modified>
</cp:coreProperties>
</file>