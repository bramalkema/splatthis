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533775" cy="352425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533775" cy="3524250"/>
          <a:chOff x="0" y="0"/>
          <a:chExt cx="3533775" cy="352425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533775" cy="3524250"/>
            <a:chOff x="0" y="0"/>
            <a:chExt cx="3533775" cy="352425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533775" cy="35242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5411960">
              <a:off x="2561152" y="2942836"/>
              <a:ext cx="593602" cy="590938"/>
            </a:xfrm>
            <a:prstGeom prst="ellipse">
              <a:avLst/>
            </a:prstGeom>
            <a:gradFill>
              <a:gsLst>
                <a:gs pos="0">
                  <a:srgbClr val="000000">
                    <a:alpha val="5135"/>
                  </a:srgbClr>
                </a:gs>
                <a:gs pos="14286">
                  <a:srgbClr val="000000">
                    <a:alpha val="4730"/>
                  </a:srgbClr>
                </a:gs>
                <a:gs pos="28571">
                  <a:srgbClr val="000000">
                    <a:alpha val="3692"/>
                  </a:srgbClr>
                </a:gs>
                <a:gs pos="42857">
                  <a:srgbClr val="000000">
                    <a:alpha val="2437"/>
                  </a:srgbClr>
                </a:gs>
                <a:gs pos="57143">
                  <a:srgbClr val="000000">
                    <a:alpha val="1358"/>
                  </a:srgbClr>
                </a:gs>
                <a:gs pos="71429">
                  <a:srgbClr val="000000">
                    <a:alpha val="638"/>
                  </a:srgbClr>
                </a:gs>
                <a:gs pos="85714">
                  <a:srgbClr val="000000">
                    <a:alpha val="253"/>
                  </a:srgbClr>
                </a:gs>
                <a:gs pos="100000">
                  <a:srgbClr val="000000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399961">
              <a:off x="495432" y="2986454"/>
              <a:ext cx="555395" cy="555320"/>
            </a:xfrm>
            <a:prstGeom prst="ellipse">
              <a:avLst/>
            </a:prstGeom>
            <a:gradFill>
              <a:gsLst>
                <a:gs pos="0">
                  <a:srgbClr val="000000">
                    <a:alpha val="13895"/>
                  </a:srgbClr>
                </a:gs>
                <a:gs pos="14286">
                  <a:srgbClr val="000000">
                    <a:alpha val="12847"/>
                  </a:srgbClr>
                </a:gs>
                <a:gs pos="28571">
                  <a:srgbClr val="000000">
                    <a:alpha val="10126"/>
                  </a:srgbClr>
                </a:gs>
                <a:gs pos="42857">
                  <a:srgbClr val="000000">
                    <a:alpha val="6763"/>
                  </a:srgbClr>
                </a:gs>
                <a:gs pos="57143">
                  <a:srgbClr val="000000">
                    <a:alpha val="3806"/>
                  </a:srgbClr>
                </a:gs>
                <a:gs pos="71429">
                  <a:srgbClr val="000000">
                    <a:alpha val="1800"/>
                  </a:srgbClr>
                </a:gs>
                <a:gs pos="85714">
                  <a:srgbClr val="000000">
                    <a:alpha val="716"/>
                  </a:srgbClr>
                </a:gs>
                <a:gs pos="100000">
                  <a:srgbClr val="000000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-10799559">
              <a:off x="546371" y="3000229"/>
              <a:ext cx="541297" cy="541292"/>
            </a:xfrm>
            <a:prstGeom prst="ellipse">
              <a:avLst/>
            </a:prstGeom>
            <a:gradFill>
              <a:gsLst>
                <a:gs pos="0">
                  <a:srgbClr val="000000">
                    <a:alpha val="13214"/>
                  </a:srgbClr>
                </a:gs>
                <a:gs pos="14286">
                  <a:srgbClr val="000000">
                    <a:alpha val="12213"/>
                  </a:srgbClr>
                </a:gs>
                <a:gs pos="28571">
                  <a:srgbClr val="000000">
                    <a:alpha val="9619"/>
                  </a:srgbClr>
                </a:gs>
                <a:gs pos="42857">
                  <a:srgbClr val="000000">
                    <a:alpha val="6419"/>
                  </a:srgbClr>
                </a:gs>
                <a:gs pos="57143">
                  <a:srgbClr val="000000">
                    <a:alpha val="3609"/>
                  </a:srgbClr>
                </a:gs>
                <a:gs pos="71429">
                  <a:srgbClr val="000000">
                    <a:alpha val="1706"/>
                  </a:srgbClr>
                </a:gs>
                <a:gs pos="85714">
                  <a:srgbClr val="000000">
                    <a:alpha val="678"/>
                  </a:srgbClr>
                </a:gs>
                <a:gs pos="100000">
                  <a:srgbClr val="0000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5407544">
              <a:off x="1098959" y="-271758"/>
              <a:ext cx="577738" cy="574163"/>
            </a:xfrm>
            <a:prstGeom prst="ellipse">
              <a:avLst/>
            </a:prstGeom>
            <a:gradFill>
              <a:gsLst>
                <a:gs pos="0">
                  <a:srgbClr val="000000">
                    <a:alpha val="12208"/>
                  </a:srgbClr>
                </a:gs>
                <a:gs pos="14286">
                  <a:srgbClr val="000000">
                    <a:alpha val="11278"/>
                  </a:srgbClr>
                </a:gs>
                <a:gs pos="28571">
                  <a:srgbClr val="000000">
                    <a:alpha val="8873"/>
                  </a:srgbClr>
                </a:gs>
                <a:gs pos="42857">
                  <a:srgbClr val="000000">
                    <a:alpha val="5912"/>
                  </a:srgbClr>
                </a:gs>
                <a:gs pos="57143">
                  <a:srgbClr val="000000">
                    <a:alpha val="3321"/>
                  </a:srgbClr>
                </a:gs>
                <a:gs pos="71429">
                  <a:srgbClr val="000000">
                    <a:alpha val="1568"/>
                  </a:srgbClr>
                </a:gs>
                <a:gs pos="85714">
                  <a:srgbClr val="000000">
                    <a:alpha val="623"/>
                  </a:srgbClr>
                </a:gs>
                <a:gs pos="100000">
                  <a:srgbClr val="000000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10798417">
              <a:off x="535710" y="2934225"/>
              <a:ext cx="561655" cy="561541"/>
            </a:xfrm>
            <a:prstGeom prst="ellipse">
              <a:avLst/>
            </a:prstGeom>
            <a:gradFill>
              <a:gsLst>
                <a:gs pos="0">
                  <a:srgbClr val="000000">
                    <a:alpha val="12771"/>
                  </a:srgbClr>
                </a:gs>
                <a:gs pos="14286">
                  <a:srgbClr val="000000">
                    <a:alpha val="11802"/>
                  </a:srgbClr>
                </a:gs>
                <a:gs pos="28571">
                  <a:srgbClr val="000000">
                    <a:alpha val="9291"/>
                  </a:srgbClr>
                </a:gs>
                <a:gs pos="42857">
                  <a:srgbClr val="000000">
                    <a:alpha val="6196"/>
                  </a:srgbClr>
                </a:gs>
                <a:gs pos="57143">
                  <a:srgbClr val="000000">
                    <a:alpha val="3482"/>
                  </a:srgbClr>
                </a:gs>
                <a:gs pos="71429">
                  <a:srgbClr val="000000">
                    <a:alpha val="1645"/>
                  </a:srgbClr>
                </a:gs>
                <a:gs pos="85714">
                  <a:srgbClr val="000000">
                    <a:alpha val="654"/>
                  </a:srgbClr>
                </a:gs>
                <a:gs pos="100000">
                  <a:srgbClr val="00000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10799163">
              <a:off x="498342" y="2924815"/>
              <a:ext cx="575058" cy="574871"/>
            </a:xfrm>
            <a:prstGeom prst="ellipse">
              <a:avLst/>
            </a:prstGeom>
            <a:gradFill>
              <a:gsLst>
                <a:gs pos="0">
                  <a:srgbClr val="000000">
                    <a:alpha val="13305"/>
                  </a:srgbClr>
                </a:gs>
                <a:gs pos="14286">
                  <a:srgbClr val="000000">
                    <a:alpha val="12298"/>
                  </a:srgbClr>
                </a:gs>
                <a:gs pos="28571">
                  <a:srgbClr val="000000">
                    <a:alpha val="9687"/>
                  </a:srgbClr>
                </a:gs>
                <a:gs pos="42857">
                  <a:srgbClr val="000000">
                    <a:alpha val="6465"/>
                  </a:srgbClr>
                </a:gs>
                <a:gs pos="57143">
                  <a:srgbClr val="000000">
                    <a:alpha val="3635"/>
                  </a:srgbClr>
                </a:gs>
                <a:gs pos="71429">
                  <a:srgbClr val="000000">
                    <a:alpha val="1718"/>
                  </a:srgbClr>
                </a:gs>
                <a:gs pos="85714">
                  <a:srgbClr val="000000">
                    <a:alpha val="683"/>
                  </a:srgbClr>
                </a:gs>
                <a:gs pos="100000">
                  <a:srgbClr val="0000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5401992">
              <a:off x="2926738" y="2427974"/>
              <a:ext cx="555853" cy="554678"/>
            </a:xfrm>
            <a:prstGeom prst="ellipse">
              <a:avLst/>
            </a:prstGeom>
            <a:gradFill>
              <a:gsLst>
                <a:gs pos="0">
                  <a:srgbClr val="000000">
                    <a:alpha val="8467"/>
                  </a:srgbClr>
                </a:gs>
                <a:gs pos="14286">
                  <a:srgbClr val="000000">
                    <a:alpha val="7810"/>
                  </a:srgbClr>
                </a:gs>
                <a:gs pos="28571">
                  <a:srgbClr val="000000">
                    <a:alpha val="6119"/>
                  </a:srgbClr>
                </a:gs>
                <a:gs pos="42857">
                  <a:srgbClr val="000000">
                    <a:alpha val="4057"/>
                  </a:srgbClr>
                </a:gs>
                <a:gs pos="57143">
                  <a:srgbClr val="000000">
                    <a:alpha val="2269"/>
                  </a:srgbClr>
                </a:gs>
                <a:gs pos="71429">
                  <a:srgbClr val="000000">
                    <a:alpha val="1068"/>
                  </a:srgbClr>
                </a:gs>
                <a:gs pos="85714">
                  <a:srgbClr val="000000">
                    <a:alpha val="424"/>
                  </a:srgbClr>
                </a:gs>
                <a:gs pos="100000">
                  <a:srgbClr val="0000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5399724">
              <a:off x="463137" y="2957724"/>
              <a:ext cx="561682" cy="561472"/>
            </a:xfrm>
            <a:prstGeom prst="ellipse">
              <a:avLst/>
            </a:prstGeom>
            <a:gradFill>
              <a:gsLst>
                <a:gs pos="0">
                  <a:srgbClr val="000000">
                    <a:alpha val="16151"/>
                  </a:srgbClr>
                </a:gs>
                <a:gs pos="14286">
                  <a:srgbClr val="000000">
                    <a:alpha val="14948"/>
                  </a:srgbClr>
                </a:gs>
                <a:gs pos="28571">
                  <a:srgbClr val="000000">
                    <a:alpha val="11813"/>
                  </a:srgbClr>
                </a:gs>
                <a:gs pos="42857">
                  <a:srgbClr val="000000">
                    <a:alpha val="7915"/>
                  </a:srgbClr>
                </a:gs>
                <a:gs pos="57143">
                  <a:srgbClr val="000000">
                    <a:alpha val="4466"/>
                  </a:srgbClr>
                </a:gs>
                <a:gs pos="71429">
                  <a:srgbClr val="000000">
                    <a:alpha val="2116"/>
                  </a:srgbClr>
                </a:gs>
                <a:gs pos="85714">
                  <a:srgbClr val="000000">
                    <a:alpha val="842"/>
                  </a:srgbClr>
                </a:gs>
                <a:gs pos="100000">
                  <a:srgbClr val="00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5399243">
              <a:off x="3009530" y="2372582"/>
              <a:ext cx="599573" cy="599109"/>
            </a:xfrm>
            <a:prstGeom prst="ellipse">
              <a:avLst/>
            </a:prstGeom>
            <a:gradFill>
              <a:gsLst>
                <a:gs pos="0">
                  <a:srgbClr val="000000">
                    <a:alpha val="18962"/>
                  </a:srgbClr>
                </a:gs>
                <a:gs pos="14286">
                  <a:srgbClr val="000000">
                    <a:alpha val="17572"/>
                  </a:srgbClr>
                </a:gs>
                <a:gs pos="28571">
                  <a:srgbClr val="000000">
                    <a:alpha val="13933"/>
                  </a:srgbClr>
                </a:gs>
                <a:gs pos="42857">
                  <a:srgbClr val="000000">
                    <a:alpha val="9373"/>
                  </a:srgbClr>
                </a:gs>
                <a:gs pos="57143">
                  <a:srgbClr val="000000">
                    <a:alpha val="5307"/>
                  </a:srgbClr>
                </a:gs>
                <a:gs pos="71429">
                  <a:srgbClr val="000000">
                    <a:alpha val="2520"/>
                  </a:srgbClr>
                </a:gs>
                <a:gs pos="85714">
                  <a:srgbClr val="000000">
                    <a:alpha val="1004"/>
                  </a:srgbClr>
                </a:gs>
                <a:gs pos="100000">
                  <a:srgbClr val="00000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-10781077">
              <a:off x="2997385" y="2456513"/>
              <a:ext cx="576314" cy="572667"/>
            </a:xfrm>
            <a:prstGeom prst="ellipse">
              <a:avLst/>
            </a:prstGeom>
            <a:gradFill>
              <a:gsLst>
                <a:gs pos="0">
                  <a:srgbClr val="000000">
                    <a:alpha val="10117"/>
                  </a:srgbClr>
                </a:gs>
                <a:gs pos="14286">
                  <a:srgbClr val="000000">
                    <a:alpha val="9339"/>
                  </a:srgbClr>
                </a:gs>
                <a:gs pos="28571">
                  <a:srgbClr val="000000">
                    <a:alpha val="7330"/>
                  </a:srgbClr>
                </a:gs>
                <a:gs pos="42857">
                  <a:srgbClr val="000000">
                    <a:alpha val="4870"/>
                  </a:srgbClr>
                </a:gs>
                <a:gs pos="57143">
                  <a:srgbClr val="000000">
                    <a:alpha val="2729"/>
                  </a:srgbClr>
                </a:gs>
                <a:gs pos="71429">
                  <a:srgbClr val="000000">
                    <a:alpha val="1287"/>
                  </a:srgbClr>
                </a:gs>
                <a:gs pos="85714">
                  <a:srgbClr val="000000">
                    <a:alpha val="511"/>
                  </a:srgbClr>
                </a:gs>
                <a:gs pos="100000">
                  <a:srgbClr val="000000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5399866">
              <a:off x="499901" y="2939437"/>
              <a:ext cx="572673" cy="572611"/>
            </a:xfrm>
            <a:prstGeom prst="ellipse">
              <a:avLst/>
            </a:prstGeom>
            <a:gradFill>
              <a:gsLst>
                <a:gs pos="0">
                  <a:srgbClr val="000000">
                    <a:alpha val="13438"/>
                  </a:srgbClr>
                </a:gs>
                <a:gs pos="14286">
                  <a:srgbClr val="000000">
                    <a:alpha val="12422"/>
                  </a:srgbClr>
                </a:gs>
                <a:gs pos="28571">
                  <a:srgbClr val="000000">
                    <a:alpha val="9786"/>
                  </a:srgbClr>
                </a:gs>
                <a:gs pos="42857">
                  <a:srgbClr val="000000">
                    <a:alpha val="6532"/>
                  </a:srgbClr>
                </a:gs>
                <a:gs pos="57143">
                  <a:srgbClr val="000000">
                    <a:alpha val="3674"/>
                  </a:srgbClr>
                </a:gs>
                <a:gs pos="71429">
                  <a:srgbClr val="000000">
                    <a:alpha val="1737"/>
                  </a:srgbClr>
                </a:gs>
                <a:gs pos="85714">
                  <a:srgbClr val="000000">
                    <a:alpha val="690"/>
                  </a:srgbClr>
                </a:gs>
                <a:gs pos="100000">
                  <a:srgbClr val="0000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10778187">
              <a:off x="2536664" y="2902366"/>
              <a:ext cx="602679" cy="599405"/>
            </a:xfrm>
            <a:prstGeom prst="ellipse">
              <a:avLst/>
            </a:prstGeom>
            <a:gradFill>
              <a:gsLst>
                <a:gs pos="0">
                  <a:srgbClr val="000000">
                    <a:alpha val="21691"/>
                  </a:srgbClr>
                </a:gs>
                <a:gs pos="14286">
                  <a:srgbClr val="000000">
                    <a:alpha val="20127"/>
                  </a:srgbClr>
                </a:gs>
                <a:gs pos="28571">
                  <a:srgbClr val="000000">
                    <a:alpha val="16012"/>
                  </a:srgbClr>
                </a:gs>
                <a:gs pos="42857">
                  <a:srgbClr val="000000">
                    <a:alpha val="10815"/>
                  </a:srgbClr>
                </a:gs>
                <a:gs pos="57143">
                  <a:srgbClr val="000000">
                    <a:alpha val="6145"/>
                  </a:srgbClr>
                </a:gs>
                <a:gs pos="71429">
                  <a:srgbClr val="000000">
                    <a:alpha val="2925"/>
                  </a:srgbClr>
                </a:gs>
                <a:gs pos="85714">
                  <a:srgbClr val="000000">
                    <a:alpha val="1167"/>
                  </a:srgbClr>
                </a:gs>
                <a:gs pos="100000">
                  <a:srgbClr val="000000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5399602">
              <a:off x="485356" y="2931188"/>
              <a:ext cx="574107" cy="574005"/>
            </a:xfrm>
            <a:prstGeom prst="ellipse">
              <a:avLst/>
            </a:prstGeom>
            <a:gradFill>
              <a:gsLst>
                <a:gs pos="0">
                  <a:srgbClr val="000000">
                    <a:alpha val="13538"/>
                  </a:srgbClr>
                </a:gs>
                <a:gs pos="14286">
                  <a:srgbClr val="000000">
                    <a:alpha val="12514"/>
                  </a:srgbClr>
                </a:gs>
                <a:gs pos="28571">
                  <a:srgbClr val="000000">
                    <a:alpha val="9860"/>
                  </a:srgbClr>
                </a:gs>
                <a:gs pos="42857">
                  <a:srgbClr val="000000">
                    <a:alpha val="6582"/>
                  </a:srgbClr>
                </a:gs>
                <a:gs pos="57143">
                  <a:srgbClr val="000000">
                    <a:alpha val="3703"/>
                  </a:srgbClr>
                </a:gs>
                <a:gs pos="71429">
                  <a:srgbClr val="000000">
                    <a:alpha val="1751"/>
                  </a:srgbClr>
                </a:gs>
                <a:gs pos="85714">
                  <a:srgbClr val="000000">
                    <a:alpha val="696"/>
                  </a:srgbClr>
                </a:gs>
                <a:gs pos="100000">
                  <a:srgbClr val="000000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5399597">
              <a:off x="479421" y="2929040"/>
              <a:ext cx="562128" cy="562015"/>
            </a:xfrm>
            <a:prstGeom prst="ellipse">
              <a:avLst/>
            </a:prstGeom>
            <a:gradFill>
              <a:gsLst>
                <a:gs pos="0">
                  <a:srgbClr val="000000">
                    <a:alpha val="13283"/>
                  </a:srgbClr>
                </a:gs>
                <a:gs pos="14286">
                  <a:srgbClr val="000000">
                    <a:alpha val="12278"/>
                  </a:srgbClr>
                </a:gs>
                <a:gs pos="28571">
                  <a:srgbClr val="000000">
                    <a:alpha val="9671"/>
                  </a:srgbClr>
                </a:gs>
                <a:gs pos="42857">
                  <a:srgbClr val="000000">
                    <a:alpha val="6454"/>
                  </a:srgbClr>
                </a:gs>
                <a:gs pos="57143">
                  <a:srgbClr val="000000">
                    <a:alpha val="3629"/>
                  </a:srgbClr>
                </a:gs>
                <a:gs pos="71429">
                  <a:srgbClr val="000000">
                    <a:alpha val="1715"/>
                  </a:srgbClr>
                </a:gs>
                <a:gs pos="85714">
                  <a:srgbClr val="000000">
                    <a:alpha val="682"/>
                  </a:srgbClr>
                </a:gs>
                <a:gs pos="100000">
                  <a:srgbClr val="000000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5338112">
              <a:off x="895788" y="-202037"/>
              <a:ext cx="572304" cy="565063"/>
            </a:xfrm>
            <a:prstGeom prst="ellipse">
              <a:avLst/>
            </a:prstGeom>
            <a:gradFill>
              <a:gsLst>
                <a:gs pos="0">
                  <a:srgbClr val="000000">
                    <a:alpha val="4827"/>
                  </a:srgbClr>
                </a:gs>
                <a:gs pos="14286">
                  <a:srgbClr val="000000">
                    <a:alpha val="4445"/>
                  </a:srgbClr>
                </a:gs>
                <a:gs pos="28571">
                  <a:srgbClr val="000000">
                    <a:alpha val="3469"/>
                  </a:srgbClr>
                </a:gs>
                <a:gs pos="42857">
                  <a:srgbClr val="000000">
                    <a:alpha val="2289"/>
                  </a:srgbClr>
                </a:gs>
                <a:gs pos="57143">
                  <a:srgbClr val="000000">
                    <a:alpha val="1275"/>
                  </a:srgbClr>
                </a:gs>
                <a:gs pos="71429">
                  <a:srgbClr val="000000">
                    <a:alpha val="599"/>
                  </a:srgbClr>
                </a:gs>
                <a:gs pos="85714">
                  <a:srgbClr val="000000">
                    <a:alpha val="237"/>
                  </a:srgbClr>
                </a:gs>
                <a:gs pos="100000">
                  <a:srgbClr val="00000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-10786585">
              <a:off x="2950831" y="2450324"/>
              <a:ext cx="564979" cy="564650"/>
            </a:xfrm>
            <a:prstGeom prst="ellipse">
              <a:avLst/>
            </a:prstGeom>
            <a:gradFill>
              <a:gsLst>
                <a:gs pos="0">
                  <a:srgbClr val="000000">
                    <a:alpha val="18916"/>
                  </a:srgbClr>
                </a:gs>
                <a:gs pos="14286">
                  <a:srgbClr val="000000">
                    <a:alpha val="17529"/>
                  </a:srgbClr>
                </a:gs>
                <a:gs pos="28571">
                  <a:srgbClr val="000000">
                    <a:alpha val="13898"/>
                  </a:srgbClr>
                </a:gs>
                <a:gs pos="42857">
                  <a:srgbClr val="000000">
                    <a:alpha val="9349"/>
                  </a:srgbClr>
                </a:gs>
                <a:gs pos="57143">
                  <a:srgbClr val="000000">
                    <a:alpha val="5293"/>
                  </a:srgbClr>
                </a:gs>
                <a:gs pos="71429">
                  <a:srgbClr val="000000">
                    <a:alpha val="2514"/>
                  </a:srgbClr>
                </a:gs>
                <a:gs pos="85714">
                  <a:srgbClr val="000000">
                    <a:alpha val="1002"/>
                  </a:srgbClr>
                </a:gs>
                <a:gs pos="100000">
                  <a:srgbClr val="0000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10799095">
              <a:off x="458427" y="2995866"/>
              <a:ext cx="545040" cy="544734"/>
            </a:xfrm>
            <a:prstGeom prst="ellipse">
              <a:avLst/>
            </a:prstGeom>
            <a:gradFill>
              <a:gsLst>
                <a:gs pos="0">
                  <a:srgbClr val="000000">
                    <a:alpha val="14904"/>
                  </a:srgbClr>
                </a:gs>
                <a:gs pos="14286">
                  <a:srgbClr val="000000">
                    <a:alpha val="13786"/>
                  </a:srgbClr>
                </a:gs>
                <a:gs pos="28571">
                  <a:srgbClr val="000000">
                    <a:alpha val="10879"/>
                  </a:srgbClr>
                </a:gs>
                <a:gs pos="42857">
                  <a:srgbClr val="000000">
                    <a:alpha val="7276"/>
                  </a:srgbClr>
                </a:gs>
                <a:gs pos="57143">
                  <a:srgbClr val="000000">
                    <a:alpha val="4100"/>
                  </a:srgbClr>
                </a:gs>
                <a:gs pos="71429">
                  <a:srgbClr val="000000">
                    <a:alpha val="1940"/>
                  </a:srgbClr>
                </a:gs>
                <a:gs pos="85714">
                  <a:srgbClr val="000000">
                    <a:alpha val="772"/>
                  </a:srgbClr>
                </a:gs>
                <a:gs pos="100000">
                  <a:srgbClr val="000000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10799648">
              <a:off x="968639" y="-268072"/>
              <a:ext cx="612156" cy="606735"/>
            </a:xfrm>
            <a:prstGeom prst="ellipse">
              <a:avLst/>
            </a:prstGeom>
            <a:gradFill>
              <a:gsLst>
                <a:gs pos="0">
                  <a:srgbClr val="000000">
                    <a:alpha val="31336"/>
                  </a:srgbClr>
                </a:gs>
                <a:gs pos="14286">
                  <a:srgbClr val="000000">
                    <a:alpha val="29216"/>
                  </a:srgbClr>
                </a:gs>
                <a:gs pos="28571">
                  <a:srgbClr val="000000">
                    <a:alpha val="23532"/>
                  </a:srgbClr>
                </a:gs>
                <a:gs pos="42857">
                  <a:srgbClr val="000000">
                    <a:alpha val="16136"/>
                  </a:srgbClr>
                </a:gs>
                <a:gs pos="57143">
                  <a:srgbClr val="000000">
                    <a:alpha val="9291"/>
                  </a:srgbClr>
                </a:gs>
                <a:gs pos="71429">
                  <a:srgbClr val="000000">
                    <a:alpha val="4462"/>
                  </a:srgbClr>
                </a:gs>
                <a:gs pos="85714">
                  <a:srgbClr val="000000">
                    <a:alpha val="1789"/>
                  </a:srgbClr>
                </a:gs>
                <a:gs pos="100000">
                  <a:srgbClr val="000000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5639384">
              <a:off x="2546549" y="2858973"/>
              <a:ext cx="604408" cy="598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5293059">
              <a:off x="874934" y="-182715"/>
              <a:ext cx="561212" cy="555573"/>
            </a:xfrm>
            <a:prstGeom prst="ellipse">
              <a:avLst/>
            </a:prstGeom>
            <a:gradFill>
              <a:gsLst>
                <a:gs pos="0">
                  <a:srgbClr val="000000">
                    <a:alpha val="9515"/>
                  </a:srgbClr>
                </a:gs>
                <a:gs pos="14286">
                  <a:srgbClr val="000000">
                    <a:alpha val="8780"/>
                  </a:srgbClr>
                </a:gs>
                <a:gs pos="28571">
                  <a:srgbClr val="000000">
                    <a:alpha val="6886"/>
                  </a:srgbClr>
                </a:gs>
                <a:gs pos="42857">
                  <a:srgbClr val="000000">
                    <a:alpha val="4572"/>
                  </a:srgbClr>
                </a:gs>
                <a:gs pos="57143">
                  <a:srgbClr val="000000">
                    <a:alpha val="2560"/>
                  </a:srgbClr>
                </a:gs>
                <a:gs pos="71429">
                  <a:srgbClr val="000000">
                    <a:alpha val="1207"/>
                  </a:srgbClr>
                </a:gs>
                <a:gs pos="85714">
                  <a:srgbClr val="000000">
                    <a:alpha val="479"/>
                  </a:srgbClr>
                </a:gs>
                <a:gs pos="100000">
                  <a:srgbClr val="0000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5446767">
              <a:off x="2571214" y="2865000"/>
              <a:ext cx="615540" cy="6142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10517537">
              <a:off x="2556418" y="2933252"/>
              <a:ext cx="616193" cy="611344"/>
            </a:xfrm>
            <a:prstGeom prst="ellipse">
              <a:avLst/>
            </a:prstGeom>
            <a:gradFill>
              <a:gsLst>
                <a:gs pos="0">
                  <a:srgbClr val="000000">
                    <a:alpha val="30757"/>
                  </a:srgbClr>
                </a:gs>
                <a:gs pos="14286">
                  <a:srgbClr val="000000">
                    <a:alpha val="28668"/>
                  </a:srgbClr>
                </a:gs>
                <a:gs pos="28571">
                  <a:srgbClr val="000000">
                    <a:alpha val="23072"/>
                  </a:srgbClr>
                </a:gs>
                <a:gs pos="42857">
                  <a:srgbClr val="000000">
                    <a:alpha val="15806"/>
                  </a:srgbClr>
                </a:gs>
                <a:gs pos="57143">
                  <a:srgbClr val="000000">
                    <a:alpha val="9093"/>
                  </a:srgbClr>
                </a:gs>
                <a:gs pos="71429">
                  <a:srgbClr val="000000">
                    <a:alpha val="4364"/>
                  </a:srgbClr>
                </a:gs>
                <a:gs pos="85714">
                  <a:srgbClr val="000000">
                    <a:alpha val="1749"/>
                  </a:srgbClr>
                </a:gs>
                <a:gs pos="100000">
                  <a:srgbClr val="000000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5736486">
              <a:off x="3042685" y="2346152"/>
              <a:ext cx="624103" cy="619794"/>
            </a:xfrm>
            <a:prstGeom prst="ellipse">
              <a:avLst/>
            </a:prstGeom>
            <a:gradFill>
              <a:gsLst>
                <a:gs pos="0">
                  <a:srgbClr val="000000">
                    <a:alpha val="32293"/>
                  </a:srgbClr>
                </a:gs>
                <a:gs pos="14286">
                  <a:srgbClr val="000000">
                    <a:alpha val="30124"/>
                  </a:srgbClr>
                </a:gs>
                <a:gs pos="28571">
                  <a:srgbClr val="000000">
                    <a:alpha val="24294"/>
                  </a:srgbClr>
                </a:gs>
                <a:gs pos="42857">
                  <a:srgbClr val="000000">
                    <a:alpha val="16686"/>
                  </a:srgbClr>
                </a:gs>
                <a:gs pos="57143">
                  <a:srgbClr val="000000">
                    <a:alpha val="9620"/>
                  </a:srgbClr>
                </a:gs>
                <a:gs pos="71429">
                  <a:srgbClr val="000000">
                    <a:alpha val="4625"/>
                  </a:srgbClr>
                </a:gs>
                <a:gs pos="85714">
                  <a:srgbClr val="000000">
                    <a:alpha val="1855"/>
                  </a:srgbClr>
                </a:gs>
                <a:gs pos="100000">
                  <a:srgbClr val="000000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10784809">
              <a:off x="3006126" y="2453725"/>
              <a:ext cx="586252" cy="582363"/>
            </a:xfrm>
            <a:prstGeom prst="ellipse">
              <a:avLst/>
            </a:prstGeom>
            <a:gradFill>
              <a:gsLst>
                <a:gs pos="0">
                  <a:srgbClr val="000000">
                    <a:alpha val="20880"/>
                  </a:srgbClr>
                </a:gs>
                <a:gs pos="14286">
                  <a:srgbClr val="000000">
                    <a:alpha val="19367"/>
                  </a:srgbClr>
                </a:gs>
                <a:gs pos="28571">
                  <a:srgbClr val="000000">
                    <a:alpha val="15392"/>
                  </a:srgbClr>
                </a:gs>
                <a:gs pos="42857">
                  <a:srgbClr val="000000">
                    <a:alpha val="10384"/>
                  </a:srgbClr>
                </a:gs>
                <a:gs pos="57143">
                  <a:srgbClr val="000000">
                    <a:alpha val="5894"/>
                  </a:srgbClr>
                </a:gs>
                <a:gs pos="71429">
                  <a:srgbClr val="000000">
                    <a:alpha val="2804"/>
                  </a:srgbClr>
                </a:gs>
                <a:gs pos="85714">
                  <a:srgbClr val="000000">
                    <a:alpha val="1118"/>
                  </a:srgbClr>
                </a:gs>
                <a:gs pos="100000">
                  <a:srgbClr val="000000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-9730219">
              <a:off x="3093407" y="2257883"/>
              <a:ext cx="597058" cy="590995"/>
            </a:xfrm>
            <a:prstGeom prst="ellipse">
              <a:avLst/>
            </a:prstGeom>
            <a:gradFill>
              <a:gsLst>
                <a:gs pos="0">
                  <a:srgbClr val="000000">
                    <a:alpha val="4201"/>
                  </a:srgbClr>
                </a:gs>
                <a:gs pos="14286">
                  <a:srgbClr val="000000">
                    <a:alpha val="3868"/>
                  </a:srgbClr>
                </a:gs>
                <a:gs pos="28571">
                  <a:srgbClr val="000000">
                    <a:alpha val="3017"/>
                  </a:srgbClr>
                </a:gs>
                <a:gs pos="42857">
                  <a:srgbClr val="000000">
                    <a:alpha val="1989"/>
                  </a:srgbClr>
                </a:gs>
                <a:gs pos="57143">
                  <a:srgbClr val="000000">
                    <a:alpha val="1107"/>
                  </a:srgbClr>
                </a:gs>
                <a:gs pos="71429">
                  <a:srgbClr val="000000">
                    <a:alpha val="520"/>
                  </a:srgbClr>
                </a:gs>
                <a:gs pos="85714">
                  <a:srgbClr val="000000">
                    <a:alpha val="206"/>
                  </a:srgbClr>
                </a:gs>
                <a:gs pos="100000">
                  <a:srgbClr val="000000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5400241">
              <a:off x="416667" y="2947380"/>
              <a:ext cx="514445" cy="513824"/>
            </a:xfrm>
            <a:prstGeom prst="ellipse">
              <a:avLst/>
            </a:prstGeom>
            <a:gradFill>
              <a:gsLst>
                <a:gs pos="0">
                  <a:srgbClr val="000000">
                    <a:alpha val="19777"/>
                  </a:srgbClr>
                </a:gs>
                <a:gs pos="14286">
                  <a:srgbClr val="000000">
                    <a:alpha val="18335"/>
                  </a:srgbClr>
                </a:gs>
                <a:gs pos="28571">
                  <a:srgbClr val="000000">
                    <a:alpha val="14552"/>
                  </a:srgbClr>
                </a:gs>
                <a:gs pos="42857">
                  <a:srgbClr val="000000">
                    <a:alpha val="9801"/>
                  </a:srgbClr>
                </a:gs>
                <a:gs pos="57143">
                  <a:srgbClr val="000000">
                    <a:alpha val="5555"/>
                  </a:srgbClr>
                </a:gs>
                <a:gs pos="71429">
                  <a:srgbClr val="000000">
                    <a:alpha val="2640"/>
                  </a:srgbClr>
                </a:gs>
                <a:gs pos="85714">
                  <a:srgbClr val="000000">
                    <a:alpha val="1052"/>
                  </a:srgbClr>
                </a:gs>
                <a:gs pos="100000">
                  <a:srgbClr val="000000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10707145">
              <a:off x="918412" y="-217523"/>
              <a:ext cx="583733" cy="582672"/>
            </a:xfrm>
            <a:prstGeom prst="ellipse">
              <a:avLst/>
            </a:prstGeom>
            <a:gradFill>
              <a:gsLst>
                <a:gs pos="0">
                  <a:srgbClr val="000000">
                    <a:alpha val="32415"/>
                  </a:srgbClr>
                </a:gs>
                <a:gs pos="14286">
                  <a:srgbClr val="000000">
                    <a:alpha val="30239"/>
                  </a:srgbClr>
                </a:gs>
                <a:gs pos="28571">
                  <a:srgbClr val="000000">
                    <a:alpha val="24391"/>
                  </a:srgbClr>
                </a:gs>
                <a:gs pos="42857">
                  <a:srgbClr val="000000">
                    <a:alpha val="16756"/>
                  </a:srgbClr>
                </a:gs>
                <a:gs pos="57143">
                  <a:srgbClr val="000000">
                    <a:alpha val="9662"/>
                  </a:srgbClr>
                </a:gs>
                <a:gs pos="71429">
                  <a:srgbClr val="000000">
                    <a:alpha val="4645"/>
                  </a:srgbClr>
                </a:gs>
                <a:gs pos="85714">
                  <a:srgbClr val="000000">
                    <a:alpha val="1863"/>
                  </a:srgbClr>
                </a:gs>
                <a:gs pos="100000">
                  <a:srgbClr val="0000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5774557">
              <a:off x="3061907" y="2288402"/>
              <a:ext cx="599438" cy="598844"/>
            </a:xfrm>
            <a:prstGeom prst="ellipse">
              <a:avLst/>
            </a:prstGeom>
            <a:gradFill>
              <a:gsLst>
                <a:gs pos="0">
                  <a:srgbClr val="000000">
                    <a:alpha val="4801"/>
                  </a:srgbClr>
                </a:gs>
                <a:gs pos="14286">
                  <a:srgbClr val="000000">
                    <a:alpha val="4421"/>
                  </a:srgbClr>
                </a:gs>
                <a:gs pos="28571">
                  <a:srgbClr val="000000">
                    <a:alpha val="3450"/>
                  </a:srgbClr>
                </a:gs>
                <a:gs pos="42857">
                  <a:srgbClr val="000000">
                    <a:alpha val="2277"/>
                  </a:srgbClr>
                </a:gs>
                <a:gs pos="57143">
                  <a:srgbClr val="000000">
                    <a:alpha val="1268"/>
                  </a:srgbClr>
                </a:gs>
                <a:gs pos="71429">
                  <a:srgbClr val="000000">
                    <a:alpha val="596"/>
                  </a:srgbClr>
                </a:gs>
                <a:gs pos="85714">
                  <a:srgbClr val="000000">
                    <a:alpha val="236"/>
                  </a:srgbClr>
                </a:gs>
                <a:gs pos="100000">
                  <a:srgbClr val="00000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-10721418">
              <a:off x="2966768" y="2521662"/>
              <a:ext cx="522143" cy="517144"/>
            </a:xfrm>
            <a:prstGeom prst="ellipse">
              <a:avLst/>
            </a:prstGeom>
            <a:gradFill>
              <a:gsLst>
                <a:gs pos="0">
                  <a:srgbClr val="000000">
                    <a:alpha val="17091"/>
                  </a:srgbClr>
                </a:gs>
                <a:gs pos="14286">
                  <a:srgbClr val="000000">
                    <a:alpha val="15825"/>
                  </a:srgbClr>
                </a:gs>
                <a:gs pos="28571">
                  <a:srgbClr val="000000">
                    <a:alpha val="12520"/>
                  </a:srgbClr>
                </a:gs>
                <a:gs pos="42857">
                  <a:srgbClr val="000000">
                    <a:alpha val="8400"/>
                  </a:srgbClr>
                </a:gs>
                <a:gs pos="57143">
                  <a:srgbClr val="000000">
                    <a:alpha val="4745"/>
                  </a:srgbClr>
                </a:gs>
                <a:gs pos="71429">
                  <a:srgbClr val="000000">
                    <a:alpha val="2250"/>
                  </a:srgbClr>
                </a:gs>
                <a:gs pos="85714">
                  <a:srgbClr val="000000">
                    <a:alpha val="896"/>
                  </a:srgbClr>
                </a:gs>
                <a:gs pos="100000">
                  <a:srgbClr val="000000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2896276">
              <a:off x="1704613" y="2713459"/>
              <a:ext cx="84451" cy="52416"/>
            </a:xfrm>
            <a:prstGeom prst="ellipse">
              <a:avLst/>
            </a:prstGeom>
            <a:gradFill>
              <a:gsLst>
                <a:gs pos="0">
                  <a:srgbClr val="76FFFF">
                    <a:alpha val="32968"/>
                  </a:srgbClr>
                </a:gs>
                <a:gs pos="14286">
                  <a:srgbClr val="76FFFF">
                    <a:alpha val="30764"/>
                  </a:srgbClr>
                </a:gs>
                <a:gs pos="28571">
                  <a:srgbClr val="76FFFF">
                    <a:alpha val="24833"/>
                  </a:srgbClr>
                </a:gs>
                <a:gs pos="42857">
                  <a:srgbClr val="76FFFF">
                    <a:alpha val="17075"/>
                  </a:srgbClr>
                </a:gs>
                <a:gs pos="57143">
                  <a:srgbClr val="76FFFF">
                    <a:alpha val="9855"/>
                  </a:srgbClr>
                </a:gs>
                <a:gs pos="71429">
                  <a:srgbClr val="76FFFF">
                    <a:alpha val="4740"/>
                  </a:srgbClr>
                </a:gs>
                <a:gs pos="85714">
                  <a:srgbClr val="76FFFF">
                    <a:alpha val="1902"/>
                  </a:srgbClr>
                </a:gs>
                <a:gs pos="100000">
                  <a:srgbClr val="7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6303333">
              <a:off x="2595315" y="2840353"/>
              <a:ext cx="593399" cy="584418"/>
            </a:xfrm>
            <a:prstGeom prst="ellipse">
              <a:avLst/>
            </a:prstGeom>
            <a:gradFill>
              <a:gsLst>
                <a:gs pos="0">
                  <a:srgbClr val="000000">
                    <a:alpha val="14721"/>
                  </a:srgbClr>
                </a:gs>
                <a:gs pos="14286">
                  <a:srgbClr val="000000">
                    <a:alpha val="13615"/>
                  </a:srgbClr>
                </a:gs>
                <a:gs pos="28571">
                  <a:srgbClr val="000000">
                    <a:alpha val="10742"/>
                  </a:srgbClr>
                </a:gs>
                <a:gs pos="42857">
                  <a:srgbClr val="000000">
                    <a:alpha val="7183"/>
                  </a:srgbClr>
                </a:gs>
                <a:gs pos="57143">
                  <a:srgbClr val="000000">
                    <a:alpha val="4046"/>
                  </a:srgbClr>
                </a:gs>
                <a:gs pos="71429">
                  <a:srgbClr val="000000">
                    <a:alpha val="1915"/>
                  </a:srgbClr>
                </a:gs>
                <a:gs pos="85714">
                  <a:srgbClr val="000000">
                    <a:alpha val="762"/>
                  </a:srgbClr>
                </a:gs>
                <a:gs pos="100000">
                  <a:srgbClr val="000000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5664312">
              <a:off x="3001556" y="2415574"/>
              <a:ext cx="613619" cy="611537"/>
            </a:xfrm>
            <a:prstGeom prst="ellipse">
              <a:avLst/>
            </a:prstGeom>
            <a:gradFill>
              <a:gsLst>
                <a:gs pos="0">
                  <a:srgbClr val="000000">
                    <a:alpha val="31757"/>
                  </a:srgbClr>
                </a:gs>
                <a:gs pos="14286">
                  <a:srgbClr val="000000">
                    <a:alpha val="29615"/>
                  </a:srgbClr>
                </a:gs>
                <a:gs pos="28571">
                  <a:srgbClr val="000000">
                    <a:alpha val="23866"/>
                  </a:srgbClr>
                </a:gs>
                <a:gs pos="42857">
                  <a:srgbClr val="000000">
                    <a:alpha val="16377"/>
                  </a:srgbClr>
                </a:gs>
                <a:gs pos="57143">
                  <a:srgbClr val="000000">
                    <a:alpha val="9435"/>
                  </a:srgbClr>
                </a:gs>
                <a:gs pos="71429">
                  <a:srgbClr val="000000">
                    <a:alpha val="4533"/>
                  </a:srgbClr>
                </a:gs>
                <a:gs pos="85714">
                  <a:srgbClr val="000000">
                    <a:alpha val="1818"/>
                  </a:srgbClr>
                </a:gs>
                <a:gs pos="100000">
                  <a:srgbClr val="000000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5899226">
              <a:off x="2563502" y="2859076"/>
              <a:ext cx="634933" cy="633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5813427">
              <a:off x="2549436" y="2840574"/>
              <a:ext cx="615824" cy="6144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-10796524">
              <a:off x="582694" y="3033022"/>
              <a:ext cx="511775" cy="511456"/>
            </a:xfrm>
            <a:prstGeom prst="ellipse">
              <a:avLst/>
            </a:prstGeom>
            <a:gradFill>
              <a:gsLst>
                <a:gs pos="0">
                  <a:srgbClr val="000000">
                    <a:alpha val="13882"/>
                  </a:srgbClr>
                </a:gs>
                <a:gs pos="14286">
                  <a:srgbClr val="000000">
                    <a:alpha val="12834"/>
                  </a:srgbClr>
                </a:gs>
                <a:gs pos="28571">
                  <a:srgbClr val="000000">
                    <a:alpha val="10116"/>
                  </a:srgbClr>
                </a:gs>
                <a:gs pos="42857">
                  <a:srgbClr val="000000">
                    <a:alpha val="6756"/>
                  </a:srgbClr>
                </a:gs>
                <a:gs pos="57143">
                  <a:srgbClr val="000000">
                    <a:alpha val="3802"/>
                  </a:srgbClr>
                </a:gs>
                <a:gs pos="71429">
                  <a:srgbClr val="000000">
                    <a:alpha val="1798"/>
                  </a:srgbClr>
                </a:gs>
                <a:gs pos="85714">
                  <a:srgbClr val="000000">
                    <a:alpha val="715"/>
                  </a:srgbClr>
                </a:gs>
                <a:gs pos="100000">
                  <a:srgbClr val="00000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5575968">
              <a:off x="2213943" y="-167558"/>
              <a:ext cx="538189" cy="534869"/>
            </a:xfrm>
            <a:prstGeom prst="ellipse">
              <a:avLst/>
            </a:prstGeom>
            <a:gradFill>
              <a:gsLst>
                <a:gs pos="0">
                  <a:srgbClr val="00001B">
                    <a:alpha val="17026"/>
                  </a:srgbClr>
                </a:gs>
                <a:gs pos="14286">
                  <a:srgbClr val="00001B">
                    <a:alpha val="15764"/>
                  </a:srgbClr>
                </a:gs>
                <a:gs pos="28571">
                  <a:srgbClr val="00001B">
                    <a:alpha val="12471"/>
                  </a:srgbClr>
                </a:gs>
                <a:gs pos="42857">
                  <a:srgbClr val="00001B">
                    <a:alpha val="8366"/>
                  </a:srgbClr>
                </a:gs>
                <a:gs pos="57143">
                  <a:srgbClr val="00001B">
                    <a:alpha val="4726"/>
                  </a:srgbClr>
                </a:gs>
                <a:gs pos="71429">
                  <a:srgbClr val="00001B">
                    <a:alpha val="2241"/>
                  </a:srgbClr>
                </a:gs>
                <a:gs pos="85714">
                  <a:srgbClr val="00001B">
                    <a:alpha val="892"/>
                  </a:srgbClr>
                </a:gs>
                <a:gs pos="100000">
                  <a:srgbClr val="00001B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5127503">
              <a:off x="828069" y="-193642"/>
              <a:ext cx="582959" cy="577481"/>
            </a:xfrm>
            <a:prstGeom prst="ellipse">
              <a:avLst/>
            </a:prstGeom>
            <a:gradFill>
              <a:gsLst>
                <a:gs pos="0">
                  <a:srgbClr val="000000">
                    <a:alpha val="12262"/>
                  </a:srgbClr>
                </a:gs>
                <a:gs pos="14286">
                  <a:srgbClr val="000000">
                    <a:alpha val="11328"/>
                  </a:srgbClr>
                </a:gs>
                <a:gs pos="28571">
                  <a:srgbClr val="000000">
                    <a:alpha val="8913"/>
                  </a:srgbClr>
                </a:gs>
                <a:gs pos="42857">
                  <a:srgbClr val="000000">
                    <a:alpha val="5939"/>
                  </a:srgbClr>
                </a:gs>
                <a:gs pos="57143">
                  <a:srgbClr val="000000">
                    <a:alpha val="3336"/>
                  </a:srgbClr>
                </a:gs>
                <a:gs pos="71429">
                  <a:srgbClr val="000000">
                    <a:alpha val="1576"/>
                  </a:srgbClr>
                </a:gs>
                <a:gs pos="85714">
                  <a:srgbClr val="000000">
                    <a:alpha val="626"/>
                  </a:srgbClr>
                </a:gs>
                <a:gs pos="100000">
                  <a:srgbClr val="000000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-10795869">
              <a:off x="-122485" y="784575"/>
              <a:ext cx="553652" cy="552313"/>
            </a:xfrm>
            <a:prstGeom prst="ellipse">
              <a:avLst/>
            </a:prstGeom>
            <a:gradFill>
              <a:gsLst>
                <a:gs pos="0">
                  <a:srgbClr val="000000">
                    <a:alpha val="6050"/>
                  </a:srgbClr>
                </a:gs>
                <a:gs pos="14286">
                  <a:srgbClr val="000000">
                    <a:alpha val="5574"/>
                  </a:srgbClr>
                </a:gs>
                <a:gs pos="28571">
                  <a:srgbClr val="000000">
                    <a:alpha val="4356"/>
                  </a:srgbClr>
                </a:gs>
                <a:gs pos="42857">
                  <a:srgbClr val="000000">
                    <a:alpha val="2879"/>
                  </a:srgbClr>
                </a:gs>
                <a:gs pos="57143">
                  <a:srgbClr val="000000">
                    <a:alpha val="1606"/>
                  </a:srgbClr>
                </a:gs>
                <a:gs pos="71429">
                  <a:srgbClr val="000000">
                    <a:alpha val="755"/>
                  </a:srgbClr>
                </a:gs>
                <a:gs pos="85714">
                  <a:srgbClr val="000000">
                    <a:alpha val="299"/>
                  </a:srgbClr>
                </a:gs>
                <a:gs pos="100000">
                  <a:srgbClr val="000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-10782529">
              <a:off x="3230026" y="1291350"/>
              <a:ext cx="537286" cy="523008"/>
            </a:xfrm>
            <a:prstGeom prst="ellipse">
              <a:avLst/>
            </a:prstGeom>
            <a:gradFill>
              <a:gsLst>
                <a:gs pos="0">
                  <a:srgbClr val="070000">
                    <a:alpha val="3526"/>
                  </a:srgbClr>
                </a:gs>
                <a:gs pos="14286">
                  <a:srgbClr val="070000">
                    <a:alpha val="3246"/>
                  </a:srgbClr>
                </a:gs>
                <a:gs pos="28571">
                  <a:srgbClr val="070000">
                    <a:alpha val="2530"/>
                  </a:srgbClr>
                </a:gs>
                <a:gs pos="42857">
                  <a:srgbClr val="070000">
                    <a:alpha val="1666"/>
                  </a:srgbClr>
                </a:gs>
                <a:gs pos="57143">
                  <a:srgbClr val="070000">
                    <a:alpha val="927"/>
                  </a:srgbClr>
                </a:gs>
                <a:gs pos="71429">
                  <a:srgbClr val="070000">
                    <a:alpha val="435"/>
                  </a:srgbClr>
                </a:gs>
                <a:gs pos="85714">
                  <a:srgbClr val="070000">
                    <a:alpha val="172"/>
                  </a:srgbClr>
                </a:gs>
                <a:gs pos="100000">
                  <a:srgbClr val="0700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10797730">
              <a:off x="-259558" y="1302970"/>
              <a:ext cx="519115" cy="516817"/>
            </a:xfrm>
            <a:prstGeom prst="ellipse">
              <a:avLst/>
            </a:prstGeom>
            <a:gradFill>
              <a:gsLst>
                <a:gs pos="0">
                  <a:srgbClr val="000000">
                    <a:alpha val="8903"/>
                  </a:srgbClr>
                </a:gs>
                <a:gs pos="14286">
                  <a:srgbClr val="000000">
                    <a:alpha val="8213"/>
                  </a:srgbClr>
                </a:gs>
                <a:gs pos="28571">
                  <a:srgbClr val="000000">
                    <a:alpha val="6438"/>
                  </a:srgbClr>
                </a:gs>
                <a:gs pos="42857">
                  <a:srgbClr val="000000">
                    <a:alpha val="4271"/>
                  </a:srgbClr>
                </a:gs>
                <a:gs pos="57143">
                  <a:srgbClr val="000000">
                    <a:alpha val="2390"/>
                  </a:srgbClr>
                </a:gs>
                <a:gs pos="71429">
                  <a:srgbClr val="000000">
                    <a:alpha val="1126"/>
                  </a:srgbClr>
                </a:gs>
                <a:gs pos="85714">
                  <a:srgbClr val="000000">
                    <a:alpha val="447"/>
                  </a:srgbClr>
                </a:gs>
                <a:gs pos="100000">
                  <a:srgbClr val="00000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10773967">
              <a:off x="137592" y="2670748"/>
              <a:ext cx="594397" cy="593703"/>
            </a:xfrm>
            <a:prstGeom prst="ellipse">
              <a:avLst/>
            </a:prstGeom>
            <a:gradFill>
              <a:gsLst>
                <a:gs pos="0">
                  <a:srgbClr val="000000">
                    <a:alpha val="19535"/>
                  </a:srgbClr>
                </a:gs>
                <a:gs pos="14286">
                  <a:srgbClr val="000000">
                    <a:alpha val="18108"/>
                  </a:srgbClr>
                </a:gs>
                <a:gs pos="28571">
                  <a:srgbClr val="000000">
                    <a:alpha val="14368"/>
                  </a:srgbClr>
                </a:gs>
                <a:gs pos="42857">
                  <a:srgbClr val="000000">
                    <a:alpha val="9673"/>
                  </a:srgbClr>
                </a:gs>
                <a:gs pos="57143">
                  <a:srgbClr val="000000">
                    <a:alpha val="5481"/>
                  </a:srgbClr>
                </a:gs>
                <a:gs pos="71429">
                  <a:srgbClr val="000000">
                    <a:alpha val="2604"/>
                  </a:srgbClr>
                </a:gs>
                <a:gs pos="85714">
                  <a:srgbClr val="000000">
                    <a:alpha val="1038"/>
                  </a:srgbClr>
                </a:gs>
                <a:gs pos="100000">
                  <a:srgbClr val="0000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10721430">
              <a:off x="53965" y="2452112"/>
              <a:ext cx="560541" cy="558810"/>
            </a:xfrm>
            <a:prstGeom prst="ellipse">
              <a:avLst/>
            </a:prstGeom>
            <a:gradFill>
              <a:gsLst>
                <a:gs pos="0">
                  <a:srgbClr val="000000">
                    <a:alpha val="13628"/>
                  </a:srgbClr>
                </a:gs>
                <a:gs pos="14286">
                  <a:srgbClr val="000000">
                    <a:alpha val="12598"/>
                  </a:srgbClr>
                </a:gs>
                <a:gs pos="28571">
                  <a:srgbClr val="000000">
                    <a:alpha val="9927"/>
                  </a:srgbClr>
                </a:gs>
                <a:gs pos="42857">
                  <a:srgbClr val="000000">
                    <a:alpha val="6628"/>
                  </a:srgbClr>
                </a:gs>
                <a:gs pos="57143">
                  <a:srgbClr val="000000">
                    <a:alpha val="3729"/>
                  </a:srgbClr>
                </a:gs>
                <a:gs pos="71429">
                  <a:srgbClr val="000000">
                    <a:alpha val="1763"/>
                  </a:srgbClr>
                </a:gs>
                <a:gs pos="85714">
                  <a:srgbClr val="000000">
                    <a:alpha val="701"/>
                  </a:srgbClr>
                </a:gs>
                <a:gs pos="100000">
                  <a:srgbClr val="000000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5423934">
              <a:off x="68570" y="2621553"/>
              <a:ext cx="597727" cy="597649"/>
            </a:xfrm>
            <a:prstGeom prst="ellipse">
              <a:avLst/>
            </a:prstGeom>
            <a:gradFill>
              <a:gsLst>
                <a:gs pos="0">
                  <a:srgbClr val="000000">
                    <a:alpha val="16248"/>
                  </a:srgbClr>
                </a:gs>
                <a:gs pos="14286">
                  <a:srgbClr val="000000">
                    <a:alpha val="15038"/>
                  </a:srgbClr>
                </a:gs>
                <a:gs pos="28571">
                  <a:srgbClr val="000000">
                    <a:alpha val="11886"/>
                  </a:srgbClr>
                </a:gs>
                <a:gs pos="42857">
                  <a:srgbClr val="000000">
                    <a:alpha val="7965"/>
                  </a:srgbClr>
                </a:gs>
                <a:gs pos="57143">
                  <a:srgbClr val="000000">
                    <a:alpha val="4495"/>
                  </a:srgbClr>
                </a:gs>
                <a:gs pos="71429">
                  <a:srgbClr val="000000">
                    <a:alpha val="2130"/>
                  </a:srgbClr>
                </a:gs>
                <a:gs pos="85714">
                  <a:srgbClr val="000000">
                    <a:alpha val="848"/>
                  </a:srgbClr>
                </a:gs>
                <a:gs pos="100000">
                  <a:srgbClr val="00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10716001">
              <a:off x="3210424" y="1790849"/>
              <a:ext cx="530959" cy="512719"/>
            </a:xfrm>
            <a:prstGeom prst="ellipse">
              <a:avLst/>
            </a:prstGeom>
            <a:gradFill>
              <a:gsLst>
                <a:gs pos="0">
                  <a:srgbClr val="00000D">
                    <a:alpha val="4324"/>
                  </a:srgbClr>
                </a:gs>
                <a:gs pos="14286">
                  <a:srgbClr val="00000D">
                    <a:alpha val="3981"/>
                  </a:srgbClr>
                </a:gs>
                <a:gs pos="28571">
                  <a:srgbClr val="00000D">
                    <a:alpha val="3105"/>
                  </a:srgbClr>
                </a:gs>
                <a:gs pos="42857">
                  <a:srgbClr val="00000D">
                    <a:alpha val="2048"/>
                  </a:srgbClr>
                </a:gs>
                <a:gs pos="57143">
                  <a:srgbClr val="00000D">
                    <a:alpha val="1140"/>
                  </a:srgbClr>
                </a:gs>
                <a:gs pos="71429">
                  <a:srgbClr val="00000D">
                    <a:alpha val="535"/>
                  </a:srgbClr>
                </a:gs>
                <a:gs pos="85714">
                  <a:srgbClr val="00000D">
                    <a:alpha val="212"/>
                  </a:srgbClr>
                </a:gs>
                <a:gs pos="100000">
                  <a:srgbClr val="00000D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5397513">
              <a:off x="-60642" y="694607"/>
              <a:ext cx="485227" cy="485077"/>
            </a:xfrm>
            <a:prstGeom prst="ellipse">
              <a:avLst/>
            </a:prstGeom>
            <a:gradFill>
              <a:gsLst>
                <a:gs pos="0">
                  <a:srgbClr val="000000">
                    <a:alpha val="10839"/>
                  </a:srgbClr>
                </a:gs>
                <a:gs pos="14286">
                  <a:srgbClr val="000000">
                    <a:alpha val="10008"/>
                  </a:srgbClr>
                </a:gs>
                <a:gs pos="28571">
                  <a:srgbClr val="000000">
                    <a:alpha val="7861"/>
                  </a:srgbClr>
                </a:gs>
                <a:gs pos="42857">
                  <a:srgbClr val="000000">
                    <a:alpha val="5229"/>
                  </a:srgbClr>
                </a:gs>
                <a:gs pos="57143">
                  <a:srgbClr val="000000">
                    <a:alpha val="2932"/>
                  </a:srgbClr>
                </a:gs>
                <a:gs pos="71429">
                  <a:srgbClr val="000000">
                    <a:alpha val="1383"/>
                  </a:srgbClr>
                </a:gs>
                <a:gs pos="85714">
                  <a:srgbClr val="000000">
                    <a:alpha val="549"/>
                  </a:srgbClr>
                </a:gs>
                <a:gs pos="100000">
                  <a:srgbClr val="0000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5453645">
              <a:off x="1778575" y="-277982"/>
              <a:ext cx="577273" cy="571738"/>
            </a:xfrm>
            <a:prstGeom prst="ellipse">
              <a:avLst/>
            </a:prstGeom>
            <a:gradFill>
              <a:gsLst>
                <a:gs pos="0">
                  <a:srgbClr val="000000">
                    <a:alpha val="4456"/>
                  </a:srgbClr>
                </a:gs>
                <a:gs pos="14286">
                  <a:srgbClr val="000000">
                    <a:alpha val="4103"/>
                  </a:srgbClr>
                </a:gs>
                <a:gs pos="28571">
                  <a:srgbClr val="000000">
                    <a:alpha val="3201"/>
                  </a:srgbClr>
                </a:gs>
                <a:gs pos="42857">
                  <a:srgbClr val="000000">
                    <a:alpha val="2111"/>
                  </a:srgbClr>
                </a:gs>
                <a:gs pos="57143">
                  <a:srgbClr val="000000">
                    <a:alpha val="1175"/>
                  </a:srgbClr>
                </a:gs>
                <a:gs pos="71429">
                  <a:srgbClr val="000000">
                    <a:alpha val="552"/>
                  </a:srgbClr>
                </a:gs>
                <a:gs pos="85714">
                  <a:srgbClr val="000000">
                    <a:alpha val="219"/>
                  </a:srgbClr>
                </a:gs>
                <a:gs pos="100000">
                  <a:srgbClr val="0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5411806">
              <a:off x="1811047" y="-230610"/>
              <a:ext cx="572132" cy="564732"/>
            </a:xfrm>
            <a:prstGeom prst="ellipse">
              <a:avLst/>
            </a:prstGeom>
            <a:gradFill>
              <a:gsLst>
                <a:gs pos="0">
                  <a:srgbClr val="000000">
                    <a:alpha val="2128"/>
                  </a:srgbClr>
                </a:gs>
                <a:gs pos="14286">
                  <a:srgbClr val="000000">
                    <a:alpha val="1957"/>
                  </a:srgbClr>
                </a:gs>
                <a:gs pos="28571">
                  <a:srgbClr val="000000">
                    <a:alpha val="1523"/>
                  </a:srgbClr>
                </a:gs>
                <a:gs pos="42857">
                  <a:srgbClr val="000000">
                    <a:alpha val="1002"/>
                  </a:srgbClr>
                </a:gs>
                <a:gs pos="57143">
                  <a:srgbClr val="000000">
                    <a:alpha val="556"/>
                  </a:srgbClr>
                </a:gs>
                <a:gs pos="71429">
                  <a:srgbClr val="000000">
                    <a:alpha val="261"/>
                  </a:srgbClr>
                </a:gs>
                <a:gs pos="85714">
                  <a:srgbClr val="000000">
                    <a:alpha val="103"/>
                  </a:srgbClr>
                </a:gs>
                <a:gs pos="100000">
                  <a:srgbClr val="000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-10761018">
              <a:off x="-147349" y="761675"/>
              <a:ext cx="520466" cy="516777"/>
            </a:xfrm>
            <a:prstGeom prst="ellipse">
              <a:avLst/>
            </a:prstGeom>
            <a:gradFill>
              <a:gsLst>
                <a:gs pos="0">
                  <a:srgbClr val="000000">
                    <a:alpha val="8473"/>
                  </a:srgbClr>
                </a:gs>
                <a:gs pos="14286">
                  <a:srgbClr val="000000">
                    <a:alpha val="7815"/>
                  </a:srgbClr>
                </a:gs>
                <a:gs pos="28571">
                  <a:srgbClr val="000000">
                    <a:alpha val="6123"/>
                  </a:srgbClr>
                </a:gs>
                <a:gs pos="42857">
                  <a:srgbClr val="000000">
                    <a:alpha val="4059"/>
                  </a:srgbClr>
                </a:gs>
                <a:gs pos="57143">
                  <a:srgbClr val="000000">
                    <a:alpha val="2270"/>
                  </a:srgbClr>
                </a:gs>
                <a:gs pos="71429">
                  <a:srgbClr val="000000">
                    <a:alpha val="1069"/>
                  </a:srgbClr>
                </a:gs>
                <a:gs pos="85714">
                  <a:srgbClr val="000000">
                    <a:alpha val="424"/>
                  </a:srgbClr>
                </a:gs>
                <a:gs pos="100000">
                  <a:srgbClr val="0000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-10742679">
              <a:off x="3215292" y="1282339"/>
              <a:ext cx="533735" cy="523839"/>
            </a:xfrm>
            <a:prstGeom prst="ellipse">
              <a:avLst/>
            </a:prstGeom>
            <a:gradFill>
              <a:gsLst>
                <a:gs pos="0">
                  <a:srgbClr val="080000">
                    <a:alpha val="6264"/>
                  </a:srgbClr>
                </a:gs>
                <a:gs pos="14286">
                  <a:srgbClr val="080000">
                    <a:alpha val="5772"/>
                  </a:srgbClr>
                </a:gs>
                <a:gs pos="28571">
                  <a:srgbClr val="080000">
                    <a:alpha val="4511"/>
                  </a:srgbClr>
                </a:gs>
                <a:gs pos="42857">
                  <a:srgbClr val="080000">
                    <a:alpha val="2983"/>
                  </a:srgbClr>
                </a:gs>
                <a:gs pos="57143">
                  <a:srgbClr val="080000">
                    <a:alpha val="1664"/>
                  </a:srgbClr>
                </a:gs>
                <a:gs pos="71429">
                  <a:srgbClr val="080000">
                    <a:alpha val="782"/>
                  </a:srgbClr>
                </a:gs>
                <a:gs pos="85714">
                  <a:srgbClr val="080000">
                    <a:alpha val="310"/>
                  </a:srgbClr>
                </a:gs>
                <a:gs pos="100000">
                  <a:srgbClr val="0800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559412">
              <a:off x="51258" y="2462443"/>
              <a:ext cx="588180" cy="5868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5325271">
              <a:off x="21176" y="2508711"/>
              <a:ext cx="625089" cy="6224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10776813">
              <a:off x="3172831" y="1864441"/>
              <a:ext cx="560505" cy="557306"/>
            </a:xfrm>
            <a:prstGeom prst="ellipse">
              <a:avLst/>
            </a:prstGeom>
            <a:gradFill>
              <a:gsLst>
                <a:gs pos="0">
                  <a:srgbClr val="000027">
                    <a:alpha val="9747"/>
                  </a:srgbClr>
                </a:gs>
                <a:gs pos="14286">
                  <a:srgbClr val="000027">
                    <a:alpha val="8995"/>
                  </a:srgbClr>
                </a:gs>
                <a:gs pos="28571">
                  <a:srgbClr val="000027">
                    <a:alpha val="7057"/>
                  </a:srgbClr>
                </a:gs>
                <a:gs pos="42857">
                  <a:srgbClr val="000027">
                    <a:alpha val="4687"/>
                  </a:srgbClr>
                </a:gs>
                <a:gs pos="57143">
                  <a:srgbClr val="000027">
                    <a:alpha val="2625"/>
                  </a:srgbClr>
                </a:gs>
                <a:gs pos="71429">
                  <a:srgbClr val="000027">
                    <a:alpha val="1237"/>
                  </a:srgbClr>
                </a:gs>
                <a:gs pos="85714">
                  <a:srgbClr val="000027">
                    <a:alpha val="491"/>
                  </a:srgbClr>
                </a:gs>
                <a:gs pos="100000">
                  <a:srgbClr val="000027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5130432">
              <a:off x="76494" y="2559503"/>
              <a:ext cx="609588" cy="6062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3656041">
              <a:off x="1592086" y="1728723"/>
              <a:ext cx="210476" cy="116586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5435986">
              <a:off x="1883734" y="-184227"/>
              <a:ext cx="557647" cy="553516"/>
            </a:xfrm>
            <a:prstGeom prst="ellipse">
              <a:avLst/>
            </a:prstGeom>
            <a:gradFill>
              <a:gsLst>
                <a:gs pos="0">
                  <a:srgbClr val="000000">
                    <a:alpha val="8313"/>
                  </a:srgbClr>
                </a:gs>
                <a:gs pos="14286">
                  <a:srgbClr val="000000">
                    <a:alpha val="7667"/>
                  </a:srgbClr>
                </a:gs>
                <a:gs pos="28571">
                  <a:srgbClr val="000000">
                    <a:alpha val="6006"/>
                  </a:srgbClr>
                </a:gs>
                <a:gs pos="42857">
                  <a:srgbClr val="000000">
                    <a:alpha val="3981"/>
                  </a:srgbClr>
                </a:gs>
                <a:gs pos="57143">
                  <a:srgbClr val="000000">
                    <a:alpha val="2226"/>
                  </a:srgbClr>
                </a:gs>
                <a:gs pos="71429">
                  <a:srgbClr val="000000">
                    <a:alpha val="1048"/>
                  </a:srgbClr>
                </a:gs>
                <a:gs pos="85714">
                  <a:srgbClr val="000000">
                    <a:alpha val="416"/>
                  </a:srgbClr>
                </a:gs>
                <a:gs pos="100000">
                  <a:srgbClr val="0000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5744491">
              <a:off x="1589103" y="1647275"/>
              <a:ext cx="236529" cy="124924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6751699">
              <a:off x="1657761" y="1717375"/>
              <a:ext cx="61223" cy="15306"/>
            </a:xfrm>
            <a:prstGeom prst="ellipse">
              <a:avLst/>
            </a:prstGeom>
            <a:gradFill>
              <a:gsLst>
                <a:gs pos="0">
                  <a:srgbClr val="FEFEFF">
                    <a:alpha val="18179"/>
                  </a:srgbClr>
                </a:gs>
                <a:gs pos="14286">
                  <a:srgbClr val="FEFEFF">
                    <a:alpha val="16840"/>
                  </a:srgbClr>
                </a:gs>
                <a:gs pos="28571">
                  <a:srgbClr val="FEFEFF">
                    <a:alpha val="13340"/>
                  </a:srgbClr>
                </a:gs>
                <a:gs pos="42857">
                  <a:srgbClr val="FEFEFF">
                    <a:alpha val="8964"/>
                  </a:srgbClr>
                </a:gs>
                <a:gs pos="57143">
                  <a:srgbClr val="FEFEFF">
                    <a:alpha val="5071"/>
                  </a:srgbClr>
                </a:gs>
                <a:gs pos="71429">
                  <a:srgbClr val="FEFEFF">
                    <a:alpha val="2406"/>
                  </a:srgbClr>
                </a:gs>
                <a:gs pos="85714">
                  <a:srgbClr val="FEFEFF">
                    <a:alpha val="959"/>
                  </a:srgbClr>
                </a:gs>
                <a:gs pos="100000">
                  <a:srgbClr val="FEFEFF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8783307">
              <a:off x="1421408" y="1645516"/>
              <a:ext cx="515493" cy="2289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10762651">
              <a:off x="-30973" y="684651"/>
              <a:ext cx="516338" cy="515996"/>
            </a:xfrm>
            <a:prstGeom prst="ellipse">
              <a:avLst/>
            </a:prstGeom>
            <a:gradFill>
              <a:gsLst>
                <a:gs pos="0">
                  <a:srgbClr val="000000">
                    <a:alpha val="11802"/>
                  </a:srgbClr>
                </a:gs>
                <a:gs pos="14286">
                  <a:srgbClr val="000000">
                    <a:alpha val="10902"/>
                  </a:srgbClr>
                </a:gs>
                <a:gs pos="28571">
                  <a:srgbClr val="000000">
                    <a:alpha val="8573"/>
                  </a:srgbClr>
                </a:gs>
                <a:gs pos="42857">
                  <a:srgbClr val="000000">
                    <a:alpha val="5709"/>
                  </a:srgbClr>
                </a:gs>
                <a:gs pos="57143">
                  <a:srgbClr val="000000">
                    <a:alpha val="3205"/>
                  </a:srgbClr>
                </a:gs>
                <a:gs pos="71429">
                  <a:srgbClr val="000000">
                    <a:alpha val="1513"/>
                  </a:srgbClr>
                </a:gs>
                <a:gs pos="85714">
                  <a:srgbClr val="000000">
                    <a:alpha val="601"/>
                  </a:srgbClr>
                </a:gs>
                <a:gs pos="100000">
                  <a:srgbClr val="000000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5382616">
              <a:off x="-49143" y="669733"/>
              <a:ext cx="489025" cy="488335"/>
            </a:xfrm>
            <a:prstGeom prst="ellipse">
              <a:avLst/>
            </a:prstGeom>
            <a:gradFill>
              <a:gsLst>
                <a:gs pos="0">
                  <a:srgbClr val="000000">
                    <a:alpha val="13719"/>
                  </a:srgbClr>
                </a:gs>
                <a:gs pos="14286">
                  <a:srgbClr val="000000">
                    <a:alpha val="12683"/>
                  </a:srgbClr>
                </a:gs>
                <a:gs pos="28571">
                  <a:srgbClr val="000000">
                    <a:alpha val="9995"/>
                  </a:srgbClr>
                </a:gs>
                <a:gs pos="42857">
                  <a:srgbClr val="000000">
                    <a:alpha val="6674"/>
                  </a:srgbClr>
                </a:gs>
                <a:gs pos="57143">
                  <a:srgbClr val="000000">
                    <a:alpha val="3755"/>
                  </a:srgbClr>
                </a:gs>
                <a:gs pos="71429">
                  <a:srgbClr val="000000">
                    <a:alpha val="1776"/>
                  </a:srgbClr>
                </a:gs>
                <a:gs pos="85714">
                  <a:srgbClr val="000000">
                    <a:alpha val="706"/>
                  </a:srgbClr>
                </a:gs>
                <a:gs pos="100000">
                  <a:srgbClr val="000000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5409282">
              <a:off x="1646805" y="1609273"/>
              <a:ext cx="175038" cy="1726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-10518277">
              <a:off x="1764217" y="-270931"/>
              <a:ext cx="587236" cy="576973"/>
            </a:xfrm>
            <a:prstGeom prst="ellipse">
              <a:avLst/>
            </a:prstGeom>
            <a:gradFill>
              <a:gsLst>
                <a:gs pos="0">
                  <a:srgbClr val="000000">
                    <a:alpha val="27722"/>
                  </a:srgbClr>
                </a:gs>
                <a:gs pos="14286">
                  <a:srgbClr val="000000">
                    <a:alpha val="25799"/>
                  </a:srgbClr>
                </a:gs>
                <a:gs pos="28571">
                  <a:srgbClr val="000000">
                    <a:alpha val="20680"/>
                  </a:srgbClr>
                </a:gs>
                <a:gs pos="42857">
                  <a:srgbClr val="000000">
                    <a:alpha val="14098"/>
                  </a:srgbClr>
                </a:gs>
                <a:gs pos="57143">
                  <a:srgbClr val="000000">
                    <a:alpha val="8076"/>
                  </a:srgbClr>
                </a:gs>
                <a:gs pos="71429">
                  <a:srgbClr val="000000">
                    <a:alpha val="3865"/>
                  </a:srgbClr>
                </a:gs>
                <a:gs pos="85714">
                  <a:srgbClr val="000000">
                    <a:alpha val="1547"/>
                  </a:srgbClr>
                </a:gs>
                <a:gs pos="100000">
                  <a:srgbClr val="000000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5565850">
              <a:off x="1844634" y="-250917"/>
              <a:ext cx="591384" cy="585993"/>
            </a:xfrm>
            <a:prstGeom prst="ellipse">
              <a:avLst/>
            </a:prstGeom>
            <a:gradFill>
              <a:gsLst>
                <a:gs pos="0">
                  <a:srgbClr val="000000">
                    <a:alpha val="16356"/>
                  </a:srgbClr>
                </a:gs>
                <a:gs pos="14286">
                  <a:srgbClr val="000000">
                    <a:alpha val="15139"/>
                  </a:srgbClr>
                </a:gs>
                <a:gs pos="28571">
                  <a:srgbClr val="000000">
                    <a:alpha val="11967"/>
                  </a:srgbClr>
                </a:gs>
                <a:gs pos="42857">
                  <a:srgbClr val="000000">
                    <a:alpha val="8020"/>
                  </a:srgbClr>
                </a:gs>
                <a:gs pos="57143">
                  <a:srgbClr val="000000">
                    <a:alpha val="4527"/>
                  </a:srgbClr>
                </a:gs>
                <a:gs pos="71429">
                  <a:srgbClr val="000000">
                    <a:alpha val="2145"/>
                  </a:srgbClr>
                </a:gs>
                <a:gs pos="85714">
                  <a:srgbClr val="000000">
                    <a:alpha val="854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-10753238">
              <a:off x="1075312" y="-199391"/>
              <a:ext cx="533144" cy="527563"/>
            </a:xfrm>
            <a:prstGeom prst="ellipse">
              <a:avLst/>
            </a:prstGeom>
            <a:gradFill>
              <a:gsLst>
                <a:gs pos="0">
                  <a:srgbClr val="000000">
                    <a:alpha val="19017"/>
                  </a:srgbClr>
                </a:gs>
                <a:gs pos="14286">
                  <a:srgbClr val="000000">
                    <a:alpha val="17624"/>
                  </a:srgbClr>
                </a:gs>
                <a:gs pos="28571">
                  <a:srgbClr val="000000">
                    <a:alpha val="13975"/>
                  </a:srgbClr>
                </a:gs>
                <a:gs pos="42857">
                  <a:srgbClr val="000000">
                    <a:alpha val="9402"/>
                  </a:srgbClr>
                </a:gs>
                <a:gs pos="57143">
                  <a:srgbClr val="000000">
                    <a:alpha val="5324"/>
                  </a:srgbClr>
                </a:gs>
                <a:gs pos="71429">
                  <a:srgbClr val="000000">
                    <a:alpha val="2528"/>
                  </a:srgbClr>
                </a:gs>
                <a:gs pos="85714">
                  <a:srgbClr val="000000">
                    <a:alpha val="1008"/>
                  </a:srgbClr>
                </a:gs>
                <a:gs pos="100000">
                  <a:srgbClr val="0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8605487">
              <a:off x="1630057" y="1661234"/>
              <a:ext cx="173569" cy="63739"/>
            </a:xfrm>
            <a:prstGeom prst="ellipse">
              <a:avLst/>
            </a:prstGeom>
            <a:gradFill>
              <a:gsLst>
                <a:gs pos="0">
                  <a:srgbClr val="FFFFFF">
                    <a:alpha val="30309"/>
                  </a:srgbClr>
                </a:gs>
                <a:gs pos="14286">
                  <a:srgbClr val="FFFFFF">
                    <a:alpha val="28244"/>
                  </a:srgbClr>
                </a:gs>
                <a:gs pos="28571">
                  <a:srgbClr val="FFFFFF">
                    <a:alpha val="22717"/>
                  </a:srgbClr>
                </a:gs>
                <a:gs pos="42857">
                  <a:srgbClr val="FFFFFF">
                    <a:alpha val="15552"/>
                  </a:srgbClr>
                </a:gs>
                <a:gs pos="57143">
                  <a:srgbClr val="FFFFFF">
                    <a:alpha val="8941"/>
                  </a:srgbClr>
                </a:gs>
                <a:gs pos="71429">
                  <a:srgbClr val="FFFFFF">
                    <a:alpha val="4289"/>
                  </a:srgbClr>
                </a:gs>
                <a:gs pos="85714">
                  <a:srgbClr val="FFFFFF">
                    <a:alpha val="1719"/>
                  </a:srgbClr>
                </a:gs>
                <a:gs pos="100000">
                  <a:srgbClr val="FFFFFF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5504605">
              <a:off x="1728487" y="2654681"/>
              <a:ext cx="42213" cy="10553"/>
            </a:xfrm>
            <a:prstGeom prst="ellipse">
              <a:avLst/>
            </a:prstGeom>
            <a:gradFill>
              <a:gsLst>
                <a:gs pos="0">
                  <a:srgbClr val="0BFFFF">
                    <a:alpha val="21553"/>
                  </a:srgbClr>
                </a:gs>
                <a:gs pos="14286">
                  <a:srgbClr val="0BFFFF">
                    <a:alpha val="19998"/>
                  </a:srgbClr>
                </a:gs>
                <a:gs pos="28571">
                  <a:srgbClr val="0BFFFF">
                    <a:alpha val="15906"/>
                  </a:srgbClr>
                </a:gs>
                <a:gs pos="42857">
                  <a:srgbClr val="0BFFFF">
                    <a:alpha val="10741"/>
                  </a:srgbClr>
                </a:gs>
                <a:gs pos="57143">
                  <a:srgbClr val="0BFFFF">
                    <a:alpha val="6102"/>
                  </a:srgbClr>
                </a:gs>
                <a:gs pos="71429">
                  <a:srgbClr val="0BFFFF">
                    <a:alpha val="2904"/>
                  </a:srgbClr>
                </a:gs>
                <a:gs pos="85714">
                  <a:srgbClr val="0BFFFF">
                    <a:alpha val="1159"/>
                  </a:srgbClr>
                </a:gs>
                <a:gs pos="100000">
                  <a:srgbClr val="0BFFFF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5370147">
              <a:off x="416247" y="2965979"/>
              <a:ext cx="530634" cy="530341"/>
            </a:xfrm>
            <a:prstGeom prst="ellipse">
              <a:avLst/>
            </a:prstGeom>
            <a:gradFill>
              <a:gsLst>
                <a:gs pos="0">
                  <a:srgbClr val="000000">
                    <a:alpha val="21793"/>
                  </a:srgbClr>
                </a:gs>
                <a:gs pos="14286">
                  <a:srgbClr val="000000">
                    <a:alpha val="20222"/>
                  </a:srgbClr>
                </a:gs>
                <a:gs pos="28571">
                  <a:srgbClr val="000000">
                    <a:alpha val="16090"/>
                  </a:srgbClr>
                </a:gs>
                <a:gs pos="42857">
                  <a:srgbClr val="000000">
                    <a:alpha val="10869"/>
                  </a:srgbClr>
                </a:gs>
                <a:gs pos="57143">
                  <a:srgbClr val="000000">
                    <a:alpha val="6177"/>
                  </a:srgbClr>
                </a:gs>
                <a:gs pos="71429">
                  <a:srgbClr val="000000">
                    <a:alpha val="2940"/>
                  </a:srgbClr>
                </a:gs>
                <a:gs pos="85714">
                  <a:srgbClr val="000000">
                    <a:alpha val="1173"/>
                  </a:srgbClr>
                </a:gs>
                <a:gs pos="100000">
                  <a:srgbClr val="000000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10565358">
              <a:off x="1733338" y="-240638"/>
              <a:ext cx="564556" cy="542440"/>
            </a:xfrm>
            <a:prstGeom prst="ellipse">
              <a:avLst/>
            </a:prstGeom>
            <a:gradFill>
              <a:gsLst>
                <a:gs pos="0">
                  <a:srgbClr val="000000">
                    <a:alpha val="32141"/>
                  </a:srgbClr>
                </a:gs>
                <a:gs pos="14286">
                  <a:srgbClr val="000000">
                    <a:alpha val="29979"/>
                  </a:srgbClr>
                </a:gs>
                <a:gs pos="28571">
                  <a:srgbClr val="000000">
                    <a:alpha val="24172"/>
                  </a:srgbClr>
                </a:gs>
                <a:gs pos="42857">
                  <a:srgbClr val="000000">
                    <a:alpha val="16598"/>
                  </a:srgbClr>
                </a:gs>
                <a:gs pos="57143">
                  <a:srgbClr val="000000">
                    <a:alpha val="9568"/>
                  </a:srgbClr>
                </a:gs>
                <a:gs pos="71429">
                  <a:srgbClr val="000000">
                    <a:alpha val="4598"/>
                  </a:srgbClr>
                </a:gs>
                <a:gs pos="85714">
                  <a:srgbClr val="000000">
                    <a:alpha val="1844"/>
                  </a:srgbClr>
                </a:gs>
                <a:gs pos="100000">
                  <a:srgbClr val="000000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4183543">
              <a:off x="2494724" y="1258538"/>
              <a:ext cx="232976" cy="12168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-8150066">
              <a:off x="2384319" y="1082509"/>
              <a:ext cx="230467" cy="140112"/>
            </a:xfrm>
            <a:prstGeom prst="ellipse">
              <a:avLst/>
            </a:prstGeom>
            <a:gradFill>
              <a:gsLst>
                <a:gs pos="0">
                  <a:srgbClr val="FF9700">
                    <a:alpha val="32968"/>
                  </a:srgbClr>
                </a:gs>
                <a:gs pos="14286">
                  <a:srgbClr val="FF9700">
                    <a:alpha val="30764"/>
                  </a:srgbClr>
                </a:gs>
                <a:gs pos="28571">
                  <a:srgbClr val="FF9700">
                    <a:alpha val="24833"/>
                  </a:srgbClr>
                </a:gs>
                <a:gs pos="42857">
                  <a:srgbClr val="FF9700">
                    <a:alpha val="17075"/>
                  </a:srgbClr>
                </a:gs>
                <a:gs pos="57143">
                  <a:srgbClr val="FF9700">
                    <a:alpha val="9855"/>
                  </a:srgbClr>
                </a:gs>
                <a:gs pos="71429">
                  <a:srgbClr val="FF9700">
                    <a:alpha val="4740"/>
                  </a:srgbClr>
                </a:gs>
                <a:gs pos="85714">
                  <a:srgbClr val="FF9700">
                    <a:alpha val="1902"/>
                  </a:srgbClr>
                </a:gs>
                <a:gs pos="100000">
                  <a:srgbClr val="FF9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4336431">
              <a:off x="2533325" y="1366714"/>
              <a:ext cx="248921" cy="163676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9583865">
              <a:off x="2488369" y="1081933"/>
              <a:ext cx="171038" cy="105787"/>
            </a:xfrm>
            <a:prstGeom prst="ellipse">
              <a:avLst/>
            </a:prstGeom>
            <a:gradFill>
              <a:gsLst>
                <a:gs pos="0">
                  <a:srgbClr val="B68400">
                    <a:alpha val="31967"/>
                  </a:srgbClr>
                </a:gs>
                <a:gs pos="14286">
                  <a:srgbClr val="B68400">
                    <a:alpha val="29814"/>
                  </a:srgbClr>
                </a:gs>
                <a:gs pos="28571">
                  <a:srgbClr val="B68400">
                    <a:alpha val="24033"/>
                  </a:srgbClr>
                </a:gs>
                <a:gs pos="42857">
                  <a:srgbClr val="B68400">
                    <a:alpha val="16498"/>
                  </a:srgbClr>
                </a:gs>
                <a:gs pos="57143">
                  <a:srgbClr val="B68400">
                    <a:alpha val="9508"/>
                  </a:srgbClr>
                </a:gs>
                <a:gs pos="71429">
                  <a:srgbClr val="B68400">
                    <a:alpha val="4569"/>
                  </a:srgbClr>
                </a:gs>
                <a:gs pos="85714">
                  <a:srgbClr val="B68400">
                    <a:alpha val="1832"/>
                  </a:srgbClr>
                </a:gs>
                <a:gs pos="100000">
                  <a:srgbClr val="B6840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10769740">
              <a:off x="908253" y="-183918"/>
              <a:ext cx="562996" cy="556802"/>
            </a:xfrm>
            <a:prstGeom prst="ellipse">
              <a:avLst/>
            </a:prstGeom>
            <a:gradFill>
              <a:gsLst>
                <a:gs pos="0">
                  <a:srgbClr val="000000">
                    <a:alpha val="27504"/>
                  </a:srgbClr>
                </a:gs>
                <a:gs pos="14286">
                  <a:srgbClr val="000000">
                    <a:alpha val="25593"/>
                  </a:srgbClr>
                </a:gs>
                <a:gs pos="28571">
                  <a:srgbClr val="000000">
                    <a:alpha val="20510"/>
                  </a:srgbClr>
                </a:gs>
                <a:gs pos="42857">
                  <a:srgbClr val="000000">
                    <a:alpha val="13977"/>
                  </a:srgbClr>
                </a:gs>
                <a:gs pos="57143">
                  <a:srgbClr val="000000">
                    <a:alpha val="8004"/>
                  </a:srgbClr>
                </a:gs>
                <a:gs pos="71429">
                  <a:srgbClr val="000000">
                    <a:alpha val="3830"/>
                  </a:srgbClr>
                </a:gs>
                <a:gs pos="85714">
                  <a:srgbClr val="000000">
                    <a:alpha val="1532"/>
                  </a:srgbClr>
                </a:gs>
                <a:gs pos="100000">
                  <a:srgbClr val="000000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3196455">
              <a:off x="2706340" y="1203798"/>
              <a:ext cx="59785" cy="14946"/>
            </a:xfrm>
            <a:prstGeom prst="ellipse">
              <a:avLst/>
            </a:prstGeom>
            <a:gradFill>
              <a:gsLst>
                <a:gs pos="0">
                  <a:srgbClr val="D4D400">
                    <a:alpha val="18439"/>
                  </a:srgbClr>
                </a:gs>
                <a:gs pos="14286">
                  <a:srgbClr val="D4D400">
                    <a:alpha val="17083"/>
                  </a:srgbClr>
                </a:gs>
                <a:gs pos="28571">
                  <a:srgbClr val="D4D400">
                    <a:alpha val="13537"/>
                  </a:srgbClr>
                </a:gs>
                <a:gs pos="42857">
                  <a:srgbClr val="D4D400">
                    <a:alpha val="9100"/>
                  </a:srgbClr>
                </a:gs>
                <a:gs pos="57143">
                  <a:srgbClr val="D4D400">
                    <a:alpha val="5149"/>
                  </a:srgbClr>
                </a:gs>
                <a:gs pos="71429">
                  <a:srgbClr val="D4D400">
                    <a:alpha val="2444"/>
                  </a:srgbClr>
                </a:gs>
                <a:gs pos="85714">
                  <a:srgbClr val="D4D400">
                    <a:alpha val="974"/>
                  </a:srgbClr>
                </a:gs>
                <a:gs pos="100000">
                  <a:srgbClr val="D4D400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-10592669">
              <a:off x="2472086" y="1133207"/>
              <a:ext cx="213180" cy="120736"/>
            </a:xfrm>
            <a:prstGeom prst="ellipse">
              <a:avLst/>
            </a:prstGeom>
            <a:gradFill>
              <a:gsLst>
                <a:gs pos="0">
                  <a:srgbClr val="F2B200">
                    <a:alpha val="32290"/>
                  </a:srgbClr>
                </a:gs>
                <a:gs pos="14286">
                  <a:srgbClr val="F2B200">
                    <a:alpha val="30121"/>
                  </a:srgbClr>
                </a:gs>
                <a:gs pos="28571">
                  <a:srgbClr val="F2B200">
                    <a:alpha val="24292"/>
                  </a:srgbClr>
                </a:gs>
                <a:gs pos="42857">
                  <a:srgbClr val="F2B200">
                    <a:alpha val="16684"/>
                  </a:srgbClr>
                </a:gs>
                <a:gs pos="57143">
                  <a:srgbClr val="F2B200">
                    <a:alpha val="9619"/>
                  </a:srgbClr>
                </a:gs>
                <a:gs pos="71429">
                  <a:srgbClr val="F2B200">
                    <a:alpha val="4624"/>
                  </a:srgbClr>
                </a:gs>
                <a:gs pos="85714">
                  <a:srgbClr val="F2B200">
                    <a:alpha val="1855"/>
                  </a:srgbClr>
                </a:gs>
                <a:gs pos="100000">
                  <a:srgbClr val="F2B200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371110">
              <a:off x="1729896" y="1660249"/>
              <a:ext cx="59869" cy="14967"/>
            </a:xfrm>
            <a:prstGeom prst="ellipse">
              <a:avLst/>
            </a:prstGeom>
            <a:gradFill>
              <a:gsLst>
                <a:gs pos="0">
                  <a:srgbClr val="FFFAFC">
                    <a:alpha val="18424"/>
                  </a:srgbClr>
                </a:gs>
                <a:gs pos="14286">
                  <a:srgbClr val="FFFAFC">
                    <a:alpha val="17069"/>
                  </a:srgbClr>
                </a:gs>
                <a:gs pos="28571">
                  <a:srgbClr val="FFFAFC">
                    <a:alpha val="13526"/>
                  </a:srgbClr>
                </a:gs>
                <a:gs pos="42857">
                  <a:srgbClr val="FFFAFC">
                    <a:alpha val="9092"/>
                  </a:srgbClr>
                </a:gs>
                <a:gs pos="57143">
                  <a:srgbClr val="FFFAFC">
                    <a:alpha val="5145"/>
                  </a:srgbClr>
                </a:gs>
                <a:gs pos="71429">
                  <a:srgbClr val="FFFAFC">
                    <a:alpha val="2442"/>
                  </a:srgbClr>
                </a:gs>
                <a:gs pos="85714">
                  <a:srgbClr val="FFFAFC">
                    <a:alpha val="973"/>
                  </a:srgbClr>
                </a:gs>
                <a:gs pos="100000">
                  <a:srgbClr val="FFFAFC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4129735">
              <a:off x="2662936" y="1337010"/>
              <a:ext cx="94842" cy="40510"/>
            </a:xfrm>
            <a:prstGeom prst="ellipse">
              <a:avLst/>
            </a:prstGeom>
            <a:gradFill>
              <a:gsLst>
                <a:gs pos="0">
                  <a:srgbClr val="940000">
                    <a:alpha val="13073"/>
                  </a:srgbClr>
                </a:gs>
                <a:gs pos="14286">
                  <a:srgbClr val="940000">
                    <a:alpha val="12082"/>
                  </a:srgbClr>
                </a:gs>
                <a:gs pos="28571">
                  <a:srgbClr val="940000">
                    <a:alpha val="9515"/>
                  </a:srgbClr>
                </a:gs>
                <a:gs pos="42857">
                  <a:srgbClr val="940000">
                    <a:alpha val="6348"/>
                  </a:srgbClr>
                </a:gs>
                <a:gs pos="57143">
                  <a:srgbClr val="940000">
                    <a:alpha val="3569"/>
                  </a:srgbClr>
                </a:gs>
                <a:gs pos="71429">
                  <a:srgbClr val="940000">
                    <a:alpha val="1687"/>
                  </a:srgbClr>
                </a:gs>
                <a:gs pos="85714">
                  <a:srgbClr val="940000">
                    <a:alpha val="670"/>
                  </a:srgbClr>
                </a:gs>
                <a:gs pos="100000">
                  <a:srgbClr val="940000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8501011">
              <a:off x="1693840" y="2755507"/>
              <a:ext cx="61075" cy="15269"/>
            </a:xfrm>
            <a:prstGeom prst="ellipse">
              <a:avLst/>
            </a:prstGeom>
            <a:gradFill>
              <a:gsLst>
                <a:gs pos="0">
                  <a:srgbClr val="00EFF7">
                    <a:alpha val="18206"/>
                  </a:srgbClr>
                </a:gs>
                <a:gs pos="14286">
                  <a:srgbClr val="00EFF7">
                    <a:alpha val="16865"/>
                  </a:srgbClr>
                </a:gs>
                <a:gs pos="28571">
                  <a:srgbClr val="00EFF7">
                    <a:alpha val="13361"/>
                  </a:srgbClr>
                </a:gs>
                <a:gs pos="42857">
                  <a:srgbClr val="00EFF7">
                    <a:alpha val="8978"/>
                  </a:srgbClr>
                </a:gs>
                <a:gs pos="57143">
                  <a:srgbClr val="00EFF7">
                    <a:alpha val="5079"/>
                  </a:srgbClr>
                </a:gs>
                <a:gs pos="71429">
                  <a:srgbClr val="00EFF7">
                    <a:alpha val="2410"/>
                  </a:srgbClr>
                </a:gs>
                <a:gs pos="85714">
                  <a:srgbClr val="00EFF7">
                    <a:alpha val="960"/>
                  </a:srgbClr>
                </a:gs>
                <a:gs pos="100000">
                  <a:srgbClr val="00EFF7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5307316">
              <a:off x="1723411" y="2698170"/>
              <a:ext cx="44177" cy="11044"/>
            </a:xfrm>
            <a:prstGeom prst="ellipse">
              <a:avLst/>
            </a:prstGeom>
            <a:gradFill>
              <a:gsLst>
                <a:gs pos="0">
                  <a:srgbClr val="00FEFF">
                    <a:alpha val="21211"/>
                  </a:srgbClr>
                </a:gs>
                <a:gs pos="14286">
                  <a:srgbClr val="00FEFF">
                    <a:alpha val="19677"/>
                  </a:srgbClr>
                </a:gs>
                <a:gs pos="28571">
                  <a:srgbClr val="00FEFF">
                    <a:alpha val="15645"/>
                  </a:srgbClr>
                </a:gs>
                <a:gs pos="42857">
                  <a:srgbClr val="00FEFF">
                    <a:alpha val="10559"/>
                  </a:srgbClr>
                </a:gs>
                <a:gs pos="57143">
                  <a:srgbClr val="00FEFF">
                    <a:alpha val="5996"/>
                  </a:srgbClr>
                </a:gs>
                <a:gs pos="71429">
                  <a:srgbClr val="00FEFF">
                    <a:alpha val="2853"/>
                  </a:srgbClr>
                </a:gs>
                <a:gs pos="85714">
                  <a:srgbClr val="00FEFF">
                    <a:alpha val="1138"/>
                  </a:srgbClr>
                </a:gs>
                <a:gs pos="100000">
                  <a:srgbClr val="00FEF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-9503660">
              <a:off x="2525094" y="1115796"/>
              <a:ext cx="61594" cy="15398"/>
            </a:xfrm>
            <a:prstGeom prst="ellipse">
              <a:avLst/>
            </a:prstGeom>
            <a:gradFill>
              <a:gsLst>
                <a:gs pos="0">
                  <a:srgbClr val="F1CC00">
                    <a:alpha val="18112"/>
                  </a:srgbClr>
                </a:gs>
                <a:gs pos="14286">
                  <a:srgbClr val="F1CC00">
                    <a:alpha val="16777"/>
                  </a:srgbClr>
                </a:gs>
                <a:gs pos="28571">
                  <a:srgbClr val="F1CC00">
                    <a:alpha val="13290"/>
                  </a:srgbClr>
                </a:gs>
                <a:gs pos="42857">
                  <a:srgbClr val="F1CC00">
                    <a:alpha val="8929"/>
                  </a:srgbClr>
                </a:gs>
                <a:gs pos="57143">
                  <a:srgbClr val="F1CC00">
                    <a:alpha val="5051"/>
                  </a:srgbClr>
                </a:gs>
                <a:gs pos="71429">
                  <a:srgbClr val="F1CC00">
                    <a:alpha val="2397"/>
                  </a:srgbClr>
                </a:gs>
                <a:gs pos="85714">
                  <a:srgbClr val="F1CC00">
                    <a:alpha val="955"/>
                  </a:srgbClr>
                </a:gs>
                <a:gs pos="100000">
                  <a:srgbClr val="F1CC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3082420">
              <a:off x="2656881" y="1080830"/>
              <a:ext cx="121627" cy="77686"/>
            </a:xfrm>
            <a:prstGeom prst="ellipse">
              <a:avLst/>
            </a:prstGeom>
            <a:gradFill>
              <a:gsLst>
                <a:gs pos="0">
                  <a:srgbClr val="745F00">
                    <a:alpha val="23360"/>
                  </a:srgbClr>
                </a:gs>
                <a:gs pos="14286">
                  <a:srgbClr val="745F00">
                    <a:alpha val="21693"/>
                  </a:srgbClr>
                </a:gs>
                <a:gs pos="28571">
                  <a:srgbClr val="745F00">
                    <a:alpha val="17293"/>
                  </a:srgbClr>
                </a:gs>
                <a:gs pos="42857">
                  <a:srgbClr val="745F00">
                    <a:alpha val="11709"/>
                  </a:srgbClr>
                </a:gs>
                <a:gs pos="57143">
                  <a:srgbClr val="745F00">
                    <a:alpha val="6668"/>
                  </a:srgbClr>
                </a:gs>
                <a:gs pos="71429">
                  <a:srgbClr val="745F00">
                    <a:alpha val="3178"/>
                  </a:srgbClr>
                </a:gs>
                <a:gs pos="85714">
                  <a:srgbClr val="745F00">
                    <a:alpha val="1269"/>
                  </a:srgbClr>
                </a:gs>
                <a:gs pos="100000">
                  <a:srgbClr val="745F00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3057110">
              <a:off x="1486824" y="1709086"/>
              <a:ext cx="207426" cy="153416"/>
            </a:xfrm>
            <a:prstGeom prst="ellipse">
              <a:avLst/>
            </a:prstGeom>
            <a:gradFill>
              <a:gsLst>
                <a:gs pos="0">
                  <a:srgbClr val="BCEEFF">
                    <a:alpha val="32968"/>
                  </a:srgbClr>
                </a:gs>
                <a:gs pos="14286">
                  <a:srgbClr val="BCEEFF">
                    <a:alpha val="30764"/>
                  </a:srgbClr>
                </a:gs>
                <a:gs pos="28571">
                  <a:srgbClr val="BCEEFF">
                    <a:alpha val="24833"/>
                  </a:srgbClr>
                </a:gs>
                <a:gs pos="42857">
                  <a:srgbClr val="BCEEFF">
                    <a:alpha val="17075"/>
                  </a:srgbClr>
                </a:gs>
                <a:gs pos="57143">
                  <a:srgbClr val="BCEEFF">
                    <a:alpha val="9855"/>
                  </a:srgbClr>
                </a:gs>
                <a:gs pos="71429">
                  <a:srgbClr val="BCEEFF">
                    <a:alpha val="4740"/>
                  </a:srgbClr>
                </a:gs>
                <a:gs pos="85714">
                  <a:srgbClr val="BCEEFF">
                    <a:alpha val="1902"/>
                  </a:srgbClr>
                </a:gs>
                <a:gs pos="100000">
                  <a:srgbClr val="BC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5400000">
              <a:off x="1757266" y="1820776"/>
              <a:ext cx="52549" cy="52549"/>
            </a:xfrm>
            <a:prstGeom prst="ellipse">
              <a:avLst/>
            </a:prstGeom>
            <a:gradFill>
              <a:gsLst>
                <a:gs pos="0">
                  <a:srgbClr val="FFFFFF">
                    <a:alpha val="15818"/>
                  </a:srgbClr>
                </a:gs>
                <a:gs pos="14286">
                  <a:srgbClr val="FFFFFF">
                    <a:alpha val="14638"/>
                  </a:srgbClr>
                </a:gs>
                <a:gs pos="28571">
                  <a:srgbClr val="FFFFFF">
                    <a:alpha val="11563"/>
                  </a:srgbClr>
                </a:gs>
                <a:gs pos="42857">
                  <a:srgbClr val="FFFFFF">
                    <a:alpha val="7744"/>
                  </a:srgbClr>
                </a:gs>
                <a:gs pos="57143">
                  <a:srgbClr val="FFFFFF">
                    <a:alpha val="4368"/>
                  </a:srgbClr>
                </a:gs>
                <a:gs pos="71429">
                  <a:srgbClr val="FFFFFF">
                    <a:alpha val="2069"/>
                  </a:srgbClr>
                </a:gs>
                <a:gs pos="85714">
                  <a:srgbClr val="FFFFFF">
                    <a:alpha val="823"/>
                  </a:srgbClr>
                </a:gs>
                <a:gs pos="100000">
                  <a:srgbClr val="FFFFF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10119723">
              <a:off x="1846880" y="2781246"/>
              <a:ext cx="61938" cy="15485"/>
            </a:xfrm>
            <a:prstGeom prst="ellipse">
              <a:avLst/>
            </a:prstGeom>
            <a:gradFill>
              <a:gsLst>
                <a:gs pos="0">
                  <a:srgbClr val="00EDD1">
                    <a:alpha val="18049"/>
                  </a:srgbClr>
                </a:gs>
                <a:gs pos="14286">
                  <a:srgbClr val="00EDD1">
                    <a:alpha val="16719"/>
                  </a:srgbClr>
                </a:gs>
                <a:gs pos="28571">
                  <a:srgbClr val="00EDD1">
                    <a:alpha val="13242"/>
                  </a:srgbClr>
                </a:gs>
                <a:gs pos="42857">
                  <a:srgbClr val="00EDD1">
                    <a:alpha val="8897"/>
                  </a:srgbClr>
                </a:gs>
                <a:gs pos="57143">
                  <a:srgbClr val="00EDD1">
                    <a:alpha val="5032"/>
                  </a:srgbClr>
                </a:gs>
                <a:gs pos="71429">
                  <a:srgbClr val="00EDD1">
                    <a:alpha val="2388"/>
                  </a:srgbClr>
                </a:gs>
                <a:gs pos="85714">
                  <a:srgbClr val="00EDD1">
                    <a:alpha val="951"/>
                  </a:srgbClr>
                </a:gs>
                <a:gs pos="100000">
                  <a:srgbClr val="00EDD1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3950550">
              <a:off x="1534251" y="1799228"/>
              <a:ext cx="61538" cy="15384"/>
            </a:xfrm>
            <a:prstGeom prst="ellipse">
              <a:avLst/>
            </a:prstGeom>
            <a:gradFill>
              <a:gsLst>
                <a:gs pos="0">
                  <a:srgbClr val="E4DBFF">
                    <a:alpha val="18122"/>
                  </a:srgbClr>
                </a:gs>
                <a:gs pos="14286">
                  <a:srgbClr val="E4DBFF">
                    <a:alpha val="16787"/>
                  </a:srgbClr>
                </a:gs>
                <a:gs pos="28571">
                  <a:srgbClr val="E4DBFF">
                    <a:alpha val="13297"/>
                  </a:srgbClr>
                </a:gs>
                <a:gs pos="42857">
                  <a:srgbClr val="E4DBFF">
                    <a:alpha val="8934"/>
                  </a:srgbClr>
                </a:gs>
                <a:gs pos="57143">
                  <a:srgbClr val="E4DBFF">
                    <a:alpha val="5054"/>
                  </a:srgbClr>
                </a:gs>
                <a:gs pos="71429">
                  <a:srgbClr val="E4DBFF">
                    <a:alpha val="2398"/>
                  </a:srgbClr>
                </a:gs>
                <a:gs pos="85714">
                  <a:srgbClr val="E4DBFF">
                    <a:alpha val="955"/>
                  </a:srgbClr>
                </a:gs>
                <a:gs pos="100000">
                  <a:srgbClr val="E4DBF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-9758848">
              <a:off x="1548921" y="2765083"/>
              <a:ext cx="233213" cy="79099"/>
            </a:xfrm>
            <a:prstGeom prst="ellipse">
              <a:avLst/>
            </a:prstGeom>
            <a:gradFill>
              <a:gsLst>
                <a:gs pos="0">
                  <a:srgbClr val="0E2A8F">
                    <a:alpha val="31916"/>
                  </a:srgbClr>
                </a:gs>
                <a:gs pos="14286">
                  <a:srgbClr val="0E2A8F">
                    <a:alpha val="29766"/>
                  </a:srgbClr>
                </a:gs>
                <a:gs pos="28571">
                  <a:srgbClr val="0E2A8F">
                    <a:alpha val="23993"/>
                  </a:srgbClr>
                </a:gs>
                <a:gs pos="42857">
                  <a:srgbClr val="0E2A8F">
                    <a:alpha val="16469"/>
                  </a:srgbClr>
                </a:gs>
                <a:gs pos="57143">
                  <a:srgbClr val="0E2A8F">
                    <a:alpha val="9490"/>
                  </a:srgbClr>
                </a:gs>
                <a:gs pos="71429">
                  <a:srgbClr val="0E2A8F">
                    <a:alpha val="4560"/>
                  </a:srgbClr>
                </a:gs>
                <a:gs pos="85714">
                  <a:srgbClr val="0E2A8F">
                    <a:alpha val="1829"/>
                  </a:srgbClr>
                </a:gs>
                <a:gs pos="100000">
                  <a:srgbClr val="0E2A8F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10482746">
              <a:off x="1526061" y="1616085"/>
              <a:ext cx="294806" cy="209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8559575">
              <a:off x="1508961" y="1829036"/>
              <a:ext cx="239938" cy="159800"/>
            </a:xfrm>
            <a:prstGeom prst="ellipse">
              <a:avLst/>
            </a:prstGeom>
            <a:gradFill>
              <a:gsLst>
                <a:gs pos="0">
                  <a:srgbClr val="0BFFFF">
                    <a:alpha val="32968"/>
                  </a:srgbClr>
                </a:gs>
                <a:gs pos="14286">
                  <a:srgbClr val="0BFFFF">
                    <a:alpha val="30764"/>
                  </a:srgbClr>
                </a:gs>
                <a:gs pos="28571">
                  <a:srgbClr val="0BFFFF">
                    <a:alpha val="24833"/>
                  </a:srgbClr>
                </a:gs>
                <a:gs pos="42857">
                  <a:srgbClr val="0BFFFF">
                    <a:alpha val="17075"/>
                  </a:srgbClr>
                </a:gs>
                <a:gs pos="57143">
                  <a:srgbClr val="0BFFFF">
                    <a:alpha val="9855"/>
                  </a:srgbClr>
                </a:gs>
                <a:gs pos="71429">
                  <a:srgbClr val="0BFFFF">
                    <a:alpha val="4740"/>
                  </a:srgbClr>
                </a:gs>
                <a:gs pos="85714">
                  <a:srgbClr val="0BFFFF">
                    <a:alpha val="1902"/>
                  </a:srgbClr>
                </a:gs>
                <a:gs pos="100000">
                  <a:srgbClr val="0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5206886">
              <a:off x="2643114" y="1123195"/>
              <a:ext cx="200064" cy="142198"/>
            </a:xfrm>
            <a:prstGeom prst="ellipse">
              <a:avLst/>
            </a:prstGeom>
            <a:gradFill>
              <a:gsLst>
                <a:gs pos="0">
                  <a:srgbClr val="908B00">
                    <a:alpha val="32968"/>
                  </a:srgbClr>
                </a:gs>
                <a:gs pos="14286">
                  <a:srgbClr val="908B00">
                    <a:alpha val="30764"/>
                  </a:srgbClr>
                </a:gs>
                <a:gs pos="28571">
                  <a:srgbClr val="908B00">
                    <a:alpha val="24833"/>
                  </a:srgbClr>
                </a:gs>
                <a:gs pos="42857">
                  <a:srgbClr val="908B00">
                    <a:alpha val="17075"/>
                  </a:srgbClr>
                </a:gs>
                <a:gs pos="57143">
                  <a:srgbClr val="908B00">
                    <a:alpha val="9855"/>
                  </a:srgbClr>
                </a:gs>
                <a:gs pos="71429">
                  <a:srgbClr val="908B00">
                    <a:alpha val="4740"/>
                  </a:srgbClr>
                </a:gs>
                <a:gs pos="85714">
                  <a:srgbClr val="908B00">
                    <a:alpha val="1902"/>
                  </a:srgbClr>
                </a:gs>
                <a:gs pos="100000">
                  <a:srgbClr val="908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10214234">
              <a:off x="1786952" y="2741883"/>
              <a:ext cx="62399" cy="15600"/>
            </a:xfrm>
            <a:prstGeom prst="ellipse">
              <a:avLst/>
            </a:prstGeom>
            <a:gradFill>
              <a:gsLst>
                <a:gs pos="0">
                  <a:srgbClr val="00F9E8">
                    <a:alpha val="17965"/>
                  </a:srgbClr>
                </a:gs>
                <a:gs pos="14286">
                  <a:srgbClr val="00F9E8">
                    <a:alpha val="16641"/>
                  </a:srgbClr>
                </a:gs>
                <a:gs pos="28571">
                  <a:srgbClr val="00F9E8">
                    <a:alpha val="13179"/>
                  </a:srgbClr>
                </a:gs>
                <a:gs pos="42857">
                  <a:srgbClr val="00F9E8">
                    <a:alpha val="8853"/>
                  </a:srgbClr>
                </a:gs>
                <a:gs pos="57143">
                  <a:srgbClr val="00F9E8">
                    <a:alpha val="5007"/>
                  </a:srgbClr>
                </a:gs>
                <a:gs pos="71429">
                  <a:srgbClr val="00F9E8">
                    <a:alpha val="2376"/>
                  </a:srgbClr>
                </a:gs>
                <a:gs pos="85714">
                  <a:srgbClr val="00F9E8">
                    <a:alpha val="946"/>
                  </a:srgbClr>
                </a:gs>
                <a:gs pos="100000">
                  <a:srgbClr val="00F9E8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9624000">
              <a:off x="1986418" y="2710141"/>
              <a:ext cx="163630" cy="45648"/>
            </a:xfrm>
            <a:prstGeom prst="ellipse">
              <a:avLst/>
            </a:prstGeom>
            <a:gradFill>
              <a:gsLst>
                <a:gs pos="0">
                  <a:srgbClr val="007857">
                    <a:alpha val="29449"/>
                  </a:srgbClr>
                </a:gs>
                <a:gs pos="14286">
                  <a:srgbClr val="007857">
                    <a:alpha val="27430"/>
                  </a:srgbClr>
                </a:gs>
                <a:gs pos="28571">
                  <a:srgbClr val="007857">
                    <a:alpha val="22037"/>
                  </a:srgbClr>
                </a:gs>
                <a:gs pos="42857">
                  <a:srgbClr val="007857">
                    <a:alpha val="15065"/>
                  </a:srgbClr>
                </a:gs>
                <a:gs pos="57143">
                  <a:srgbClr val="007857">
                    <a:alpha val="8650"/>
                  </a:srgbClr>
                </a:gs>
                <a:gs pos="71429">
                  <a:srgbClr val="007857">
                    <a:alpha val="4147"/>
                  </a:srgbClr>
                </a:gs>
                <a:gs pos="85714">
                  <a:srgbClr val="007857">
                    <a:alpha val="1661"/>
                  </a:srgbClr>
                </a:gs>
                <a:gs pos="100000">
                  <a:srgbClr val="007857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4592745">
              <a:off x="2751249" y="1287450"/>
              <a:ext cx="62643" cy="15661"/>
            </a:xfrm>
            <a:prstGeom prst="ellipse">
              <a:avLst/>
            </a:prstGeom>
            <a:gradFill>
              <a:gsLst>
                <a:gs pos="0">
                  <a:srgbClr val="C1D300">
                    <a:alpha val="17921"/>
                  </a:srgbClr>
                </a:gs>
                <a:gs pos="14286">
                  <a:srgbClr val="C1D300">
                    <a:alpha val="16599"/>
                  </a:srgbClr>
                </a:gs>
                <a:gs pos="28571">
                  <a:srgbClr val="C1D300">
                    <a:alpha val="13146"/>
                  </a:srgbClr>
                </a:gs>
                <a:gs pos="42857">
                  <a:srgbClr val="C1D300">
                    <a:alpha val="8830"/>
                  </a:srgbClr>
                </a:gs>
                <a:gs pos="57143">
                  <a:srgbClr val="C1D300">
                    <a:alpha val="4993"/>
                  </a:srgbClr>
                </a:gs>
                <a:gs pos="71429">
                  <a:srgbClr val="C1D300">
                    <a:alpha val="2369"/>
                  </a:srgbClr>
                </a:gs>
                <a:gs pos="85714">
                  <a:srgbClr val="C1D300">
                    <a:alpha val="944"/>
                  </a:srgbClr>
                </a:gs>
                <a:gs pos="100000">
                  <a:srgbClr val="C1D300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9554762">
              <a:off x="1561571" y="1707869"/>
              <a:ext cx="490937" cy="2320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400000">
              <a:off x="1771771" y="1815253"/>
              <a:ext cx="52630" cy="52630"/>
            </a:xfrm>
            <a:prstGeom prst="ellipse">
              <a:avLst/>
            </a:prstGeom>
            <a:gradFill>
              <a:gsLst>
                <a:gs pos="0">
                  <a:srgbClr val="FFFFFF">
                    <a:alpha val="15797"/>
                  </a:srgbClr>
                </a:gs>
                <a:gs pos="14286">
                  <a:srgbClr val="FFFFFF">
                    <a:alpha val="14618"/>
                  </a:srgbClr>
                </a:gs>
                <a:gs pos="28571">
                  <a:srgbClr val="FFFFFF">
                    <a:alpha val="11548"/>
                  </a:srgbClr>
                </a:gs>
                <a:gs pos="42857">
                  <a:srgbClr val="FFFFFF">
                    <a:alpha val="7733"/>
                  </a:srgbClr>
                </a:gs>
                <a:gs pos="57143">
                  <a:srgbClr val="FFFFFF">
                    <a:alpha val="4362"/>
                  </a:srgbClr>
                </a:gs>
                <a:gs pos="71429">
                  <a:srgbClr val="FFFFFF">
                    <a:alpha val="2066"/>
                  </a:srgbClr>
                </a:gs>
                <a:gs pos="85714">
                  <a:srgbClr val="FFFFFF">
                    <a:alpha val="822"/>
                  </a:srgbClr>
                </a:gs>
                <a:gs pos="100000">
                  <a:srgbClr val="FFFFFF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5075423">
              <a:off x="2695174" y="1459472"/>
              <a:ext cx="185148" cy="84229"/>
            </a:xfrm>
            <a:prstGeom prst="ellipse">
              <a:avLst/>
            </a:prstGeom>
            <a:gradFill>
              <a:gsLst>
                <a:gs pos="0">
                  <a:srgbClr val="8B4200">
                    <a:alpha val="15686"/>
                  </a:srgbClr>
                </a:gs>
                <a:gs pos="14286">
                  <a:srgbClr val="8B4200">
                    <a:alpha val="14514"/>
                  </a:srgbClr>
                </a:gs>
                <a:gs pos="28571">
                  <a:srgbClr val="8B4200">
                    <a:alpha val="11464"/>
                  </a:srgbClr>
                </a:gs>
                <a:gs pos="42857">
                  <a:srgbClr val="8B4200">
                    <a:alpha val="7676"/>
                  </a:srgbClr>
                </a:gs>
                <a:gs pos="57143">
                  <a:srgbClr val="8B4200">
                    <a:alpha val="4329"/>
                  </a:srgbClr>
                </a:gs>
                <a:gs pos="71429">
                  <a:srgbClr val="8B4200">
                    <a:alpha val="2050"/>
                  </a:srgbClr>
                </a:gs>
                <a:gs pos="85714">
                  <a:srgbClr val="8B4200">
                    <a:alpha val="816"/>
                  </a:srgbClr>
                </a:gs>
                <a:gs pos="100000">
                  <a:srgbClr val="8B4200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4924928">
              <a:off x="1424205" y="2012004"/>
              <a:ext cx="62770" cy="15692"/>
            </a:xfrm>
            <a:prstGeom prst="ellipse">
              <a:avLst/>
            </a:prstGeom>
            <a:gradFill>
              <a:gsLst>
                <a:gs pos="0">
                  <a:srgbClr val="A4B4FF">
                    <a:alpha val="17898"/>
                  </a:srgbClr>
                </a:gs>
                <a:gs pos="14286">
                  <a:srgbClr val="A4B4FF">
                    <a:alpha val="16578"/>
                  </a:srgbClr>
                </a:gs>
                <a:gs pos="28571">
                  <a:srgbClr val="A4B4FF">
                    <a:alpha val="13128"/>
                  </a:srgbClr>
                </a:gs>
                <a:gs pos="42857">
                  <a:srgbClr val="A4B4FF">
                    <a:alpha val="8818"/>
                  </a:srgbClr>
                </a:gs>
                <a:gs pos="57143">
                  <a:srgbClr val="A4B4FF">
                    <a:alpha val="4986"/>
                  </a:srgbClr>
                </a:gs>
                <a:gs pos="71429">
                  <a:srgbClr val="A4B4FF">
                    <a:alpha val="2366"/>
                  </a:srgbClr>
                </a:gs>
                <a:gs pos="85714">
                  <a:srgbClr val="A4B4FF">
                    <a:alpha val="942"/>
                  </a:srgbClr>
                </a:gs>
                <a:gs pos="100000">
                  <a:srgbClr val="A4B4FF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5400000">
              <a:off x="1719687" y="1727509"/>
              <a:ext cx="63596" cy="63596"/>
            </a:xfrm>
            <a:prstGeom prst="ellipse">
              <a:avLst/>
            </a:prstGeom>
            <a:gradFill>
              <a:gsLst>
                <a:gs pos="0">
                  <a:srgbClr val="FFFFFF">
                    <a:alpha val="12874"/>
                  </a:srgbClr>
                </a:gs>
                <a:gs pos="14286">
                  <a:srgbClr val="FFFFFF">
                    <a:alpha val="11898"/>
                  </a:srgbClr>
                </a:gs>
                <a:gs pos="28571">
                  <a:srgbClr val="FFFFFF">
                    <a:alpha val="9367"/>
                  </a:srgbClr>
                </a:gs>
                <a:gs pos="42857">
                  <a:srgbClr val="FFFFFF">
                    <a:alpha val="6248"/>
                  </a:srgbClr>
                </a:gs>
                <a:gs pos="57143">
                  <a:srgbClr val="FFFFFF">
                    <a:alpha val="3512"/>
                  </a:srgbClr>
                </a:gs>
                <a:gs pos="71429">
                  <a:srgbClr val="FFFFFF">
                    <a:alpha val="1659"/>
                  </a:srgbClr>
                </a:gs>
                <a:gs pos="85714">
                  <a:srgbClr val="FFFFFF">
                    <a:alpha val="659"/>
                  </a:srgbClr>
                </a:gs>
                <a:gs pos="100000">
                  <a:srgbClr val="FFFFFF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-10791718">
              <a:off x="604825" y="3081350"/>
              <a:ext cx="473210" cy="472532"/>
            </a:xfrm>
            <a:prstGeom prst="ellipse">
              <a:avLst/>
            </a:prstGeom>
            <a:gradFill>
              <a:gsLst>
                <a:gs pos="0">
                  <a:srgbClr val="000000">
                    <a:alpha val="13315"/>
                  </a:srgbClr>
                </a:gs>
                <a:gs pos="14286">
                  <a:srgbClr val="000000">
                    <a:alpha val="12308"/>
                  </a:srgbClr>
                </a:gs>
                <a:gs pos="28571">
                  <a:srgbClr val="000000">
                    <a:alpha val="9695"/>
                  </a:srgbClr>
                </a:gs>
                <a:gs pos="42857">
                  <a:srgbClr val="000000">
                    <a:alpha val="6470"/>
                  </a:srgbClr>
                </a:gs>
                <a:gs pos="57143">
                  <a:srgbClr val="000000">
                    <a:alpha val="3638"/>
                  </a:srgbClr>
                </a:gs>
                <a:gs pos="71429">
                  <a:srgbClr val="000000">
                    <a:alpha val="1720"/>
                  </a:srgbClr>
                </a:gs>
                <a:gs pos="85714">
                  <a:srgbClr val="000000">
                    <a:alpha val="684"/>
                  </a:srgbClr>
                </a:gs>
                <a:gs pos="100000">
                  <a:srgbClr val="0000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10784154">
              <a:off x="1774417" y="-198903"/>
              <a:ext cx="540600" cy="526456"/>
            </a:xfrm>
            <a:prstGeom prst="ellipse">
              <a:avLst/>
            </a:prstGeom>
            <a:gradFill>
              <a:gsLst>
                <a:gs pos="0">
                  <a:srgbClr val="000000">
                    <a:alpha val="18328"/>
                  </a:srgbClr>
                </a:gs>
                <a:gs pos="14286">
                  <a:srgbClr val="000000">
                    <a:alpha val="16980"/>
                  </a:srgbClr>
                </a:gs>
                <a:gs pos="28571">
                  <a:srgbClr val="000000">
                    <a:alpha val="13453"/>
                  </a:srgbClr>
                </a:gs>
                <a:gs pos="42857">
                  <a:srgbClr val="000000">
                    <a:alpha val="9042"/>
                  </a:srgbClr>
                </a:gs>
                <a:gs pos="57143">
                  <a:srgbClr val="000000">
                    <a:alpha val="5116"/>
                  </a:srgbClr>
                </a:gs>
                <a:gs pos="71429">
                  <a:srgbClr val="000000">
                    <a:alpha val="2428"/>
                  </a:srgbClr>
                </a:gs>
                <a:gs pos="85714">
                  <a:srgbClr val="000000">
                    <a:alpha val="967"/>
                  </a:srgbClr>
                </a:gs>
                <a:gs pos="100000">
                  <a:srgbClr val="000000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4776535">
              <a:off x="1502318" y="1962562"/>
              <a:ext cx="62963" cy="15741"/>
            </a:xfrm>
            <a:prstGeom prst="ellipse">
              <a:avLst/>
            </a:prstGeom>
            <a:gradFill>
              <a:gsLst>
                <a:gs pos="0">
                  <a:srgbClr val="BECCFF">
                    <a:alpha val="17863"/>
                  </a:srgbClr>
                </a:gs>
                <a:gs pos="14286">
                  <a:srgbClr val="BECCFF">
                    <a:alpha val="16545"/>
                  </a:srgbClr>
                </a:gs>
                <a:gs pos="28571">
                  <a:srgbClr val="BECCFF">
                    <a:alpha val="13102"/>
                  </a:srgbClr>
                </a:gs>
                <a:gs pos="42857">
                  <a:srgbClr val="BECCFF">
                    <a:alpha val="8800"/>
                  </a:srgbClr>
                </a:gs>
                <a:gs pos="57143">
                  <a:srgbClr val="BECCFF">
                    <a:alpha val="4976"/>
                  </a:srgbClr>
                </a:gs>
                <a:gs pos="71429">
                  <a:srgbClr val="BECCFF">
                    <a:alpha val="2361"/>
                  </a:srgbClr>
                </a:gs>
                <a:gs pos="85714">
                  <a:srgbClr val="BECCFF">
                    <a:alpha val="940"/>
                  </a:srgbClr>
                </a:gs>
                <a:gs pos="100000">
                  <a:srgbClr val="BECCFF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5382210">
              <a:off x="1655554" y="1631999"/>
              <a:ext cx="225595" cy="2203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3757703">
              <a:off x="1446281" y="1830618"/>
              <a:ext cx="62510" cy="15627"/>
            </a:xfrm>
            <a:prstGeom prst="ellipse">
              <a:avLst/>
            </a:prstGeom>
            <a:gradFill>
              <a:gsLst>
                <a:gs pos="0">
                  <a:srgbClr val="D1C2FF">
                    <a:alpha val="17945"/>
                  </a:srgbClr>
                </a:gs>
                <a:gs pos="14286">
                  <a:srgbClr val="D1C2FF">
                    <a:alpha val="16622"/>
                  </a:srgbClr>
                </a:gs>
                <a:gs pos="28571">
                  <a:srgbClr val="D1C2FF">
                    <a:alpha val="13164"/>
                  </a:srgbClr>
                </a:gs>
                <a:gs pos="42857">
                  <a:srgbClr val="D1C2FF">
                    <a:alpha val="8843"/>
                  </a:srgbClr>
                </a:gs>
                <a:gs pos="57143">
                  <a:srgbClr val="D1C2FF">
                    <a:alpha val="5001"/>
                  </a:srgbClr>
                </a:gs>
                <a:gs pos="71429">
                  <a:srgbClr val="D1C2FF">
                    <a:alpha val="2373"/>
                  </a:srgbClr>
                </a:gs>
                <a:gs pos="85714">
                  <a:srgbClr val="D1C2FF">
                    <a:alpha val="945"/>
                  </a:srgbClr>
                </a:gs>
                <a:gs pos="100000">
                  <a:srgbClr val="D1C2FF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5400000">
              <a:off x="1793771" y="1805286"/>
              <a:ext cx="49367" cy="49367"/>
            </a:xfrm>
            <a:prstGeom prst="ellipse">
              <a:avLst/>
            </a:prstGeom>
            <a:gradFill>
              <a:gsLst>
                <a:gs pos="0">
                  <a:srgbClr val="FFFFFF">
                    <a:alpha val="16648"/>
                  </a:srgbClr>
                </a:gs>
                <a:gs pos="14286">
                  <a:srgbClr val="FFFFFF">
                    <a:alpha val="15411"/>
                  </a:srgbClr>
                </a:gs>
                <a:gs pos="28571">
                  <a:srgbClr val="FFFFFF">
                    <a:alpha val="12186"/>
                  </a:srgbClr>
                </a:gs>
                <a:gs pos="42857">
                  <a:srgbClr val="FFFFFF">
                    <a:alpha val="8171"/>
                  </a:srgbClr>
                </a:gs>
                <a:gs pos="57143">
                  <a:srgbClr val="FFFFFF">
                    <a:alpha val="4613"/>
                  </a:srgbClr>
                </a:gs>
                <a:gs pos="71429">
                  <a:srgbClr val="FFFFFF">
                    <a:alpha val="2187"/>
                  </a:srgbClr>
                </a:gs>
                <a:gs pos="85714">
                  <a:srgbClr val="FFFFFF">
                    <a:alpha val="870"/>
                  </a:srgbClr>
                </a:gs>
                <a:gs pos="100000">
                  <a:srgbClr val="FFFFF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10388768">
              <a:off x="1702722" y="1625022"/>
              <a:ext cx="219850" cy="2137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229776">
              <a:off x="2684955" y="1722680"/>
              <a:ext cx="224728" cy="62688"/>
            </a:xfrm>
            <a:prstGeom prst="ellipse">
              <a:avLst/>
            </a:prstGeom>
            <a:gradFill>
              <a:gsLst>
                <a:gs pos="0">
                  <a:srgbClr val="3F6300">
                    <a:alpha val="28008"/>
                  </a:srgbClr>
                </a:gs>
                <a:gs pos="14286">
                  <a:srgbClr val="3F6300">
                    <a:alpha val="26069"/>
                  </a:srgbClr>
                </a:gs>
                <a:gs pos="28571">
                  <a:srgbClr val="3F6300">
                    <a:alpha val="20904"/>
                  </a:srgbClr>
                </a:gs>
                <a:gs pos="42857">
                  <a:srgbClr val="3F6300">
                    <a:alpha val="14257"/>
                  </a:srgbClr>
                </a:gs>
                <a:gs pos="57143">
                  <a:srgbClr val="3F6300">
                    <a:alpha val="8170"/>
                  </a:srgbClr>
                </a:gs>
                <a:gs pos="71429">
                  <a:srgbClr val="3F6300">
                    <a:alpha val="3911"/>
                  </a:srgbClr>
                </a:gs>
                <a:gs pos="85714">
                  <a:srgbClr val="3F6300">
                    <a:alpha val="1565"/>
                  </a:srgbClr>
                </a:gs>
                <a:gs pos="100000">
                  <a:srgbClr val="3F6300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-8478681">
              <a:off x="1632775" y="2800278"/>
              <a:ext cx="63687" cy="15922"/>
            </a:xfrm>
            <a:prstGeom prst="ellipse">
              <a:avLst/>
            </a:prstGeom>
            <a:gradFill>
              <a:gsLst>
                <a:gs pos="0">
                  <a:srgbClr val="00D4E7">
                    <a:alpha val="17731"/>
                  </a:srgbClr>
                </a:gs>
                <a:gs pos="14286">
                  <a:srgbClr val="00D4E7">
                    <a:alpha val="16422"/>
                  </a:srgbClr>
                </a:gs>
                <a:gs pos="28571">
                  <a:srgbClr val="00D4E7">
                    <a:alpha val="13002"/>
                  </a:srgbClr>
                </a:gs>
                <a:gs pos="42857">
                  <a:srgbClr val="00D4E7">
                    <a:alpha val="8731"/>
                  </a:srgbClr>
                </a:gs>
                <a:gs pos="57143">
                  <a:srgbClr val="00D4E7">
                    <a:alpha val="4936"/>
                  </a:srgbClr>
                </a:gs>
                <a:gs pos="71429">
                  <a:srgbClr val="00D4E7">
                    <a:alpha val="2342"/>
                  </a:srgbClr>
                </a:gs>
                <a:gs pos="85714">
                  <a:srgbClr val="00D4E7">
                    <a:alpha val="933"/>
                  </a:srgbClr>
                </a:gs>
                <a:gs pos="100000">
                  <a:srgbClr val="00D4E7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-9990957">
              <a:off x="1539328" y="2657547"/>
              <a:ext cx="279698" cy="157458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4606630">
              <a:off x="1676673" y="2704892"/>
              <a:ext cx="55341" cy="13835"/>
            </a:xfrm>
            <a:prstGeom prst="ellipse">
              <a:avLst/>
            </a:prstGeom>
            <a:gradFill>
              <a:gsLst>
                <a:gs pos="0">
                  <a:srgbClr val="00F3FF">
                    <a:alpha val="19238"/>
                  </a:srgbClr>
                </a:gs>
                <a:gs pos="14286">
                  <a:srgbClr val="00F3FF">
                    <a:alpha val="17830"/>
                  </a:srgbClr>
                </a:gs>
                <a:gs pos="28571">
                  <a:srgbClr val="00F3FF">
                    <a:alpha val="14142"/>
                  </a:srgbClr>
                </a:gs>
                <a:gs pos="42857">
                  <a:srgbClr val="00F3FF">
                    <a:alpha val="9518"/>
                  </a:srgbClr>
                </a:gs>
                <a:gs pos="57143">
                  <a:srgbClr val="00F3FF">
                    <a:alpha val="5391"/>
                  </a:srgbClr>
                </a:gs>
                <a:gs pos="71429">
                  <a:srgbClr val="00F3FF">
                    <a:alpha val="2561"/>
                  </a:srgbClr>
                </a:gs>
                <a:gs pos="85714">
                  <a:srgbClr val="00F3FF">
                    <a:alpha val="1021"/>
                  </a:srgbClr>
                </a:gs>
                <a:gs pos="100000">
                  <a:srgbClr val="00F3FF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9887316">
              <a:off x="1904085" y="2757241"/>
              <a:ext cx="63935" cy="15984"/>
            </a:xfrm>
            <a:prstGeom prst="ellipse">
              <a:avLst/>
            </a:prstGeom>
            <a:gradFill>
              <a:gsLst>
                <a:gs pos="0">
                  <a:srgbClr val="00F2CA">
                    <a:alpha val="17686"/>
                  </a:srgbClr>
                </a:gs>
                <a:gs pos="14286">
                  <a:srgbClr val="00F2CA">
                    <a:alpha val="16380"/>
                  </a:srgbClr>
                </a:gs>
                <a:gs pos="28571">
                  <a:srgbClr val="00F2CA">
                    <a:alpha val="12968"/>
                  </a:srgbClr>
                </a:gs>
                <a:gs pos="42857">
                  <a:srgbClr val="00F2CA">
                    <a:alpha val="8708"/>
                  </a:srgbClr>
                </a:gs>
                <a:gs pos="57143">
                  <a:srgbClr val="00F2CA">
                    <a:alpha val="4923"/>
                  </a:srgbClr>
                </a:gs>
                <a:gs pos="71429">
                  <a:srgbClr val="00F2CA">
                    <a:alpha val="2335"/>
                  </a:srgbClr>
                </a:gs>
                <a:gs pos="85714">
                  <a:srgbClr val="00F2CA">
                    <a:alpha val="930"/>
                  </a:srgbClr>
                </a:gs>
                <a:gs pos="100000">
                  <a:srgbClr val="00F2CA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283209">
              <a:off x="2073345" y="2676390"/>
              <a:ext cx="156553" cy="53789"/>
            </a:xfrm>
            <a:prstGeom prst="ellipse">
              <a:avLst/>
            </a:prstGeom>
            <a:gradFill>
              <a:gsLst>
                <a:gs pos="0">
                  <a:srgbClr val="004A20">
                    <a:alpha val="26805"/>
                  </a:srgbClr>
                </a:gs>
                <a:gs pos="14286">
                  <a:srgbClr val="004A20">
                    <a:alpha val="24934"/>
                  </a:srgbClr>
                </a:gs>
                <a:gs pos="28571">
                  <a:srgbClr val="004A20">
                    <a:alpha val="19963"/>
                  </a:srgbClr>
                </a:gs>
                <a:gs pos="42857">
                  <a:srgbClr val="004A20">
                    <a:alpha val="13590"/>
                  </a:srgbClr>
                </a:gs>
                <a:gs pos="57143">
                  <a:srgbClr val="004A20">
                    <a:alpha val="7775"/>
                  </a:srgbClr>
                </a:gs>
                <a:gs pos="71429">
                  <a:srgbClr val="004A20">
                    <a:alpha val="3718"/>
                  </a:srgbClr>
                </a:gs>
                <a:gs pos="85714">
                  <a:srgbClr val="004A20">
                    <a:alpha val="1487"/>
                  </a:srgbClr>
                </a:gs>
                <a:gs pos="100000">
                  <a:srgbClr val="004A2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8916273">
              <a:off x="2227777" y="2652419"/>
              <a:ext cx="64409" cy="16102"/>
            </a:xfrm>
            <a:prstGeom prst="ellipse">
              <a:avLst/>
            </a:prstGeom>
            <a:gradFill>
              <a:gsLst>
                <a:gs pos="0">
                  <a:srgbClr val="00F17A">
                    <a:alpha val="17599"/>
                  </a:srgbClr>
                </a:gs>
                <a:gs pos="14286">
                  <a:srgbClr val="00F17A">
                    <a:alpha val="16299"/>
                  </a:srgbClr>
                </a:gs>
                <a:gs pos="28571">
                  <a:srgbClr val="00F17A">
                    <a:alpha val="12903"/>
                  </a:srgbClr>
                </a:gs>
                <a:gs pos="42857">
                  <a:srgbClr val="00F17A">
                    <a:alpha val="8663"/>
                  </a:srgbClr>
                </a:gs>
                <a:gs pos="57143">
                  <a:srgbClr val="00F17A">
                    <a:alpha val="4897"/>
                  </a:srgbClr>
                </a:gs>
                <a:gs pos="71429">
                  <a:srgbClr val="00F17A">
                    <a:alpha val="2323"/>
                  </a:srgbClr>
                </a:gs>
                <a:gs pos="85714">
                  <a:srgbClr val="00F17A">
                    <a:alpha val="925"/>
                  </a:srgbClr>
                </a:gs>
                <a:gs pos="100000">
                  <a:srgbClr val="00F17A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9851182">
              <a:off x="1846402" y="2771136"/>
              <a:ext cx="110610" cy="46001"/>
            </a:xfrm>
            <a:prstGeom prst="ellipse">
              <a:avLst/>
            </a:prstGeom>
            <a:gradFill>
              <a:gsLst>
                <a:gs pos="0">
                  <a:srgbClr val="023F00">
                    <a:alpha val="8552"/>
                  </a:srgbClr>
                </a:gs>
                <a:gs pos="14286">
                  <a:srgbClr val="023F00">
                    <a:alpha val="7888"/>
                  </a:srgbClr>
                </a:gs>
                <a:gs pos="28571">
                  <a:srgbClr val="023F00">
                    <a:alpha val="6181"/>
                  </a:srgbClr>
                </a:gs>
                <a:gs pos="42857">
                  <a:srgbClr val="023F00">
                    <a:alpha val="4098"/>
                  </a:srgbClr>
                </a:gs>
                <a:gs pos="57143">
                  <a:srgbClr val="023F00">
                    <a:alpha val="2292"/>
                  </a:srgbClr>
                </a:gs>
                <a:gs pos="71429">
                  <a:srgbClr val="023F00">
                    <a:alpha val="1080"/>
                  </a:srgbClr>
                </a:gs>
                <a:gs pos="85714">
                  <a:srgbClr val="023F00">
                    <a:alpha val="428"/>
                  </a:srgbClr>
                </a:gs>
                <a:gs pos="100000">
                  <a:srgbClr val="023F00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-9813398">
              <a:off x="1507621" y="1568267"/>
              <a:ext cx="495777" cy="2342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400000">
              <a:off x="1821816" y="1745351"/>
              <a:ext cx="47943" cy="47943"/>
            </a:xfrm>
            <a:prstGeom prst="ellipse">
              <a:avLst/>
            </a:prstGeom>
            <a:gradFill>
              <a:gsLst>
                <a:gs pos="0">
                  <a:srgbClr val="FFFFFF">
                    <a:alpha val="17016"/>
                  </a:srgbClr>
                </a:gs>
                <a:gs pos="14286">
                  <a:srgbClr val="FFFFFF">
                    <a:alpha val="15755"/>
                  </a:srgbClr>
                </a:gs>
                <a:gs pos="28571">
                  <a:srgbClr val="FFFFFF">
                    <a:alpha val="12463"/>
                  </a:srgbClr>
                </a:gs>
                <a:gs pos="42857">
                  <a:srgbClr val="FFFFFF">
                    <a:alpha val="8361"/>
                  </a:srgbClr>
                </a:gs>
                <a:gs pos="57143">
                  <a:srgbClr val="FFFFFF">
                    <a:alpha val="4723"/>
                  </a:srgbClr>
                </a:gs>
                <a:gs pos="71429">
                  <a:srgbClr val="FFFFFF">
                    <a:alpha val="2239"/>
                  </a:srgbClr>
                </a:gs>
                <a:gs pos="85714">
                  <a:srgbClr val="FFFFFF">
                    <a:alpha val="892"/>
                  </a:srgbClr>
                </a:gs>
                <a:gs pos="100000">
                  <a:srgbClr val="FFFFFF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8474208">
              <a:off x="2376564" y="2572812"/>
              <a:ext cx="64746" cy="16187"/>
            </a:xfrm>
            <a:prstGeom prst="ellipse">
              <a:avLst/>
            </a:prstGeom>
            <a:gradFill>
              <a:gsLst>
                <a:gs pos="0">
                  <a:srgbClr val="00EB51">
                    <a:alpha val="17538"/>
                  </a:srgbClr>
                </a:gs>
                <a:gs pos="14286">
                  <a:srgbClr val="00EB51">
                    <a:alpha val="16241"/>
                  </a:srgbClr>
                </a:gs>
                <a:gs pos="28571">
                  <a:srgbClr val="00EB51">
                    <a:alpha val="12856"/>
                  </a:srgbClr>
                </a:gs>
                <a:gs pos="42857">
                  <a:srgbClr val="00EB51">
                    <a:alpha val="8631"/>
                  </a:srgbClr>
                </a:gs>
                <a:gs pos="57143">
                  <a:srgbClr val="00EB51">
                    <a:alpha val="4878"/>
                  </a:srgbClr>
                </a:gs>
                <a:gs pos="71429">
                  <a:srgbClr val="00EB51">
                    <a:alpha val="2314"/>
                  </a:srgbClr>
                </a:gs>
                <a:gs pos="85714">
                  <a:srgbClr val="00EB51">
                    <a:alpha val="921"/>
                  </a:srgbClr>
                </a:gs>
                <a:gs pos="100000">
                  <a:srgbClr val="00EB51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4626812">
              <a:off x="2741162" y="1187728"/>
              <a:ext cx="167779" cy="80504"/>
            </a:xfrm>
            <a:prstGeom prst="ellipse">
              <a:avLst/>
            </a:prstGeom>
            <a:gradFill>
              <a:gsLst>
                <a:gs pos="0">
                  <a:srgbClr val="837600">
                    <a:alpha val="19743"/>
                  </a:srgbClr>
                </a:gs>
                <a:gs pos="14286">
                  <a:srgbClr val="837600">
                    <a:alpha val="18302"/>
                  </a:srgbClr>
                </a:gs>
                <a:gs pos="28571">
                  <a:srgbClr val="837600">
                    <a:alpha val="14526"/>
                  </a:srgbClr>
                </a:gs>
                <a:gs pos="42857">
                  <a:srgbClr val="837600">
                    <a:alpha val="9783"/>
                  </a:srgbClr>
                </a:gs>
                <a:gs pos="57143">
                  <a:srgbClr val="837600">
                    <a:alpha val="5545"/>
                  </a:srgbClr>
                </a:gs>
                <a:gs pos="71429">
                  <a:srgbClr val="837600">
                    <a:alpha val="2635"/>
                  </a:srgbClr>
                </a:gs>
                <a:gs pos="85714">
                  <a:srgbClr val="837600">
                    <a:alpha val="1050"/>
                  </a:srgbClr>
                </a:gs>
                <a:gs pos="100000">
                  <a:srgbClr val="8376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9438017">
              <a:off x="1573590" y="1554457"/>
              <a:ext cx="239368" cy="146088"/>
            </a:xfrm>
            <a:prstGeom prst="ellipse">
              <a:avLst/>
            </a:prstGeom>
            <a:gradFill>
              <a:gsLst>
                <a:gs pos="0">
                  <a:srgbClr val="FFCA00">
                    <a:alpha val="32968"/>
                  </a:srgbClr>
                </a:gs>
                <a:gs pos="14286">
                  <a:srgbClr val="FFCA00">
                    <a:alpha val="30764"/>
                  </a:srgbClr>
                </a:gs>
                <a:gs pos="28571">
                  <a:srgbClr val="FFCA00">
                    <a:alpha val="24833"/>
                  </a:srgbClr>
                </a:gs>
                <a:gs pos="42857">
                  <a:srgbClr val="FFCA00">
                    <a:alpha val="17075"/>
                  </a:srgbClr>
                </a:gs>
                <a:gs pos="57143">
                  <a:srgbClr val="FFCA00">
                    <a:alpha val="9855"/>
                  </a:srgbClr>
                </a:gs>
                <a:gs pos="71429">
                  <a:srgbClr val="FFCA00">
                    <a:alpha val="4740"/>
                  </a:srgbClr>
                </a:gs>
                <a:gs pos="85714">
                  <a:srgbClr val="FFCA00">
                    <a:alpha val="1902"/>
                  </a:srgbClr>
                </a:gs>
                <a:gs pos="100000">
                  <a:srgbClr val="FFC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-9924162">
              <a:off x="1611189" y="1563056"/>
              <a:ext cx="330811" cy="2449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8361049">
              <a:off x="2268464" y="2367054"/>
              <a:ext cx="317663" cy="142747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5405181">
              <a:off x="1502537" y="1707142"/>
              <a:ext cx="253224" cy="111555"/>
            </a:xfrm>
            <a:prstGeom prst="ellipse">
              <a:avLst/>
            </a:prstGeom>
            <a:gradFill>
              <a:gsLst>
                <a:gs pos="0">
                  <a:srgbClr val="D8ADFF">
                    <a:alpha val="32968"/>
                  </a:srgbClr>
                </a:gs>
                <a:gs pos="14286">
                  <a:srgbClr val="D8ADFF">
                    <a:alpha val="30764"/>
                  </a:srgbClr>
                </a:gs>
                <a:gs pos="28571">
                  <a:srgbClr val="D8ADFF">
                    <a:alpha val="24833"/>
                  </a:srgbClr>
                </a:gs>
                <a:gs pos="42857">
                  <a:srgbClr val="D8ADFF">
                    <a:alpha val="17075"/>
                  </a:srgbClr>
                </a:gs>
                <a:gs pos="57143">
                  <a:srgbClr val="D8ADFF">
                    <a:alpha val="9855"/>
                  </a:srgbClr>
                </a:gs>
                <a:gs pos="71429">
                  <a:srgbClr val="D8ADFF">
                    <a:alpha val="4740"/>
                  </a:srgbClr>
                </a:gs>
                <a:gs pos="85714">
                  <a:srgbClr val="D8ADFF">
                    <a:alpha val="1902"/>
                  </a:srgbClr>
                </a:gs>
                <a:gs pos="100000">
                  <a:srgbClr val="D8A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7440496">
              <a:off x="2598489" y="2343499"/>
              <a:ext cx="64269" cy="16067"/>
            </a:xfrm>
            <a:prstGeom prst="ellipse">
              <a:avLst/>
            </a:prstGeom>
            <a:gradFill>
              <a:gsLst>
                <a:gs pos="0">
                  <a:srgbClr val="00E80D">
                    <a:alpha val="17625"/>
                  </a:srgbClr>
                </a:gs>
                <a:gs pos="14286">
                  <a:srgbClr val="00E80D">
                    <a:alpha val="16323"/>
                  </a:srgbClr>
                </a:gs>
                <a:gs pos="28571">
                  <a:srgbClr val="00E80D">
                    <a:alpha val="12922"/>
                  </a:srgbClr>
                </a:gs>
                <a:gs pos="42857">
                  <a:srgbClr val="00E80D">
                    <a:alpha val="8676"/>
                  </a:srgbClr>
                </a:gs>
                <a:gs pos="57143">
                  <a:srgbClr val="00E80D">
                    <a:alpha val="4905"/>
                  </a:srgbClr>
                </a:gs>
                <a:gs pos="71429">
                  <a:srgbClr val="00E80D">
                    <a:alpha val="2326"/>
                  </a:srgbClr>
                </a:gs>
                <a:gs pos="85714">
                  <a:srgbClr val="00E80D">
                    <a:alpha val="927"/>
                  </a:srgbClr>
                </a:gs>
                <a:gs pos="100000">
                  <a:srgbClr val="00E80D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794856">
              <a:off x="1679696" y="1660223"/>
              <a:ext cx="222564" cy="2219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8527412">
              <a:off x="2124683" y="2721182"/>
              <a:ext cx="95630" cy="41311"/>
            </a:xfrm>
            <a:prstGeom prst="ellipse">
              <a:avLst/>
            </a:prstGeom>
            <a:gradFill>
              <a:gsLst>
                <a:gs pos="0">
                  <a:srgbClr val="105E3F">
                    <a:alpha val="5090"/>
                  </a:srgbClr>
                </a:gs>
                <a:gs pos="14286">
                  <a:srgbClr val="105E3F">
                    <a:alpha val="4688"/>
                  </a:srgbClr>
                </a:gs>
                <a:gs pos="28571">
                  <a:srgbClr val="105E3F">
                    <a:alpha val="3659"/>
                  </a:srgbClr>
                </a:gs>
                <a:gs pos="42857">
                  <a:srgbClr val="105E3F">
                    <a:alpha val="2416"/>
                  </a:srgbClr>
                </a:gs>
                <a:gs pos="57143">
                  <a:srgbClr val="105E3F">
                    <a:alpha val="1346"/>
                  </a:srgbClr>
                </a:gs>
                <a:gs pos="71429">
                  <a:srgbClr val="105E3F">
                    <a:alpha val="632"/>
                  </a:srgbClr>
                </a:gs>
                <a:gs pos="85714">
                  <a:srgbClr val="105E3F">
                    <a:alpha val="250"/>
                  </a:srgbClr>
                </a:gs>
                <a:gs pos="100000">
                  <a:srgbClr val="105E3F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10648991">
              <a:off x="1730676" y="1671009"/>
              <a:ext cx="209891" cy="2098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7604542">
              <a:off x="2493273" y="2372260"/>
              <a:ext cx="63669" cy="15917"/>
            </a:xfrm>
            <a:prstGeom prst="ellipse">
              <a:avLst/>
            </a:prstGeom>
            <a:gradFill>
              <a:gsLst>
                <a:gs pos="0">
                  <a:srgbClr val="00FD26">
                    <a:alpha val="17734"/>
                  </a:srgbClr>
                </a:gs>
                <a:gs pos="14286">
                  <a:srgbClr val="00FD26">
                    <a:alpha val="16425"/>
                  </a:srgbClr>
                </a:gs>
                <a:gs pos="28571">
                  <a:srgbClr val="00FD26">
                    <a:alpha val="13005"/>
                  </a:srgbClr>
                </a:gs>
                <a:gs pos="42857">
                  <a:srgbClr val="00FD26">
                    <a:alpha val="8733"/>
                  </a:srgbClr>
                </a:gs>
                <a:gs pos="57143">
                  <a:srgbClr val="00FD26">
                    <a:alpha val="4937"/>
                  </a:srgbClr>
                </a:gs>
                <a:gs pos="71429">
                  <a:srgbClr val="00FD26">
                    <a:alpha val="2342"/>
                  </a:srgbClr>
                </a:gs>
                <a:gs pos="85714">
                  <a:srgbClr val="00FD26">
                    <a:alpha val="933"/>
                  </a:srgbClr>
                </a:gs>
                <a:gs pos="100000">
                  <a:srgbClr val="00FD26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4197124">
              <a:off x="1660625" y="2166357"/>
              <a:ext cx="63196" cy="15799"/>
            </a:xfrm>
            <a:prstGeom prst="ellipse">
              <a:avLst/>
            </a:prstGeom>
            <a:gradFill>
              <a:gsLst>
                <a:gs pos="0">
                  <a:srgbClr val="9FF1FF">
                    <a:alpha val="17820"/>
                  </a:srgbClr>
                </a:gs>
                <a:gs pos="14286">
                  <a:srgbClr val="9FF1FF">
                    <a:alpha val="16505"/>
                  </a:srgbClr>
                </a:gs>
                <a:gs pos="28571">
                  <a:srgbClr val="9FF1FF">
                    <a:alpha val="13070"/>
                  </a:srgbClr>
                </a:gs>
                <a:gs pos="42857">
                  <a:srgbClr val="9FF1FF">
                    <a:alpha val="8778"/>
                  </a:srgbClr>
                </a:gs>
                <a:gs pos="57143">
                  <a:srgbClr val="9FF1FF">
                    <a:alpha val="4963"/>
                  </a:srgbClr>
                </a:gs>
                <a:gs pos="71429">
                  <a:srgbClr val="9FF1FF">
                    <a:alpha val="2355"/>
                  </a:srgbClr>
                </a:gs>
                <a:gs pos="85714">
                  <a:srgbClr val="9FF1FF">
                    <a:alpha val="938"/>
                  </a:srgbClr>
                </a:gs>
                <a:gs pos="100000">
                  <a:srgbClr val="9FF1F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9348350">
              <a:off x="1880473" y="2756365"/>
              <a:ext cx="122807" cy="44223"/>
            </a:xfrm>
            <a:prstGeom prst="ellipse">
              <a:avLst/>
            </a:prstGeom>
            <a:gradFill>
              <a:gsLst>
                <a:gs pos="0">
                  <a:srgbClr val="0A723B">
                    <a:alpha val="12377"/>
                  </a:srgbClr>
                </a:gs>
                <a:gs pos="14286">
                  <a:srgbClr val="0A723B">
                    <a:alpha val="11436"/>
                  </a:srgbClr>
                </a:gs>
                <a:gs pos="28571">
                  <a:srgbClr val="0A723B">
                    <a:alpha val="8998"/>
                  </a:srgbClr>
                </a:gs>
                <a:gs pos="42857">
                  <a:srgbClr val="0A723B">
                    <a:alpha val="5997"/>
                  </a:srgbClr>
                </a:gs>
                <a:gs pos="57143">
                  <a:srgbClr val="0A723B">
                    <a:alpha val="3369"/>
                  </a:srgbClr>
                </a:gs>
                <a:gs pos="71429">
                  <a:srgbClr val="0A723B">
                    <a:alpha val="1591"/>
                  </a:srgbClr>
                </a:gs>
                <a:gs pos="85714">
                  <a:srgbClr val="0A723B">
                    <a:alpha val="632"/>
                  </a:srgbClr>
                </a:gs>
                <a:gs pos="100000">
                  <a:srgbClr val="0A723B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8972740">
              <a:off x="2549852" y="2230084"/>
              <a:ext cx="228319" cy="96622"/>
            </a:xfrm>
            <a:prstGeom prst="ellipse">
              <a:avLst/>
            </a:prstGeom>
            <a:gradFill>
              <a:gsLst>
                <a:gs pos="0">
                  <a:srgbClr val="006400">
                    <a:alpha val="30852"/>
                  </a:srgbClr>
                </a:gs>
                <a:gs pos="14286">
                  <a:srgbClr val="006400">
                    <a:alpha val="28757"/>
                  </a:srgbClr>
                </a:gs>
                <a:gs pos="28571">
                  <a:srgbClr val="006400">
                    <a:alpha val="23147"/>
                  </a:srgbClr>
                </a:gs>
                <a:gs pos="42857">
                  <a:srgbClr val="006400">
                    <a:alpha val="15860"/>
                  </a:srgbClr>
                </a:gs>
                <a:gs pos="57143">
                  <a:srgbClr val="006400">
                    <a:alpha val="9125"/>
                  </a:srgbClr>
                </a:gs>
                <a:gs pos="71429">
                  <a:srgbClr val="006400">
                    <a:alpha val="4380"/>
                  </a:srgbClr>
                </a:gs>
                <a:gs pos="85714">
                  <a:srgbClr val="006400">
                    <a:alpha val="1756"/>
                  </a:srgbClr>
                </a:gs>
                <a:gs pos="100000">
                  <a:srgbClr val="006400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9778324">
              <a:off x="1616009" y="1752587"/>
              <a:ext cx="287294" cy="2065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6964656">
              <a:off x="1815662" y="1793319"/>
              <a:ext cx="58120" cy="14530"/>
            </a:xfrm>
            <a:prstGeom prst="ellipse">
              <a:avLst/>
            </a:prstGeom>
            <a:gradFill>
              <a:gsLst>
                <a:gs pos="0">
                  <a:srgbClr val="FFFFFF">
                    <a:alpha val="18739"/>
                  </a:srgbClr>
                </a:gs>
                <a:gs pos="14286">
                  <a:srgbClr val="FFFFFF">
                    <a:alpha val="17364"/>
                  </a:srgbClr>
                </a:gs>
                <a:gs pos="28571">
                  <a:srgbClr val="FFFFFF">
                    <a:alpha val="13764"/>
                  </a:srgbClr>
                </a:gs>
                <a:gs pos="42857">
                  <a:srgbClr val="FFFFFF">
                    <a:alpha val="9257"/>
                  </a:srgbClr>
                </a:gs>
                <a:gs pos="57143">
                  <a:srgbClr val="FFFFFF">
                    <a:alpha val="5240"/>
                  </a:srgbClr>
                </a:gs>
                <a:gs pos="71429">
                  <a:srgbClr val="FFFFFF">
                    <a:alpha val="2488"/>
                  </a:srgbClr>
                </a:gs>
                <a:gs pos="85714">
                  <a:srgbClr val="FFFFFF">
                    <a:alpha val="991"/>
                  </a:srgbClr>
                </a:gs>
                <a:gs pos="100000">
                  <a:srgbClr val="FFFFFF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9994073">
              <a:off x="2418457" y="1000998"/>
              <a:ext cx="65328" cy="16332"/>
            </a:xfrm>
            <a:prstGeom prst="ellipse">
              <a:avLst/>
            </a:prstGeom>
            <a:gradFill>
              <a:gsLst>
                <a:gs pos="0">
                  <a:srgbClr val="F0A700">
                    <a:alpha val="17431"/>
                  </a:srgbClr>
                </a:gs>
                <a:gs pos="14286">
                  <a:srgbClr val="F0A700">
                    <a:alpha val="16142"/>
                  </a:srgbClr>
                </a:gs>
                <a:gs pos="28571">
                  <a:srgbClr val="F0A700">
                    <a:alpha val="12776"/>
                  </a:srgbClr>
                </a:gs>
                <a:gs pos="42857">
                  <a:srgbClr val="F0A700">
                    <a:alpha val="8576"/>
                  </a:srgbClr>
                </a:gs>
                <a:gs pos="57143">
                  <a:srgbClr val="F0A700">
                    <a:alpha val="4847"/>
                  </a:srgbClr>
                </a:gs>
                <a:gs pos="71429">
                  <a:srgbClr val="F0A700">
                    <a:alpha val="2299"/>
                  </a:srgbClr>
                </a:gs>
                <a:gs pos="85714">
                  <a:srgbClr val="F0A700">
                    <a:alpha val="915"/>
                  </a:srgbClr>
                </a:gs>
                <a:gs pos="100000">
                  <a:srgbClr val="F0A7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9711299">
              <a:off x="1953381" y="2817031"/>
              <a:ext cx="97514" cy="59367"/>
            </a:xfrm>
            <a:prstGeom prst="ellipse">
              <a:avLst/>
            </a:prstGeom>
            <a:gradFill>
              <a:gsLst>
                <a:gs pos="0">
                  <a:srgbClr val="005089">
                    <a:alpha val="9640"/>
                  </a:srgbClr>
                </a:gs>
                <a:gs pos="14286">
                  <a:srgbClr val="005089">
                    <a:alpha val="8896"/>
                  </a:srgbClr>
                </a:gs>
                <a:gs pos="28571">
                  <a:srgbClr val="005089">
                    <a:alpha val="6978"/>
                  </a:srgbClr>
                </a:gs>
                <a:gs pos="42857">
                  <a:srgbClr val="005089">
                    <a:alpha val="4634"/>
                  </a:srgbClr>
                </a:gs>
                <a:gs pos="57143">
                  <a:srgbClr val="005089">
                    <a:alpha val="2595"/>
                  </a:srgbClr>
                </a:gs>
                <a:gs pos="71429">
                  <a:srgbClr val="005089">
                    <a:alpha val="1223"/>
                  </a:srgbClr>
                </a:gs>
                <a:gs pos="85714">
                  <a:srgbClr val="005089">
                    <a:alpha val="485"/>
                  </a:srgbClr>
                </a:gs>
                <a:gs pos="100000">
                  <a:srgbClr val="005089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7518754">
              <a:off x="1606156" y="1670584"/>
              <a:ext cx="63581" cy="15895"/>
            </a:xfrm>
            <a:prstGeom prst="ellipse">
              <a:avLst/>
            </a:prstGeom>
            <a:gradFill>
              <a:gsLst>
                <a:gs pos="0">
                  <a:srgbClr val="FFE9FC">
                    <a:alpha val="17750"/>
                  </a:srgbClr>
                </a:gs>
                <a:gs pos="14286">
                  <a:srgbClr val="FFE9FC">
                    <a:alpha val="16440"/>
                  </a:srgbClr>
                </a:gs>
                <a:gs pos="28571">
                  <a:srgbClr val="FFE9FC">
                    <a:alpha val="13017"/>
                  </a:srgbClr>
                </a:gs>
                <a:gs pos="42857">
                  <a:srgbClr val="FFE9FC">
                    <a:alpha val="8741"/>
                  </a:srgbClr>
                </a:gs>
                <a:gs pos="57143">
                  <a:srgbClr val="FFE9FC">
                    <a:alpha val="4942"/>
                  </a:srgbClr>
                </a:gs>
                <a:gs pos="71429">
                  <a:srgbClr val="FFE9FC">
                    <a:alpha val="2345"/>
                  </a:srgbClr>
                </a:gs>
                <a:gs pos="85714">
                  <a:srgbClr val="FFE9FC">
                    <a:alpha val="934"/>
                  </a:srgbClr>
                </a:gs>
                <a:gs pos="100000">
                  <a:srgbClr val="FFE9FC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8989839">
              <a:off x="2481639" y="1296541"/>
              <a:ext cx="61769" cy="15442"/>
            </a:xfrm>
            <a:prstGeom prst="ellipse">
              <a:avLst/>
            </a:prstGeom>
            <a:gradFill>
              <a:gsLst>
                <a:gs pos="0">
                  <a:srgbClr val="FFF81A">
                    <a:alpha val="18080"/>
                  </a:srgbClr>
                </a:gs>
                <a:gs pos="14286">
                  <a:srgbClr val="FFF81A">
                    <a:alpha val="16748"/>
                  </a:srgbClr>
                </a:gs>
                <a:gs pos="28571">
                  <a:srgbClr val="FFF81A">
                    <a:alpha val="13265"/>
                  </a:srgbClr>
                </a:gs>
                <a:gs pos="42857">
                  <a:srgbClr val="FFF81A">
                    <a:alpha val="8912"/>
                  </a:srgbClr>
                </a:gs>
                <a:gs pos="57143">
                  <a:srgbClr val="FFF81A">
                    <a:alpha val="5041"/>
                  </a:srgbClr>
                </a:gs>
                <a:gs pos="71429">
                  <a:srgbClr val="FFF81A">
                    <a:alpha val="2392"/>
                  </a:srgbClr>
                </a:gs>
                <a:gs pos="85714">
                  <a:srgbClr val="FFF81A">
                    <a:alpha val="953"/>
                  </a:srgbClr>
                </a:gs>
                <a:gs pos="100000">
                  <a:srgbClr val="FFF81A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6078508">
              <a:off x="2530080" y="1870455"/>
              <a:ext cx="314597" cy="156150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5062230">
              <a:off x="1694152" y="2466986"/>
              <a:ext cx="58618" cy="14654"/>
            </a:xfrm>
            <a:prstGeom prst="ellipse">
              <a:avLst/>
            </a:prstGeom>
            <a:gradFill>
              <a:gsLst>
                <a:gs pos="0">
                  <a:srgbClr val="48F7FF">
                    <a:alpha val="18650"/>
                  </a:srgbClr>
                </a:gs>
                <a:gs pos="14286">
                  <a:srgbClr val="48F7FF">
                    <a:alpha val="17280"/>
                  </a:srgbClr>
                </a:gs>
                <a:gs pos="28571">
                  <a:srgbClr val="48F7FF">
                    <a:alpha val="13697"/>
                  </a:srgbClr>
                </a:gs>
                <a:gs pos="42857">
                  <a:srgbClr val="48F7FF">
                    <a:alpha val="9210"/>
                  </a:srgbClr>
                </a:gs>
                <a:gs pos="57143">
                  <a:srgbClr val="48F7FF">
                    <a:alpha val="5213"/>
                  </a:srgbClr>
                </a:gs>
                <a:gs pos="71429">
                  <a:srgbClr val="48F7FF">
                    <a:alpha val="2475"/>
                  </a:srgbClr>
                </a:gs>
                <a:gs pos="85714">
                  <a:srgbClr val="48F7FF">
                    <a:alpha val="986"/>
                  </a:srgbClr>
                </a:gs>
                <a:gs pos="100000">
                  <a:srgbClr val="48F7FF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9152932">
              <a:off x="2405088" y="1309287"/>
              <a:ext cx="63428" cy="15857"/>
            </a:xfrm>
            <a:prstGeom prst="ellipse">
              <a:avLst/>
            </a:prstGeom>
            <a:gradFill>
              <a:gsLst>
                <a:gs pos="0">
                  <a:srgbClr val="FFF12E">
                    <a:alpha val="17778"/>
                  </a:srgbClr>
                </a:gs>
                <a:gs pos="14286">
                  <a:srgbClr val="FFF12E">
                    <a:alpha val="16466"/>
                  </a:srgbClr>
                </a:gs>
                <a:gs pos="28571">
                  <a:srgbClr val="FFF12E">
                    <a:alpha val="13038"/>
                  </a:srgbClr>
                </a:gs>
                <a:gs pos="42857">
                  <a:srgbClr val="FFF12E">
                    <a:alpha val="8756"/>
                  </a:srgbClr>
                </a:gs>
                <a:gs pos="57143">
                  <a:srgbClr val="FFF12E">
                    <a:alpha val="4950"/>
                  </a:srgbClr>
                </a:gs>
                <a:gs pos="71429">
                  <a:srgbClr val="FFF12E">
                    <a:alpha val="2349"/>
                  </a:srgbClr>
                </a:gs>
                <a:gs pos="85714">
                  <a:srgbClr val="FFF12E">
                    <a:alpha val="935"/>
                  </a:srgbClr>
                </a:gs>
                <a:gs pos="100000">
                  <a:srgbClr val="FFF12E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4148285">
              <a:off x="1650475" y="2144020"/>
              <a:ext cx="64461" cy="16115"/>
            </a:xfrm>
            <a:prstGeom prst="ellipse">
              <a:avLst/>
            </a:prstGeom>
            <a:gradFill>
              <a:gsLst>
                <a:gs pos="0">
                  <a:srgbClr val="A5EEFF">
                    <a:alpha val="17590"/>
                  </a:srgbClr>
                </a:gs>
                <a:gs pos="14286">
                  <a:srgbClr val="A5EEFF">
                    <a:alpha val="16290"/>
                  </a:srgbClr>
                </a:gs>
                <a:gs pos="28571">
                  <a:srgbClr val="A5EEFF">
                    <a:alpha val="12896"/>
                  </a:srgbClr>
                </a:gs>
                <a:gs pos="42857">
                  <a:srgbClr val="A5EEFF">
                    <a:alpha val="8658"/>
                  </a:srgbClr>
                </a:gs>
                <a:gs pos="57143">
                  <a:srgbClr val="A5EEFF">
                    <a:alpha val="4894"/>
                  </a:srgbClr>
                </a:gs>
                <a:gs pos="71429">
                  <a:srgbClr val="A5EEFF">
                    <a:alpha val="2321"/>
                  </a:srgbClr>
                </a:gs>
                <a:gs pos="85714">
                  <a:srgbClr val="A5EEFF">
                    <a:alpha val="925"/>
                  </a:srgbClr>
                </a:gs>
                <a:gs pos="100000">
                  <a:srgbClr val="A5EEFF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3545219">
              <a:off x="1711487" y="2030385"/>
              <a:ext cx="63148" cy="15787"/>
            </a:xfrm>
            <a:prstGeom prst="ellipse">
              <a:avLst/>
            </a:prstGeom>
            <a:gradFill>
              <a:gsLst>
                <a:gs pos="0">
                  <a:srgbClr val="C8FCFF">
                    <a:alpha val="17829"/>
                  </a:srgbClr>
                </a:gs>
                <a:gs pos="14286">
                  <a:srgbClr val="C8FCFF">
                    <a:alpha val="16514"/>
                  </a:srgbClr>
                </a:gs>
                <a:gs pos="28571">
                  <a:srgbClr val="C8FCFF">
                    <a:alpha val="13076"/>
                  </a:srgbClr>
                </a:gs>
                <a:gs pos="42857">
                  <a:srgbClr val="C8FCFF">
                    <a:alpha val="8782"/>
                  </a:srgbClr>
                </a:gs>
                <a:gs pos="57143">
                  <a:srgbClr val="C8FCFF">
                    <a:alpha val="4966"/>
                  </a:srgbClr>
                </a:gs>
                <a:gs pos="71429">
                  <a:srgbClr val="C8FCFF">
                    <a:alpha val="2356"/>
                  </a:srgbClr>
                </a:gs>
                <a:gs pos="85714">
                  <a:srgbClr val="C8FCFF">
                    <a:alpha val="938"/>
                  </a:srgbClr>
                </a:gs>
                <a:gs pos="100000">
                  <a:srgbClr val="C8FCF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4739662">
              <a:off x="1714348" y="2328328"/>
              <a:ext cx="56396" cy="14099"/>
            </a:xfrm>
            <a:prstGeom prst="ellipse">
              <a:avLst/>
            </a:prstGeom>
            <a:gradFill>
              <a:gsLst>
                <a:gs pos="0">
                  <a:srgbClr val="73FCFF">
                    <a:alpha val="19049"/>
                  </a:srgbClr>
                </a:gs>
                <a:gs pos="14286">
                  <a:srgbClr val="73FCFF">
                    <a:alpha val="17654"/>
                  </a:srgbClr>
                </a:gs>
                <a:gs pos="28571">
                  <a:srgbClr val="73FCFF">
                    <a:alpha val="13999"/>
                  </a:srgbClr>
                </a:gs>
                <a:gs pos="42857">
                  <a:srgbClr val="73FCFF">
                    <a:alpha val="9419"/>
                  </a:srgbClr>
                </a:gs>
                <a:gs pos="57143">
                  <a:srgbClr val="73FCFF">
                    <a:alpha val="5334"/>
                  </a:srgbClr>
                </a:gs>
                <a:gs pos="71429">
                  <a:srgbClr val="73FCFF">
                    <a:alpha val="2533"/>
                  </a:srgbClr>
                </a:gs>
                <a:gs pos="85714">
                  <a:srgbClr val="73FCFF">
                    <a:alpha val="1009"/>
                  </a:srgbClr>
                </a:gs>
                <a:gs pos="100000">
                  <a:srgbClr val="73FCFF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9479118">
              <a:off x="1846743" y="1400946"/>
              <a:ext cx="65589" cy="16397"/>
            </a:xfrm>
            <a:prstGeom prst="ellipse">
              <a:avLst/>
            </a:prstGeom>
            <a:gradFill>
              <a:gsLst>
                <a:gs pos="0">
                  <a:srgbClr val="FFC4AB">
                    <a:alpha val="17384"/>
                  </a:srgbClr>
                </a:gs>
                <a:gs pos="14286">
                  <a:srgbClr val="FFC4AB">
                    <a:alpha val="16098"/>
                  </a:srgbClr>
                </a:gs>
                <a:gs pos="28571">
                  <a:srgbClr val="FFC4AB">
                    <a:alpha val="12740"/>
                  </a:srgbClr>
                </a:gs>
                <a:gs pos="42857">
                  <a:srgbClr val="FFC4AB">
                    <a:alpha val="8551"/>
                  </a:srgbClr>
                </a:gs>
                <a:gs pos="57143">
                  <a:srgbClr val="FFC4AB">
                    <a:alpha val="4832"/>
                  </a:srgbClr>
                </a:gs>
                <a:gs pos="71429">
                  <a:srgbClr val="FFC4AB">
                    <a:alpha val="2292"/>
                  </a:srgbClr>
                </a:gs>
                <a:gs pos="85714">
                  <a:srgbClr val="FFC4AB">
                    <a:alpha val="913"/>
                  </a:srgbClr>
                </a:gs>
                <a:gs pos="100000">
                  <a:srgbClr val="FFC4AB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5430816">
              <a:off x="1705160" y="1485288"/>
              <a:ext cx="275331" cy="199984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5400000">
              <a:off x="1827560" y="1713975"/>
              <a:ext cx="56471" cy="56471"/>
            </a:xfrm>
            <a:prstGeom prst="ellipse">
              <a:avLst/>
            </a:prstGeom>
            <a:gradFill>
              <a:gsLst>
                <a:gs pos="0">
                  <a:srgbClr val="FEFFFF">
                    <a:alpha val="14785"/>
                  </a:srgbClr>
                </a:gs>
                <a:gs pos="14286">
                  <a:srgbClr val="FEFFFF">
                    <a:alpha val="13675"/>
                  </a:srgbClr>
                </a:gs>
                <a:gs pos="28571">
                  <a:srgbClr val="FEFFFF">
                    <a:alpha val="10790"/>
                  </a:srgbClr>
                </a:gs>
                <a:gs pos="42857">
                  <a:srgbClr val="FEFFFF">
                    <a:alpha val="7215"/>
                  </a:srgbClr>
                </a:gs>
                <a:gs pos="57143">
                  <a:srgbClr val="FEFFFF">
                    <a:alpha val="4065"/>
                  </a:srgbClr>
                </a:gs>
                <a:gs pos="71429">
                  <a:srgbClr val="FEFFFF">
                    <a:alpha val="1924"/>
                  </a:srgbClr>
                </a:gs>
                <a:gs pos="85714">
                  <a:srgbClr val="FEFFFF">
                    <a:alpha val="765"/>
                  </a:srgbClr>
                </a:gs>
                <a:gs pos="100000">
                  <a:srgbClr val="FEFFFF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-9264120">
              <a:off x="2589441" y="956365"/>
              <a:ext cx="65830" cy="16458"/>
            </a:xfrm>
            <a:prstGeom prst="ellipse">
              <a:avLst/>
            </a:prstGeom>
            <a:gradFill>
              <a:gsLst>
                <a:gs pos="0">
                  <a:srgbClr val="C49700">
                    <a:alpha val="17339"/>
                  </a:srgbClr>
                </a:gs>
                <a:gs pos="14286">
                  <a:srgbClr val="C49700">
                    <a:alpha val="16056"/>
                  </a:srgbClr>
                </a:gs>
                <a:gs pos="28571">
                  <a:srgbClr val="C49700">
                    <a:alpha val="12707"/>
                  </a:srgbClr>
                </a:gs>
                <a:gs pos="42857">
                  <a:srgbClr val="C49700">
                    <a:alpha val="8528"/>
                  </a:srgbClr>
                </a:gs>
                <a:gs pos="57143">
                  <a:srgbClr val="C49700">
                    <a:alpha val="4819"/>
                  </a:srgbClr>
                </a:gs>
                <a:gs pos="71429">
                  <a:srgbClr val="C49700">
                    <a:alpha val="2285"/>
                  </a:srgbClr>
                </a:gs>
                <a:gs pos="85714">
                  <a:srgbClr val="C49700">
                    <a:alpha val="910"/>
                  </a:srgbClr>
                </a:gs>
                <a:gs pos="100000">
                  <a:srgbClr val="C49700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9341480">
              <a:off x="2225846" y="1429804"/>
              <a:ext cx="63205" cy="15801"/>
            </a:xfrm>
            <a:prstGeom prst="ellipse">
              <a:avLst/>
            </a:prstGeom>
            <a:gradFill>
              <a:gsLst>
                <a:gs pos="0">
                  <a:srgbClr val="FFF56D">
                    <a:alpha val="17819"/>
                  </a:srgbClr>
                </a:gs>
                <a:gs pos="14286">
                  <a:srgbClr val="FFF56D">
                    <a:alpha val="16504"/>
                  </a:srgbClr>
                </a:gs>
                <a:gs pos="28571">
                  <a:srgbClr val="FFF56D">
                    <a:alpha val="13068"/>
                  </a:srgbClr>
                </a:gs>
                <a:gs pos="42857">
                  <a:srgbClr val="FFF56D">
                    <a:alpha val="8777"/>
                  </a:srgbClr>
                </a:gs>
                <a:gs pos="57143">
                  <a:srgbClr val="FFF56D">
                    <a:alpha val="4963"/>
                  </a:srgbClr>
                </a:gs>
                <a:gs pos="71429">
                  <a:srgbClr val="FFF56D">
                    <a:alpha val="2354"/>
                  </a:srgbClr>
                </a:gs>
                <a:gs pos="85714">
                  <a:srgbClr val="FFF56D">
                    <a:alpha val="938"/>
                  </a:srgbClr>
                </a:gs>
                <a:gs pos="100000">
                  <a:srgbClr val="FFF56D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8765274">
              <a:off x="1699458" y="1252973"/>
              <a:ext cx="302127" cy="2239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9787067">
              <a:off x="2453383" y="1189394"/>
              <a:ext cx="260659" cy="175461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6399392">
              <a:off x="2456575" y="2060206"/>
              <a:ext cx="347174" cy="184204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9840327">
              <a:off x="2018955" y="1543290"/>
              <a:ext cx="63055" cy="15764"/>
            </a:xfrm>
            <a:prstGeom prst="ellipse">
              <a:avLst/>
            </a:prstGeom>
            <a:gradFill>
              <a:gsLst>
                <a:gs pos="0">
                  <a:srgbClr val="FFF5B1">
                    <a:alpha val="17846"/>
                  </a:srgbClr>
                </a:gs>
                <a:gs pos="14286">
                  <a:srgbClr val="FFF5B1">
                    <a:alpha val="16529"/>
                  </a:srgbClr>
                </a:gs>
                <a:gs pos="28571">
                  <a:srgbClr val="FFF5B1">
                    <a:alpha val="13089"/>
                  </a:srgbClr>
                </a:gs>
                <a:gs pos="42857">
                  <a:srgbClr val="FFF5B1">
                    <a:alpha val="8791"/>
                  </a:srgbClr>
                </a:gs>
                <a:gs pos="57143">
                  <a:srgbClr val="FFF5B1">
                    <a:alpha val="4971"/>
                  </a:srgbClr>
                </a:gs>
                <a:gs pos="71429">
                  <a:srgbClr val="FFF5B1">
                    <a:alpha val="2358"/>
                  </a:srgbClr>
                </a:gs>
                <a:gs pos="85714">
                  <a:srgbClr val="FFF5B1">
                    <a:alpha val="939"/>
                  </a:srgbClr>
                </a:gs>
                <a:gs pos="100000">
                  <a:srgbClr val="FFF5B1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2836799">
              <a:off x="1712113" y="1937464"/>
              <a:ext cx="64565" cy="16141"/>
            </a:xfrm>
            <a:prstGeom prst="ellipse">
              <a:avLst/>
            </a:prstGeom>
            <a:gradFill>
              <a:gsLst>
                <a:gs pos="0">
                  <a:srgbClr val="E4FCFF">
                    <a:alpha val="17571"/>
                  </a:srgbClr>
                </a:gs>
                <a:gs pos="14286">
                  <a:srgbClr val="E4FCFF">
                    <a:alpha val="16272"/>
                  </a:srgbClr>
                </a:gs>
                <a:gs pos="28571">
                  <a:srgbClr val="E4FCFF">
                    <a:alpha val="12881"/>
                  </a:srgbClr>
                </a:gs>
                <a:gs pos="42857">
                  <a:srgbClr val="E4FCFF">
                    <a:alpha val="8648"/>
                  </a:srgbClr>
                </a:gs>
                <a:gs pos="57143">
                  <a:srgbClr val="E4FCFF">
                    <a:alpha val="4888"/>
                  </a:srgbClr>
                </a:gs>
                <a:gs pos="71429">
                  <a:srgbClr val="E4FCFF">
                    <a:alpha val="2319"/>
                  </a:srgbClr>
                </a:gs>
                <a:gs pos="85714">
                  <a:srgbClr val="E4FCFF">
                    <a:alpha val="923"/>
                  </a:srgbClr>
                </a:gs>
                <a:gs pos="100000">
                  <a:srgbClr val="E4FCFF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4985953">
              <a:off x="1465785" y="1570884"/>
              <a:ext cx="269359" cy="202892"/>
            </a:xfrm>
            <a:prstGeom prst="ellipse">
              <a:avLst/>
            </a:prstGeom>
            <a:gradFill>
              <a:gsLst>
                <a:gs pos="0">
                  <a:srgbClr val="FF36FF">
                    <a:alpha val="32968"/>
                  </a:srgbClr>
                </a:gs>
                <a:gs pos="14286">
                  <a:srgbClr val="FF36FF">
                    <a:alpha val="30764"/>
                  </a:srgbClr>
                </a:gs>
                <a:gs pos="28571">
                  <a:srgbClr val="FF36FF">
                    <a:alpha val="24833"/>
                  </a:srgbClr>
                </a:gs>
                <a:gs pos="42857">
                  <a:srgbClr val="FF36FF">
                    <a:alpha val="17075"/>
                  </a:srgbClr>
                </a:gs>
                <a:gs pos="57143">
                  <a:srgbClr val="FF36FF">
                    <a:alpha val="9855"/>
                  </a:srgbClr>
                </a:gs>
                <a:gs pos="71429">
                  <a:srgbClr val="FF36FF">
                    <a:alpha val="4740"/>
                  </a:srgbClr>
                </a:gs>
                <a:gs pos="85714">
                  <a:srgbClr val="FF36FF">
                    <a:alpha val="1902"/>
                  </a:srgbClr>
                </a:gs>
                <a:gs pos="100000">
                  <a:srgbClr val="FF3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6414989">
              <a:off x="1539855" y="2559313"/>
              <a:ext cx="499604" cy="231123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-10294965">
              <a:off x="1745775" y="1637403"/>
              <a:ext cx="244393" cy="1378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9587146">
              <a:off x="2249117" y="1305168"/>
              <a:ext cx="307076" cy="237218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5080180">
              <a:off x="2396223" y="22770"/>
              <a:ext cx="458027" cy="444917"/>
            </a:xfrm>
            <a:prstGeom prst="ellipse">
              <a:avLst/>
            </a:prstGeom>
            <a:gradFill>
              <a:gsLst>
                <a:gs pos="0">
                  <a:srgbClr val="000000">
                    <a:alpha val="8169"/>
                  </a:srgbClr>
                </a:gs>
                <a:gs pos="14286">
                  <a:srgbClr val="000000">
                    <a:alpha val="7534"/>
                  </a:srgbClr>
                </a:gs>
                <a:gs pos="28571">
                  <a:srgbClr val="000000">
                    <a:alpha val="5901"/>
                  </a:srgbClr>
                </a:gs>
                <a:gs pos="42857">
                  <a:srgbClr val="000000">
                    <a:alpha val="3911"/>
                  </a:srgbClr>
                </a:gs>
                <a:gs pos="57143">
                  <a:srgbClr val="000000">
                    <a:alpha val="2186"/>
                  </a:srgbClr>
                </a:gs>
                <a:gs pos="71429">
                  <a:srgbClr val="000000">
                    <a:alpha val="1029"/>
                  </a:srgbClr>
                </a:gs>
                <a:gs pos="85714">
                  <a:srgbClr val="000000">
                    <a:alpha val="408"/>
                  </a:srgbClr>
                </a:gs>
                <a:gs pos="100000">
                  <a:srgbClr val="00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10797458">
              <a:off x="3323172" y="1292674"/>
              <a:ext cx="402156" cy="397100"/>
            </a:xfrm>
            <a:prstGeom prst="ellipse">
              <a:avLst/>
            </a:prstGeom>
            <a:gradFill>
              <a:gsLst>
                <a:gs pos="0">
                  <a:srgbClr val="01000D">
                    <a:alpha val="7581"/>
                  </a:srgbClr>
                </a:gs>
                <a:gs pos="14286">
                  <a:srgbClr val="01000D">
                    <a:alpha val="6990"/>
                  </a:srgbClr>
                </a:gs>
                <a:gs pos="28571">
                  <a:srgbClr val="01000D">
                    <a:alpha val="5471"/>
                  </a:srgbClr>
                </a:gs>
                <a:gs pos="42857">
                  <a:srgbClr val="01000D">
                    <a:alpha val="3623"/>
                  </a:srgbClr>
                </a:gs>
                <a:gs pos="57143">
                  <a:srgbClr val="01000D">
                    <a:alpha val="2024"/>
                  </a:srgbClr>
                </a:gs>
                <a:gs pos="71429">
                  <a:srgbClr val="01000D">
                    <a:alpha val="953"/>
                  </a:srgbClr>
                </a:gs>
                <a:gs pos="85714">
                  <a:srgbClr val="01000D">
                    <a:alpha val="378"/>
                  </a:srgbClr>
                </a:gs>
                <a:gs pos="100000">
                  <a:srgbClr val="01000D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226236">
              <a:off x="1663070" y="2982093"/>
              <a:ext cx="173634" cy="71409"/>
            </a:xfrm>
            <a:prstGeom prst="ellipse">
              <a:avLst/>
            </a:prstGeom>
            <a:gradFill>
              <a:gsLst>
                <a:gs pos="0">
                  <a:srgbClr val="005E65">
                    <a:alpha val="17190"/>
                  </a:srgbClr>
                </a:gs>
                <a:gs pos="14286">
                  <a:srgbClr val="005E65">
                    <a:alpha val="15917"/>
                  </a:srgbClr>
                </a:gs>
                <a:gs pos="28571">
                  <a:srgbClr val="005E65">
                    <a:alpha val="12594"/>
                  </a:srgbClr>
                </a:gs>
                <a:gs pos="42857">
                  <a:srgbClr val="005E65">
                    <a:alpha val="8451"/>
                  </a:srgbClr>
                </a:gs>
                <a:gs pos="57143">
                  <a:srgbClr val="005E65">
                    <a:alpha val="4775"/>
                  </a:srgbClr>
                </a:gs>
                <a:gs pos="71429">
                  <a:srgbClr val="005E65">
                    <a:alpha val="2264"/>
                  </a:srgbClr>
                </a:gs>
                <a:gs pos="85714">
                  <a:srgbClr val="005E65">
                    <a:alpha val="901"/>
                  </a:srgbClr>
                </a:gs>
                <a:gs pos="100000">
                  <a:srgbClr val="005E65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5172534">
              <a:off x="1565280" y="1913755"/>
              <a:ext cx="269222" cy="178041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7588358">
              <a:off x="2190692" y="2358830"/>
              <a:ext cx="329314" cy="204974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-10364419">
              <a:off x="2423837" y="1078571"/>
              <a:ext cx="64730" cy="16183"/>
            </a:xfrm>
            <a:prstGeom prst="ellipse">
              <a:avLst/>
            </a:prstGeom>
            <a:gradFill>
              <a:gsLst>
                <a:gs pos="0">
                  <a:srgbClr val="FEBF00">
                    <a:alpha val="17541"/>
                  </a:srgbClr>
                </a:gs>
                <a:gs pos="14286">
                  <a:srgbClr val="FEBF00">
                    <a:alpha val="16244"/>
                  </a:srgbClr>
                </a:gs>
                <a:gs pos="28571">
                  <a:srgbClr val="FEBF00">
                    <a:alpha val="12859"/>
                  </a:srgbClr>
                </a:gs>
                <a:gs pos="42857">
                  <a:srgbClr val="FEBF00">
                    <a:alpha val="8632"/>
                  </a:srgbClr>
                </a:gs>
                <a:gs pos="57143">
                  <a:srgbClr val="FEBF00">
                    <a:alpha val="4879"/>
                  </a:srgbClr>
                </a:gs>
                <a:gs pos="71429">
                  <a:srgbClr val="FEBF00">
                    <a:alpha val="2314"/>
                  </a:srgbClr>
                </a:gs>
                <a:gs pos="85714">
                  <a:srgbClr val="FEBF00">
                    <a:alpha val="922"/>
                  </a:srgbClr>
                </a:gs>
                <a:gs pos="100000">
                  <a:srgbClr val="FEBF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5450102">
              <a:off x="1600748" y="2446896"/>
              <a:ext cx="321111" cy="225639"/>
            </a:xfrm>
            <a:prstGeom prst="ellipse">
              <a:avLst/>
            </a:prstGeom>
            <a:gradFill>
              <a:gsLst>
                <a:gs pos="0">
                  <a:srgbClr val="A0FFFF">
                    <a:alpha val="32968"/>
                  </a:srgbClr>
                </a:gs>
                <a:gs pos="14286">
                  <a:srgbClr val="A0FFFF">
                    <a:alpha val="30764"/>
                  </a:srgbClr>
                </a:gs>
                <a:gs pos="28571">
                  <a:srgbClr val="A0FFFF">
                    <a:alpha val="24833"/>
                  </a:srgbClr>
                </a:gs>
                <a:gs pos="42857">
                  <a:srgbClr val="A0FFFF">
                    <a:alpha val="17075"/>
                  </a:srgbClr>
                </a:gs>
                <a:gs pos="57143">
                  <a:srgbClr val="A0FFFF">
                    <a:alpha val="9855"/>
                  </a:srgbClr>
                </a:gs>
                <a:gs pos="71429">
                  <a:srgbClr val="A0FFFF">
                    <a:alpha val="4740"/>
                  </a:srgbClr>
                </a:gs>
                <a:gs pos="85714">
                  <a:srgbClr val="A0FFFF">
                    <a:alpha val="1902"/>
                  </a:srgbClr>
                </a:gs>
                <a:gs pos="100000">
                  <a:srgbClr val="A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7407544">
              <a:off x="2423737" y="2173214"/>
              <a:ext cx="306305" cy="163005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6767644">
              <a:off x="1234448" y="1870131"/>
              <a:ext cx="300256" cy="237368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4163420">
              <a:off x="1583750" y="2132520"/>
              <a:ext cx="66021" cy="16505"/>
            </a:xfrm>
            <a:prstGeom prst="ellipse">
              <a:avLst/>
            </a:prstGeom>
            <a:gradFill>
              <a:gsLst>
                <a:gs pos="0">
                  <a:srgbClr val="A2DFFF">
                    <a:alpha val="17305"/>
                  </a:srgbClr>
                </a:gs>
                <a:gs pos="14286">
                  <a:srgbClr val="A2DFFF">
                    <a:alpha val="16024"/>
                  </a:srgbClr>
                </a:gs>
                <a:gs pos="28571">
                  <a:srgbClr val="A2DFFF">
                    <a:alpha val="12681"/>
                  </a:srgbClr>
                </a:gs>
                <a:gs pos="42857">
                  <a:srgbClr val="A2DFFF">
                    <a:alpha val="8510"/>
                  </a:srgbClr>
                </a:gs>
                <a:gs pos="57143">
                  <a:srgbClr val="A2DFFF">
                    <a:alpha val="4809"/>
                  </a:srgbClr>
                </a:gs>
                <a:gs pos="71429">
                  <a:srgbClr val="A2DFFF">
                    <a:alpha val="2280"/>
                  </a:srgbClr>
                </a:gs>
                <a:gs pos="85714">
                  <a:srgbClr val="A2DFFF">
                    <a:alpha val="908"/>
                  </a:srgbClr>
                </a:gs>
                <a:gs pos="100000">
                  <a:srgbClr val="A2DFF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-8806598">
              <a:off x="2413701" y="932318"/>
              <a:ext cx="123108" cy="77057"/>
            </a:xfrm>
            <a:prstGeom prst="ellipse">
              <a:avLst/>
            </a:prstGeom>
            <a:gradFill>
              <a:gsLst>
                <a:gs pos="0">
                  <a:srgbClr val="6E0025">
                    <a:alpha val="4846"/>
                  </a:srgbClr>
                </a:gs>
                <a:gs pos="14286">
                  <a:srgbClr val="6E0025">
                    <a:alpha val="4463"/>
                  </a:srgbClr>
                </a:gs>
                <a:gs pos="28571">
                  <a:srgbClr val="6E0025">
                    <a:alpha val="3483"/>
                  </a:srgbClr>
                </a:gs>
                <a:gs pos="42857">
                  <a:srgbClr val="6E0025">
                    <a:alpha val="2299"/>
                  </a:srgbClr>
                </a:gs>
                <a:gs pos="57143">
                  <a:srgbClr val="6E0025">
                    <a:alpha val="1280"/>
                  </a:srgbClr>
                </a:gs>
                <a:gs pos="71429">
                  <a:srgbClr val="6E0025">
                    <a:alpha val="601"/>
                  </a:srgbClr>
                </a:gs>
                <a:gs pos="85714">
                  <a:srgbClr val="6E0025">
                    <a:alpha val="238"/>
                  </a:srgbClr>
                </a:gs>
                <a:gs pos="100000">
                  <a:srgbClr val="6E0025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7318824">
              <a:off x="1387730" y="1585983"/>
              <a:ext cx="291115" cy="207370"/>
            </a:xfrm>
            <a:prstGeom prst="ellipse">
              <a:avLst/>
            </a:prstGeom>
            <a:gradFill>
              <a:gsLst>
                <a:gs pos="0">
                  <a:srgbClr val="FF1AFF">
                    <a:alpha val="32968"/>
                  </a:srgbClr>
                </a:gs>
                <a:gs pos="14286">
                  <a:srgbClr val="FF1AFF">
                    <a:alpha val="30764"/>
                  </a:srgbClr>
                </a:gs>
                <a:gs pos="28571">
                  <a:srgbClr val="FF1AFF">
                    <a:alpha val="24833"/>
                  </a:srgbClr>
                </a:gs>
                <a:gs pos="42857">
                  <a:srgbClr val="FF1AFF">
                    <a:alpha val="17075"/>
                  </a:srgbClr>
                </a:gs>
                <a:gs pos="57143">
                  <a:srgbClr val="FF1AFF">
                    <a:alpha val="9855"/>
                  </a:srgbClr>
                </a:gs>
                <a:gs pos="71429">
                  <a:srgbClr val="FF1AFF">
                    <a:alpha val="4740"/>
                  </a:srgbClr>
                </a:gs>
                <a:gs pos="85714">
                  <a:srgbClr val="FF1AFF">
                    <a:alpha val="1902"/>
                  </a:srgbClr>
                </a:gs>
                <a:gs pos="100000">
                  <a:srgbClr val="FF1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8702482">
              <a:off x="1265377" y="1630928"/>
              <a:ext cx="322225" cy="259804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3189706">
              <a:off x="2841845" y="1154138"/>
              <a:ext cx="125470" cy="60721"/>
            </a:xfrm>
            <a:prstGeom prst="ellipse">
              <a:avLst/>
            </a:prstGeom>
            <a:gradFill>
              <a:gsLst>
                <a:gs pos="0">
                  <a:srgbClr val="00000E">
                    <a:alpha val="10281"/>
                  </a:srgbClr>
                </a:gs>
                <a:gs pos="14286">
                  <a:srgbClr val="00000E">
                    <a:alpha val="9490"/>
                  </a:srgbClr>
                </a:gs>
                <a:gs pos="28571">
                  <a:srgbClr val="00000E">
                    <a:alpha val="7450"/>
                  </a:srgbClr>
                </a:gs>
                <a:gs pos="42857">
                  <a:srgbClr val="00000E">
                    <a:alpha val="4952"/>
                  </a:srgbClr>
                </a:gs>
                <a:gs pos="57143">
                  <a:srgbClr val="00000E">
                    <a:alpha val="2775"/>
                  </a:srgbClr>
                </a:gs>
                <a:gs pos="71429">
                  <a:srgbClr val="00000E">
                    <a:alpha val="1309"/>
                  </a:srgbClr>
                </a:gs>
                <a:gs pos="85714">
                  <a:srgbClr val="00000E">
                    <a:alpha val="520"/>
                  </a:srgbClr>
                </a:gs>
                <a:gs pos="100000">
                  <a:srgbClr val="00000E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-10557268">
              <a:off x="2037933" y="1396221"/>
              <a:ext cx="288870" cy="2039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8469628">
              <a:off x="2391385" y="2440494"/>
              <a:ext cx="241768" cy="124018"/>
            </a:xfrm>
            <a:prstGeom prst="ellipse">
              <a:avLst/>
            </a:prstGeom>
            <a:gradFill>
              <a:gsLst>
                <a:gs pos="0">
                  <a:srgbClr val="00597B">
                    <a:alpha val="13451"/>
                  </a:srgbClr>
                </a:gs>
                <a:gs pos="14286">
                  <a:srgbClr val="00597B">
                    <a:alpha val="12434"/>
                  </a:srgbClr>
                </a:gs>
                <a:gs pos="28571">
                  <a:srgbClr val="00597B">
                    <a:alpha val="9795"/>
                  </a:srgbClr>
                </a:gs>
                <a:gs pos="42857">
                  <a:srgbClr val="00597B">
                    <a:alpha val="6538"/>
                  </a:srgbClr>
                </a:gs>
                <a:gs pos="57143">
                  <a:srgbClr val="00597B">
                    <a:alpha val="3677"/>
                  </a:srgbClr>
                </a:gs>
                <a:gs pos="71429">
                  <a:srgbClr val="00597B">
                    <a:alpha val="1739"/>
                  </a:srgbClr>
                </a:gs>
                <a:gs pos="85714">
                  <a:srgbClr val="00597B">
                    <a:alpha val="691"/>
                  </a:srgbClr>
                </a:gs>
                <a:gs pos="100000">
                  <a:srgbClr val="00597B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8986978">
              <a:off x="1557960" y="1537867"/>
              <a:ext cx="66328" cy="16582"/>
            </a:xfrm>
            <a:prstGeom prst="ellipse">
              <a:avLst/>
            </a:prstGeom>
            <a:gradFill>
              <a:gsLst>
                <a:gs pos="0">
                  <a:srgbClr val="FFC5EA">
                    <a:alpha val="17248"/>
                  </a:srgbClr>
                </a:gs>
                <a:gs pos="14286">
                  <a:srgbClr val="FFC5EA">
                    <a:alpha val="15971"/>
                  </a:srgbClr>
                </a:gs>
                <a:gs pos="28571">
                  <a:srgbClr val="FFC5EA">
                    <a:alpha val="12638"/>
                  </a:srgbClr>
                </a:gs>
                <a:gs pos="42857">
                  <a:srgbClr val="FFC5EA">
                    <a:alpha val="8481"/>
                  </a:srgbClr>
                </a:gs>
                <a:gs pos="57143">
                  <a:srgbClr val="FFC5EA">
                    <a:alpha val="4792"/>
                  </a:srgbClr>
                </a:gs>
                <a:gs pos="71429">
                  <a:srgbClr val="FFC5EA">
                    <a:alpha val="2272"/>
                  </a:srgbClr>
                </a:gs>
                <a:gs pos="85714">
                  <a:srgbClr val="FFC5EA">
                    <a:alpha val="905"/>
                  </a:srgbClr>
                </a:gs>
                <a:gs pos="100000">
                  <a:srgbClr val="FFC5EA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8927076">
              <a:off x="2264266" y="2723385"/>
              <a:ext cx="66247" cy="16562"/>
            </a:xfrm>
            <a:prstGeom prst="ellipse">
              <a:avLst/>
            </a:prstGeom>
            <a:gradFill>
              <a:gsLst>
                <a:gs pos="0">
                  <a:srgbClr val="00D76F">
                    <a:alpha val="17263"/>
                  </a:srgbClr>
                </a:gs>
                <a:gs pos="14286">
                  <a:srgbClr val="00D76F">
                    <a:alpha val="15985"/>
                  </a:srgbClr>
                </a:gs>
                <a:gs pos="28571">
                  <a:srgbClr val="00D76F">
                    <a:alpha val="12649"/>
                  </a:srgbClr>
                </a:gs>
                <a:gs pos="42857">
                  <a:srgbClr val="00D76F">
                    <a:alpha val="8489"/>
                  </a:srgbClr>
                </a:gs>
                <a:gs pos="57143">
                  <a:srgbClr val="00D76F">
                    <a:alpha val="4796"/>
                  </a:srgbClr>
                </a:gs>
                <a:gs pos="71429">
                  <a:srgbClr val="00D76F">
                    <a:alpha val="2275"/>
                  </a:srgbClr>
                </a:gs>
                <a:gs pos="85714">
                  <a:srgbClr val="00D76F">
                    <a:alpha val="906"/>
                  </a:srgbClr>
                </a:gs>
                <a:gs pos="100000">
                  <a:srgbClr val="00D76F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9200123">
              <a:off x="2424002" y="1336421"/>
              <a:ext cx="60385" cy="15096"/>
            </a:xfrm>
            <a:prstGeom prst="ellipse">
              <a:avLst/>
            </a:prstGeom>
            <a:gradFill>
              <a:gsLst>
                <a:gs pos="0">
                  <a:srgbClr val="FFFA2E">
                    <a:alpha val="18331"/>
                  </a:srgbClr>
                </a:gs>
                <a:gs pos="14286">
                  <a:srgbClr val="FFFA2E">
                    <a:alpha val="16982"/>
                  </a:srgbClr>
                </a:gs>
                <a:gs pos="28571">
                  <a:srgbClr val="FFFA2E">
                    <a:alpha val="13455"/>
                  </a:srgbClr>
                </a:gs>
                <a:gs pos="42857">
                  <a:srgbClr val="FFFA2E">
                    <a:alpha val="9043"/>
                  </a:srgbClr>
                </a:gs>
                <a:gs pos="57143">
                  <a:srgbClr val="FFFA2E">
                    <a:alpha val="5117"/>
                  </a:srgbClr>
                </a:gs>
                <a:gs pos="71429">
                  <a:srgbClr val="FFFA2E">
                    <a:alpha val="2428"/>
                  </a:srgbClr>
                </a:gs>
                <a:gs pos="85714">
                  <a:srgbClr val="FFFA2E">
                    <a:alpha val="967"/>
                  </a:srgbClr>
                </a:gs>
                <a:gs pos="100000">
                  <a:srgbClr val="FFFA2E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5167973">
              <a:off x="1544984" y="1476232"/>
              <a:ext cx="304565" cy="172242"/>
            </a:xfrm>
            <a:prstGeom prst="ellipse">
              <a:avLst/>
            </a:prstGeom>
            <a:gradFill>
              <a:gsLst>
                <a:gs pos="0">
                  <a:srgbClr val="FFFFA8">
                    <a:alpha val="32968"/>
                  </a:srgbClr>
                </a:gs>
                <a:gs pos="14286">
                  <a:srgbClr val="FFFFA8">
                    <a:alpha val="30764"/>
                  </a:srgbClr>
                </a:gs>
                <a:gs pos="28571">
                  <a:srgbClr val="FFFFA8">
                    <a:alpha val="24833"/>
                  </a:srgbClr>
                </a:gs>
                <a:gs pos="42857">
                  <a:srgbClr val="FFFFA8">
                    <a:alpha val="17075"/>
                  </a:srgbClr>
                </a:gs>
                <a:gs pos="57143">
                  <a:srgbClr val="FFFFA8">
                    <a:alpha val="9855"/>
                  </a:srgbClr>
                </a:gs>
                <a:gs pos="71429">
                  <a:srgbClr val="FFFFA8">
                    <a:alpha val="4740"/>
                  </a:srgbClr>
                </a:gs>
                <a:gs pos="85714">
                  <a:srgbClr val="FFFFA8">
                    <a:alpha val="1902"/>
                  </a:srgbClr>
                </a:gs>
                <a:gs pos="100000">
                  <a:srgbClr val="FFFF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-8948117">
              <a:off x="2509625" y="967191"/>
              <a:ext cx="188637" cy="96643"/>
            </a:xfrm>
            <a:prstGeom prst="ellipse">
              <a:avLst/>
            </a:prstGeom>
            <a:gradFill>
              <a:gsLst>
                <a:gs pos="0">
                  <a:srgbClr val="2D6800">
                    <a:alpha val="18545"/>
                  </a:srgbClr>
                </a:gs>
                <a:gs pos="14286">
                  <a:srgbClr val="2D6800">
                    <a:alpha val="17182"/>
                  </a:srgbClr>
                </a:gs>
                <a:gs pos="28571">
                  <a:srgbClr val="2D6800">
                    <a:alpha val="13617"/>
                  </a:srgbClr>
                </a:gs>
                <a:gs pos="42857">
                  <a:srgbClr val="2D6800">
                    <a:alpha val="9155"/>
                  </a:srgbClr>
                </a:gs>
                <a:gs pos="57143">
                  <a:srgbClr val="2D6800">
                    <a:alpha val="5181"/>
                  </a:srgbClr>
                </a:gs>
                <a:gs pos="71429">
                  <a:srgbClr val="2D6800">
                    <a:alpha val="2460"/>
                  </a:srgbClr>
                </a:gs>
                <a:gs pos="85714">
                  <a:srgbClr val="2D6800">
                    <a:alpha val="980"/>
                  </a:srgbClr>
                </a:gs>
                <a:gs pos="100000">
                  <a:srgbClr val="2D6800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6879542">
              <a:off x="2750689" y="2189981"/>
              <a:ext cx="66789" cy="16697"/>
            </a:xfrm>
            <a:prstGeom prst="ellipse">
              <a:avLst/>
            </a:prstGeom>
            <a:gradFill>
              <a:gsLst>
                <a:gs pos="0">
                  <a:srgbClr val="1BD800">
                    <a:alpha val="17164"/>
                  </a:srgbClr>
                </a:gs>
                <a:gs pos="14286">
                  <a:srgbClr val="1BD800">
                    <a:alpha val="15892"/>
                  </a:srgbClr>
                </a:gs>
                <a:gs pos="28571">
                  <a:srgbClr val="1BD800">
                    <a:alpha val="12574"/>
                  </a:srgbClr>
                </a:gs>
                <a:gs pos="42857">
                  <a:srgbClr val="1BD800">
                    <a:alpha val="8437"/>
                  </a:srgbClr>
                </a:gs>
                <a:gs pos="57143">
                  <a:srgbClr val="1BD800">
                    <a:alpha val="4767"/>
                  </a:srgbClr>
                </a:gs>
                <a:gs pos="71429">
                  <a:srgbClr val="1BD800">
                    <a:alpha val="2260"/>
                  </a:srgbClr>
                </a:gs>
                <a:gs pos="85714">
                  <a:srgbClr val="1BD800">
                    <a:alpha val="900"/>
                  </a:srgbClr>
                </a:gs>
                <a:gs pos="100000">
                  <a:srgbClr val="1BD800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3210996">
              <a:off x="2361564" y="1186202"/>
              <a:ext cx="418955" cy="155517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9286749">
              <a:off x="2456121" y="1316182"/>
              <a:ext cx="61455" cy="15364"/>
            </a:xfrm>
            <a:prstGeom prst="ellipse">
              <a:avLst/>
            </a:prstGeom>
            <a:gradFill>
              <a:gsLst>
                <a:gs pos="0">
                  <a:srgbClr val="FFF725">
                    <a:alpha val="18137"/>
                  </a:srgbClr>
                </a:gs>
                <a:gs pos="14286">
                  <a:srgbClr val="FFF725">
                    <a:alpha val="16801"/>
                  </a:srgbClr>
                </a:gs>
                <a:gs pos="28571">
                  <a:srgbClr val="FFF725">
                    <a:alpha val="13309"/>
                  </a:srgbClr>
                </a:gs>
                <a:gs pos="42857">
                  <a:srgbClr val="FFF725">
                    <a:alpha val="8942"/>
                  </a:srgbClr>
                </a:gs>
                <a:gs pos="57143">
                  <a:srgbClr val="FFF725">
                    <a:alpha val="5058"/>
                  </a:srgbClr>
                </a:gs>
                <a:gs pos="71429">
                  <a:srgbClr val="FFF725">
                    <a:alpha val="2400"/>
                  </a:srgbClr>
                </a:gs>
                <a:gs pos="85714">
                  <a:srgbClr val="FFF725">
                    <a:alpha val="956"/>
                  </a:srgbClr>
                </a:gs>
                <a:gs pos="100000">
                  <a:srgbClr val="FFF72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10292092">
              <a:off x="1898232" y="2565315"/>
              <a:ext cx="317714" cy="184347"/>
            </a:xfrm>
            <a:prstGeom prst="ellipse">
              <a:avLst/>
            </a:prstGeom>
            <a:gradFill>
              <a:gsLst>
                <a:gs pos="0">
                  <a:srgbClr val="00FFE9">
                    <a:alpha val="32968"/>
                  </a:srgbClr>
                </a:gs>
                <a:gs pos="14286">
                  <a:srgbClr val="00FFE9">
                    <a:alpha val="30764"/>
                  </a:srgbClr>
                </a:gs>
                <a:gs pos="28571">
                  <a:srgbClr val="00FFE9">
                    <a:alpha val="24833"/>
                  </a:srgbClr>
                </a:gs>
                <a:gs pos="42857">
                  <a:srgbClr val="00FFE9">
                    <a:alpha val="17075"/>
                  </a:srgbClr>
                </a:gs>
                <a:gs pos="57143">
                  <a:srgbClr val="00FFE9">
                    <a:alpha val="9855"/>
                  </a:srgbClr>
                </a:gs>
                <a:gs pos="71429">
                  <a:srgbClr val="00FFE9">
                    <a:alpha val="4740"/>
                  </a:srgbClr>
                </a:gs>
                <a:gs pos="85714">
                  <a:srgbClr val="00FFE9">
                    <a:alpha val="1902"/>
                  </a:srgbClr>
                </a:gs>
                <a:gs pos="100000">
                  <a:srgbClr val="00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-10677058">
              <a:off x="1438614" y="1429865"/>
              <a:ext cx="367157" cy="262060"/>
            </a:xfrm>
            <a:prstGeom prst="ellipse">
              <a:avLst/>
            </a:prstGeom>
            <a:gradFill>
              <a:gsLst>
                <a:gs pos="0">
                  <a:srgbClr val="FFC9CF">
                    <a:alpha val="32968"/>
                  </a:srgbClr>
                </a:gs>
                <a:gs pos="14286">
                  <a:srgbClr val="FFC9CF">
                    <a:alpha val="30764"/>
                  </a:srgbClr>
                </a:gs>
                <a:gs pos="28571">
                  <a:srgbClr val="FFC9CF">
                    <a:alpha val="24833"/>
                  </a:srgbClr>
                </a:gs>
                <a:gs pos="42857">
                  <a:srgbClr val="FFC9CF">
                    <a:alpha val="17075"/>
                  </a:srgbClr>
                </a:gs>
                <a:gs pos="57143">
                  <a:srgbClr val="FFC9CF">
                    <a:alpha val="9855"/>
                  </a:srgbClr>
                </a:gs>
                <a:gs pos="71429">
                  <a:srgbClr val="FFC9CF">
                    <a:alpha val="4740"/>
                  </a:srgbClr>
                </a:gs>
                <a:gs pos="85714">
                  <a:srgbClr val="FFC9CF">
                    <a:alpha val="1902"/>
                  </a:srgbClr>
                </a:gs>
                <a:gs pos="100000">
                  <a:srgbClr val="FFC9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3732830">
              <a:off x="1722770" y="2087123"/>
              <a:ext cx="60637" cy="15159"/>
            </a:xfrm>
            <a:prstGeom prst="ellipse">
              <a:avLst/>
            </a:prstGeom>
            <a:gradFill>
              <a:gsLst>
                <a:gs pos="0">
                  <a:srgbClr val="B8FEFF">
                    <a:alpha val="18285"/>
                  </a:srgbClr>
                </a:gs>
                <a:gs pos="14286">
                  <a:srgbClr val="B8FEFF">
                    <a:alpha val="16939"/>
                  </a:srgbClr>
                </a:gs>
                <a:gs pos="28571">
                  <a:srgbClr val="B8FEFF">
                    <a:alpha val="13421"/>
                  </a:srgbClr>
                </a:gs>
                <a:gs pos="42857">
                  <a:srgbClr val="B8FEFF">
                    <a:alpha val="9019"/>
                  </a:srgbClr>
                </a:gs>
                <a:gs pos="57143">
                  <a:srgbClr val="B8FEFF">
                    <a:alpha val="5103"/>
                  </a:srgbClr>
                </a:gs>
                <a:gs pos="71429">
                  <a:srgbClr val="B8FEFF">
                    <a:alpha val="2422"/>
                  </a:srgbClr>
                </a:gs>
                <a:gs pos="85714">
                  <a:srgbClr val="B8FEFF">
                    <a:alpha val="965"/>
                  </a:srgbClr>
                </a:gs>
                <a:gs pos="100000">
                  <a:srgbClr val="B8FEFF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4165057">
              <a:off x="1660129" y="2861137"/>
              <a:ext cx="182316" cy="108572"/>
            </a:xfrm>
            <a:prstGeom prst="ellipse">
              <a:avLst/>
            </a:prstGeom>
            <a:gradFill>
              <a:gsLst>
                <a:gs pos="0">
                  <a:srgbClr val="008895">
                    <a:alpha val="24737"/>
                  </a:srgbClr>
                </a:gs>
                <a:gs pos="14286">
                  <a:srgbClr val="008895">
                    <a:alpha val="22987"/>
                  </a:srgbClr>
                </a:gs>
                <a:gs pos="28571">
                  <a:srgbClr val="008895">
                    <a:alpha val="18356"/>
                  </a:srgbClr>
                </a:gs>
                <a:gs pos="42857">
                  <a:srgbClr val="008895">
                    <a:alpha val="12456"/>
                  </a:srgbClr>
                </a:gs>
                <a:gs pos="57143">
                  <a:srgbClr val="008895">
                    <a:alpha val="7106"/>
                  </a:srgbClr>
                </a:gs>
                <a:gs pos="71429">
                  <a:srgbClr val="008895">
                    <a:alpha val="3391"/>
                  </a:srgbClr>
                </a:gs>
                <a:gs pos="85714">
                  <a:srgbClr val="008895">
                    <a:alpha val="1355"/>
                  </a:srgbClr>
                </a:gs>
                <a:gs pos="100000">
                  <a:srgbClr val="008895">
                    <a:alpha val="4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-8840746">
              <a:off x="2281134" y="1268969"/>
              <a:ext cx="312331" cy="239924"/>
            </a:xfrm>
            <a:prstGeom prst="ellipse">
              <a:avLst/>
            </a:prstGeom>
            <a:gradFill>
              <a:gsLst>
                <a:gs pos="0">
                  <a:srgbClr val="FFFF74">
                    <a:alpha val="32968"/>
                  </a:srgbClr>
                </a:gs>
                <a:gs pos="14286">
                  <a:srgbClr val="FFFF74">
                    <a:alpha val="30764"/>
                  </a:srgbClr>
                </a:gs>
                <a:gs pos="28571">
                  <a:srgbClr val="FFFF74">
                    <a:alpha val="24833"/>
                  </a:srgbClr>
                </a:gs>
                <a:gs pos="42857">
                  <a:srgbClr val="FFFF74">
                    <a:alpha val="17075"/>
                  </a:srgbClr>
                </a:gs>
                <a:gs pos="57143">
                  <a:srgbClr val="FFFF74">
                    <a:alpha val="9855"/>
                  </a:srgbClr>
                </a:gs>
                <a:gs pos="71429">
                  <a:srgbClr val="FFFF74">
                    <a:alpha val="4740"/>
                  </a:srgbClr>
                </a:gs>
                <a:gs pos="85714">
                  <a:srgbClr val="FFFF74">
                    <a:alpha val="1902"/>
                  </a:srgbClr>
                </a:gs>
                <a:gs pos="100000">
                  <a:srgbClr val="FFF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3590512">
              <a:off x="1529795" y="1765532"/>
              <a:ext cx="548586" cy="2505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10554686">
              <a:off x="1809240" y="2881668"/>
              <a:ext cx="168893" cy="85682"/>
            </a:xfrm>
            <a:prstGeom prst="ellipse">
              <a:avLst/>
            </a:prstGeom>
            <a:gradFill>
              <a:gsLst>
                <a:gs pos="0">
                  <a:srgbClr val="04563A">
                    <a:alpha val="13841"/>
                  </a:srgbClr>
                </a:gs>
                <a:gs pos="14286">
                  <a:srgbClr val="04563A">
                    <a:alpha val="12797"/>
                  </a:srgbClr>
                </a:gs>
                <a:gs pos="28571">
                  <a:srgbClr val="04563A">
                    <a:alpha val="10086"/>
                  </a:srgbClr>
                </a:gs>
                <a:gs pos="42857">
                  <a:srgbClr val="04563A">
                    <a:alpha val="6736"/>
                  </a:srgbClr>
                </a:gs>
                <a:gs pos="57143">
                  <a:srgbClr val="04563A">
                    <a:alpha val="3790"/>
                  </a:srgbClr>
                </a:gs>
                <a:gs pos="71429">
                  <a:srgbClr val="04563A">
                    <a:alpha val="1793"/>
                  </a:srgbClr>
                </a:gs>
                <a:gs pos="85714">
                  <a:srgbClr val="04563A">
                    <a:alpha val="713"/>
                  </a:srgbClr>
                </a:gs>
                <a:gs pos="100000">
                  <a:srgbClr val="04563A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4705849">
              <a:off x="1480907" y="2333249"/>
              <a:ext cx="66966" cy="16742"/>
            </a:xfrm>
            <a:prstGeom prst="ellipse">
              <a:avLst/>
            </a:prstGeom>
            <a:gradFill>
              <a:gsLst>
                <a:gs pos="0">
                  <a:srgbClr val="61C3FF">
                    <a:alpha val="17131"/>
                  </a:srgbClr>
                </a:gs>
                <a:gs pos="14286">
                  <a:srgbClr val="61C3FF">
                    <a:alpha val="15862"/>
                  </a:srgbClr>
                </a:gs>
                <a:gs pos="28571">
                  <a:srgbClr val="61C3FF">
                    <a:alpha val="12550"/>
                  </a:srgbClr>
                </a:gs>
                <a:gs pos="42857">
                  <a:srgbClr val="61C3FF">
                    <a:alpha val="8420"/>
                  </a:srgbClr>
                </a:gs>
                <a:gs pos="57143">
                  <a:srgbClr val="61C3FF">
                    <a:alpha val="4757"/>
                  </a:srgbClr>
                </a:gs>
                <a:gs pos="71429">
                  <a:srgbClr val="61C3FF">
                    <a:alpha val="2256"/>
                  </a:srgbClr>
                </a:gs>
                <a:gs pos="85714">
                  <a:srgbClr val="61C3FF">
                    <a:alpha val="898"/>
                  </a:srgbClr>
                </a:gs>
                <a:gs pos="100000">
                  <a:srgbClr val="61C3FF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7965326">
              <a:off x="2451966" y="2471223"/>
              <a:ext cx="216405" cy="78407"/>
            </a:xfrm>
            <a:prstGeom prst="ellipse">
              <a:avLst/>
            </a:prstGeom>
            <a:gradFill>
              <a:gsLst>
                <a:gs pos="0">
                  <a:srgbClr val="00006E">
                    <a:alpha val="5559"/>
                  </a:srgbClr>
                </a:gs>
                <a:gs pos="14286">
                  <a:srgbClr val="00006E">
                    <a:alpha val="5121"/>
                  </a:srgbClr>
                </a:gs>
                <a:gs pos="28571">
                  <a:srgbClr val="00006E">
                    <a:alpha val="3999"/>
                  </a:srgbClr>
                </a:gs>
                <a:gs pos="42857">
                  <a:srgbClr val="00006E">
                    <a:alpha val="2642"/>
                  </a:srgbClr>
                </a:gs>
                <a:gs pos="57143">
                  <a:srgbClr val="00006E">
                    <a:alpha val="1472"/>
                  </a:srgbClr>
                </a:gs>
                <a:gs pos="71429">
                  <a:srgbClr val="00006E">
                    <a:alpha val="692"/>
                  </a:srgbClr>
                </a:gs>
                <a:gs pos="85714">
                  <a:srgbClr val="00006E">
                    <a:alpha val="274"/>
                  </a:srgbClr>
                </a:gs>
                <a:gs pos="100000">
                  <a:srgbClr val="00006E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3924522">
              <a:off x="2458864" y="1253742"/>
              <a:ext cx="280808" cy="16072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6350938">
              <a:off x="1483955" y="1611022"/>
              <a:ext cx="60078" cy="15019"/>
            </a:xfrm>
            <a:prstGeom prst="ellipse">
              <a:avLst/>
            </a:prstGeom>
            <a:gradFill>
              <a:gsLst>
                <a:gs pos="0">
                  <a:srgbClr val="FFC3FF">
                    <a:alpha val="18386"/>
                  </a:srgbClr>
                </a:gs>
                <a:gs pos="14286">
                  <a:srgbClr val="FFC3FF">
                    <a:alpha val="17034"/>
                  </a:srgbClr>
                </a:gs>
                <a:gs pos="28571">
                  <a:srgbClr val="FFC3FF">
                    <a:alpha val="13497"/>
                  </a:srgbClr>
                </a:gs>
                <a:gs pos="42857">
                  <a:srgbClr val="FFC3FF">
                    <a:alpha val="9072"/>
                  </a:srgbClr>
                </a:gs>
                <a:gs pos="57143">
                  <a:srgbClr val="FFC3FF">
                    <a:alpha val="5133"/>
                  </a:srgbClr>
                </a:gs>
                <a:gs pos="71429">
                  <a:srgbClr val="FFC3FF">
                    <a:alpha val="2437"/>
                  </a:srgbClr>
                </a:gs>
                <a:gs pos="85714">
                  <a:srgbClr val="FFC3FF">
                    <a:alpha val="971"/>
                  </a:srgbClr>
                </a:gs>
                <a:gs pos="100000">
                  <a:srgbClr val="FFC3FF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9546160">
              <a:off x="2106709" y="1533841"/>
              <a:ext cx="58734" cy="14683"/>
            </a:xfrm>
            <a:prstGeom prst="ellipse">
              <a:avLst/>
            </a:prstGeom>
            <a:gradFill>
              <a:gsLst>
                <a:gs pos="0">
                  <a:srgbClr val="FFFD9C">
                    <a:alpha val="18629"/>
                  </a:srgbClr>
                </a:gs>
                <a:gs pos="14286">
                  <a:srgbClr val="FFFD9C">
                    <a:alpha val="17261"/>
                  </a:srgbClr>
                </a:gs>
                <a:gs pos="28571">
                  <a:srgbClr val="FFFD9C">
                    <a:alpha val="13681"/>
                  </a:srgbClr>
                </a:gs>
                <a:gs pos="42857">
                  <a:srgbClr val="FFFD9C">
                    <a:alpha val="9199"/>
                  </a:srgbClr>
                </a:gs>
                <a:gs pos="57143">
                  <a:srgbClr val="FFFD9C">
                    <a:alpha val="5207"/>
                  </a:srgbClr>
                </a:gs>
                <a:gs pos="71429">
                  <a:srgbClr val="FFFD9C">
                    <a:alpha val="2472"/>
                  </a:srgbClr>
                </a:gs>
                <a:gs pos="85714">
                  <a:srgbClr val="FFFD9C">
                    <a:alpha val="985"/>
                  </a:srgbClr>
                </a:gs>
                <a:gs pos="100000">
                  <a:srgbClr val="FFFD9C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5151765">
              <a:off x="1367813" y="1570934"/>
              <a:ext cx="66045" cy="16511"/>
            </a:xfrm>
            <a:prstGeom prst="ellipse">
              <a:avLst/>
            </a:prstGeom>
            <a:gradFill>
              <a:gsLst>
                <a:gs pos="0">
                  <a:srgbClr val="F9A1FF">
                    <a:alpha val="17300"/>
                  </a:srgbClr>
                </a:gs>
                <a:gs pos="14286">
                  <a:srgbClr val="F9A1FF">
                    <a:alpha val="16020"/>
                  </a:srgbClr>
                </a:gs>
                <a:gs pos="28571">
                  <a:srgbClr val="F9A1FF">
                    <a:alpha val="12677"/>
                  </a:srgbClr>
                </a:gs>
                <a:gs pos="42857">
                  <a:srgbClr val="F9A1FF">
                    <a:alpha val="8508"/>
                  </a:srgbClr>
                </a:gs>
                <a:gs pos="57143">
                  <a:srgbClr val="F9A1FF">
                    <a:alpha val="4807"/>
                  </a:srgbClr>
                </a:gs>
                <a:gs pos="71429">
                  <a:srgbClr val="F9A1FF">
                    <a:alpha val="2280"/>
                  </a:srgbClr>
                </a:gs>
                <a:gs pos="85714">
                  <a:srgbClr val="F9A1FF">
                    <a:alpha val="908"/>
                  </a:srgbClr>
                </a:gs>
                <a:gs pos="100000">
                  <a:srgbClr val="F9A1F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3367258">
              <a:off x="1300890" y="1971545"/>
              <a:ext cx="66164" cy="16541"/>
            </a:xfrm>
            <a:prstGeom prst="ellipse">
              <a:avLst/>
            </a:prstGeom>
            <a:gradFill>
              <a:gsLst>
                <a:gs pos="0">
                  <a:srgbClr val="908CFF">
                    <a:alpha val="17278"/>
                  </a:srgbClr>
                </a:gs>
                <a:gs pos="14286">
                  <a:srgbClr val="908CFF">
                    <a:alpha val="15999"/>
                  </a:srgbClr>
                </a:gs>
                <a:gs pos="28571">
                  <a:srgbClr val="908CFF">
                    <a:alpha val="12661"/>
                  </a:srgbClr>
                </a:gs>
                <a:gs pos="42857">
                  <a:srgbClr val="908CFF">
                    <a:alpha val="8496"/>
                  </a:srgbClr>
                </a:gs>
                <a:gs pos="57143">
                  <a:srgbClr val="908CFF">
                    <a:alpha val="4801"/>
                  </a:srgbClr>
                </a:gs>
                <a:gs pos="71429">
                  <a:srgbClr val="908CFF">
                    <a:alpha val="2277"/>
                  </a:srgbClr>
                </a:gs>
                <a:gs pos="85714">
                  <a:srgbClr val="908CFF">
                    <a:alpha val="907"/>
                  </a:srgbClr>
                </a:gs>
                <a:gs pos="100000">
                  <a:srgbClr val="908CFF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8745646">
              <a:off x="2553313" y="2317830"/>
              <a:ext cx="266023" cy="150009"/>
            </a:xfrm>
            <a:prstGeom prst="ellipse">
              <a:avLst/>
            </a:prstGeom>
            <a:gradFill>
              <a:gsLst>
                <a:gs pos="0">
                  <a:srgbClr val="006C00">
                    <a:alpha val="32968"/>
                  </a:srgbClr>
                </a:gs>
                <a:gs pos="14286">
                  <a:srgbClr val="006C00">
                    <a:alpha val="30764"/>
                  </a:srgbClr>
                </a:gs>
                <a:gs pos="28571">
                  <a:srgbClr val="006C00">
                    <a:alpha val="24833"/>
                  </a:srgbClr>
                </a:gs>
                <a:gs pos="42857">
                  <a:srgbClr val="006C00">
                    <a:alpha val="17075"/>
                  </a:srgbClr>
                </a:gs>
                <a:gs pos="57143">
                  <a:srgbClr val="006C00">
                    <a:alpha val="9855"/>
                  </a:srgbClr>
                </a:gs>
                <a:gs pos="71429">
                  <a:srgbClr val="006C00">
                    <a:alpha val="4740"/>
                  </a:srgbClr>
                </a:gs>
                <a:gs pos="85714">
                  <a:srgbClr val="006C00">
                    <a:alpha val="1902"/>
                  </a:srgbClr>
                </a:gs>
                <a:gs pos="100000">
                  <a:srgbClr val="006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-9588336">
              <a:off x="1623477" y="1389990"/>
              <a:ext cx="253949" cy="186307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9715820">
              <a:off x="1191341" y="1790867"/>
              <a:ext cx="359602" cy="215000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9460468">
              <a:off x="1986153" y="2849022"/>
              <a:ext cx="126761" cy="39163"/>
            </a:xfrm>
            <a:prstGeom prst="ellipse">
              <a:avLst/>
            </a:prstGeom>
            <a:gradFill>
              <a:gsLst>
                <a:gs pos="0">
                  <a:srgbClr val="003700">
                    <a:alpha val="3637"/>
                  </a:srgbClr>
                </a:gs>
                <a:gs pos="14286">
                  <a:srgbClr val="003700">
                    <a:alpha val="3348"/>
                  </a:srgbClr>
                </a:gs>
                <a:gs pos="28571">
                  <a:srgbClr val="003700">
                    <a:alpha val="2609"/>
                  </a:srgbClr>
                </a:gs>
                <a:gs pos="42857">
                  <a:srgbClr val="003700">
                    <a:alpha val="1719"/>
                  </a:srgbClr>
                </a:gs>
                <a:gs pos="57143">
                  <a:srgbClr val="003700">
                    <a:alpha val="956"/>
                  </a:srgbClr>
                </a:gs>
                <a:gs pos="71429">
                  <a:srgbClr val="003700">
                    <a:alpha val="449"/>
                  </a:srgbClr>
                </a:gs>
                <a:gs pos="85714">
                  <a:srgbClr val="003700">
                    <a:alpha val="178"/>
                  </a:srgbClr>
                </a:gs>
                <a:gs pos="100000">
                  <a:srgbClr val="00370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5241353">
              <a:off x="821425" y="1284977"/>
              <a:ext cx="65715" cy="16429"/>
            </a:xfrm>
            <a:prstGeom prst="ellipse">
              <a:avLst/>
            </a:prstGeom>
            <a:gradFill>
              <a:gsLst>
                <a:gs pos="0">
                  <a:srgbClr val="E200EC">
                    <a:alpha val="17361"/>
                  </a:srgbClr>
                </a:gs>
                <a:gs pos="14286">
                  <a:srgbClr val="E200EC">
                    <a:alpha val="16076"/>
                  </a:srgbClr>
                </a:gs>
                <a:gs pos="28571">
                  <a:srgbClr val="E200EC">
                    <a:alpha val="12723"/>
                  </a:srgbClr>
                </a:gs>
                <a:gs pos="42857">
                  <a:srgbClr val="E200EC">
                    <a:alpha val="8539"/>
                  </a:srgbClr>
                </a:gs>
                <a:gs pos="57143">
                  <a:srgbClr val="E200EC">
                    <a:alpha val="4825"/>
                  </a:srgbClr>
                </a:gs>
                <a:gs pos="71429">
                  <a:srgbClr val="E200EC">
                    <a:alpha val="2289"/>
                  </a:srgbClr>
                </a:gs>
                <a:gs pos="85714">
                  <a:srgbClr val="E200EC">
                    <a:alpha val="911"/>
                  </a:srgbClr>
                </a:gs>
                <a:gs pos="100000">
                  <a:srgbClr val="E200EC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10581894">
              <a:off x="-200380" y="1182128"/>
              <a:ext cx="490888" cy="478897"/>
            </a:xfrm>
            <a:prstGeom prst="ellipse">
              <a:avLst/>
            </a:prstGeom>
            <a:gradFill>
              <a:gsLst>
                <a:gs pos="0">
                  <a:srgbClr val="000100">
                    <a:alpha val="1603"/>
                  </a:srgbClr>
                </a:gs>
                <a:gs pos="14286">
                  <a:srgbClr val="000100">
                    <a:alpha val="1474"/>
                  </a:srgbClr>
                </a:gs>
                <a:gs pos="28571">
                  <a:srgbClr val="000100">
                    <a:alpha val="1146"/>
                  </a:srgbClr>
                </a:gs>
                <a:gs pos="42857">
                  <a:srgbClr val="000100">
                    <a:alpha val="753"/>
                  </a:srgbClr>
                </a:gs>
                <a:gs pos="57143">
                  <a:srgbClr val="000100">
                    <a:alpha val="418"/>
                  </a:srgbClr>
                </a:gs>
                <a:gs pos="71429">
                  <a:srgbClr val="000100">
                    <a:alpha val="196"/>
                  </a:srgbClr>
                </a:gs>
                <a:gs pos="85714">
                  <a:srgbClr val="000100">
                    <a:alpha val="78"/>
                  </a:srgbClr>
                </a:gs>
                <a:gs pos="100000">
                  <a:srgbClr val="000100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5400000">
              <a:off x="1751872" y="2689418"/>
              <a:ext cx="43928" cy="43928"/>
            </a:xfrm>
            <a:prstGeom prst="ellipse">
              <a:avLst/>
            </a:prstGeom>
            <a:gradFill>
              <a:gsLst>
                <a:gs pos="0">
                  <a:srgbClr val="03FFFF">
                    <a:alpha val="18047"/>
                  </a:srgbClr>
                </a:gs>
                <a:gs pos="14286">
                  <a:srgbClr val="03FFFF">
                    <a:alpha val="16717"/>
                  </a:srgbClr>
                </a:gs>
                <a:gs pos="28571">
                  <a:srgbClr val="03FFFF">
                    <a:alpha val="13241"/>
                  </a:srgbClr>
                </a:gs>
                <a:gs pos="42857">
                  <a:srgbClr val="03FFFF">
                    <a:alpha val="8895"/>
                  </a:srgbClr>
                </a:gs>
                <a:gs pos="57143">
                  <a:srgbClr val="03FFFF">
                    <a:alpha val="5031"/>
                  </a:srgbClr>
                </a:gs>
                <a:gs pos="71429">
                  <a:srgbClr val="03FFFF">
                    <a:alpha val="2387"/>
                  </a:srgbClr>
                </a:gs>
                <a:gs pos="85714">
                  <a:srgbClr val="03FFFF">
                    <a:alpha val="951"/>
                  </a:srgbClr>
                </a:gs>
                <a:gs pos="100000">
                  <a:srgbClr val="03FFFF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7716538">
              <a:off x="1386228" y="1509777"/>
              <a:ext cx="292126" cy="222810"/>
            </a:xfrm>
            <a:prstGeom prst="ellipse">
              <a:avLst/>
            </a:prstGeom>
            <a:gradFill>
              <a:gsLst>
                <a:gs pos="0">
                  <a:srgbClr val="FF88FF">
                    <a:alpha val="32968"/>
                  </a:srgbClr>
                </a:gs>
                <a:gs pos="14286">
                  <a:srgbClr val="FF88FF">
                    <a:alpha val="30764"/>
                  </a:srgbClr>
                </a:gs>
                <a:gs pos="28571">
                  <a:srgbClr val="FF88FF">
                    <a:alpha val="24833"/>
                  </a:srgbClr>
                </a:gs>
                <a:gs pos="42857">
                  <a:srgbClr val="FF88FF">
                    <a:alpha val="17075"/>
                  </a:srgbClr>
                </a:gs>
                <a:gs pos="57143">
                  <a:srgbClr val="FF88FF">
                    <a:alpha val="9855"/>
                  </a:srgbClr>
                </a:gs>
                <a:gs pos="71429">
                  <a:srgbClr val="FF88FF">
                    <a:alpha val="4740"/>
                  </a:srgbClr>
                </a:gs>
                <a:gs pos="85714">
                  <a:srgbClr val="FF88FF">
                    <a:alpha val="1902"/>
                  </a:srgbClr>
                </a:gs>
                <a:gs pos="100000">
                  <a:srgbClr val="FF8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9475400">
              <a:off x="2198092" y="1455844"/>
              <a:ext cx="64440" cy="16110"/>
            </a:xfrm>
            <a:prstGeom prst="ellipse">
              <a:avLst/>
            </a:prstGeom>
            <a:gradFill>
              <a:gsLst>
                <a:gs pos="0">
                  <a:srgbClr val="FFF778">
                    <a:alpha val="17594"/>
                  </a:srgbClr>
                </a:gs>
                <a:gs pos="14286">
                  <a:srgbClr val="FFF778">
                    <a:alpha val="16294"/>
                  </a:srgbClr>
                </a:gs>
                <a:gs pos="28571">
                  <a:srgbClr val="FFF778">
                    <a:alpha val="12898"/>
                  </a:srgbClr>
                </a:gs>
                <a:gs pos="42857">
                  <a:srgbClr val="FFF778">
                    <a:alpha val="8660"/>
                  </a:srgbClr>
                </a:gs>
                <a:gs pos="57143">
                  <a:srgbClr val="FFF778">
                    <a:alpha val="4895"/>
                  </a:srgbClr>
                </a:gs>
                <a:gs pos="71429">
                  <a:srgbClr val="FFF778">
                    <a:alpha val="2322"/>
                  </a:srgbClr>
                </a:gs>
                <a:gs pos="85714">
                  <a:srgbClr val="FFF778">
                    <a:alpha val="925"/>
                  </a:srgbClr>
                </a:gs>
                <a:gs pos="100000">
                  <a:srgbClr val="FFF778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10325031">
              <a:off x="1840997" y="2907826"/>
              <a:ext cx="154950" cy="101366"/>
            </a:xfrm>
            <a:prstGeom prst="ellipse">
              <a:avLst/>
            </a:prstGeom>
            <a:gradFill>
              <a:gsLst>
                <a:gs pos="0">
                  <a:srgbClr val="004D49">
                    <a:alpha val="11957"/>
                  </a:srgbClr>
                </a:gs>
                <a:gs pos="14286">
                  <a:srgbClr val="004D49">
                    <a:alpha val="11045"/>
                  </a:srgbClr>
                </a:gs>
                <a:gs pos="28571">
                  <a:srgbClr val="004D49">
                    <a:alpha val="8687"/>
                  </a:srgbClr>
                </a:gs>
                <a:gs pos="42857">
                  <a:srgbClr val="004D49">
                    <a:alpha val="5787"/>
                  </a:srgbClr>
                </a:gs>
                <a:gs pos="57143">
                  <a:srgbClr val="004D49">
                    <a:alpha val="3249"/>
                  </a:srgbClr>
                </a:gs>
                <a:gs pos="71429">
                  <a:srgbClr val="004D49">
                    <a:alpha val="1534"/>
                  </a:srgbClr>
                </a:gs>
                <a:gs pos="85714">
                  <a:srgbClr val="004D49">
                    <a:alpha val="610"/>
                  </a:srgbClr>
                </a:gs>
                <a:gs pos="100000">
                  <a:srgbClr val="004D49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3777894">
              <a:off x="1551792" y="2708466"/>
              <a:ext cx="62215" cy="15554"/>
            </a:xfrm>
            <a:prstGeom prst="ellipse">
              <a:avLst/>
            </a:prstGeom>
            <a:gradFill>
              <a:gsLst>
                <a:gs pos="0">
                  <a:srgbClr val="00D4FF">
                    <a:alpha val="17999"/>
                  </a:srgbClr>
                </a:gs>
                <a:gs pos="14286">
                  <a:srgbClr val="00D4FF">
                    <a:alpha val="16672"/>
                  </a:srgbClr>
                </a:gs>
                <a:gs pos="28571">
                  <a:srgbClr val="00D4FF">
                    <a:alpha val="13204"/>
                  </a:srgbClr>
                </a:gs>
                <a:gs pos="42857">
                  <a:srgbClr val="00D4FF">
                    <a:alpha val="8870"/>
                  </a:srgbClr>
                </a:gs>
                <a:gs pos="57143">
                  <a:srgbClr val="00D4FF">
                    <a:alpha val="5017"/>
                  </a:srgbClr>
                </a:gs>
                <a:gs pos="71429">
                  <a:srgbClr val="00D4FF">
                    <a:alpha val="2380"/>
                  </a:srgbClr>
                </a:gs>
                <a:gs pos="85714">
                  <a:srgbClr val="00D4FF">
                    <a:alpha val="948"/>
                  </a:srgbClr>
                </a:gs>
                <a:gs pos="100000">
                  <a:srgbClr val="00D4F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9592629">
              <a:off x="1235752" y="1725565"/>
              <a:ext cx="321463" cy="242590"/>
            </a:xfrm>
            <a:prstGeom prst="ellipse">
              <a:avLst/>
            </a:prstGeom>
            <a:gradFill>
              <a:gsLst>
                <a:gs pos="0">
                  <a:srgbClr val="A4B3FF">
                    <a:alpha val="32968"/>
                  </a:srgbClr>
                </a:gs>
                <a:gs pos="14286">
                  <a:srgbClr val="A4B3FF">
                    <a:alpha val="30764"/>
                  </a:srgbClr>
                </a:gs>
                <a:gs pos="28571">
                  <a:srgbClr val="A4B3FF">
                    <a:alpha val="24833"/>
                  </a:srgbClr>
                </a:gs>
                <a:gs pos="42857">
                  <a:srgbClr val="A4B3FF">
                    <a:alpha val="17075"/>
                  </a:srgbClr>
                </a:gs>
                <a:gs pos="57143">
                  <a:srgbClr val="A4B3FF">
                    <a:alpha val="9855"/>
                  </a:srgbClr>
                </a:gs>
                <a:gs pos="71429">
                  <a:srgbClr val="A4B3FF">
                    <a:alpha val="4740"/>
                  </a:srgbClr>
                </a:gs>
                <a:gs pos="85714">
                  <a:srgbClr val="A4B3FF">
                    <a:alpha val="1902"/>
                  </a:srgbClr>
                </a:gs>
                <a:gs pos="100000">
                  <a:srgbClr val="A4B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9449427">
              <a:off x="2153916" y="1312626"/>
              <a:ext cx="67945" cy="16986"/>
            </a:xfrm>
            <a:prstGeom prst="ellipse">
              <a:avLst/>
            </a:prstGeom>
            <a:gradFill>
              <a:gsLst>
                <a:gs pos="0">
                  <a:srgbClr val="FFD566">
                    <a:alpha val="16951"/>
                  </a:srgbClr>
                </a:gs>
                <a:gs pos="14286">
                  <a:srgbClr val="FFD566">
                    <a:alpha val="15694"/>
                  </a:srgbClr>
                </a:gs>
                <a:gs pos="28571">
                  <a:srgbClr val="FFD566">
                    <a:alpha val="12414"/>
                  </a:srgbClr>
                </a:gs>
                <a:gs pos="42857">
                  <a:srgbClr val="FFD566">
                    <a:alpha val="8327"/>
                  </a:srgbClr>
                </a:gs>
                <a:gs pos="57143">
                  <a:srgbClr val="FFD566">
                    <a:alpha val="4703"/>
                  </a:srgbClr>
                </a:gs>
                <a:gs pos="71429">
                  <a:srgbClr val="FFD566">
                    <a:alpha val="2230"/>
                  </a:srgbClr>
                </a:gs>
                <a:gs pos="85714">
                  <a:srgbClr val="FFD566">
                    <a:alpha val="888"/>
                  </a:srgbClr>
                </a:gs>
                <a:gs pos="100000">
                  <a:srgbClr val="FFD566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6122021">
              <a:off x="1813352" y="1513866"/>
              <a:ext cx="324957" cy="237307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9805672">
              <a:off x="1524546" y="2168822"/>
              <a:ext cx="326830" cy="253149"/>
            </a:xfrm>
            <a:prstGeom prst="ellipse">
              <a:avLst/>
            </a:prstGeom>
            <a:gradFill>
              <a:gsLst>
                <a:gs pos="0">
                  <a:srgbClr val="92ACFF">
                    <a:alpha val="32968"/>
                  </a:srgbClr>
                </a:gs>
                <a:gs pos="14286">
                  <a:srgbClr val="92ACFF">
                    <a:alpha val="30764"/>
                  </a:srgbClr>
                </a:gs>
                <a:gs pos="28571">
                  <a:srgbClr val="92ACFF">
                    <a:alpha val="24833"/>
                  </a:srgbClr>
                </a:gs>
                <a:gs pos="42857">
                  <a:srgbClr val="92ACFF">
                    <a:alpha val="17075"/>
                  </a:srgbClr>
                </a:gs>
                <a:gs pos="57143">
                  <a:srgbClr val="92ACFF">
                    <a:alpha val="9855"/>
                  </a:srgbClr>
                </a:gs>
                <a:gs pos="71429">
                  <a:srgbClr val="92ACFF">
                    <a:alpha val="4740"/>
                  </a:srgbClr>
                </a:gs>
                <a:gs pos="85714">
                  <a:srgbClr val="92ACFF">
                    <a:alpha val="1902"/>
                  </a:srgbClr>
                </a:gs>
                <a:gs pos="100000">
                  <a:srgbClr val="92A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5924941">
              <a:off x="3214853" y="1753786"/>
              <a:ext cx="513000" cy="490402"/>
            </a:xfrm>
            <a:prstGeom prst="ellipse">
              <a:avLst/>
            </a:prstGeom>
            <a:gradFill>
              <a:gsLst>
                <a:gs pos="0">
                  <a:srgbClr val="010000">
                    <a:alpha val="31572"/>
                  </a:srgbClr>
                </a:gs>
                <a:gs pos="14286">
                  <a:srgbClr val="010000">
                    <a:alpha val="29440"/>
                  </a:srgbClr>
                </a:gs>
                <a:gs pos="28571">
                  <a:srgbClr val="010000">
                    <a:alpha val="23719"/>
                  </a:srgbClr>
                </a:gs>
                <a:gs pos="42857">
                  <a:srgbClr val="010000">
                    <a:alpha val="16272"/>
                  </a:srgbClr>
                </a:gs>
                <a:gs pos="57143">
                  <a:srgbClr val="010000">
                    <a:alpha val="9372"/>
                  </a:srgbClr>
                </a:gs>
                <a:gs pos="71429">
                  <a:srgbClr val="010000">
                    <a:alpha val="4502"/>
                  </a:srgbClr>
                </a:gs>
                <a:gs pos="85714">
                  <a:srgbClr val="010000">
                    <a:alpha val="1805"/>
                  </a:srgbClr>
                </a:gs>
                <a:gs pos="100000">
                  <a:srgbClr val="010000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6059172">
              <a:off x="1564854" y="1359078"/>
              <a:ext cx="268605" cy="175119"/>
            </a:xfrm>
            <a:prstGeom prst="ellipse">
              <a:avLst/>
            </a:prstGeom>
            <a:gradFill>
              <a:gsLst>
                <a:gs pos="0">
                  <a:srgbClr val="FF9BEE">
                    <a:alpha val="32968"/>
                  </a:srgbClr>
                </a:gs>
                <a:gs pos="14286">
                  <a:srgbClr val="FF9BEE">
                    <a:alpha val="30764"/>
                  </a:srgbClr>
                </a:gs>
                <a:gs pos="28571">
                  <a:srgbClr val="FF9BEE">
                    <a:alpha val="24833"/>
                  </a:srgbClr>
                </a:gs>
                <a:gs pos="42857">
                  <a:srgbClr val="FF9BEE">
                    <a:alpha val="17075"/>
                  </a:srgbClr>
                </a:gs>
                <a:gs pos="57143">
                  <a:srgbClr val="FF9BEE">
                    <a:alpha val="9855"/>
                  </a:srgbClr>
                </a:gs>
                <a:gs pos="71429">
                  <a:srgbClr val="FF9BEE">
                    <a:alpha val="4740"/>
                  </a:srgbClr>
                </a:gs>
                <a:gs pos="85714">
                  <a:srgbClr val="FF9BEE">
                    <a:alpha val="1902"/>
                  </a:srgbClr>
                </a:gs>
                <a:gs pos="100000">
                  <a:srgbClr val="FF9B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4149104">
              <a:off x="1579033" y="2244096"/>
              <a:ext cx="326115" cy="233990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-8534185">
              <a:off x="1340473" y="2033961"/>
              <a:ext cx="278062" cy="219786"/>
            </a:xfrm>
            <a:prstGeom prst="ellipse">
              <a:avLst/>
            </a:prstGeom>
            <a:gradFill>
              <a:gsLst>
                <a:gs pos="0">
                  <a:srgbClr val="FFA6FF">
                    <a:alpha val="32968"/>
                  </a:srgbClr>
                </a:gs>
                <a:gs pos="14286">
                  <a:srgbClr val="FFA6FF">
                    <a:alpha val="30764"/>
                  </a:srgbClr>
                </a:gs>
                <a:gs pos="28571">
                  <a:srgbClr val="FFA6FF">
                    <a:alpha val="24833"/>
                  </a:srgbClr>
                </a:gs>
                <a:gs pos="42857">
                  <a:srgbClr val="FFA6FF">
                    <a:alpha val="17075"/>
                  </a:srgbClr>
                </a:gs>
                <a:gs pos="57143">
                  <a:srgbClr val="FFA6FF">
                    <a:alpha val="9855"/>
                  </a:srgbClr>
                </a:gs>
                <a:gs pos="71429">
                  <a:srgbClr val="FFA6FF">
                    <a:alpha val="4740"/>
                  </a:srgbClr>
                </a:gs>
                <a:gs pos="85714">
                  <a:srgbClr val="FFA6FF">
                    <a:alpha val="1902"/>
                  </a:srgbClr>
                </a:gs>
                <a:gs pos="100000">
                  <a:srgbClr val="FFA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7590636">
              <a:off x="1471616" y="1579723"/>
              <a:ext cx="64642" cy="16160"/>
            </a:xfrm>
            <a:prstGeom prst="ellipse">
              <a:avLst/>
            </a:prstGeom>
            <a:gradFill>
              <a:gsLst>
                <a:gs pos="0">
                  <a:srgbClr val="FFBCFB">
                    <a:alpha val="17557"/>
                  </a:srgbClr>
                </a:gs>
                <a:gs pos="14286">
                  <a:srgbClr val="FFBCFB">
                    <a:alpha val="16259"/>
                  </a:srgbClr>
                </a:gs>
                <a:gs pos="28571">
                  <a:srgbClr val="FFBCFB">
                    <a:alpha val="12871"/>
                  </a:srgbClr>
                </a:gs>
                <a:gs pos="42857">
                  <a:srgbClr val="FFBCFB">
                    <a:alpha val="8641"/>
                  </a:srgbClr>
                </a:gs>
                <a:gs pos="57143">
                  <a:srgbClr val="FFBCFB">
                    <a:alpha val="4884"/>
                  </a:srgbClr>
                </a:gs>
                <a:gs pos="71429">
                  <a:srgbClr val="FFBCFB">
                    <a:alpha val="2317"/>
                  </a:srgbClr>
                </a:gs>
                <a:gs pos="85714">
                  <a:srgbClr val="FFBCFB">
                    <a:alpha val="923"/>
                  </a:srgbClr>
                </a:gs>
                <a:gs pos="100000">
                  <a:srgbClr val="FFBCFB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4878237">
              <a:off x="1640056" y="2436388"/>
              <a:ext cx="66683" cy="16671"/>
            </a:xfrm>
            <a:prstGeom prst="ellipse">
              <a:avLst/>
            </a:prstGeom>
            <a:gradFill>
              <a:gsLst>
                <a:gs pos="0">
                  <a:srgbClr val="51EBFF">
                    <a:alpha val="17183"/>
                  </a:srgbClr>
                </a:gs>
                <a:gs pos="14286">
                  <a:srgbClr val="51EBFF">
                    <a:alpha val="15911"/>
                  </a:srgbClr>
                </a:gs>
                <a:gs pos="28571">
                  <a:srgbClr val="51EBFF">
                    <a:alpha val="12589"/>
                  </a:srgbClr>
                </a:gs>
                <a:gs pos="42857">
                  <a:srgbClr val="51EBFF">
                    <a:alpha val="8447"/>
                  </a:srgbClr>
                </a:gs>
                <a:gs pos="57143">
                  <a:srgbClr val="51EBFF">
                    <a:alpha val="4773"/>
                  </a:srgbClr>
                </a:gs>
                <a:gs pos="71429">
                  <a:srgbClr val="51EBFF">
                    <a:alpha val="2263"/>
                  </a:srgbClr>
                </a:gs>
                <a:gs pos="85714">
                  <a:srgbClr val="51EBFF">
                    <a:alpha val="901"/>
                  </a:srgbClr>
                </a:gs>
                <a:gs pos="100000">
                  <a:srgbClr val="51EBFF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9491455">
              <a:off x="2456425" y="2504669"/>
              <a:ext cx="220627" cy="107725"/>
            </a:xfrm>
            <a:prstGeom prst="ellipse">
              <a:avLst/>
            </a:prstGeom>
            <a:gradFill>
              <a:gsLst>
                <a:gs pos="0">
                  <a:srgbClr val="000076">
                    <a:alpha val="5473"/>
                  </a:srgbClr>
                </a:gs>
                <a:gs pos="14286">
                  <a:srgbClr val="000076">
                    <a:alpha val="5042"/>
                  </a:srgbClr>
                </a:gs>
                <a:gs pos="28571">
                  <a:srgbClr val="000076">
                    <a:alpha val="3937"/>
                  </a:srgbClr>
                </a:gs>
                <a:gs pos="42857">
                  <a:srgbClr val="000076">
                    <a:alpha val="2600"/>
                  </a:srgbClr>
                </a:gs>
                <a:gs pos="57143">
                  <a:srgbClr val="000076">
                    <a:alpha val="1449"/>
                  </a:srgbClr>
                </a:gs>
                <a:gs pos="71429">
                  <a:srgbClr val="000076">
                    <a:alpha val="681"/>
                  </a:srgbClr>
                </a:gs>
                <a:gs pos="85714">
                  <a:srgbClr val="000076">
                    <a:alpha val="270"/>
                  </a:srgbClr>
                </a:gs>
                <a:gs pos="100000">
                  <a:srgbClr val="000076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9742672">
              <a:off x="2047425" y="2856910"/>
              <a:ext cx="120620" cy="54581"/>
            </a:xfrm>
            <a:prstGeom prst="ellipse">
              <a:avLst/>
            </a:prstGeom>
            <a:gradFill>
              <a:gsLst>
                <a:gs pos="0">
                  <a:srgbClr val="0A5B2F">
                    <a:alpha val="6405"/>
                  </a:srgbClr>
                </a:gs>
                <a:gs pos="14286">
                  <a:srgbClr val="0A5B2F">
                    <a:alpha val="5902"/>
                  </a:srgbClr>
                </a:gs>
                <a:gs pos="28571">
                  <a:srgbClr val="0A5B2F">
                    <a:alpha val="4614"/>
                  </a:srgbClr>
                </a:gs>
                <a:gs pos="42857">
                  <a:srgbClr val="0A5B2F">
                    <a:alpha val="3051"/>
                  </a:srgbClr>
                </a:gs>
                <a:gs pos="57143">
                  <a:srgbClr val="0A5B2F">
                    <a:alpha val="1702"/>
                  </a:srgbClr>
                </a:gs>
                <a:gs pos="71429">
                  <a:srgbClr val="0A5B2F">
                    <a:alpha val="800"/>
                  </a:srgbClr>
                </a:gs>
                <a:gs pos="85714">
                  <a:srgbClr val="0A5B2F">
                    <a:alpha val="317"/>
                  </a:srgbClr>
                </a:gs>
                <a:gs pos="100000">
                  <a:srgbClr val="0A5B2F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5628239">
              <a:off x="1777680" y="1399487"/>
              <a:ext cx="305000" cy="212226"/>
            </a:xfrm>
            <a:prstGeom prst="ellipse">
              <a:avLst/>
            </a:prstGeom>
            <a:gradFill>
              <a:gsLst>
                <a:gs pos="0">
                  <a:srgbClr val="FF3900">
                    <a:alpha val="32968"/>
                  </a:srgbClr>
                </a:gs>
                <a:gs pos="14286">
                  <a:srgbClr val="FF3900">
                    <a:alpha val="30764"/>
                  </a:srgbClr>
                </a:gs>
                <a:gs pos="28571">
                  <a:srgbClr val="FF3900">
                    <a:alpha val="24833"/>
                  </a:srgbClr>
                </a:gs>
                <a:gs pos="42857">
                  <a:srgbClr val="FF3900">
                    <a:alpha val="17075"/>
                  </a:srgbClr>
                </a:gs>
                <a:gs pos="57143">
                  <a:srgbClr val="FF3900">
                    <a:alpha val="9855"/>
                  </a:srgbClr>
                </a:gs>
                <a:gs pos="71429">
                  <a:srgbClr val="FF3900">
                    <a:alpha val="4740"/>
                  </a:srgbClr>
                </a:gs>
                <a:gs pos="85714">
                  <a:srgbClr val="FF3900">
                    <a:alpha val="1902"/>
                  </a:srgbClr>
                </a:gs>
                <a:gs pos="100000">
                  <a:srgbClr val="FF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5411115">
              <a:off x="1910019" y="1386779"/>
              <a:ext cx="368294" cy="2601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3104188">
              <a:off x="1225209" y="1956032"/>
              <a:ext cx="67578" cy="16894"/>
            </a:xfrm>
            <a:prstGeom prst="ellipse">
              <a:avLst/>
            </a:prstGeom>
            <a:gradFill>
              <a:gsLst>
                <a:gs pos="0">
                  <a:srgbClr val="8B7AFF">
                    <a:alpha val="17019"/>
                  </a:srgbClr>
                </a:gs>
                <a:gs pos="14286">
                  <a:srgbClr val="8B7AFF">
                    <a:alpha val="15757"/>
                  </a:srgbClr>
                </a:gs>
                <a:gs pos="28571">
                  <a:srgbClr val="8B7AFF">
                    <a:alpha val="12465"/>
                  </a:srgbClr>
                </a:gs>
                <a:gs pos="42857">
                  <a:srgbClr val="8B7AFF">
                    <a:alpha val="8362"/>
                  </a:srgbClr>
                </a:gs>
                <a:gs pos="57143">
                  <a:srgbClr val="8B7AFF">
                    <a:alpha val="4724"/>
                  </a:srgbClr>
                </a:gs>
                <a:gs pos="71429">
                  <a:srgbClr val="8B7AFF">
                    <a:alpha val="2240"/>
                  </a:srgbClr>
                </a:gs>
                <a:gs pos="85714">
                  <a:srgbClr val="8B7AFF">
                    <a:alpha val="892"/>
                  </a:srgbClr>
                </a:gs>
                <a:gs pos="100000">
                  <a:srgbClr val="8B7AFF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10741683">
              <a:off x="1692875" y="3235542"/>
              <a:ext cx="565971" cy="558358"/>
            </a:xfrm>
            <a:prstGeom prst="ellipse">
              <a:avLst/>
            </a:prstGeom>
            <a:gradFill>
              <a:gsLst>
                <a:gs pos="0">
                  <a:srgbClr val="000000">
                    <a:alpha val="15115"/>
                  </a:srgbClr>
                </a:gs>
                <a:gs pos="14286">
                  <a:srgbClr val="000000">
                    <a:alpha val="13982"/>
                  </a:srgbClr>
                </a:gs>
                <a:gs pos="28571">
                  <a:srgbClr val="000000">
                    <a:alpha val="11037"/>
                  </a:srgbClr>
                </a:gs>
                <a:gs pos="42857">
                  <a:srgbClr val="000000">
                    <a:alpha val="7384"/>
                  </a:srgbClr>
                </a:gs>
                <a:gs pos="57143">
                  <a:srgbClr val="000000">
                    <a:alpha val="4161"/>
                  </a:srgbClr>
                </a:gs>
                <a:gs pos="71429">
                  <a:srgbClr val="000000">
                    <a:alpha val="1970"/>
                  </a:srgbClr>
                </a:gs>
                <a:gs pos="85714">
                  <a:srgbClr val="000000">
                    <a:alpha val="784"/>
                  </a:srgbClr>
                </a:gs>
                <a:gs pos="100000">
                  <a:srgbClr val="00000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9048927">
              <a:off x="1461532" y="1465648"/>
              <a:ext cx="68278" cy="17070"/>
            </a:xfrm>
            <a:prstGeom prst="ellipse">
              <a:avLst/>
            </a:prstGeom>
            <a:gradFill>
              <a:gsLst>
                <a:gs pos="0">
                  <a:srgbClr val="FFA4E6">
                    <a:alpha val="16890"/>
                  </a:srgbClr>
                </a:gs>
                <a:gs pos="14286">
                  <a:srgbClr val="FFA4E6">
                    <a:alpha val="15637"/>
                  </a:srgbClr>
                </a:gs>
                <a:gs pos="28571">
                  <a:srgbClr val="FFA4E6">
                    <a:alpha val="12368"/>
                  </a:srgbClr>
                </a:gs>
                <a:gs pos="42857">
                  <a:srgbClr val="FFA4E6">
                    <a:alpha val="8296"/>
                  </a:srgbClr>
                </a:gs>
                <a:gs pos="57143">
                  <a:srgbClr val="FFA4E6">
                    <a:alpha val="4685"/>
                  </a:srgbClr>
                </a:gs>
                <a:gs pos="71429">
                  <a:srgbClr val="FFA4E6">
                    <a:alpha val="2221"/>
                  </a:srgbClr>
                </a:gs>
                <a:gs pos="85714">
                  <a:srgbClr val="FFA4E6">
                    <a:alpha val="884"/>
                  </a:srgbClr>
                </a:gs>
                <a:gs pos="100000">
                  <a:srgbClr val="FFA4E6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8817706">
              <a:off x="1736337" y="1550380"/>
              <a:ext cx="321136" cy="2346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-10483215">
              <a:off x="2195674" y="789392"/>
              <a:ext cx="68461" cy="17130"/>
            </a:xfrm>
            <a:prstGeom prst="ellipse">
              <a:avLst/>
            </a:prstGeom>
            <a:gradFill>
              <a:gsLst>
                <a:gs pos="0">
                  <a:srgbClr val="E15E00">
                    <a:alpha val="16846"/>
                  </a:srgbClr>
                </a:gs>
                <a:gs pos="14286">
                  <a:srgbClr val="E15E00">
                    <a:alpha val="15596"/>
                  </a:srgbClr>
                </a:gs>
                <a:gs pos="28571">
                  <a:srgbClr val="E15E00">
                    <a:alpha val="12335"/>
                  </a:srgbClr>
                </a:gs>
                <a:gs pos="42857">
                  <a:srgbClr val="E15E00">
                    <a:alpha val="8273"/>
                  </a:srgbClr>
                </a:gs>
                <a:gs pos="57143">
                  <a:srgbClr val="E15E00">
                    <a:alpha val="4672"/>
                  </a:srgbClr>
                </a:gs>
                <a:gs pos="71429">
                  <a:srgbClr val="E15E00">
                    <a:alpha val="2215"/>
                  </a:srgbClr>
                </a:gs>
                <a:gs pos="85714">
                  <a:srgbClr val="E15E00">
                    <a:alpha val="882"/>
                  </a:srgbClr>
                </a:gs>
                <a:gs pos="100000">
                  <a:srgbClr val="E15E0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7554175">
              <a:off x="1873786" y="1829465"/>
              <a:ext cx="67285" cy="16821"/>
            </a:xfrm>
            <a:prstGeom prst="ellipse">
              <a:avLst/>
            </a:prstGeom>
            <a:gradFill>
              <a:gsLst>
                <a:gs pos="0">
                  <a:srgbClr val="EAFFEA">
                    <a:alpha val="17073"/>
                  </a:srgbClr>
                </a:gs>
                <a:gs pos="14286">
                  <a:srgbClr val="EAFFEA">
                    <a:alpha val="15807"/>
                  </a:srgbClr>
                </a:gs>
                <a:gs pos="28571">
                  <a:srgbClr val="EAFFEA">
                    <a:alpha val="12506"/>
                  </a:srgbClr>
                </a:gs>
                <a:gs pos="42857">
                  <a:srgbClr val="EAFFEA">
                    <a:alpha val="8390"/>
                  </a:srgbClr>
                </a:gs>
                <a:gs pos="57143">
                  <a:srgbClr val="EAFFEA">
                    <a:alpha val="4740"/>
                  </a:srgbClr>
                </a:gs>
                <a:gs pos="71429">
                  <a:srgbClr val="EAFFEA">
                    <a:alpha val="2247"/>
                  </a:srgbClr>
                </a:gs>
                <a:gs pos="85714">
                  <a:srgbClr val="EAFFEA">
                    <a:alpha val="895"/>
                  </a:srgbClr>
                </a:gs>
                <a:gs pos="100000">
                  <a:srgbClr val="EAFFEA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9046163">
              <a:off x="2421101" y="1255865"/>
              <a:ext cx="67780" cy="16945"/>
            </a:xfrm>
            <a:prstGeom prst="ellipse">
              <a:avLst/>
            </a:prstGeom>
            <a:gradFill>
              <a:gsLst>
                <a:gs pos="0">
                  <a:srgbClr val="FFE822">
                    <a:alpha val="16982"/>
                  </a:srgbClr>
                </a:gs>
                <a:gs pos="14286">
                  <a:srgbClr val="FFE822">
                    <a:alpha val="15722"/>
                  </a:srgbClr>
                </a:gs>
                <a:gs pos="28571">
                  <a:srgbClr val="FFE822">
                    <a:alpha val="12437"/>
                  </a:srgbClr>
                </a:gs>
                <a:gs pos="42857">
                  <a:srgbClr val="FFE822">
                    <a:alpha val="8343"/>
                  </a:srgbClr>
                </a:gs>
                <a:gs pos="57143">
                  <a:srgbClr val="FFE822">
                    <a:alpha val="4712"/>
                  </a:srgbClr>
                </a:gs>
                <a:gs pos="71429">
                  <a:srgbClr val="FFE822">
                    <a:alpha val="2234"/>
                  </a:srgbClr>
                </a:gs>
                <a:gs pos="85714">
                  <a:srgbClr val="FFE822">
                    <a:alpha val="890"/>
                  </a:srgbClr>
                </a:gs>
                <a:gs pos="100000">
                  <a:srgbClr val="FFE822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9218403">
              <a:off x="2157561" y="1116317"/>
              <a:ext cx="68034" cy="17008"/>
            </a:xfrm>
            <a:prstGeom prst="ellipse">
              <a:avLst/>
            </a:prstGeom>
            <a:gradFill>
              <a:gsLst>
                <a:gs pos="0">
                  <a:srgbClr val="FFA639">
                    <a:alpha val="16935"/>
                  </a:srgbClr>
                </a:gs>
                <a:gs pos="14286">
                  <a:srgbClr val="FFA639">
                    <a:alpha val="15679"/>
                  </a:srgbClr>
                </a:gs>
                <a:gs pos="28571">
                  <a:srgbClr val="FFA639">
                    <a:alpha val="12402"/>
                  </a:srgbClr>
                </a:gs>
                <a:gs pos="42857">
                  <a:srgbClr val="FFA639">
                    <a:alpha val="8319"/>
                  </a:srgbClr>
                </a:gs>
                <a:gs pos="57143">
                  <a:srgbClr val="FFA639">
                    <a:alpha val="4699"/>
                  </a:srgbClr>
                </a:gs>
                <a:gs pos="71429">
                  <a:srgbClr val="FFA639">
                    <a:alpha val="2228"/>
                  </a:srgbClr>
                </a:gs>
                <a:gs pos="85714">
                  <a:srgbClr val="FFA639">
                    <a:alpha val="887"/>
                  </a:srgbClr>
                </a:gs>
                <a:gs pos="100000">
                  <a:srgbClr val="FFA639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3263562">
              <a:off x="1203163" y="1913940"/>
              <a:ext cx="68461" cy="17118"/>
            </a:xfrm>
            <a:prstGeom prst="ellipse">
              <a:avLst/>
            </a:prstGeom>
            <a:gradFill>
              <a:gsLst>
                <a:gs pos="0">
                  <a:srgbClr val="9378FF">
                    <a:alpha val="16854"/>
                  </a:srgbClr>
                </a:gs>
                <a:gs pos="14286">
                  <a:srgbClr val="9378FF">
                    <a:alpha val="15604"/>
                  </a:srgbClr>
                </a:gs>
                <a:gs pos="28571">
                  <a:srgbClr val="9378FF">
                    <a:alpha val="12342"/>
                  </a:srgbClr>
                </a:gs>
                <a:gs pos="42857">
                  <a:srgbClr val="9378FF">
                    <a:alpha val="8277"/>
                  </a:srgbClr>
                </a:gs>
                <a:gs pos="57143">
                  <a:srgbClr val="9378FF">
                    <a:alpha val="4675"/>
                  </a:srgbClr>
                </a:gs>
                <a:gs pos="71429">
                  <a:srgbClr val="9378FF">
                    <a:alpha val="2216"/>
                  </a:srgbClr>
                </a:gs>
                <a:gs pos="85714">
                  <a:srgbClr val="9378FF">
                    <a:alpha val="882"/>
                  </a:srgbClr>
                </a:gs>
                <a:gs pos="100000">
                  <a:srgbClr val="9378F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9043975">
              <a:off x="2171706" y="1162145"/>
              <a:ext cx="280956" cy="204608"/>
            </a:xfrm>
            <a:prstGeom prst="ellipse">
              <a:avLst/>
            </a:prstGeom>
            <a:gradFill>
              <a:gsLst>
                <a:gs pos="0">
                  <a:srgbClr val="FF442D">
                    <a:alpha val="32968"/>
                  </a:srgbClr>
                </a:gs>
                <a:gs pos="14286">
                  <a:srgbClr val="FF442D">
                    <a:alpha val="30764"/>
                  </a:srgbClr>
                </a:gs>
                <a:gs pos="28571">
                  <a:srgbClr val="FF442D">
                    <a:alpha val="24833"/>
                  </a:srgbClr>
                </a:gs>
                <a:gs pos="42857">
                  <a:srgbClr val="FF442D">
                    <a:alpha val="17075"/>
                  </a:srgbClr>
                </a:gs>
                <a:gs pos="57143">
                  <a:srgbClr val="FF442D">
                    <a:alpha val="9855"/>
                  </a:srgbClr>
                </a:gs>
                <a:gs pos="71429">
                  <a:srgbClr val="FF442D">
                    <a:alpha val="4740"/>
                  </a:srgbClr>
                </a:gs>
                <a:gs pos="85714">
                  <a:srgbClr val="FF442D">
                    <a:alpha val="1902"/>
                  </a:srgbClr>
                </a:gs>
                <a:gs pos="100000">
                  <a:srgbClr val="FF44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9336326">
              <a:off x="2194682" y="1125396"/>
              <a:ext cx="68461" cy="17144"/>
            </a:xfrm>
            <a:prstGeom prst="ellipse">
              <a:avLst/>
            </a:prstGeom>
            <a:gradFill>
              <a:gsLst>
                <a:gs pos="0">
                  <a:srgbClr val="FFAE36">
                    <a:alpha val="16835"/>
                  </a:srgbClr>
                </a:gs>
                <a:gs pos="14286">
                  <a:srgbClr val="FFAE36">
                    <a:alpha val="15586"/>
                  </a:srgbClr>
                </a:gs>
                <a:gs pos="28571">
                  <a:srgbClr val="FFAE36">
                    <a:alpha val="12327"/>
                  </a:srgbClr>
                </a:gs>
                <a:gs pos="42857">
                  <a:srgbClr val="FFAE36">
                    <a:alpha val="8267"/>
                  </a:srgbClr>
                </a:gs>
                <a:gs pos="57143">
                  <a:srgbClr val="FFAE36">
                    <a:alpha val="4669"/>
                  </a:srgbClr>
                </a:gs>
                <a:gs pos="71429">
                  <a:srgbClr val="FFAE36">
                    <a:alpha val="2213"/>
                  </a:srgbClr>
                </a:gs>
                <a:gs pos="85714">
                  <a:srgbClr val="FFAE36">
                    <a:alpha val="881"/>
                  </a:srgbClr>
                </a:gs>
                <a:gs pos="100000">
                  <a:srgbClr val="FFAE36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8391839">
              <a:off x="1253672" y="1553823"/>
              <a:ext cx="337799" cy="234634"/>
            </a:xfrm>
            <a:prstGeom prst="ellipse">
              <a:avLst/>
            </a:prstGeom>
            <a:gradFill>
              <a:gsLst>
                <a:gs pos="0">
                  <a:srgbClr val="C483FF">
                    <a:alpha val="32968"/>
                  </a:srgbClr>
                </a:gs>
                <a:gs pos="14286">
                  <a:srgbClr val="C483FF">
                    <a:alpha val="30764"/>
                  </a:srgbClr>
                </a:gs>
                <a:gs pos="28571">
                  <a:srgbClr val="C483FF">
                    <a:alpha val="24833"/>
                  </a:srgbClr>
                </a:gs>
                <a:gs pos="42857">
                  <a:srgbClr val="C483FF">
                    <a:alpha val="17075"/>
                  </a:srgbClr>
                </a:gs>
                <a:gs pos="57143">
                  <a:srgbClr val="C483FF">
                    <a:alpha val="9855"/>
                  </a:srgbClr>
                </a:gs>
                <a:gs pos="71429">
                  <a:srgbClr val="C483FF">
                    <a:alpha val="4740"/>
                  </a:srgbClr>
                </a:gs>
                <a:gs pos="85714">
                  <a:srgbClr val="C483FF">
                    <a:alpha val="1902"/>
                  </a:srgbClr>
                </a:gs>
                <a:gs pos="100000">
                  <a:srgbClr val="C48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10454816">
              <a:off x="2262238" y="954436"/>
              <a:ext cx="65236" cy="16309"/>
            </a:xfrm>
            <a:prstGeom prst="ellipse">
              <a:avLst/>
            </a:prstGeom>
            <a:gradFill>
              <a:gsLst>
                <a:gs pos="0">
                  <a:srgbClr val="FF8C00">
                    <a:alpha val="17448"/>
                  </a:srgbClr>
                </a:gs>
                <a:gs pos="14286">
                  <a:srgbClr val="FF8C00">
                    <a:alpha val="16158"/>
                  </a:srgbClr>
                </a:gs>
                <a:gs pos="28571">
                  <a:srgbClr val="FF8C00">
                    <a:alpha val="12789"/>
                  </a:srgbClr>
                </a:gs>
                <a:gs pos="42857">
                  <a:srgbClr val="FF8C00">
                    <a:alpha val="8584"/>
                  </a:srgbClr>
                </a:gs>
                <a:gs pos="57143">
                  <a:srgbClr val="FF8C00">
                    <a:alpha val="4852"/>
                  </a:srgbClr>
                </a:gs>
                <a:gs pos="71429">
                  <a:srgbClr val="FF8C00">
                    <a:alpha val="2301"/>
                  </a:srgbClr>
                </a:gs>
                <a:gs pos="85714">
                  <a:srgbClr val="FF8C00">
                    <a:alpha val="916"/>
                  </a:srgbClr>
                </a:gs>
                <a:gs pos="100000">
                  <a:srgbClr val="FF8C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7534145">
              <a:off x="1868499" y="1895461"/>
              <a:ext cx="68461" cy="17189"/>
            </a:xfrm>
            <a:prstGeom prst="ellipse">
              <a:avLst/>
            </a:prstGeom>
            <a:gradFill>
              <a:gsLst>
                <a:gs pos="0">
                  <a:srgbClr val="DEFFE6">
                    <a:alpha val="16802"/>
                  </a:srgbClr>
                </a:gs>
                <a:gs pos="14286">
                  <a:srgbClr val="DEFFE6">
                    <a:alpha val="15555"/>
                  </a:srgbClr>
                </a:gs>
                <a:gs pos="28571">
                  <a:srgbClr val="DEFFE6">
                    <a:alpha val="12302"/>
                  </a:srgbClr>
                </a:gs>
                <a:gs pos="42857">
                  <a:srgbClr val="DEFFE6">
                    <a:alpha val="8250"/>
                  </a:srgbClr>
                </a:gs>
                <a:gs pos="57143">
                  <a:srgbClr val="DEFFE6">
                    <a:alpha val="4659"/>
                  </a:srgbClr>
                </a:gs>
                <a:gs pos="71429">
                  <a:srgbClr val="DEFFE6">
                    <a:alpha val="2209"/>
                  </a:srgbClr>
                </a:gs>
                <a:gs pos="85714">
                  <a:srgbClr val="DEFFE6">
                    <a:alpha val="879"/>
                  </a:srgbClr>
                </a:gs>
                <a:gs pos="100000">
                  <a:srgbClr val="DEFFE6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4772565">
              <a:off x="1725510" y="2415957"/>
              <a:ext cx="50100" cy="12525"/>
            </a:xfrm>
            <a:prstGeom prst="ellipse">
              <a:avLst/>
            </a:prstGeom>
            <a:gradFill>
              <a:gsLst>
                <a:gs pos="0">
                  <a:srgbClr val="59FFFF">
                    <a:alpha val="20170"/>
                  </a:srgbClr>
                </a:gs>
                <a:gs pos="14286">
                  <a:srgbClr val="59FFFF">
                    <a:alpha val="18703"/>
                  </a:srgbClr>
                </a:gs>
                <a:gs pos="28571">
                  <a:srgbClr val="59FFFF">
                    <a:alpha val="14851"/>
                  </a:srgbClr>
                </a:gs>
                <a:gs pos="42857">
                  <a:srgbClr val="59FFFF">
                    <a:alpha val="10008"/>
                  </a:srgbClr>
                </a:gs>
                <a:gs pos="57143">
                  <a:srgbClr val="59FFFF">
                    <a:alpha val="5676"/>
                  </a:srgbClr>
                </a:gs>
                <a:gs pos="71429">
                  <a:srgbClr val="59FFFF">
                    <a:alpha val="2698"/>
                  </a:srgbClr>
                </a:gs>
                <a:gs pos="85714">
                  <a:srgbClr val="59FFFF">
                    <a:alpha val="1076"/>
                  </a:srgbClr>
                </a:gs>
                <a:gs pos="100000">
                  <a:srgbClr val="59FFFF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-10642492">
              <a:off x="1689969" y="1303670"/>
              <a:ext cx="68461" cy="17173"/>
            </a:xfrm>
            <a:prstGeom prst="ellipse">
              <a:avLst/>
            </a:prstGeom>
            <a:gradFill>
              <a:gsLst>
                <a:gs pos="0">
                  <a:srgbClr val="FF949E">
                    <a:alpha val="16814"/>
                  </a:srgbClr>
                </a:gs>
                <a:gs pos="14286">
                  <a:srgbClr val="FF949E">
                    <a:alpha val="15566"/>
                  </a:srgbClr>
                </a:gs>
                <a:gs pos="28571">
                  <a:srgbClr val="FF949E">
                    <a:alpha val="12311"/>
                  </a:srgbClr>
                </a:gs>
                <a:gs pos="42857">
                  <a:srgbClr val="FF949E">
                    <a:alpha val="8256"/>
                  </a:srgbClr>
                </a:gs>
                <a:gs pos="57143">
                  <a:srgbClr val="FF949E">
                    <a:alpha val="4663"/>
                  </a:srgbClr>
                </a:gs>
                <a:gs pos="71429">
                  <a:srgbClr val="FF949E">
                    <a:alpha val="2210"/>
                  </a:srgbClr>
                </a:gs>
                <a:gs pos="85714">
                  <a:srgbClr val="FF949E">
                    <a:alpha val="880"/>
                  </a:srgbClr>
                </a:gs>
                <a:gs pos="100000">
                  <a:srgbClr val="FF949E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5399296">
              <a:off x="2458585" y="1217277"/>
              <a:ext cx="212869" cy="20904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9029283">
              <a:off x="1782771" y="1245713"/>
              <a:ext cx="68461" cy="17157"/>
            </a:xfrm>
            <a:prstGeom prst="ellipse">
              <a:avLst/>
            </a:prstGeom>
            <a:gradFill>
              <a:gsLst>
                <a:gs pos="0">
                  <a:srgbClr val="FF8F83">
                    <a:alpha val="16826"/>
                  </a:srgbClr>
                </a:gs>
                <a:gs pos="14286">
                  <a:srgbClr val="FF8F83">
                    <a:alpha val="15577"/>
                  </a:srgbClr>
                </a:gs>
                <a:gs pos="28571">
                  <a:srgbClr val="FF8F83">
                    <a:alpha val="12320"/>
                  </a:srgbClr>
                </a:gs>
                <a:gs pos="42857">
                  <a:srgbClr val="FF8F83">
                    <a:alpha val="8262"/>
                  </a:srgbClr>
                </a:gs>
                <a:gs pos="57143">
                  <a:srgbClr val="FF8F83">
                    <a:alpha val="4666"/>
                  </a:srgbClr>
                </a:gs>
                <a:gs pos="71429">
                  <a:srgbClr val="FF8F83">
                    <a:alpha val="2212"/>
                  </a:srgbClr>
                </a:gs>
                <a:gs pos="85714">
                  <a:srgbClr val="FF8F83">
                    <a:alpha val="881"/>
                  </a:srgbClr>
                </a:gs>
                <a:gs pos="100000">
                  <a:srgbClr val="FF8F8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9416595">
              <a:off x="1898156" y="1260362"/>
              <a:ext cx="68426" cy="17106"/>
            </a:xfrm>
            <a:prstGeom prst="ellipse">
              <a:avLst/>
            </a:prstGeom>
            <a:gradFill>
              <a:gsLst>
                <a:gs pos="0">
                  <a:srgbClr val="FFA77F">
                    <a:alpha val="16863"/>
                  </a:srgbClr>
                </a:gs>
                <a:gs pos="14286">
                  <a:srgbClr val="FFA77F">
                    <a:alpha val="15612"/>
                  </a:srgbClr>
                </a:gs>
                <a:gs pos="28571">
                  <a:srgbClr val="FFA77F">
                    <a:alpha val="12348"/>
                  </a:srgbClr>
                </a:gs>
                <a:gs pos="42857">
                  <a:srgbClr val="FFA77F">
                    <a:alpha val="8282"/>
                  </a:srgbClr>
                </a:gs>
                <a:gs pos="57143">
                  <a:srgbClr val="FFA77F">
                    <a:alpha val="4677"/>
                  </a:srgbClr>
                </a:gs>
                <a:gs pos="71429">
                  <a:srgbClr val="FFA77F">
                    <a:alpha val="2217"/>
                  </a:srgbClr>
                </a:gs>
                <a:gs pos="85714">
                  <a:srgbClr val="FFA77F">
                    <a:alpha val="883"/>
                  </a:srgbClr>
                </a:gs>
                <a:gs pos="100000">
                  <a:srgbClr val="FFA77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-8583834">
              <a:off x="1276811" y="2199692"/>
              <a:ext cx="235449" cy="169058"/>
            </a:xfrm>
            <a:prstGeom prst="ellipse">
              <a:avLst/>
            </a:prstGeom>
            <a:gradFill>
              <a:gsLst>
                <a:gs pos="0">
                  <a:srgbClr val="C565FF">
                    <a:alpha val="32968"/>
                  </a:srgbClr>
                </a:gs>
                <a:gs pos="14286">
                  <a:srgbClr val="C565FF">
                    <a:alpha val="30764"/>
                  </a:srgbClr>
                </a:gs>
                <a:gs pos="28571">
                  <a:srgbClr val="C565FF">
                    <a:alpha val="24833"/>
                  </a:srgbClr>
                </a:gs>
                <a:gs pos="42857">
                  <a:srgbClr val="C565FF">
                    <a:alpha val="17075"/>
                  </a:srgbClr>
                </a:gs>
                <a:gs pos="57143">
                  <a:srgbClr val="C565FF">
                    <a:alpha val="9855"/>
                  </a:srgbClr>
                </a:gs>
                <a:gs pos="71429">
                  <a:srgbClr val="C565FF">
                    <a:alpha val="4740"/>
                  </a:srgbClr>
                </a:gs>
                <a:gs pos="85714">
                  <a:srgbClr val="C565FF">
                    <a:alpha val="1902"/>
                  </a:srgbClr>
                </a:gs>
                <a:gs pos="100000">
                  <a:srgbClr val="C56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8763918">
              <a:off x="2195111" y="936872"/>
              <a:ext cx="301652" cy="161054"/>
            </a:xfrm>
            <a:prstGeom prst="ellipse">
              <a:avLst/>
            </a:prstGeom>
            <a:gradFill>
              <a:gsLst>
                <a:gs pos="0">
                  <a:srgbClr val="FF9300">
                    <a:alpha val="32968"/>
                  </a:srgbClr>
                </a:gs>
                <a:gs pos="14286">
                  <a:srgbClr val="FF9300">
                    <a:alpha val="30764"/>
                  </a:srgbClr>
                </a:gs>
                <a:gs pos="28571">
                  <a:srgbClr val="FF9300">
                    <a:alpha val="24833"/>
                  </a:srgbClr>
                </a:gs>
                <a:gs pos="42857">
                  <a:srgbClr val="FF9300">
                    <a:alpha val="17075"/>
                  </a:srgbClr>
                </a:gs>
                <a:gs pos="57143">
                  <a:srgbClr val="FF9300">
                    <a:alpha val="9855"/>
                  </a:srgbClr>
                </a:gs>
                <a:gs pos="71429">
                  <a:srgbClr val="FF9300">
                    <a:alpha val="4740"/>
                  </a:srgbClr>
                </a:gs>
                <a:gs pos="85714">
                  <a:srgbClr val="FF9300">
                    <a:alpha val="1902"/>
                  </a:srgbClr>
                </a:gs>
                <a:gs pos="100000">
                  <a:srgbClr val="FF9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10309712">
              <a:off x="1851942" y="1224563"/>
              <a:ext cx="324683" cy="225428"/>
            </a:xfrm>
            <a:prstGeom prst="ellipse">
              <a:avLst/>
            </a:prstGeom>
            <a:gradFill>
              <a:gsLst>
                <a:gs pos="0">
                  <a:srgbClr val="FFA924">
                    <a:alpha val="32968"/>
                  </a:srgbClr>
                </a:gs>
                <a:gs pos="14286">
                  <a:srgbClr val="FFA924">
                    <a:alpha val="30764"/>
                  </a:srgbClr>
                </a:gs>
                <a:gs pos="28571">
                  <a:srgbClr val="FFA924">
                    <a:alpha val="24833"/>
                  </a:srgbClr>
                </a:gs>
                <a:gs pos="42857">
                  <a:srgbClr val="FFA924">
                    <a:alpha val="17075"/>
                  </a:srgbClr>
                </a:gs>
                <a:gs pos="57143">
                  <a:srgbClr val="FFA924">
                    <a:alpha val="9855"/>
                  </a:srgbClr>
                </a:gs>
                <a:gs pos="71429">
                  <a:srgbClr val="FFA924">
                    <a:alpha val="4740"/>
                  </a:srgbClr>
                </a:gs>
                <a:gs pos="85714">
                  <a:srgbClr val="FFA924">
                    <a:alpha val="1902"/>
                  </a:srgbClr>
                </a:gs>
                <a:gs pos="100000">
                  <a:srgbClr val="FFA9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10004353">
              <a:off x="1847136" y="1414191"/>
              <a:ext cx="306887" cy="229218"/>
            </a:xfrm>
            <a:prstGeom prst="ellipse">
              <a:avLst/>
            </a:prstGeom>
            <a:gradFill>
              <a:gsLst>
                <a:gs pos="0">
                  <a:srgbClr val="FF6300">
                    <a:alpha val="32968"/>
                  </a:srgbClr>
                </a:gs>
                <a:gs pos="14286">
                  <a:srgbClr val="FF6300">
                    <a:alpha val="30764"/>
                  </a:srgbClr>
                </a:gs>
                <a:gs pos="28571">
                  <a:srgbClr val="FF6300">
                    <a:alpha val="24833"/>
                  </a:srgbClr>
                </a:gs>
                <a:gs pos="42857">
                  <a:srgbClr val="FF6300">
                    <a:alpha val="17075"/>
                  </a:srgbClr>
                </a:gs>
                <a:gs pos="57143">
                  <a:srgbClr val="FF6300">
                    <a:alpha val="9855"/>
                  </a:srgbClr>
                </a:gs>
                <a:gs pos="71429">
                  <a:srgbClr val="FF6300">
                    <a:alpha val="4740"/>
                  </a:srgbClr>
                </a:gs>
                <a:gs pos="85714">
                  <a:srgbClr val="FF6300">
                    <a:alpha val="1902"/>
                  </a:srgbClr>
                </a:gs>
                <a:gs pos="100000">
                  <a:srgbClr val="FF6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4559257">
              <a:off x="1059553" y="1693513"/>
              <a:ext cx="371290" cy="270051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6171734">
              <a:off x="3304185" y="2108597"/>
              <a:ext cx="396246" cy="48313"/>
            </a:xfrm>
            <a:prstGeom prst="ellipse">
              <a:avLst/>
            </a:prstGeom>
            <a:gradFill>
              <a:gsLst>
                <a:gs pos="0">
                  <a:srgbClr val="1D004A">
                    <a:alpha val="2716"/>
                  </a:srgbClr>
                </a:gs>
                <a:gs pos="14286">
                  <a:srgbClr val="1D004A">
                    <a:alpha val="2499"/>
                  </a:srgbClr>
                </a:gs>
                <a:gs pos="28571">
                  <a:srgbClr val="1D004A">
                    <a:alpha val="1946"/>
                  </a:srgbClr>
                </a:gs>
                <a:gs pos="42857">
                  <a:srgbClr val="1D004A">
                    <a:alpha val="1281"/>
                  </a:srgbClr>
                </a:gs>
                <a:gs pos="57143">
                  <a:srgbClr val="1D004A">
                    <a:alpha val="712"/>
                  </a:srgbClr>
                </a:gs>
                <a:gs pos="71429">
                  <a:srgbClr val="1D004A">
                    <a:alpha val="334"/>
                  </a:srgbClr>
                </a:gs>
                <a:gs pos="85714">
                  <a:srgbClr val="1D004A">
                    <a:alpha val="132"/>
                  </a:srgbClr>
                </a:gs>
                <a:gs pos="100000">
                  <a:srgbClr val="1D004A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5400000">
              <a:off x="1036249" y="1322243"/>
              <a:ext cx="41337" cy="41337"/>
            </a:xfrm>
            <a:prstGeom prst="ellipse">
              <a:avLst/>
            </a:prstGeom>
            <a:gradFill>
              <a:gsLst>
                <a:gs pos="0">
                  <a:srgbClr val="FF2AFF">
                    <a:alpha val="18705"/>
                  </a:srgbClr>
                </a:gs>
                <a:gs pos="14286">
                  <a:srgbClr val="FF2AFF">
                    <a:alpha val="17332"/>
                  </a:srgbClr>
                </a:gs>
                <a:gs pos="28571">
                  <a:srgbClr val="FF2AFF">
                    <a:alpha val="13738"/>
                  </a:srgbClr>
                </a:gs>
                <a:gs pos="42857">
                  <a:srgbClr val="FF2AFF">
                    <a:alpha val="9238"/>
                  </a:srgbClr>
                </a:gs>
                <a:gs pos="57143">
                  <a:srgbClr val="FF2AFF">
                    <a:alpha val="5230"/>
                  </a:srgbClr>
                </a:gs>
                <a:gs pos="71429">
                  <a:srgbClr val="FF2AFF">
                    <a:alpha val="2483"/>
                  </a:srgbClr>
                </a:gs>
                <a:gs pos="85714">
                  <a:srgbClr val="FF2AFF">
                    <a:alpha val="989"/>
                  </a:srgbClr>
                </a:gs>
                <a:gs pos="100000">
                  <a:srgbClr val="FF2AFF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9886545">
              <a:off x="1919921" y="3452280"/>
              <a:ext cx="501312" cy="70986"/>
            </a:xfrm>
            <a:prstGeom prst="ellipse">
              <a:avLst/>
            </a:prstGeom>
            <a:gradFill>
              <a:gsLst>
                <a:gs pos="0">
                  <a:srgbClr val="050006">
                    <a:alpha val="12555"/>
                  </a:srgbClr>
                </a:gs>
                <a:gs pos="14286">
                  <a:srgbClr val="050006">
                    <a:alpha val="11601"/>
                  </a:srgbClr>
                </a:gs>
                <a:gs pos="28571">
                  <a:srgbClr val="050006">
                    <a:alpha val="9130"/>
                  </a:srgbClr>
                </a:gs>
                <a:gs pos="42857">
                  <a:srgbClr val="050006">
                    <a:alpha val="6087"/>
                  </a:srgbClr>
                </a:gs>
                <a:gs pos="57143">
                  <a:srgbClr val="050006">
                    <a:alpha val="3420"/>
                  </a:srgbClr>
                </a:gs>
                <a:gs pos="71429">
                  <a:srgbClr val="050006">
                    <a:alpha val="1616"/>
                  </a:srgbClr>
                </a:gs>
                <a:gs pos="85714">
                  <a:srgbClr val="050006">
                    <a:alpha val="642"/>
                  </a:srgbClr>
                </a:gs>
                <a:gs pos="100000">
                  <a:srgbClr val="050006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3572709">
              <a:off x="1144653" y="1828654"/>
              <a:ext cx="68461" cy="17290"/>
            </a:xfrm>
            <a:prstGeom prst="ellipse">
              <a:avLst/>
            </a:prstGeom>
            <a:gradFill>
              <a:gsLst>
                <a:gs pos="0">
                  <a:srgbClr val="A26DFF">
                    <a:alpha val="16728"/>
                  </a:srgbClr>
                </a:gs>
                <a:gs pos="14286">
                  <a:srgbClr val="A26DFF">
                    <a:alpha val="15486"/>
                  </a:srgbClr>
                </a:gs>
                <a:gs pos="28571">
                  <a:srgbClr val="A26DFF">
                    <a:alpha val="12246"/>
                  </a:srgbClr>
                </a:gs>
                <a:gs pos="42857">
                  <a:srgbClr val="A26DFF">
                    <a:alpha val="8212"/>
                  </a:srgbClr>
                </a:gs>
                <a:gs pos="57143">
                  <a:srgbClr val="A26DFF">
                    <a:alpha val="4637"/>
                  </a:srgbClr>
                </a:gs>
                <a:gs pos="71429">
                  <a:srgbClr val="A26DFF">
                    <a:alpha val="2198"/>
                  </a:srgbClr>
                </a:gs>
                <a:gs pos="85714">
                  <a:srgbClr val="A26DFF">
                    <a:alpha val="875"/>
                  </a:srgbClr>
                </a:gs>
                <a:gs pos="100000">
                  <a:srgbClr val="A26DF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5144833">
              <a:off x="1418289" y="2199032"/>
              <a:ext cx="332964" cy="248664"/>
            </a:xfrm>
            <a:prstGeom prst="ellipse">
              <a:avLst/>
            </a:prstGeom>
            <a:gradFill>
              <a:gsLst>
                <a:gs pos="0">
                  <a:srgbClr val="91D6FF">
                    <a:alpha val="32968"/>
                  </a:srgbClr>
                </a:gs>
                <a:gs pos="14286">
                  <a:srgbClr val="91D6FF">
                    <a:alpha val="30764"/>
                  </a:srgbClr>
                </a:gs>
                <a:gs pos="28571">
                  <a:srgbClr val="91D6FF">
                    <a:alpha val="24833"/>
                  </a:srgbClr>
                </a:gs>
                <a:gs pos="42857">
                  <a:srgbClr val="91D6FF">
                    <a:alpha val="17075"/>
                  </a:srgbClr>
                </a:gs>
                <a:gs pos="57143">
                  <a:srgbClr val="91D6FF">
                    <a:alpha val="9855"/>
                  </a:srgbClr>
                </a:gs>
                <a:gs pos="71429">
                  <a:srgbClr val="91D6FF">
                    <a:alpha val="4740"/>
                  </a:srgbClr>
                </a:gs>
                <a:gs pos="85714">
                  <a:srgbClr val="91D6FF">
                    <a:alpha val="1902"/>
                  </a:srgbClr>
                </a:gs>
                <a:gs pos="100000">
                  <a:srgbClr val="91D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10408829">
              <a:off x="2290312" y="1120485"/>
              <a:ext cx="260739" cy="176451"/>
            </a:xfrm>
            <a:prstGeom prst="ellipse">
              <a:avLst/>
            </a:prstGeom>
            <a:gradFill>
              <a:gsLst>
                <a:gs pos="0">
                  <a:srgbClr val="FF7500">
                    <a:alpha val="32968"/>
                  </a:srgbClr>
                </a:gs>
                <a:gs pos="14286">
                  <a:srgbClr val="FF7500">
                    <a:alpha val="30764"/>
                  </a:srgbClr>
                </a:gs>
                <a:gs pos="28571">
                  <a:srgbClr val="FF7500">
                    <a:alpha val="24833"/>
                  </a:srgbClr>
                </a:gs>
                <a:gs pos="42857">
                  <a:srgbClr val="FF7500">
                    <a:alpha val="17075"/>
                  </a:srgbClr>
                </a:gs>
                <a:gs pos="57143">
                  <a:srgbClr val="FF7500">
                    <a:alpha val="9855"/>
                  </a:srgbClr>
                </a:gs>
                <a:gs pos="71429">
                  <a:srgbClr val="FF7500">
                    <a:alpha val="4740"/>
                  </a:srgbClr>
                </a:gs>
                <a:gs pos="85714">
                  <a:srgbClr val="FF7500">
                    <a:alpha val="1902"/>
                  </a:srgbClr>
                </a:gs>
                <a:gs pos="100000">
                  <a:srgbClr val="FF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6901455">
              <a:off x="1248227" y="2361941"/>
              <a:ext cx="265283" cy="191757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-8947553">
              <a:off x="1207898" y="2090612"/>
              <a:ext cx="352328" cy="247360"/>
            </a:xfrm>
            <a:prstGeom prst="ellipse">
              <a:avLst/>
            </a:prstGeom>
            <a:gradFill>
              <a:gsLst>
                <a:gs pos="0">
                  <a:srgbClr val="5600FF">
                    <a:alpha val="32968"/>
                  </a:srgbClr>
                </a:gs>
                <a:gs pos="14286">
                  <a:srgbClr val="5600FF">
                    <a:alpha val="30764"/>
                  </a:srgbClr>
                </a:gs>
                <a:gs pos="28571">
                  <a:srgbClr val="5600FF">
                    <a:alpha val="24833"/>
                  </a:srgbClr>
                </a:gs>
                <a:gs pos="42857">
                  <a:srgbClr val="5600FF">
                    <a:alpha val="17075"/>
                  </a:srgbClr>
                </a:gs>
                <a:gs pos="57143">
                  <a:srgbClr val="5600FF">
                    <a:alpha val="9855"/>
                  </a:srgbClr>
                </a:gs>
                <a:gs pos="71429">
                  <a:srgbClr val="5600FF">
                    <a:alpha val="4740"/>
                  </a:srgbClr>
                </a:gs>
                <a:gs pos="85714">
                  <a:srgbClr val="5600FF">
                    <a:alpha val="1902"/>
                  </a:srgbClr>
                </a:gs>
                <a:gs pos="100000">
                  <a:srgbClr val="56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5285685">
              <a:off x="1525289" y="2316647"/>
              <a:ext cx="325474" cy="215186"/>
            </a:xfrm>
            <a:prstGeom prst="ellipse">
              <a:avLst/>
            </a:prstGeom>
            <a:gradFill>
              <a:gsLst>
                <a:gs pos="0">
                  <a:srgbClr val="EF00FF">
                    <a:alpha val="32968"/>
                  </a:srgbClr>
                </a:gs>
                <a:gs pos="14286">
                  <a:srgbClr val="EF00FF">
                    <a:alpha val="30764"/>
                  </a:srgbClr>
                </a:gs>
                <a:gs pos="28571">
                  <a:srgbClr val="EF00FF">
                    <a:alpha val="24833"/>
                  </a:srgbClr>
                </a:gs>
                <a:gs pos="42857">
                  <a:srgbClr val="EF00FF">
                    <a:alpha val="17075"/>
                  </a:srgbClr>
                </a:gs>
                <a:gs pos="57143">
                  <a:srgbClr val="EF00FF">
                    <a:alpha val="9855"/>
                  </a:srgbClr>
                </a:gs>
                <a:gs pos="71429">
                  <a:srgbClr val="EF00FF">
                    <a:alpha val="4740"/>
                  </a:srgbClr>
                </a:gs>
                <a:gs pos="85714">
                  <a:srgbClr val="EF00FF">
                    <a:alpha val="1902"/>
                  </a:srgbClr>
                </a:gs>
                <a:gs pos="100000">
                  <a:srgbClr val="E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7016360">
              <a:off x="1494675" y="1328576"/>
              <a:ext cx="309303" cy="207798"/>
            </a:xfrm>
            <a:prstGeom prst="ellipse">
              <a:avLst/>
            </a:prstGeom>
            <a:gradFill>
              <a:gsLst>
                <a:gs pos="0">
                  <a:srgbClr val="FF27FF">
                    <a:alpha val="32968"/>
                  </a:srgbClr>
                </a:gs>
                <a:gs pos="14286">
                  <a:srgbClr val="FF27FF">
                    <a:alpha val="30764"/>
                  </a:srgbClr>
                </a:gs>
                <a:gs pos="28571">
                  <a:srgbClr val="FF27FF">
                    <a:alpha val="24833"/>
                  </a:srgbClr>
                </a:gs>
                <a:gs pos="42857">
                  <a:srgbClr val="FF27FF">
                    <a:alpha val="17075"/>
                  </a:srgbClr>
                </a:gs>
                <a:gs pos="57143">
                  <a:srgbClr val="FF27FF">
                    <a:alpha val="9855"/>
                  </a:srgbClr>
                </a:gs>
                <a:gs pos="71429">
                  <a:srgbClr val="FF27FF">
                    <a:alpha val="4740"/>
                  </a:srgbClr>
                </a:gs>
                <a:gs pos="85714">
                  <a:srgbClr val="FF27FF">
                    <a:alpha val="1902"/>
                  </a:srgbClr>
                </a:gs>
                <a:gs pos="100000">
                  <a:srgbClr val="FF2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10704590">
              <a:off x="1690631" y="2631065"/>
              <a:ext cx="154394" cy="150043"/>
            </a:xfrm>
            <a:prstGeom prst="ellipse">
              <a:avLst/>
            </a:prstGeom>
            <a:gradFill>
              <a:gsLst>
                <a:gs pos="0">
                  <a:srgbClr val="50FFFF">
                    <a:alpha val="32968"/>
                  </a:srgbClr>
                </a:gs>
                <a:gs pos="14286">
                  <a:srgbClr val="50FFFF">
                    <a:alpha val="30764"/>
                  </a:srgbClr>
                </a:gs>
                <a:gs pos="28571">
                  <a:srgbClr val="50FFFF">
                    <a:alpha val="24833"/>
                  </a:srgbClr>
                </a:gs>
                <a:gs pos="42857">
                  <a:srgbClr val="50FFFF">
                    <a:alpha val="17075"/>
                  </a:srgbClr>
                </a:gs>
                <a:gs pos="57143">
                  <a:srgbClr val="50FFFF">
                    <a:alpha val="9855"/>
                  </a:srgbClr>
                </a:gs>
                <a:gs pos="71429">
                  <a:srgbClr val="50FFFF">
                    <a:alpha val="4740"/>
                  </a:srgbClr>
                </a:gs>
                <a:gs pos="85714">
                  <a:srgbClr val="50FFFF">
                    <a:alpha val="1902"/>
                  </a:srgbClr>
                </a:gs>
                <a:gs pos="100000">
                  <a:srgbClr val="5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3714737">
              <a:off x="1149997" y="1781042"/>
              <a:ext cx="68461" cy="17185"/>
            </a:xfrm>
            <a:prstGeom prst="ellipse">
              <a:avLst/>
            </a:prstGeom>
            <a:gradFill>
              <a:gsLst>
                <a:gs pos="0">
                  <a:srgbClr val="AE6EFF">
                    <a:alpha val="16805"/>
                  </a:srgbClr>
                </a:gs>
                <a:gs pos="14286">
                  <a:srgbClr val="AE6EFF">
                    <a:alpha val="15557"/>
                  </a:srgbClr>
                </a:gs>
                <a:gs pos="28571">
                  <a:srgbClr val="AE6EFF">
                    <a:alpha val="12304"/>
                  </a:srgbClr>
                </a:gs>
                <a:gs pos="42857">
                  <a:srgbClr val="AE6EFF">
                    <a:alpha val="8251"/>
                  </a:srgbClr>
                </a:gs>
                <a:gs pos="57143">
                  <a:srgbClr val="AE6EFF">
                    <a:alpha val="4660"/>
                  </a:srgbClr>
                </a:gs>
                <a:gs pos="71429">
                  <a:srgbClr val="AE6EFF">
                    <a:alpha val="2209"/>
                  </a:srgbClr>
                </a:gs>
                <a:gs pos="85714">
                  <a:srgbClr val="AE6EFF">
                    <a:alpha val="879"/>
                  </a:srgbClr>
                </a:gs>
                <a:gs pos="100000">
                  <a:srgbClr val="AE6EFF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9393028">
              <a:off x="2027541" y="1581425"/>
              <a:ext cx="59772" cy="14943"/>
            </a:xfrm>
            <a:prstGeom prst="ellipse">
              <a:avLst/>
            </a:prstGeom>
            <a:gradFill>
              <a:gsLst>
                <a:gs pos="0">
                  <a:srgbClr val="FFFFB6">
                    <a:alpha val="18441"/>
                  </a:srgbClr>
                </a:gs>
                <a:gs pos="14286">
                  <a:srgbClr val="FFFFB6">
                    <a:alpha val="17086"/>
                  </a:srgbClr>
                </a:gs>
                <a:gs pos="28571">
                  <a:srgbClr val="FFFFB6">
                    <a:alpha val="13539"/>
                  </a:srgbClr>
                </a:gs>
                <a:gs pos="42857">
                  <a:srgbClr val="FFFFB6">
                    <a:alpha val="9101"/>
                  </a:srgbClr>
                </a:gs>
                <a:gs pos="57143">
                  <a:srgbClr val="FFFFB6">
                    <a:alpha val="5150"/>
                  </a:srgbClr>
                </a:gs>
                <a:gs pos="71429">
                  <a:srgbClr val="FFFFB6">
                    <a:alpha val="2445"/>
                  </a:srgbClr>
                </a:gs>
                <a:gs pos="85714">
                  <a:srgbClr val="FFFFB6">
                    <a:alpha val="974"/>
                  </a:srgbClr>
                </a:gs>
                <a:gs pos="100000">
                  <a:srgbClr val="FFFFB6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10046090">
              <a:off x="2267803" y="1164785"/>
              <a:ext cx="267093" cy="190878"/>
            </a:xfrm>
            <a:prstGeom prst="ellipse">
              <a:avLst/>
            </a:prstGeom>
            <a:gradFill>
              <a:gsLst>
                <a:gs pos="0">
                  <a:srgbClr val="FF7D39">
                    <a:alpha val="32968"/>
                  </a:srgbClr>
                </a:gs>
                <a:gs pos="14286">
                  <a:srgbClr val="FF7D39">
                    <a:alpha val="30764"/>
                  </a:srgbClr>
                </a:gs>
                <a:gs pos="28571">
                  <a:srgbClr val="FF7D39">
                    <a:alpha val="24833"/>
                  </a:srgbClr>
                </a:gs>
                <a:gs pos="42857">
                  <a:srgbClr val="FF7D39">
                    <a:alpha val="17075"/>
                  </a:srgbClr>
                </a:gs>
                <a:gs pos="57143">
                  <a:srgbClr val="FF7D39">
                    <a:alpha val="9855"/>
                  </a:srgbClr>
                </a:gs>
                <a:gs pos="71429">
                  <a:srgbClr val="FF7D39">
                    <a:alpha val="4740"/>
                  </a:srgbClr>
                </a:gs>
                <a:gs pos="85714">
                  <a:srgbClr val="FF7D39">
                    <a:alpha val="1902"/>
                  </a:srgbClr>
                </a:gs>
                <a:gs pos="100000">
                  <a:srgbClr val="FF7D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9476700">
              <a:off x="1210910" y="1446817"/>
              <a:ext cx="402348" cy="296277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8948412">
              <a:off x="1416543" y="1569290"/>
              <a:ext cx="457058" cy="181109"/>
            </a:xfrm>
            <a:prstGeom prst="ellipse">
              <a:avLst/>
            </a:prstGeom>
            <a:gradFill>
              <a:gsLst>
                <a:gs pos="0">
                  <a:srgbClr val="FFA7FF">
                    <a:alpha val="32968"/>
                  </a:srgbClr>
                </a:gs>
                <a:gs pos="14286">
                  <a:srgbClr val="FFA7FF">
                    <a:alpha val="30764"/>
                  </a:srgbClr>
                </a:gs>
                <a:gs pos="28571">
                  <a:srgbClr val="FFA7FF">
                    <a:alpha val="24833"/>
                  </a:srgbClr>
                </a:gs>
                <a:gs pos="42857">
                  <a:srgbClr val="FFA7FF">
                    <a:alpha val="17075"/>
                  </a:srgbClr>
                </a:gs>
                <a:gs pos="57143">
                  <a:srgbClr val="FFA7FF">
                    <a:alpha val="9855"/>
                  </a:srgbClr>
                </a:gs>
                <a:gs pos="71429">
                  <a:srgbClr val="FFA7FF">
                    <a:alpha val="4740"/>
                  </a:srgbClr>
                </a:gs>
                <a:gs pos="85714">
                  <a:srgbClr val="FFA7FF">
                    <a:alpha val="1902"/>
                  </a:srgbClr>
                </a:gs>
                <a:gs pos="100000">
                  <a:srgbClr val="FFA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4537505">
              <a:off x="3304040" y="1426475"/>
              <a:ext cx="415479" cy="42490"/>
            </a:xfrm>
            <a:prstGeom prst="ellipse">
              <a:avLst/>
            </a:prstGeom>
            <a:gradFill>
              <a:gsLst>
                <a:gs pos="0">
                  <a:srgbClr val="00004C">
                    <a:alpha val="2061"/>
                  </a:srgbClr>
                </a:gs>
                <a:gs pos="14286">
                  <a:srgbClr val="00004C">
                    <a:alpha val="1896"/>
                  </a:srgbClr>
                </a:gs>
                <a:gs pos="28571">
                  <a:srgbClr val="00004C">
                    <a:alpha val="1475"/>
                  </a:srgbClr>
                </a:gs>
                <a:gs pos="42857">
                  <a:srgbClr val="00004C">
                    <a:alpha val="970"/>
                  </a:srgbClr>
                </a:gs>
                <a:gs pos="57143">
                  <a:srgbClr val="00004C">
                    <a:alpha val="539"/>
                  </a:srgbClr>
                </a:gs>
                <a:gs pos="71429">
                  <a:srgbClr val="00004C">
                    <a:alpha val="253"/>
                  </a:srgbClr>
                </a:gs>
                <a:gs pos="85714">
                  <a:srgbClr val="00004C">
                    <a:alpha val="100"/>
                  </a:srgbClr>
                </a:gs>
                <a:gs pos="100000">
                  <a:srgbClr val="00004C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10347896">
              <a:off x="1537817" y="803582"/>
              <a:ext cx="62054" cy="15513"/>
            </a:xfrm>
            <a:prstGeom prst="ellipse">
              <a:avLst/>
            </a:prstGeom>
            <a:gradFill>
              <a:gsLst>
                <a:gs pos="0">
                  <a:srgbClr val="FF0033">
                    <a:alpha val="18028"/>
                  </a:srgbClr>
                </a:gs>
                <a:gs pos="14286">
                  <a:srgbClr val="FF0033">
                    <a:alpha val="16699"/>
                  </a:srgbClr>
                </a:gs>
                <a:gs pos="28571">
                  <a:srgbClr val="FF0033">
                    <a:alpha val="13226"/>
                  </a:srgbClr>
                </a:gs>
                <a:gs pos="42857">
                  <a:srgbClr val="FF0033">
                    <a:alpha val="8886"/>
                  </a:srgbClr>
                </a:gs>
                <a:gs pos="57143">
                  <a:srgbClr val="FF0033">
                    <a:alpha val="5026"/>
                  </a:srgbClr>
                </a:gs>
                <a:gs pos="71429">
                  <a:srgbClr val="FF0033">
                    <a:alpha val="2385"/>
                  </a:srgbClr>
                </a:gs>
                <a:gs pos="85714">
                  <a:srgbClr val="FF0033">
                    <a:alpha val="950"/>
                  </a:srgbClr>
                </a:gs>
                <a:gs pos="100000">
                  <a:srgbClr val="FF0033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10508375">
              <a:off x="1849197" y="1146288"/>
              <a:ext cx="325563" cy="241520"/>
            </a:xfrm>
            <a:prstGeom prst="ellipse">
              <a:avLst/>
            </a:prstGeom>
            <a:gradFill>
              <a:gsLst>
                <a:gs pos="0">
                  <a:srgbClr val="FF946B">
                    <a:alpha val="32968"/>
                  </a:srgbClr>
                </a:gs>
                <a:gs pos="14286">
                  <a:srgbClr val="FF946B">
                    <a:alpha val="30764"/>
                  </a:srgbClr>
                </a:gs>
                <a:gs pos="28571">
                  <a:srgbClr val="FF946B">
                    <a:alpha val="24833"/>
                  </a:srgbClr>
                </a:gs>
                <a:gs pos="42857">
                  <a:srgbClr val="FF946B">
                    <a:alpha val="17075"/>
                  </a:srgbClr>
                </a:gs>
                <a:gs pos="57143">
                  <a:srgbClr val="FF946B">
                    <a:alpha val="9855"/>
                  </a:srgbClr>
                </a:gs>
                <a:gs pos="71429">
                  <a:srgbClr val="FF946B">
                    <a:alpha val="4740"/>
                  </a:srgbClr>
                </a:gs>
                <a:gs pos="85714">
                  <a:srgbClr val="FF946B">
                    <a:alpha val="1902"/>
                  </a:srgbClr>
                </a:gs>
                <a:gs pos="100000">
                  <a:srgbClr val="FF94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7696172">
              <a:off x="2074133" y="1055658"/>
              <a:ext cx="282255" cy="209610"/>
            </a:xfrm>
            <a:prstGeom prst="ellipse">
              <a:avLst/>
            </a:prstGeom>
            <a:gradFill>
              <a:gsLst>
                <a:gs pos="0">
                  <a:srgbClr val="FF609A">
                    <a:alpha val="32968"/>
                  </a:srgbClr>
                </a:gs>
                <a:gs pos="14286">
                  <a:srgbClr val="FF609A">
                    <a:alpha val="30764"/>
                  </a:srgbClr>
                </a:gs>
                <a:gs pos="28571">
                  <a:srgbClr val="FF609A">
                    <a:alpha val="24833"/>
                  </a:srgbClr>
                </a:gs>
                <a:gs pos="42857">
                  <a:srgbClr val="FF609A">
                    <a:alpha val="17075"/>
                  </a:srgbClr>
                </a:gs>
                <a:gs pos="57143">
                  <a:srgbClr val="FF609A">
                    <a:alpha val="9855"/>
                  </a:srgbClr>
                </a:gs>
                <a:gs pos="71429">
                  <a:srgbClr val="FF609A">
                    <a:alpha val="4740"/>
                  </a:srgbClr>
                </a:gs>
                <a:gs pos="85714">
                  <a:srgbClr val="FF609A">
                    <a:alpha val="1902"/>
                  </a:srgbClr>
                </a:gs>
                <a:gs pos="100000">
                  <a:srgbClr val="FF60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8818428">
              <a:off x="1029476" y="1011293"/>
              <a:ext cx="68461" cy="17390"/>
            </a:xfrm>
            <a:prstGeom prst="ellipse">
              <a:avLst/>
            </a:prstGeom>
            <a:gradFill>
              <a:gsLst>
                <a:gs pos="0">
                  <a:srgbClr val="ED00AE">
                    <a:alpha val="16654"/>
                  </a:srgbClr>
                </a:gs>
                <a:gs pos="14286">
                  <a:srgbClr val="ED00AE">
                    <a:alpha val="15416"/>
                  </a:srgbClr>
                </a:gs>
                <a:gs pos="28571">
                  <a:srgbClr val="ED00AE">
                    <a:alpha val="12190"/>
                  </a:srgbClr>
                </a:gs>
                <a:gs pos="42857">
                  <a:srgbClr val="ED00AE">
                    <a:alpha val="8174"/>
                  </a:srgbClr>
                </a:gs>
                <a:gs pos="57143">
                  <a:srgbClr val="ED00AE">
                    <a:alpha val="4615"/>
                  </a:srgbClr>
                </a:gs>
                <a:gs pos="71429">
                  <a:srgbClr val="ED00AE">
                    <a:alpha val="2187"/>
                  </a:srgbClr>
                </a:gs>
                <a:gs pos="85714">
                  <a:srgbClr val="ED00AE">
                    <a:alpha val="871"/>
                  </a:srgbClr>
                </a:gs>
                <a:gs pos="100000">
                  <a:srgbClr val="ED00AE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7644933">
              <a:off x="2470806" y="2379723"/>
              <a:ext cx="68461" cy="17190"/>
            </a:xfrm>
            <a:prstGeom prst="ellipse">
              <a:avLst/>
            </a:prstGeom>
            <a:gradFill>
              <a:gsLst>
                <a:gs pos="0">
                  <a:srgbClr val="00FF2C">
                    <a:alpha val="16801"/>
                  </a:srgbClr>
                </a:gs>
                <a:gs pos="14286">
                  <a:srgbClr val="00FF2C">
                    <a:alpha val="15554"/>
                  </a:srgbClr>
                </a:gs>
                <a:gs pos="28571">
                  <a:srgbClr val="00FF2C">
                    <a:alpha val="12301"/>
                  </a:srgbClr>
                </a:gs>
                <a:gs pos="42857">
                  <a:srgbClr val="00FF2C">
                    <a:alpha val="8250"/>
                  </a:srgbClr>
                </a:gs>
                <a:gs pos="57143">
                  <a:srgbClr val="00FF2C">
                    <a:alpha val="4659"/>
                  </a:srgbClr>
                </a:gs>
                <a:gs pos="71429">
                  <a:srgbClr val="00FF2C">
                    <a:alpha val="2208"/>
                  </a:srgbClr>
                </a:gs>
                <a:gs pos="85714">
                  <a:srgbClr val="00FF2C">
                    <a:alpha val="879"/>
                  </a:srgbClr>
                </a:gs>
                <a:gs pos="100000">
                  <a:srgbClr val="00FF2C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-8288053">
              <a:off x="2246794" y="1004970"/>
              <a:ext cx="333503" cy="212187"/>
            </a:xfrm>
            <a:prstGeom prst="ellipse">
              <a:avLst/>
            </a:prstGeom>
            <a:gradFill>
              <a:gsLst>
                <a:gs pos="0">
                  <a:srgbClr val="FF7500">
                    <a:alpha val="32968"/>
                  </a:srgbClr>
                </a:gs>
                <a:gs pos="14286">
                  <a:srgbClr val="FF7500">
                    <a:alpha val="30764"/>
                  </a:srgbClr>
                </a:gs>
                <a:gs pos="28571">
                  <a:srgbClr val="FF7500">
                    <a:alpha val="24833"/>
                  </a:srgbClr>
                </a:gs>
                <a:gs pos="42857">
                  <a:srgbClr val="FF7500">
                    <a:alpha val="17075"/>
                  </a:srgbClr>
                </a:gs>
                <a:gs pos="57143">
                  <a:srgbClr val="FF7500">
                    <a:alpha val="9855"/>
                  </a:srgbClr>
                </a:gs>
                <a:gs pos="71429">
                  <a:srgbClr val="FF7500">
                    <a:alpha val="4740"/>
                  </a:srgbClr>
                </a:gs>
                <a:gs pos="85714">
                  <a:srgbClr val="FF7500">
                    <a:alpha val="1902"/>
                  </a:srgbClr>
                </a:gs>
                <a:gs pos="100000">
                  <a:srgbClr val="FF7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3745180">
              <a:off x="1111500" y="1525133"/>
              <a:ext cx="68461" cy="17395"/>
            </a:xfrm>
            <a:prstGeom prst="ellipse">
              <a:avLst/>
            </a:prstGeom>
            <a:gradFill>
              <a:gsLst>
                <a:gs pos="0">
                  <a:srgbClr val="E257FF">
                    <a:alpha val="16650"/>
                  </a:srgbClr>
                </a:gs>
                <a:gs pos="14286">
                  <a:srgbClr val="E257FF">
                    <a:alpha val="15413"/>
                  </a:srgbClr>
                </a:gs>
                <a:gs pos="28571">
                  <a:srgbClr val="E257FF">
                    <a:alpha val="12188"/>
                  </a:srgbClr>
                </a:gs>
                <a:gs pos="42857">
                  <a:srgbClr val="E257FF">
                    <a:alpha val="8172"/>
                  </a:srgbClr>
                </a:gs>
                <a:gs pos="57143">
                  <a:srgbClr val="E257FF">
                    <a:alpha val="4614"/>
                  </a:srgbClr>
                </a:gs>
                <a:gs pos="71429">
                  <a:srgbClr val="E257FF">
                    <a:alpha val="2187"/>
                  </a:srgbClr>
                </a:gs>
                <a:gs pos="85714">
                  <a:srgbClr val="E257FF">
                    <a:alpha val="871"/>
                  </a:srgbClr>
                </a:gs>
                <a:gs pos="100000">
                  <a:srgbClr val="E257F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3665204">
              <a:off x="1119604" y="1467438"/>
              <a:ext cx="68461" cy="17192"/>
            </a:xfrm>
            <a:prstGeom prst="ellipse">
              <a:avLst/>
            </a:prstGeom>
            <a:gradFill>
              <a:gsLst>
                <a:gs pos="0">
                  <a:srgbClr val="EF53FF">
                    <a:alpha val="16800"/>
                  </a:srgbClr>
                </a:gs>
                <a:gs pos="14286">
                  <a:srgbClr val="EF53FF">
                    <a:alpha val="15553"/>
                  </a:srgbClr>
                </a:gs>
                <a:gs pos="28571">
                  <a:srgbClr val="EF53FF">
                    <a:alpha val="12300"/>
                  </a:srgbClr>
                </a:gs>
                <a:gs pos="42857">
                  <a:srgbClr val="EF53FF">
                    <a:alpha val="8249"/>
                  </a:srgbClr>
                </a:gs>
                <a:gs pos="57143">
                  <a:srgbClr val="EF53FF">
                    <a:alpha val="4658"/>
                  </a:srgbClr>
                </a:gs>
                <a:gs pos="71429">
                  <a:srgbClr val="EF53FF">
                    <a:alpha val="2208"/>
                  </a:srgbClr>
                </a:gs>
                <a:gs pos="85714">
                  <a:srgbClr val="EF53FF">
                    <a:alpha val="879"/>
                  </a:srgbClr>
                </a:gs>
                <a:gs pos="100000">
                  <a:srgbClr val="EF53FF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9241250">
              <a:off x="2160129" y="1507731"/>
              <a:ext cx="57643" cy="14411"/>
            </a:xfrm>
            <a:prstGeom prst="ellipse">
              <a:avLst/>
            </a:prstGeom>
            <a:gradFill>
              <a:gsLst>
                <a:gs pos="0">
                  <a:srgbClr val="FFFF8A">
                    <a:alpha val="18825"/>
                  </a:srgbClr>
                </a:gs>
                <a:gs pos="14286">
                  <a:srgbClr val="FFFF8A">
                    <a:alpha val="17444"/>
                  </a:srgbClr>
                </a:gs>
                <a:gs pos="28571">
                  <a:srgbClr val="FFFF8A">
                    <a:alpha val="13829"/>
                  </a:srgbClr>
                </a:gs>
                <a:gs pos="42857">
                  <a:srgbClr val="FFFF8A">
                    <a:alpha val="9301"/>
                  </a:srgbClr>
                </a:gs>
                <a:gs pos="57143">
                  <a:srgbClr val="FFFF8A">
                    <a:alpha val="5266"/>
                  </a:srgbClr>
                </a:gs>
                <a:gs pos="71429">
                  <a:srgbClr val="FFFF8A">
                    <a:alpha val="2500"/>
                  </a:srgbClr>
                </a:gs>
                <a:gs pos="85714">
                  <a:srgbClr val="FFFF8A">
                    <a:alpha val="996"/>
                  </a:srgbClr>
                </a:gs>
                <a:gs pos="100000">
                  <a:srgbClr val="FFFF8A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8535929">
              <a:off x="967698" y="1160586"/>
              <a:ext cx="65837" cy="16459"/>
            </a:xfrm>
            <a:prstGeom prst="ellipse">
              <a:avLst/>
            </a:prstGeom>
            <a:gradFill>
              <a:gsLst>
                <a:gs pos="0">
                  <a:srgbClr val="FF00DF">
                    <a:alpha val="17338"/>
                  </a:srgbClr>
                </a:gs>
                <a:gs pos="14286">
                  <a:srgbClr val="FF00DF">
                    <a:alpha val="16055"/>
                  </a:srgbClr>
                </a:gs>
                <a:gs pos="28571">
                  <a:srgbClr val="FF00DF">
                    <a:alpha val="12706"/>
                  </a:srgbClr>
                </a:gs>
                <a:gs pos="42857">
                  <a:srgbClr val="FF00DF">
                    <a:alpha val="8527"/>
                  </a:srgbClr>
                </a:gs>
                <a:gs pos="57143">
                  <a:srgbClr val="FF00DF">
                    <a:alpha val="4819"/>
                  </a:srgbClr>
                </a:gs>
                <a:gs pos="71429">
                  <a:srgbClr val="FF00DF">
                    <a:alpha val="2285"/>
                  </a:srgbClr>
                </a:gs>
                <a:gs pos="85714">
                  <a:srgbClr val="FF00DF">
                    <a:alpha val="910"/>
                  </a:srgbClr>
                </a:gs>
                <a:gs pos="100000">
                  <a:srgbClr val="FF00D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8350359">
              <a:off x="905974" y="1056210"/>
              <a:ext cx="68461" cy="17285"/>
            </a:xfrm>
            <a:prstGeom prst="ellipse">
              <a:avLst/>
            </a:prstGeom>
            <a:gradFill>
              <a:gsLst>
                <a:gs pos="0">
                  <a:srgbClr val="DE00B7">
                    <a:alpha val="16731"/>
                  </a:srgbClr>
                </a:gs>
                <a:gs pos="14286">
                  <a:srgbClr val="DE00B7">
                    <a:alpha val="15489"/>
                  </a:srgbClr>
                </a:gs>
                <a:gs pos="28571">
                  <a:srgbClr val="DE00B7">
                    <a:alpha val="12249"/>
                  </a:srgbClr>
                </a:gs>
                <a:gs pos="42857">
                  <a:srgbClr val="DE00B7">
                    <a:alpha val="8214"/>
                  </a:srgbClr>
                </a:gs>
                <a:gs pos="57143">
                  <a:srgbClr val="DE00B7">
                    <a:alpha val="4638"/>
                  </a:srgbClr>
                </a:gs>
                <a:gs pos="71429">
                  <a:srgbClr val="DE00B7">
                    <a:alpha val="2198"/>
                  </a:srgbClr>
                </a:gs>
                <a:gs pos="85714">
                  <a:srgbClr val="DE00B7">
                    <a:alpha val="875"/>
                  </a:srgbClr>
                </a:gs>
                <a:gs pos="100000">
                  <a:srgbClr val="DE00B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10435358">
              <a:off x="2064367" y="1251691"/>
              <a:ext cx="363110" cy="255579"/>
            </a:xfrm>
            <a:prstGeom prst="ellipse">
              <a:avLst/>
            </a:prstGeom>
            <a:gradFill>
              <a:gsLst>
                <a:gs pos="0">
                  <a:srgbClr val="FF0042">
                    <a:alpha val="32968"/>
                  </a:srgbClr>
                </a:gs>
                <a:gs pos="14286">
                  <a:srgbClr val="FF0042">
                    <a:alpha val="30764"/>
                  </a:srgbClr>
                </a:gs>
                <a:gs pos="28571">
                  <a:srgbClr val="FF0042">
                    <a:alpha val="24833"/>
                  </a:srgbClr>
                </a:gs>
                <a:gs pos="42857">
                  <a:srgbClr val="FF0042">
                    <a:alpha val="17075"/>
                  </a:srgbClr>
                </a:gs>
                <a:gs pos="57143">
                  <a:srgbClr val="FF0042">
                    <a:alpha val="9855"/>
                  </a:srgbClr>
                </a:gs>
                <a:gs pos="71429">
                  <a:srgbClr val="FF0042">
                    <a:alpha val="4740"/>
                  </a:srgbClr>
                </a:gs>
                <a:gs pos="85714">
                  <a:srgbClr val="FF0042">
                    <a:alpha val="1902"/>
                  </a:srgbClr>
                </a:gs>
                <a:gs pos="100000">
                  <a:srgbClr val="FF00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9906707">
              <a:off x="1123631" y="1567345"/>
              <a:ext cx="284086" cy="215766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8653690">
              <a:off x="977542" y="984364"/>
              <a:ext cx="68461" cy="17561"/>
            </a:xfrm>
            <a:prstGeom prst="ellipse">
              <a:avLst/>
            </a:prstGeom>
            <a:gradFill>
              <a:gsLst>
                <a:gs pos="0">
                  <a:srgbClr val="DD00A5">
                    <a:alpha val="16527"/>
                  </a:srgbClr>
                </a:gs>
                <a:gs pos="14286">
                  <a:srgbClr val="DD00A5">
                    <a:alpha val="15299"/>
                  </a:srgbClr>
                </a:gs>
                <a:gs pos="28571">
                  <a:srgbClr val="DD00A5">
                    <a:alpha val="12096"/>
                  </a:srgbClr>
                </a:gs>
                <a:gs pos="42857">
                  <a:srgbClr val="DD00A5">
                    <a:alpha val="8109"/>
                  </a:srgbClr>
                </a:gs>
                <a:gs pos="57143">
                  <a:srgbClr val="DD00A5">
                    <a:alpha val="4578"/>
                  </a:srgbClr>
                </a:gs>
                <a:gs pos="71429">
                  <a:srgbClr val="DD00A5">
                    <a:alpha val="2169"/>
                  </a:srgbClr>
                </a:gs>
                <a:gs pos="85714">
                  <a:srgbClr val="DD00A5">
                    <a:alpha val="864"/>
                  </a:srgbClr>
                </a:gs>
                <a:gs pos="100000">
                  <a:srgbClr val="DD00A5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4998458">
              <a:off x="1328628" y="2388420"/>
              <a:ext cx="68461" cy="17492"/>
            </a:xfrm>
            <a:prstGeom prst="ellipse">
              <a:avLst/>
            </a:prstGeom>
            <a:gradFill>
              <a:gsLst>
                <a:gs pos="0">
                  <a:srgbClr val="3D9AFF">
                    <a:alpha val="16578"/>
                  </a:srgbClr>
                </a:gs>
                <a:gs pos="14286">
                  <a:srgbClr val="3D9AFF">
                    <a:alpha val="15346"/>
                  </a:srgbClr>
                </a:gs>
                <a:gs pos="28571">
                  <a:srgbClr val="3D9AFF">
                    <a:alpha val="12134"/>
                  </a:srgbClr>
                </a:gs>
                <a:gs pos="42857">
                  <a:srgbClr val="3D9AFF">
                    <a:alpha val="8135"/>
                  </a:srgbClr>
                </a:gs>
                <a:gs pos="57143">
                  <a:srgbClr val="3D9AFF">
                    <a:alpha val="4593"/>
                  </a:srgbClr>
                </a:gs>
                <a:gs pos="71429">
                  <a:srgbClr val="3D9AFF">
                    <a:alpha val="2177"/>
                  </a:srgbClr>
                </a:gs>
                <a:gs pos="85714">
                  <a:srgbClr val="3D9AFF">
                    <a:alpha val="866"/>
                  </a:srgbClr>
                </a:gs>
                <a:gs pos="100000">
                  <a:srgbClr val="3D9AFF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3697719">
              <a:off x="1111100" y="1722156"/>
              <a:ext cx="68461" cy="17333"/>
            </a:xfrm>
            <a:prstGeom prst="ellipse">
              <a:avLst/>
            </a:prstGeom>
            <a:gradFill>
              <a:gsLst>
                <a:gs pos="0">
                  <a:srgbClr val="B763FF">
                    <a:alpha val="16696"/>
                  </a:srgbClr>
                </a:gs>
                <a:gs pos="14286">
                  <a:srgbClr val="B763FF">
                    <a:alpha val="15456"/>
                  </a:srgbClr>
                </a:gs>
                <a:gs pos="28571">
                  <a:srgbClr val="B763FF">
                    <a:alpha val="12222"/>
                  </a:srgbClr>
                </a:gs>
                <a:gs pos="42857">
                  <a:srgbClr val="B763FF">
                    <a:alpha val="8195"/>
                  </a:srgbClr>
                </a:gs>
                <a:gs pos="57143">
                  <a:srgbClr val="B763FF">
                    <a:alpha val="4628"/>
                  </a:srgbClr>
                </a:gs>
                <a:gs pos="71429">
                  <a:srgbClr val="B763FF">
                    <a:alpha val="2193"/>
                  </a:srgbClr>
                </a:gs>
                <a:gs pos="85714">
                  <a:srgbClr val="B763FF">
                    <a:alpha val="873"/>
                  </a:srgbClr>
                </a:gs>
                <a:gs pos="100000">
                  <a:srgbClr val="B763F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8639181">
              <a:off x="2035876" y="1899577"/>
              <a:ext cx="68461" cy="17483"/>
            </a:xfrm>
            <a:prstGeom prst="ellipse">
              <a:avLst/>
            </a:prstGeom>
            <a:gradFill>
              <a:gsLst>
                <a:gs pos="0">
                  <a:srgbClr val="BFFFB8">
                    <a:alpha val="16585"/>
                  </a:srgbClr>
                </a:gs>
                <a:gs pos="14286">
                  <a:srgbClr val="BFFFB8">
                    <a:alpha val="15353"/>
                  </a:srgbClr>
                </a:gs>
                <a:gs pos="28571">
                  <a:srgbClr val="BFFFB8">
                    <a:alpha val="12139"/>
                  </a:srgbClr>
                </a:gs>
                <a:gs pos="42857">
                  <a:srgbClr val="BFFFB8">
                    <a:alpha val="8138"/>
                  </a:srgbClr>
                </a:gs>
                <a:gs pos="57143">
                  <a:srgbClr val="BFFFB8">
                    <a:alpha val="4595"/>
                  </a:srgbClr>
                </a:gs>
                <a:gs pos="71429">
                  <a:srgbClr val="BFFFB8">
                    <a:alpha val="2178"/>
                  </a:srgbClr>
                </a:gs>
                <a:gs pos="85714">
                  <a:srgbClr val="BFFFB8">
                    <a:alpha val="867"/>
                  </a:srgbClr>
                </a:gs>
                <a:gs pos="100000">
                  <a:srgbClr val="BFFFB8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9178592">
              <a:off x="1869930" y="1138084"/>
              <a:ext cx="339427" cy="257805"/>
            </a:xfrm>
            <a:prstGeom prst="ellipse">
              <a:avLst/>
            </a:prstGeom>
            <a:gradFill>
              <a:gsLst>
                <a:gs pos="0">
                  <a:srgbClr val="FF6454">
                    <a:alpha val="32968"/>
                  </a:srgbClr>
                </a:gs>
                <a:gs pos="14286">
                  <a:srgbClr val="FF6454">
                    <a:alpha val="30764"/>
                  </a:srgbClr>
                </a:gs>
                <a:gs pos="28571">
                  <a:srgbClr val="FF6454">
                    <a:alpha val="24833"/>
                  </a:srgbClr>
                </a:gs>
                <a:gs pos="42857">
                  <a:srgbClr val="FF6454">
                    <a:alpha val="17075"/>
                  </a:srgbClr>
                </a:gs>
                <a:gs pos="57143">
                  <a:srgbClr val="FF6454">
                    <a:alpha val="9855"/>
                  </a:srgbClr>
                </a:gs>
                <a:gs pos="71429">
                  <a:srgbClr val="FF6454">
                    <a:alpha val="4740"/>
                  </a:srgbClr>
                </a:gs>
                <a:gs pos="85714">
                  <a:srgbClr val="FF6454">
                    <a:alpha val="1902"/>
                  </a:srgbClr>
                </a:gs>
                <a:gs pos="100000">
                  <a:srgbClr val="FF64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9560855">
              <a:off x="1692096" y="2711079"/>
              <a:ext cx="179158" cy="53887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-8504899">
              <a:off x="1373366" y="1423207"/>
              <a:ext cx="292687" cy="204258"/>
            </a:xfrm>
            <a:prstGeom prst="ellipse">
              <a:avLst/>
            </a:prstGeom>
            <a:gradFill>
              <a:gsLst>
                <a:gs pos="0">
                  <a:srgbClr val="FF9CCC">
                    <a:alpha val="32968"/>
                  </a:srgbClr>
                </a:gs>
                <a:gs pos="14286">
                  <a:srgbClr val="FF9CCC">
                    <a:alpha val="30764"/>
                  </a:srgbClr>
                </a:gs>
                <a:gs pos="28571">
                  <a:srgbClr val="FF9CCC">
                    <a:alpha val="24833"/>
                  </a:srgbClr>
                </a:gs>
                <a:gs pos="42857">
                  <a:srgbClr val="FF9CCC">
                    <a:alpha val="17075"/>
                  </a:srgbClr>
                </a:gs>
                <a:gs pos="57143">
                  <a:srgbClr val="FF9CCC">
                    <a:alpha val="9855"/>
                  </a:srgbClr>
                </a:gs>
                <a:gs pos="71429">
                  <a:srgbClr val="FF9CCC">
                    <a:alpha val="4740"/>
                  </a:srgbClr>
                </a:gs>
                <a:gs pos="85714">
                  <a:srgbClr val="FF9CCC">
                    <a:alpha val="1902"/>
                  </a:srgbClr>
                </a:gs>
                <a:gs pos="100000">
                  <a:srgbClr val="FF9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8478801">
              <a:off x="910381" y="1390860"/>
              <a:ext cx="68461" cy="17345"/>
            </a:xfrm>
            <a:prstGeom prst="ellipse">
              <a:avLst/>
            </a:prstGeom>
            <a:gradFill>
              <a:gsLst>
                <a:gs pos="0">
                  <a:srgbClr val="E411FF">
                    <a:alpha val="16687"/>
                  </a:srgbClr>
                </a:gs>
                <a:gs pos="14286">
                  <a:srgbClr val="E411FF">
                    <a:alpha val="15447"/>
                  </a:srgbClr>
                </a:gs>
                <a:gs pos="28571">
                  <a:srgbClr val="E411FF">
                    <a:alpha val="12215"/>
                  </a:srgbClr>
                </a:gs>
                <a:gs pos="42857">
                  <a:srgbClr val="E411FF">
                    <a:alpha val="8191"/>
                  </a:srgbClr>
                </a:gs>
                <a:gs pos="57143">
                  <a:srgbClr val="E411FF">
                    <a:alpha val="4625"/>
                  </a:srgbClr>
                </a:gs>
                <a:gs pos="71429">
                  <a:srgbClr val="E411FF">
                    <a:alpha val="2192"/>
                  </a:srgbClr>
                </a:gs>
                <a:gs pos="85714">
                  <a:srgbClr val="E411FF">
                    <a:alpha val="873"/>
                  </a:srgbClr>
                </a:gs>
                <a:gs pos="100000">
                  <a:srgbClr val="E411F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-9240462">
              <a:off x="1324173" y="2445448"/>
              <a:ext cx="370426" cy="268212"/>
            </a:xfrm>
            <a:prstGeom prst="ellipse">
              <a:avLst/>
            </a:prstGeom>
            <a:gradFill>
              <a:gsLst>
                <a:gs pos="0">
                  <a:srgbClr val="0098FF">
                    <a:alpha val="32968"/>
                  </a:srgbClr>
                </a:gs>
                <a:gs pos="14286">
                  <a:srgbClr val="0098FF">
                    <a:alpha val="30764"/>
                  </a:srgbClr>
                </a:gs>
                <a:gs pos="28571">
                  <a:srgbClr val="0098FF">
                    <a:alpha val="24833"/>
                  </a:srgbClr>
                </a:gs>
                <a:gs pos="42857">
                  <a:srgbClr val="0098FF">
                    <a:alpha val="17075"/>
                  </a:srgbClr>
                </a:gs>
                <a:gs pos="57143">
                  <a:srgbClr val="0098FF">
                    <a:alpha val="9855"/>
                  </a:srgbClr>
                </a:gs>
                <a:gs pos="71429">
                  <a:srgbClr val="0098FF">
                    <a:alpha val="4740"/>
                  </a:srgbClr>
                </a:gs>
                <a:gs pos="85714">
                  <a:srgbClr val="0098FF">
                    <a:alpha val="1902"/>
                  </a:srgbClr>
                </a:gs>
                <a:gs pos="100000">
                  <a:srgbClr val="009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4999740">
              <a:off x="1730392" y="2460825"/>
              <a:ext cx="49450" cy="12362"/>
            </a:xfrm>
            <a:prstGeom prst="ellipse">
              <a:avLst/>
            </a:prstGeom>
            <a:gradFill>
              <a:gsLst>
                <a:gs pos="0">
                  <a:srgbClr val="4DFFFF">
                    <a:alpha val="20285"/>
                  </a:srgbClr>
                </a:gs>
                <a:gs pos="14286">
                  <a:srgbClr val="4DFFFF">
                    <a:alpha val="18810"/>
                  </a:srgbClr>
                </a:gs>
                <a:gs pos="28571">
                  <a:srgbClr val="4DFFFF">
                    <a:alpha val="14938"/>
                  </a:srgbClr>
                </a:gs>
                <a:gs pos="42857">
                  <a:srgbClr val="4DFFFF">
                    <a:alpha val="10069"/>
                  </a:srgbClr>
                </a:gs>
                <a:gs pos="57143">
                  <a:srgbClr val="4DFFFF">
                    <a:alpha val="5711"/>
                  </a:srgbClr>
                </a:gs>
                <a:gs pos="71429">
                  <a:srgbClr val="4DFFFF">
                    <a:alpha val="2715"/>
                  </a:srgbClr>
                </a:gs>
                <a:gs pos="85714">
                  <a:srgbClr val="4DFFFF">
                    <a:alpha val="1083"/>
                  </a:srgbClr>
                </a:gs>
                <a:gs pos="100000">
                  <a:srgbClr val="4DFFFF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5400000">
              <a:off x="1620711" y="788716"/>
              <a:ext cx="39697" cy="39697"/>
            </a:xfrm>
            <a:prstGeom prst="ellipse">
              <a:avLst/>
            </a:prstGeom>
            <a:gradFill>
              <a:gsLst>
                <a:gs pos="0">
                  <a:srgbClr val="FF0020">
                    <a:alpha val="19119"/>
                  </a:srgbClr>
                </a:gs>
                <a:gs pos="14286">
                  <a:srgbClr val="FF0020">
                    <a:alpha val="17719"/>
                  </a:srgbClr>
                </a:gs>
                <a:gs pos="28571">
                  <a:srgbClr val="FF0020">
                    <a:alpha val="14052"/>
                  </a:srgbClr>
                </a:gs>
                <a:gs pos="42857">
                  <a:srgbClr val="FF0020">
                    <a:alpha val="9455"/>
                  </a:srgbClr>
                </a:gs>
                <a:gs pos="57143">
                  <a:srgbClr val="FF0020">
                    <a:alpha val="5355"/>
                  </a:srgbClr>
                </a:gs>
                <a:gs pos="71429">
                  <a:srgbClr val="FF0020">
                    <a:alpha val="2543"/>
                  </a:srgbClr>
                </a:gs>
                <a:gs pos="85714">
                  <a:srgbClr val="FF0020">
                    <a:alpha val="1014"/>
                  </a:srgbClr>
                </a:gs>
                <a:gs pos="100000">
                  <a:srgbClr val="FF002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5136581">
              <a:off x="1268695" y="2274837"/>
              <a:ext cx="68461" cy="17636"/>
            </a:xfrm>
            <a:prstGeom prst="ellipse">
              <a:avLst/>
            </a:prstGeom>
            <a:gradFill>
              <a:gsLst>
                <a:gs pos="0">
                  <a:srgbClr val="4E87FF">
                    <a:alpha val="16472"/>
                  </a:srgbClr>
                </a:gs>
                <a:gs pos="14286">
                  <a:srgbClr val="4E87FF">
                    <a:alpha val="15247"/>
                  </a:srgbClr>
                </a:gs>
                <a:gs pos="28571">
                  <a:srgbClr val="4E87FF">
                    <a:alpha val="12054"/>
                  </a:srgbClr>
                </a:gs>
                <a:gs pos="42857">
                  <a:srgbClr val="4E87FF">
                    <a:alpha val="8080"/>
                  </a:srgbClr>
                </a:gs>
                <a:gs pos="57143">
                  <a:srgbClr val="4E87FF">
                    <a:alpha val="4561"/>
                  </a:srgbClr>
                </a:gs>
                <a:gs pos="71429">
                  <a:srgbClr val="4E87FF">
                    <a:alpha val="2161"/>
                  </a:srgbClr>
                </a:gs>
                <a:gs pos="85714">
                  <a:srgbClr val="4E87FF">
                    <a:alpha val="860"/>
                  </a:srgbClr>
                </a:gs>
                <a:gs pos="100000">
                  <a:srgbClr val="4E87FF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3745752">
              <a:off x="1092956" y="1638304"/>
              <a:ext cx="68461" cy="17561"/>
            </a:xfrm>
            <a:prstGeom prst="ellipse">
              <a:avLst/>
            </a:prstGeom>
            <a:gradFill>
              <a:gsLst>
                <a:gs pos="0">
                  <a:srgbClr val="C75AFF">
                    <a:alpha val="16527"/>
                  </a:srgbClr>
                </a:gs>
                <a:gs pos="14286">
                  <a:srgbClr val="C75AFF">
                    <a:alpha val="15298"/>
                  </a:srgbClr>
                </a:gs>
                <a:gs pos="28571">
                  <a:srgbClr val="C75AFF">
                    <a:alpha val="12095"/>
                  </a:srgbClr>
                </a:gs>
                <a:gs pos="42857">
                  <a:srgbClr val="C75AFF">
                    <a:alpha val="8108"/>
                  </a:srgbClr>
                </a:gs>
                <a:gs pos="57143">
                  <a:srgbClr val="C75AFF">
                    <a:alpha val="4577"/>
                  </a:srgbClr>
                </a:gs>
                <a:gs pos="71429">
                  <a:srgbClr val="C75AFF">
                    <a:alpha val="2169"/>
                  </a:srgbClr>
                </a:gs>
                <a:gs pos="85714">
                  <a:srgbClr val="C75AFF">
                    <a:alpha val="864"/>
                  </a:srgbClr>
                </a:gs>
                <a:gs pos="100000">
                  <a:srgbClr val="C75AF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5420527">
              <a:off x="646369" y="3544"/>
              <a:ext cx="444312" cy="441130"/>
            </a:xfrm>
            <a:prstGeom prst="ellipse">
              <a:avLst/>
            </a:prstGeom>
            <a:gradFill>
              <a:gsLst>
                <a:gs pos="0">
                  <a:srgbClr val="000000">
                    <a:alpha val="12254"/>
                  </a:srgbClr>
                </a:gs>
                <a:gs pos="14286">
                  <a:srgbClr val="000000">
                    <a:alpha val="11321"/>
                  </a:srgbClr>
                </a:gs>
                <a:gs pos="28571">
                  <a:srgbClr val="000000">
                    <a:alpha val="8907"/>
                  </a:srgbClr>
                </a:gs>
                <a:gs pos="42857">
                  <a:srgbClr val="000000">
                    <a:alpha val="5936"/>
                  </a:srgbClr>
                </a:gs>
                <a:gs pos="57143">
                  <a:srgbClr val="000000">
                    <a:alpha val="3334"/>
                  </a:srgbClr>
                </a:gs>
                <a:gs pos="71429">
                  <a:srgbClr val="000000">
                    <a:alpha val="1575"/>
                  </a:srgbClr>
                </a:gs>
                <a:gs pos="85714">
                  <a:srgbClr val="000000">
                    <a:alpha val="626"/>
                  </a:srgbClr>
                </a:gs>
                <a:gs pos="100000">
                  <a:srgbClr val="000000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10501409">
              <a:off x="814344" y="1176443"/>
              <a:ext cx="190294" cy="87204"/>
            </a:xfrm>
            <a:prstGeom prst="ellipse">
              <a:avLst/>
            </a:prstGeom>
            <a:gradFill>
              <a:gsLst>
                <a:gs pos="0">
                  <a:srgbClr val="000006">
                    <a:alpha val="29301"/>
                  </a:srgbClr>
                </a:gs>
                <a:gs pos="14286">
                  <a:srgbClr val="000006">
                    <a:alpha val="27290"/>
                  </a:srgbClr>
                </a:gs>
                <a:gs pos="28571">
                  <a:srgbClr val="000006">
                    <a:alpha val="21921"/>
                  </a:srgbClr>
                </a:gs>
                <a:gs pos="42857">
                  <a:srgbClr val="000006">
                    <a:alpha val="14982"/>
                  </a:srgbClr>
                </a:gs>
                <a:gs pos="57143">
                  <a:srgbClr val="000006">
                    <a:alpha val="8601"/>
                  </a:srgbClr>
                </a:gs>
                <a:gs pos="71429">
                  <a:srgbClr val="000006">
                    <a:alpha val="4122"/>
                  </a:srgbClr>
                </a:gs>
                <a:gs pos="85714">
                  <a:srgbClr val="000006">
                    <a:alpha val="1651"/>
                  </a:srgbClr>
                </a:gs>
                <a:gs pos="100000">
                  <a:srgbClr val="000006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10570677">
              <a:off x="1165931" y="1979558"/>
              <a:ext cx="344791" cy="233026"/>
            </a:xfrm>
            <a:prstGeom prst="ellipse">
              <a:avLst/>
            </a:prstGeom>
            <a:gradFill>
              <a:gsLst>
                <a:gs pos="0">
                  <a:srgbClr val="9ABFFF">
                    <a:alpha val="32968"/>
                  </a:srgbClr>
                </a:gs>
                <a:gs pos="14286">
                  <a:srgbClr val="9ABFFF">
                    <a:alpha val="30764"/>
                  </a:srgbClr>
                </a:gs>
                <a:gs pos="28571">
                  <a:srgbClr val="9ABFFF">
                    <a:alpha val="24833"/>
                  </a:srgbClr>
                </a:gs>
                <a:gs pos="42857">
                  <a:srgbClr val="9ABFFF">
                    <a:alpha val="17075"/>
                  </a:srgbClr>
                </a:gs>
                <a:gs pos="57143">
                  <a:srgbClr val="9ABFFF">
                    <a:alpha val="9855"/>
                  </a:srgbClr>
                </a:gs>
                <a:gs pos="71429">
                  <a:srgbClr val="9ABFFF">
                    <a:alpha val="4740"/>
                  </a:srgbClr>
                </a:gs>
                <a:gs pos="85714">
                  <a:srgbClr val="9ABFFF">
                    <a:alpha val="1902"/>
                  </a:srgbClr>
                </a:gs>
                <a:gs pos="100000">
                  <a:srgbClr val="9AB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5024851">
              <a:off x="1728363" y="2487132"/>
              <a:ext cx="48664" cy="12166"/>
            </a:xfrm>
            <a:prstGeom prst="ellipse">
              <a:avLst/>
            </a:prstGeom>
            <a:gradFill>
              <a:gsLst>
                <a:gs pos="0">
                  <a:srgbClr val="45FFFF">
                    <a:alpha val="20424"/>
                  </a:srgbClr>
                </a:gs>
                <a:gs pos="14286">
                  <a:srgbClr val="45FFFF">
                    <a:alpha val="18940"/>
                  </a:srgbClr>
                </a:gs>
                <a:gs pos="28571">
                  <a:srgbClr val="45FFFF">
                    <a:alpha val="15044"/>
                  </a:srgbClr>
                </a:gs>
                <a:gs pos="42857">
                  <a:srgbClr val="45FFFF">
                    <a:alpha val="10142"/>
                  </a:srgbClr>
                </a:gs>
                <a:gs pos="57143">
                  <a:srgbClr val="45FFFF">
                    <a:alpha val="5753"/>
                  </a:srgbClr>
                </a:gs>
                <a:gs pos="71429">
                  <a:srgbClr val="45FFFF">
                    <a:alpha val="2736"/>
                  </a:srgbClr>
                </a:gs>
                <a:gs pos="85714">
                  <a:srgbClr val="45FFFF">
                    <a:alpha val="1091"/>
                  </a:srgbClr>
                </a:gs>
                <a:gs pos="100000">
                  <a:srgbClr val="45FFFF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4077674">
              <a:off x="716222" y="1267696"/>
              <a:ext cx="195239" cy="102875"/>
            </a:xfrm>
            <a:prstGeom prst="ellipse">
              <a:avLst/>
            </a:prstGeom>
            <a:gradFill>
              <a:gsLst>
                <a:gs pos="0">
                  <a:srgbClr val="160081">
                    <a:alpha val="32759"/>
                  </a:srgbClr>
                </a:gs>
                <a:gs pos="14286">
                  <a:srgbClr val="160081">
                    <a:alpha val="30565"/>
                  </a:srgbClr>
                </a:gs>
                <a:gs pos="28571">
                  <a:srgbClr val="160081">
                    <a:alpha val="24665"/>
                  </a:srgbClr>
                </a:gs>
                <a:gs pos="42857">
                  <a:srgbClr val="160081">
                    <a:alpha val="16954"/>
                  </a:srgbClr>
                </a:gs>
                <a:gs pos="57143">
                  <a:srgbClr val="160081">
                    <a:alpha val="9782"/>
                  </a:srgbClr>
                </a:gs>
                <a:gs pos="71429">
                  <a:srgbClr val="160081">
                    <a:alpha val="4704"/>
                  </a:srgbClr>
                </a:gs>
                <a:gs pos="85714">
                  <a:srgbClr val="160081">
                    <a:alpha val="1887"/>
                  </a:srgbClr>
                </a:gs>
                <a:gs pos="100000">
                  <a:srgbClr val="160081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7651030">
              <a:off x="1910593" y="1985189"/>
              <a:ext cx="68461" cy="17499"/>
            </a:xfrm>
            <a:prstGeom prst="ellipse">
              <a:avLst/>
            </a:prstGeom>
            <a:gradFill>
              <a:gsLst>
                <a:gs pos="0">
                  <a:srgbClr val="C4FFD8">
                    <a:alpha val="16573"/>
                  </a:srgbClr>
                </a:gs>
                <a:gs pos="14286">
                  <a:srgbClr val="C4FFD8">
                    <a:alpha val="15341"/>
                  </a:srgbClr>
                </a:gs>
                <a:gs pos="28571">
                  <a:srgbClr val="C4FFD8">
                    <a:alpha val="12130"/>
                  </a:srgbClr>
                </a:gs>
                <a:gs pos="42857">
                  <a:srgbClr val="C4FFD8">
                    <a:alpha val="8132"/>
                  </a:srgbClr>
                </a:gs>
                <a:gs pos="57143">
                  <a:srgbClr val="C4FFD8">
                    <a:alpha val="4591"/>
                  </a:srgbClr>
                </a:gs>
                <a:gs pos="71429">
                  <a:srgbClr val="C4FFD8">
                    <a:alpha val="2176"/>
                  </a:srgbClr>
                </a:gs>
                <a:gs pos="85714">
                  <a:srgbClr val="C4FFD8">
                    <a:alpha val="866"/>
                  </a:srgbClr>
                </a:gs>
                <a:gs pos="100000">
                  <a:srgbClr val="C4FFD8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9298012">
              <a:off x="1175555" y="887525"/>
              <a:ext cx="68461" cy="17707"/>
            </a:xfrm>
            <a:prstGeom prst="ellipse">
              <a:avLst/>
            </a:prstGeom>
            <a:gradFill>
              <a:gsLst>
                <a:gs pos="0">
                  <a:srgbClr val="EB0080">
                    <a:alpha val="16419"/>
                  </a:srgbClr>
                </a:gs>
                <a:gs pos="14286">
                  <a:srgbClr val="EB0080">
                    <a:alpha val="15198"/>
                  </a:srgbClr>
                </a:gs>
                <a:gs pos="28571">
                  <a:srgbClr val="EB0080">
                    <a:alpha val="12014"/>
                  </a:srgbClr>
                </a:gs>
                <a:gs pos="42857">
                  <a:srgbClr val="EB0080">
                    <a:alpha val="8053"/>
                  </a:srgbClr>
                </a:gs>
                <a:gs pos="57143">
                  <a:srgbClr val="EB0080">
                    <a:alpha val="4545"/>
                  </a:srgbClr>
                </a:gs>
                <a:gs pos="71429">
                  <a:srgbClr val="EB0080">
                    <a:alpha val="2154"/>
                  </a:srgbClr>
                </a:gs>
                <a:gs pos="85714">
                  <a:srgbClr val="EB0080">
                    <a:alpha val="857"/>
                  </a:srgbClr>
                </a:gs>
                <a:gs pos="100000">
                  <a:srgbClr val="EB008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-9762501">
              <a:off x="1875208" y="767419"/>
              <a:ext cx="357959" cy="20626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-10786638">
              <a:off x="-132185" y="2186175"/>
              <a:ext cx="450792" cy="449132"/>
            </a:xfrm>
            <a:prstGeom prst="ellipse">
              <a:avLst/>
            </a:prstGeom>
            <a:gradFill>
              <a:gsLst>
                <a:gs pos="0">
                  <a:srgbClr val="000000">
                    <a:alpha val="2428"/>
                  </a:srgbClr>
                </a:gs>
                <a:gs pos="14286">
                  <a:srgbClr val="000000">
                    <a:alpha val="2234"/>
                  </a:srgbClr>
                </a:gs>
                <a:gs pos="28571">
                  <a:srgbClr val="000000">
                    <a:alpha val="1739"/>
                  </a:srgbClr>
                </a:gs>
                <a:gs pos="42857">
                  <a:srgbClr val="000000">
                    <a:alpha val="1144"/>
                  </a:srgbClr>
                </a:gs>
                <a:gs pos="57143">
                  <a:srgbClr val="000000">
                    <a:alpha val="636"/>
                  </a:srgbClr>
                </a:gs>
                <a:gs pos="71429">
                  <a:srgbClr val="000000">
                    <a:alpha val="298"/>
                  </a:srgbClr>
                </a:gs>
                <a:gs pos="85714">
                  <a:srgbClr val="000000">
                    <a:alpha val="118"/>
                  </a:srgbClr>
                </a:gs>
                <a:gs pos="100000">
                  <a:srgbClr val="0000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2885269">
              <a:off x="1124933" y="2157134"/>
              <a:ext cx="334346" cy="216998"/>
            </a:xfrm>
            <a:prstGeom prst="ellipse">
              <a:avLst/>
            </a:prstGeom>
            <a:gradFill>
              <a:gsLst>
                <a:gs pos="0">
                  <a:srgbClr val="FE95FF">
                    <a:alpha val="32968"/>
                  </a:srgbClr>
                </a:gs>
                <a:gs pos="14286">
                  <a:srgbClr val="FE95FF">
                    <a:alpha val="30764"/>
                  </a:srgbClr>
                </a:gs>
                <a:gs pos="28571">
                  <a:srgbClr val="FE95FF">
                    <a:alpha val="24833"/>
                  </a:srgbClr>
                </a:gs>
                <a:gs pos="42857">
                  <a:srgbClr val="FE95FF">
                    <a:alpha val="17075"/>
                  </a:srgbClr>
                </a:gs>
                <a:gs pos="57143">
                  <a:srgbClr val="FE95FF">
                    <a:alpha val="9855"/>
                  </a:srgbClr>
                </a:gs>
                <a:gs pos="71429">
                  <a:srgbClr val="FE95FF">
                    <a:alpha val="4740"/>
                  </a:srgbClr>
                </a:gs>
                <a:gs pos="85714">
                  <a:srgbClr val="FE95FF">
                    <a:alpha val="1902"/>
                  </a:srgbClr>
                </a:gs>
                <a:gs pos="100000">
                  <a:srgbClr val="FE9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9240479">
              <a:off x="747333" y="1148157"/>
              <a:ext cx="467530" cy="273072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-10664514">
              <a:off x="1848938" y="1020411"/>
              <a:ext cx="406618" cy="298934"/>
            </a:xfrm>
            <a:prstGeom prst="ellipse">
              <a:avLst/>
            </a:prstGeom>
            <a:gradFill>
              <a:gsLst>
                <a:gs pos="0">
                  <a:srgbClr val="FF00A4">
                    <a:alpha val="32968"/>
                  </a:srgbClr>
                </a:gs>
                <a:gs pos="14286">
                  <a:srgbClr val="FF00A4">
                    <a:alpha val="30764"/>
                  </a:srgbClr>
                </a:gs>
                <a:gs pos="28571">
                  <a:srgbClr val="FF00A4">
                    <a:alpha val="24833"/>
                  </a:srgbClr>
                </a:gs>
                <a:gs pos="42857">
                  <a:srgbClr val="FF00A4">
                    <a:alpha val="17075"/>
                  </a:srgbClr>
                </a:gs>
                <a:gs pos="57143">
                  <a:srgbClr val="FF00A4">
                    <a:alpha val="9855"/>
                  </a:srgbClr>
                </a:gs>
                <a:gs pos="71429">
                  <a:srgbClr val="FF00A4">
                    <a:alpha val="4740"/>
                  </a:srgbClr>
                </a:gs>
                <a:gs pos="85714">
                  <a:srgbClr val="FF00A4">
                    <a:alpha val="1902"/>
                  </a:srgbClr>
                </a:gs>
                <a:gs pos="100000">
                  <a:srgbClr val="FF00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9476549">
              <a:off x="714668" y="1265126"/>
              <a:ext cx="140690" cy="95886"/>
            </a:xfrm>
            <a:prstGeom prst="ellipse">
              <a:avLst/>
            </a:prstGeom>
            <a:gradFill>
              <a:gsLst>
                <a:gs pos="0">
                  <a:srgbClr val="55006C">
                    <a:alpha val="18828"/>
                  </a:srgbClr>
                </a:gs>
                <a:gs pos="14286">
                  <a:srgbClr val="55006C">
                    <a:alpha val="17447"/>
                  </a:srgbClr>
                </a:gs>
                <a:gs pos="28571">
                  <a:srgbClr val="55006C">
                    <a:alpha val="13832"/>
                  </a:srgbClr>
                </a:gs>
                <a:gs pos="42857">
                  <a:srgbClr val="55006C">
                    <a:alpha val="9303"/>
                  </a:srgbClr>
                </a:gs>
                <a:gs pos="57143">
                  <a:srgbClr val="55006C">
                    <a:alpha val="5267"/>
                  </a:srgbClr>
                </a:gs>
                <a:gs pos="71429">
                  <a:srgbClr val="55006C">
                    <a:alpha val="2501"/>
                  </a:srgbClr>
                </a:gs>
                <a:gs pos="85714">
                  <a:srgbClr val="55006C">
                    <a:alpha val="996"/>
                  </a:srgbClr>
                </a:gs>
                <a:gs pos="100000">
                  <a:srgbClr val="55006C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7087326">
              <a:off x="1990998" y="1126000"/>
              <a:ext cx="296982" cy="212709"/>
            </a:xfrm>
            <a:prstGeom prst="ellipse">
              <a:avLst/>
            </a:prstGeom>
            <a:gradFill>
              <a:gsLst>
                <a:gs pos="0">
                  <a:srgbClr val="FF5640">
                    <a:alpha val="32968"/>
                  </a:srgbClr>
                </a:gs>
                <a:gs pos="14286">
                  <a:srgbClr val="FF5640">
                    <a:alpha val="30764"/>
                  </a:srgbClr>
                </a:gs>
                <a:gs pos="28571">
                  <a:srgbClr val="FF5640">
                    <a:alpha val="24833"/>
                  </a:srgbClr>
                </a:gs>
                <a:gs pos="42857">
                  <a:srgbClr val="FF5640">
                    <a:alpha val="17075"/>
                  </a:srgbClr>
                </a:gs>
                <a:gs pos="57143">
                  <a:srgbClr val="FF5640">
                    <a:alpha val="9855"/>
                  </a:srgbClr>
                </a:gs>
                <a:gs pos="71429">
                  <a:srgbClr val="FF5640">
                    <a:alpha val="4740"/>
                  </a:srgbClr>
                </a:gs>
                <a:gs pos="85714">
                  <a:srgbClr val="FF5640">
                    <a:alpha val="1902"/>
                  </a:srgbClr>
                </a:gs>
                <a:gs pos="100000">
                  <a:srgbClr val="FF56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9276041">
              <a:off x="2224346" y="990690"/>
              <a:ext cx="68461" cy="17552"/>
            </a:xfrm>
            <a:prstGeom prst="ellipse">
              <a:avLst/>
            </a:prstGeom>
            <a:gradFill>
              <a:gsLst>
                <a:gs pos="0">
                  <a:srgbClr val="FF910D">
                    <a:alpha val="16534"/>
                  </a:srgbClr>
                </a:gs>
                <a:gs pos="14286">
                  <a:srgbClr val="FF910D">
                    <a:alpha val="15305"/>
                  </a:srgbClr>
                </a:gs>
                <a:gs pos="28571">
                  <a:srgbClr val="FF910D">
                    <a:alpha val="12101"/>
                  </a:srgbClr>
                </a:gs>
                <a:gs pos="42857">
                  <a:srgbClr val="FF910D">
                    <a:alpha val="8112"/>
                  </a:srgbClr>
                </a:gs>
                <a:gs pos="57143">
                  <a:srgbClr val="FF910D">
                    <a:alpha val="4580"/>
                  </a:srgbClr>
                </a:gs>
                <a:gs pos="71429">
                  <a:srgbClr val="FF910D">
                    <a:alpha val="2170"/>
                  </a:srgbClr>
                </a:gs>
                <a:gs pos="85714">
                  <a:srgbClr val="FF910D">
                    <a:alpha val="864"/>
                  </a:srgbClr>
                </a:gs>
                <a:gs pos="100000">
                  <a:srgbClr val="FF910D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10436096">
              <a:off x="1670670" y="1618655"/>
              <a:ext cx="176331" cy="52077"/>
            </a:xfrm>
            <a:prstGeom prst="ellipse">
              <a:avLst/>
            </a:prstGeom>
            <a:gradFill>
              <a:gsLst>
                <a:gs pos="0">
                  <a:srgbClr val="FFD3F4">
                    <a:alpha val="24141"/>
                  </a:srgbClr>
                </a:gs>
                <a:gs pos="14286">
                  <a:srgbClr val="FFD3F4">
                    <a:alpha val="22427"/>
                  </a:srgbClr>
                </a:gs>
                <a:gs pos="28571">
                  <a:srgbClr val="FFD3F4">
                    <a:alpha val="17896"/>
                  </a:srgbClr>
                </a:gs>
                <a:gs pos="42857">
                  <a:srgbClr val="FFD3F4">
                    <a:alpha val="12132"/>
                  </a:srgbClr>
                </a:gs>
                <a:gs pos="57143">
                  <a:srgbClr val="FFD3F4">
                    <a:alpha val="6916"/>
                  </a:srgbClr>
                </a:gs>
                <a:gs pos="71429">
                  <a:srgbClr val="FFD3F4">
                    <a:alpha val="3299"/>
                  </a:srgbClr>
                </a:gs>
                <a:gs pos="85714">
                  <a:srgbClr val="FFD3F4">
                    <a:alpha val="1318"/>
                  </a:srgbClr>
                </a:gs>
                <a:gs pos="100000">
                  <a:srgbClr val="FFD3F4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4728249">
              <a:off x="1173495" y="2563606"/>
              <a:ext cx="68461" cy="17787"/>
            </a:xfrm>
            <a:prstGeom prst="ellipse">
              <a:avLst/>
            </a:prstGeom>
            <a:gradFill>
              <a:gsLst>
                <a:gs pos="0">
                  <a:srgbClr val="006CFB">
                    <a:alpha val="16360"/>
                  </a:srgbClr>
                </a:gs>
                <a:gs pos="14286">
                  <a:srgbClr val="006CFB">
                    <a:alpha val="15143"/>
                  </a:srgbClr>
                </a:gs>
                <a:gs pos="28571">
                  <a:srgbClr val="006CFB">
                    <a:alpha val="11970"/>
                  </a:srgbClr>
                </a:gs>
                <a:gs pos="42857">
                  <a:srgbClr val="006CFB">
                    <a:alpha val="8022"/>
                  </a:srgbClr>
                </a:gs>
                <a:gs pos="57143">
                  <a:srgbClr val="006CFB">
                    <a:alpha val="4528"/>
                  </a:srgbClr>
                </a:gs>
                <a:gs pos="71429">
                  <a:srgbClr val="006CFB">
                    <a:alpha val="2146"/>
                  </a:srgbClr>
                </a:gs>
                <a:gs pos="85714">
                  <a:srgbClr val="006CFB">
                    <a:alpha val="854"/>
                  </a:srgbClr>
                </a:gs>
                <a:gs pos="100000">
                  <a:srgbClr val="006CFB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9073524">
              <a:off x="1818448" y="1078457"/>
              <a:ext cx="337830" cy="257756"/>
            </a:xfrm>
            <a:prstGeom prst="ellipse">
              <a:avLst/>
            </a:prstGeom>
            <a:gradFill>
              <a:gsLst>
                <a:gs pos="0">
                  <a:srgbClr val="FF8188">
                    <a:alpha val="32968"/>
                  </a:srgbClr>
                </a:gs>
                <a:gs pos="14286">
                  <a:srgbClr val="FF8188">
                    <a:alpha val="30764"/>
                  </a:srgbClr>
                </a:gs>
                <a:gs pos="28571">
                  <a:srgbClr val="FF8188">
                    <a:alpha val="24833"/>
                  </a:srgbClr>
                </a:gs>
                <a:gs pos="42857">
                  <a:srgbClr val="FF8188">
                    <a:alpha val="17075"/>
                  </a:srgbClr>
                </a:gs>
                <a:gs pos="57143">
                  <a:srgbClr val="FF8188">
                    <a:alpha val="9855"/>
                  </a:srgbClr>
                </a:gs>
                <a:gs pos="71429">
                  <a:srgbClr val="FF8188">
                    <a:alpha val="4740"/>
                  </a:srgbClr>
                </a:gs>
                <a:gs pos="85714">
                  <a:srgbClr val="FF8188">
                    <a:alpha val="1902"/>
                  </a:srgbClr>
                </a:gs>
                <a:gs pos="100000">
                  <a:srgbClr val="FF81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7611284">
              <a:off x="1982585" y="2048165"/>
              <a:ext cx="68461" cy="17719"/>
            </a:xfrm>
            <a:prstGeom prst="ellipse">
              <a:avLst/>
            </a:prstGeom>
            <a:gradFill>
              <a:gsLst>
                <a:gs pos="0">
                  <a:srgbClr val="A8FFC4">
                    <a:alpha val="16410"/>
                  </a:srgbClr>
                </a:gs>
                <a:gs pos="14286">
                  <a:srgbClr val="A8FFC4">
                    <a:alpha val="15189"/>
                  </a:srgbClr>
                </a:gs>
                <a:gs pos="28571">
                  <a:srgbClr val="A8FFC4">
                    <a:alpha val="12007"/>
                  </a:srgbClr>
                </a:gs>
                <a:gs pos="42857">
                  <a:srgbClr val="A8FFC4">
                    <a:alpha val="8048"/>
                  </a:srgbClr>
                </a:gs>
                <a:gs pos="57143">
                  <a:srgbClr val="A8FFC4">
                    <a:alpha val="4543"/>
                  </a:srgbClr>
                </a:gs>
                <a:gs pos="71429">
                  <a:srgbClr val="A8FFC4">
                    <a:alpha val="2153"/>
                  </a:srgbClr>
                </a:gs>
                <a:gs pos="85714">
                  <a:srgbClr val="A8FFC4">
                    <a:alpha val="857"/>
                  </a:srgbClr>
                </a:gs>
                <a:gs pos="100000">
                  <a:srgbClr val="A8FFC4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8231498">
              <a:off x="2271311" y="1584770"/>
              <a:ext cx="68461" cy="17863"/>
            </a:xfrm>
            <a:prstGeom prst="ellipse">
              <a:avLst/>
            </a:prstGeom>
            <a:gradFill>
              <a:gsLst>
                <a:gs pos="0">
                  <a:srgbClr val="E3FF74">
                    <a:alpha val="16303"/>
                  </a:srgbClr>
                </a:gs>
                <a:gs pos="14286">
                  <a:srgbClr val="E3FF74">
                    <a:alpha val="15090"/>
                  </a:srgbClr>
                </a:gs>
                <a:gs pos="28571">
                  <a:srgbClr val="E3FF74">
                    <a:alpha val="11927"/>
                  </a:srgbClr>
                </a:gs>
                <a:gs pos="42857">
                  <a:srgbClr val="E3FF74">
                    <a:alpha val="7993"/>
                  </a:srgbClr>
                </a:gs>
                <a:gs pos="57143">
                  <a:srgbClr val="E3FF74">
                    <a:alpha val="4511"/>
                  </a:srgbClr>
                </a:gs>
                <a:gs pos="71429">
                  <a:srgbClr val="E3FF74">
                    <a:alpha val="2138"/>
                  </a:srgbClr>
                </a:gs>
                <a:gs pos="85714">
                  <a:srgbClr val="E3FF74">
                    <a:alpha val="851"/>
                  </a:srgbClr>
                </a:gs>
                <a:gs pos="100000">
                  <a:srgbClr val="E3FF74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5227151">
              <a:off x="1701415" y="2611607"/>
              <a:ext cx="59467" cy="14867"/>
            </a:xfrm>
            <a:prstGeom prst="ellipse">
              <a:avLst/>
            </a:prstGeom>
            <a:gradFill>
              <a:gsLst>
                <a:gs pos="0">
                  <a:srgbClr val="1AFAFF">
                    <a:alpha val="18497"/>
                  </a:srgbClr>
                </a:gs>
                <a:gs pos="14286">
                  <a:srgbClr val="1AFAFF">
                    <a:alpha val="17137"/>
                  </a:srgbClr>
                </a:gs>
                <a:gs pos="28571">
                  <a:srgbClr val="1AFAFF">
                    <a:alpha val="13581"/>
                  </a:srgbClr>
                </a:gs>
                <a:gs pos="42857">
                  <a:srgbClr val="1AFAFF">
                    <a:alpha val="9130"/>
                  </a:srgbClr>
                </a:gs>
                <a:gs pos="57143">
                  <a:srgbClr val="1AFAFF">
                    <a:alpha val="5167"/>
                  </a:srgbClr>
                </a:gs>
                <a:gs pos="71429">
                  <a:srgbClr val="1AFAFF">
                    <a:alpha val="2453"/>
                  </a:srgbClr>
                </a:gs>
                <a:gs pos="85714">
                  <a:srgbClr val="1AFAFF">
                    <a:alpha val="977"/>
                  </a:srgbClr>
                </a:gs>
                <a:gs pos="100000">
                  <a:srgbClr val="1AFAFF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7687498">
              <a:off x="1966796" y="2050410"/>
              <a:ext cx="68461" cy="17804"/>
            </a:xfrm>
            <a:prstGeom prst="ellipse">
              <a:avLst/>
            </a:prstGeom>
            <a:gradFill>
              <a:gsLst>
                <a:gs pos="0">
                  <a:srgbClr val="ACFFC8">
                    <a:alpha val="16348"/>
                  </a:srgbClr>
                </a:gs>
                <a:gs pos="14286">
                  <a:srgbClr val="ACFFC8">
                    <a:alpha val="15131"/>
                  </a:srgbClr>
                </a:gs>
                <a:gs pos="28571">
                  <a:srgbClr val="ACFFC8">
                    <a:alpha val="11960"/>
                  </a:srgbClr>
                </a:gs>
                <a:gs pos="42857">
                  <a:srgbClr val="ACFFC8">
                    <a:alpha val="8016"/>
                  </a:srgbClr>
                </a:gs>
                <a:gs pos="57143">
                  <a:srgbClr val="ACFFC8">
                    <a:alpha val="4524"/>
                  </a:srgbClr>
                </a:gs>
                <a:gs pos="71429">
                  <a:srgbClr val="ACFFC8">
                    <a:alpha val="2144"/>
                  </a:srgbClr>
                </a:gs>
                <a:gs pos="85714">
                  <a:srgbClr val="ACFFC8">
                    <a:alpha val="853"/>
                  </a:srgbClr>
                </a:gs>
                <a:gs pos="100000">
                  <a:srgbClr val="ACFFC8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5286655">
              <a:off x="1623115" y="2288617"/>
              <a:ext cx="325544" cy="217541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6387125">
              <a:off x="1275872" y="2444990"/>
              <a:ext cx="365695" cy="284978"/>
            </a:xfrm>
            <a:prstGeom prst="ellipse">
              <a:avLst/>
            </a:prstGeom>
            <a:gradFill>
              <a:gsLst>
                <a:gs pos="0">
                  <a:srgbClr val="009DFF">
                    <a:alpha val="32968"/>
                  </a:srgbClr>
                </a:gs>
                <a:gs pos="14286">
                  <a:srgbClr val="009DFF">
                    <a:alpha val="30764"/>
                  </a:srgbClr>
                </a:gs>
                <a:gs pos="28571">
                  <a:srgbClr val="009DFF">
                    <a:alpha val="24833"/>
                  </a:srgbClr>
                </a:gs>
                <a:gs pos="42857">
                  <a:srgbClr val="009DFF">
                    <a:alpha val="17075"/>
                  </a:srgbClr>
                </a:gs>
                <a:gs pos="57143">
                  <a:srgbClr val="009DFF">
                    <a:alpha val="9855"/>
                  </a:srgbClr>
                </a:gs>
                <a:gs pos="71429">
                  <a:srgbClr val="009DFF">
                    <a:alpha val="4740"/>
                  </a:srgbClr>
                </a:gs>
                <a:gs pos="85714">
                  <a:srgbClr val="009DFF">
                    <a:alpha val="1902"/>
                  </a:srgbClr>
                </a:gs>
                <a:gs pos="100000">
                  <a:srgbClr val="009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2853228">
              <a:off x="1134146" y="2032399"/>
              <a:ext cx="68461" cy="17437"/>
            </a:xfrm>
            <a:prstGeom prst="ellipse">
              <a:avLst/>
            </a:prstGeom>
            <a:gradFill>
              <a:gsLst>
                <a:gs pos="0">
                  <a:srgbClr val="675BFF">
                    <a:alpha val="16619"/>
                  </a:srgbClr>
                </a:gs>
                <a:gs pos="14286">
                  <a:srgbClr val="675BFF">
                    <a:alpha val="15384"/>
                  </a:srgbClr>
                </a:gs>
                <a:gs pos="28571">
                  <a:srgbClr val="675BFF">
                    <a:alpha val="12164"/>
                  </a:srgbClr>
                </a:gs>
                <a:gs pos="42857">
                  <a:srgbClr val="675BFF">
                    <a:alpha val="8156"/>
                  </a:srgbClr>
                </a:gs>
                <a:gs pos="57143">
                  <a:srgbClr val="675BFF">
                    <a:alpha val="4605"/>
                  </a:srgbClr>
                </a:gs>
                <a:gs pos="71429">
                  <a:srgbClr val="675BFF">
                    <a:alpha val="2182"/>
                  </a:srgbClr>
                </a:gs>
                <a:gs pos="85714">
                  <a:srgbClr val="675BFF">
                    <a:alpha val="869"/>
                  </a:srgbClr>
                </a:gs>
                <a:gs pos="100000">
                  <a:srgbClr val="675BFF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8732846">
              <a:off x="2153609" y="1972057"/>
              <a:ext cx="68461" cy="17813"/>
            </a:xfrm>
            <a:prstGeom prst="ellipse">
              <a:avLst/>
            </a:prstGeom>
            <a:gradFill>
              <a:gsLst>
                <a:gs pos="0">
                  <a:srgbClr val="93FF8E">
                    <a:alpha val="16340"/>
                  </a:srgbClr>
                </a:gs>
                <a:gs pos="14286">
                  <a:srgbClr val="93FF8E">
                    <a:alpha val="15124"/>
                  </a:srgbClr>
                </a:gs>
                <a:gs pos="28571">
                  <a:srgbClr val="93FF8E">
                    <a:alpha val="11955"/>
                  </a:srgbClr>
                </a:gs>
                <a:gs pos="42857">
                  <a:srgbClr val="93FF8E">
                    <a:alpha val="8012"/>
                  </a:srgbClr>
                </a:gs>
                <a:gs pos="57143">
                  <a:srgbClr val="93FF8E">
                    <a:alpha val="4522"/>
                  </a:srgbClr>
                </a:gs>
                <a:gs pos="71429">
                  <a:srgbClr val="93FF8E">
                    <a:alpha val="2143"/>
                  </a:srgbClr>
                </a:gs>
                <a:gs pos="85714">
                  <a:srgbClr val="93FF8E">
                    <a:alpha val="853"/>
                  </a:srgbClr>
                </a:gs>
                <a:gs pos="100000">
                  <a:srgbClr val="93FF8E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6888712">
              <a:off x="838880" y="1103583"/>
              <a:ext cx="132880" cy="77132"/>
            </a:xfrm>
            <a:prstGeom prst="ellipse">
              <a:avLst/>
            </a:prstGeom>
            <a:gradFill>
              <a:gsLst>
                <a:gs pos="0">
                  <a:srgbClr val="990078">
                    <a:alpha val="10353"/>
                  </a:srgbClr>
                </a:gs>
                <a:gs pos="14286">
                  <a:srgbClr val="990078">
                    <a:alpha val="9557"/>
                  </a:srgbClr>
                </a:gs>
                <a:gs pos="28571">
                  <a:srgbClr val="990078">
                    <a:alpha val="7503"/>
                  </a:srgbClr>
                </a:gs>
                <a:gs pos="42857">
                  <a:srgbClr val="990078">
                    <a:alpha val="4987"/>
                  </a:srgbClr>
                </a:gs>
                <a:gs pos="57143">
                  <a:srgbClr val="990078">
                    <a:alpha val="2795"/>
                  </a:srgbClr>
                </a:gs>
                <a:gs pos="71429">
                  <a:srgbClr val="990078">
                    <a:alpha val="1318"/>
                  </a:srgbClr>
                </a:gs>
                <a:gs pos="85714">
                  <a:srgbClr val="990078">
                    <a:alpha val="523"/>
                  </a:srgbClr>
                </a:gs>
                <a:gs pos="100000">
                  <a:srgbClr val="990078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7325848">
              <a:off x="1968949" y="1717320"/>
              <a:ext cx="68461" cy="17544"/>
            </a:xfrm>
            <a:prstGeom prst="ellipse">
              <a:avLst/>
            </a:prstGeom>
            <a:gradFill>
              <a:gsLst>
                <a:gs pos="0">
                  <a:srgbClr val="F1FFD3">
                    <a:alpha val="16540"/>
                  </a:srgbClr>
                </a:gs>
                <a:gs pos="14286">
                  <a:srgbClr val="F1FFD3">
                    <a:alpha val="15310"/>
                  </a:srgbClr>
                </a:gs>
                <a:gs pos="28571">
                  <a:srgbClr val="F1FFD3">
                    <a:alpha val="12105"/>
                  </a:srgbClr>
                </a:gs>
                <a:gs pos="42857">
                  <a:srgbClr val="F1FFD3">
                    <a:alpha val="8115"/>
                  </a:srgbClr>
                </a:gs>
                <a:gs pos="57143">
                  <a:srgbClr val="F1FFD3">
                    <a:alpha val="4581"/>
                  </a:srgbClr>
                </a:gs>
                <a:gs pos="71429">
                  <a:srgbClr val="F1FFD3">
                    <a:alpha val="2171"/>
                  </a:srgbClr>
                </a:gs>
                <a:gs pos="85714">
                  <a:srgbClr val="F1FFD3">
                    <a:alpha val="864"/>
                  </a:srgbClr>
                </a:gs>
                <a:gs pos="100000">
                  <a:srgbClr val="F1FFD3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8461394">
              <a:off x="1074418" y="2029650"/>
              <a:ext cx="321356" cy="226999"/>
            </a:xfrm>
            <a:prstGeom prst="ellipse">
              <a:avLst/>
            </a:prstGeom>
            <a:gradFill>
              <a:gsLst>
                <a:gs pos="0">
                  <a:srgbClr val="E2DBFF">
                    <a:alpha val="32968"/>
                  </a:srgbClr>
                </a:gs>
                <a:gs pos="14286">
                  <a:srgbClr val="E2DBFF">
                    <a:alpha val="30764"/>
                  </a:srgbClr>
                </a:gs>
                <a:gs pos="28571">
                  <a:srgbClr val="E2DBFF">
                    <a:alpha val="24833"/>
                  </a:srgbClr>
                </a:gs>
                <a:gs pos="42857">
                  <a:srgbClr val="E2DBFF">
                    <a:alpha val="17075"/>
                  </a:srgbClr>
                </a:gs>
                <a:gs pos="57143">
                  <a:srgbClr val="E2DBFF">
                    <a:alpha val="9855"/>
                  </a:srgbClr>
                </a:gs>
                <a:gs pos="71429">
                  <a:srgbClr val="E2DBFF">
                    <a:alpha val="4740"/>
                  </a:srgbClr>
                </a:gs>
                <a:gs pos="85714">
                  <a:srgbClr val="E2DBFF">
                    <a:alpha val="1902"/>
                  </a:srgbClr>
                </a:gs>
                <a:gs pos="100000">
                  <a:srgbClr val="E2D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8517733">
              <a:off x="2169182" y="1531776"/>
              <a:ext cx="68461" cy="17421"/>
            </a:xfrm>
            <a:prstGeom prst="ellipse">
              <a:avLst/>
            </a:prstGeom>
            <a:gradFill>
              <a:gsLst>
                <a:gs pos="0">
                  <a:srgbClr val="FAFF8A">
                    <a:alpha val="16631"/>
                  </a:srgbClr>
                </a:gs>
                <a:gs pos="14286">
                  <a:srgbClr val="FAFF8A">
                    <a:alpha val="15395"/>
                  </a:srgbClr>
                </a:gs>
                <a:gs pos="28571">
                  <a:srgbClr val="FAFF8A">
                    <a:alpha val="12173"/>
                  </a:srgbClr>
                </a:gs>
                <a:gs pos="42857">
                  <a:srgbClr val="FAFF8A">
                    <a:alpha val="8162"/>
                  </a:srgbClr>
                </a:gs>
                <a:gs pos="57143">
                  <a:srgbClr val="FAFF8A">
                    <a:alpha val="4608"/>
                  </a:srgbClr>
                </a:gs>
                <a:gs pos="71429">
                  <a:srgbClr val="FAFF8A">
                    <a:alpha val="2184"/>
                  </a:srgbClr>
                </a:gs>
                <a:gs pos="85714">
                  <a:srgbClr val="FAFF8A">
                    <a:alpha val="869"/>
                  </a:srgbClr>
                </a:gs>
                <a:gs pos="100000">
                  <a:srgbClr val="FAFF8A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9031315">
              <a:off x="1807147" y="2039114"/>
              <a:ext cx="68461" cy="17844"/>
            </a:xfrm>
            <a:prstGeom prst="ellipse">
              <a:avLst/>
            </a:prstGeom>
            <a:gradFill>
              <a:gsLst>
                <a:gs pos="0">
                  <a:srgbClr val="C3FFF0">
                    <a:alpha val="16318"/>
                  </a:srgbClr>
                </a:gs>
                <a:gs pos="14286">
                  <a:srgbClr val="C3FFF0">
                    <a:alpha val="15103"/>
                  </a:srgbClr>
                </a:gs>
                <a:gs pos="28571">
                  <a:srgbClr val="C3FFF0">
                    <a:alpha val="11938"/>
                  </a:srgbClr>
                </a:gs>
                <a:gs pos="42857">
                  <a:srgbClr val="C3FFF0">
                    <a:alpha val="8001"/>
                  </a:srgbClr>
                </a:gs>
                <a:gs pos="57143">
                  <a:srgbClr val="C3FFF0">
                    <a:alpha val="4515"/>
                  </a:srgbClr>
                </a:gs>
                <a:gs pos="71429">
                  <a:srgbClr val="C3FFF0">
                    <a:alpha val="2140"/>
                  </a:srgbClr>
                </a:gs>
                <a:gs pos="85714">
                  <a:srgbClr val="C3FFF0">
                    <a:alpha val="852"/>
                  </a:srgbClr>
                </a:gs>
                <a:gs pos="100000">
                  <a:srgbClr val="C3FFF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-8654400">
              <a:off x="988160" y="1324857"/>
              <a:ext cx="58943" cy="14736"/>
            </a:xfrm>
            <a:prstGeom prst="ellipse">
              <a:avLst/>
            </a:prstGeom>
            <a:gradFill>
              <a:gsLst>
                <a:gs pos="0">
                  <a:srgbClr val="FF20FF">
                    <a:alpha val="18591"/>
                  </a:srgbClr>
                </a:gs>
                <a:gs pos="14286">
                  <a:srgbClr val="FF20FF">
                    <a:alpha val="17225"/>
                  </a:srgbClr>
                </a:gs>
                <a:gs pos="28571">
                  <a:srgbClr val="FF20FF">
                    <a:alpha val="13652"/>
                  </a:srgbClr>
                </a:gs>
                <a:gs pos="42857">
                  <a:srgbClr val="FF20FF">
                    <a:alpha val="9179"/>
                  </a:srgbClr>
                </a:gs>
                <a:gs pos="57143">
                  <a:srgbClr val="FF20FF">
                    <a:alpha val="5195"/>
                  </a:srgbClr>
                </a:gs>
                <a:gs pos="71429">
                  <a:srgbClr val="FF20FF">
                    <a:alpha val="2466"/>
                  </a:srgbClr>
                </a:gs>
                <a:gs pos="85714">
                  <a:srgbClr val="FF20FF">
                    <a:alpha val="983"/>
                  </a:srgbClr>
                </a:gs>
                <a:gs pos="100000">
                  <a:srgbClr val="FF20FF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3325786">
              <a:off x="1737130" y="2118427"/>
              <a:ext cx="64830" cy="16207"/>
            </a:xfrm>
            <a:prstGeom prst="ellipse">
              <a:avLst/>
            </a:prstGeom>
            <a:gradFill>
              <a:gsLst>
                <a:gs pos="0">
                  <a:srgbClr val="B0FFFF">
                    <a:alpha val="17522"/>
                  </a:srgbClr>
                </a:gs>
                <a:gs pos="14286">
                  <a:srgbClr val="B0FFFF">
                    <a:alpha val="16227"/>
                  </a:srgbClr>
                </a:gs>
                <a:gs pos="28571">
                  <a:srgbClr val="B0FFFF">
                    <a:alpha val="12845"/>
                  </a:srgbClr>
                </a:gs>
                <a:gs pos="42857">
                  <a:srgbClr val="B0FFFF">
                    <a:alpha val="8623"/>
                  </a:srgbClr>
                </a:gs>
                <a:gs pos="57143">
                  <a:srgbClr val="B0FFFF">
                    <a:alpha val="4874"/>
                  </a:srgbClr>
                </a:gs>
                <a:gs pos="71429">
                  <a:srgbClr val="B0FFFF">
                    <a:alpha val="2312"/>
                  </a:srgbClr>
                </a:gs>
                <a:gs pos="85714">
                  <a:srgbClr val="B0FFFF">
                    <a:alpha val="921"/>
                  </a:srgbClr>
                </a:gs>
                <a:gs pos="100000">
                  <a:srgbClr val="B0FFFF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9395474">
              <a:off x="1176641" y="965188"/>
              <a:ext cx="68461" cy="17202"/>
            </a:xfrm>
            <a:prstGeom prst="ellipse">
              <a:avLst/>
            </a:prstGeom>
            <a:gradFill>
              <a:gsLst>
                <a:gs pos="0">
                  <a:srgbClr val="FF0095">
                    <a:alpha val="16793"/>
                  </a:srgbClr>
                </a:gs>
                <a:gs pos="14286">
                  <a:srgbClr val="FF0095">
                    <a:alpha val="15546"/>
                  </a:srgbClr>
                </a:gs>
                <a:gs pos="28571">
                  <a:srgbClr val="FF0095">
                    <a:alpha val="12295"/>
                  </a:srgbClr>
                </a:gs>
                <a:gs pos="42857">
                  <a:srgbClr val="FF0095">
                    <a:alpha val="8245"/>
                  </a:srgbClr>
                </a:gs>
                <a:gs pos="57143">
                  <a:srgbClr val="FF0095">
                    <a:alpha val="4656"/>
                  </a:srgbClr>
                </a:gs>
                <a:gs pos="71429">
                  <a:srgbClr val="FF0095">
                    <a:alpha val="2207"/>
                  </a:srgbClr>
                </a:gs>
                <a:gs pos="85714">
                  <a:srgbClr val="FF0095">
                    <a:alpha val="879"/>
                  </a:srgbClr>
                </a:gs>
                <a:gs pos="100000">
                  <a:srgbClr val="FF009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10025927">
              <a:off x="1582574" y="1823951"/>
              <a:ext cx="503354" cy="24719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5303870">
              <a:off x="1126347" y="2135462"/>
              <a:ext cx="68461" cy="17774"/>
            </a:xfrm>
            <a:prstGeom prst="ellipse">
              <a:avLst/>
            </a:prstGeom>
            <a:gradFill>
              <a:gsLst>
                <a:gs pos="0">
                  <a:srgbClr val="4A53FF">
                    <a:alpha val="16370"/>
                  </a:srgbClr>
                </a:gs>
                <a:gs pos="14286">
                  <a:srgbClr val="4A53FF">
                    <a:alpha val="15152"/>
                  </a:srgbClr>
                </a:gs>
                <a:gs pos="28571">
                  <a:srgbClr val="4A53FF">
                    <a:alpha val="11977"/>
                  </a:srgbClr>
                </a:gs>
                <a:gs pos="42857">
                  <a:srgbClr val="4A53FF">
                    <a:alpha val="8027"/>
                  </a:srgbClr>
                </a:gs>
                <a:gs pos="57143">
                  <a:srgbClr val="4A53FF">
                    <a:alpha val="4531"/>
                  </a:srgbClr>
                </a:gs>
                <a:gs pos="71429">
                  <a:srgbClr val="4A53FF">
                    <a:alpha val="2147"/>
                  </a:srgbClr>
                </a:gs>
                <a:gs pos="85714">
                  <a:srgbClr val="4A53FF">
                    <a:alpha val="855"/>
                  </a:srgbClr>
                </a:gs>
                <a:gs pos="100000">
                  <a:srgbClr val="4A53F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217684">
              <a:off x="1007793" y="1488327"/>
              <a:ext cx="312488" cy="227584"/>
            </a:xfrm>
            <a:prstGeom prst="ellipse">
              <a:avLst/>
            </a:prstGeom>
            <a:gradFill>
              <a:gsLst>
                <a:gs pos="0">
                  <a:srgbClr val="001FFF">
                    <a:alpha val="32968"/>
                  </a:srgbClr>
                </a:gs>
                <a:gs pos="14286">
                  <a:srgbClr val="001FFF">
                    <a:alpha val="30764"/>
                  </a:srgbClr>
                </a:gs>
                <a:gs pos="28571">
                  <a:srgbClr val="001FFF">
                    <a:alpha val="24833"/>
                  </a:srgbClr>
                </a:gs>
                <a:gs pos="42857">
                  <a:srgbClr val="001FFF">
                    <a:alpha val="17075"/>
                  </a:srgbClr>
                </a:gs>
                <a:gs pos="57143">
                  <a:srgbClr val="001FFF">
                    <a:alpha val="9855"/>
                  </a:srgbClr>
                </a:gs>
                <a:gs pos="71429">
                  <a:srgbClr val="001FFF">
                    <a:alpha val="4740"/>
                  </a:srgbClr>
                </a:gs>
                <a:gs pos="85714">
                  <a:srgbClr val="001FFF">
                    <a:alpha val="1902"/>
                  </a:srgbClr>
                </a:gs>
                <a:gs pos="100000">
                  <a:srgbClr val="001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8894068">
              <a:off x="1270929" y="1345467"/>
              <a:ext cx="306863" cy="224581"/>
            </a:xfrm>
            <a:prstGeom prst="ellipse">
              <a:avLst/>
            </a:prstGeom>
            <a:gradFill>
              <a:gsLst>
                <a:gs pos="0">
                  <a:srgbClr val="FF54FA">
                    <a:alpha val="32968"/>
                  </a:srgbClr>
                </a:gs>
                <a:gs pos="14286">
                  <a:srgbClr val="FF54FA">
                    <a:alpha val="30764"/>
                  </a:srgbClr>
                </a:gs>
                <a:gs pos="28571">
                  <a:srgbClr val="FF54FA">
                    <a:alpha val="24833"/>
                  </a:srgbClr>
                </a:gs>
                <a:gs pos="42857">
                  <a:srgbClr val="FF54FA">
                    <a:alpha val="17075"/>
                  </a:srgbClr>
                </a:gs>
                <a:gs pos="57143">
                  <a:srgbClr val="FF54FA">
                    <a:alpha val="9855"/>
                  </a:srgbClr>
                </a:gs>
                <a:gs pos="71429">
                  <a:srgbClr val="FF54FA">
                    <a:alpha val="4740"/>
                  </a:srgbClr>
                </a:gs>
                <a:gs pos="85714">
                  <a:srgbClr val="FF54FA">
                    <a:alpha val="1902"/>
                  </a:srgbClr>
                </a:gs>
                <a:gs pos="100000">
                  <a:srgbClr val="FF54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3673001">
              <a:off x="1084567" y="1433470"/>
              <a:ext cx="283689" cy="208783"/>
            </a:xfrm>
            <a:prstGeom prst="ellipse">
              <a:avLst/>
            </a:prstGeom>
            <a:gradFill>
              <a:gsLst>
                <a:gs pos="0">
                  <a:srgbClr val="0067FF">
                    <a:alpha val="32968"/>
                  </a:srgbClr>
                </a:gs>
                <a:gs pos="14286">
                  <a:srgbClr val="0067FF">
                    <a:alpha val="30764"/>
                  </a:srgbClr>
                </a:gs>
                <a:gs pos="28571">
                  <a:srgbClr val="0067FF">
                    <a:alpha val="24833"/>
                  </a:srgbClr>
                </a:gs>
                <a:gs pos="42857">
                  <a:srgbClr val="0067FF">
                    <a:alpha val="17075"/>
                  </a:srgbClr>
                </a:gs>
                <a:gs pos="57143">
                  <a:srgbClr val="0067FF">
                    <a:alpha val="9855"/>
                  </a:srgbClr>
                </a:gs>
                <a:gs pos="71429">
                  <a:srgbClr val="0067FF">
                    <a:alpha val="4740"/>
                  </a:srgbClr>
                </a:gs>
                <a:gs pos="85714">
                  <a:srgbClr val="0067FF">
                    <a:alpha val="1902"/>
                  </a:srgbClr>
                </a:gs>
                <a:gs pos="100000">
                  <a:srgbClr val="006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5015822">
              <a:off x="1776327" y="1603781"/>
              <a:ext cx="315248" cy="214201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3288588">
              <a:off x="1528173" y="1874503"/>
              <a:ext cx="483266" cy="232410"/>
            </a:xfrm>
            <a:prstGeom prst="ellipse">
              <a:avLst/>
            </a:prstGeom>
            <a:gradFill>
              <a:gsLst>
                <a:gs pos="0">
                  <a:srgbClr val="E2FFFF">
                    <a:alpha val="32968"/>
                  </a:srgbClr>
                </a:gs>
                <a:gs pos="14286">
                  <a:srgbClr val="E2FFFF">
                    <a:alpha val="30764"/>
                  </a:srgbClr>
                </a:gs>
                <a:gs pos="28571">
                  <a:srgbClr val="E2FFFF">
                    <a:alpha val="24833"/>
                  </a:srgbClr>
                </a:gs>
                <a:gs pos="42857">
                  <a:srgbClr val="E2FFFF">
                    <a:alpha val="17075"/>
                  </a:srgbClr>
                </a:gs>
                <a:gs pos="57143">
                  <a:srgbClr val="E2FFFF">
                    <a:alpha val="9855"/>
                  </a:srgbClr>
                </a:gs>
                <a:gs pos="71429">
                  <a:srgbClr val="E2FFFF">
                    <a:alpha val="4740"/>
                  </a:srgbClr>
                </a:gs>
                <a:gs pos="85714">
                  <a:srgbClr val="E2FFFF">
                    <a:alpha val="1902"/>
                  </a:srgbClr>
                </a:gs>
                <a:gs pos="100000">
                  <a:srgbClr val="E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9282069">
              <a:off x="1781282" y="871176"/>
              <a:ext cx="405032" cy="294565"/>
            </a:xfrm>
            <a:prstGeom prst="ellipse">
              <a:avLst/>
            </a:prstGeom>
            <a:gradFill>
              <a:gsLst>
                <a:gs pos="0">
                  <a:srgbClr val="FFFFA8">
                    <a:alpha val="32968"/>
                  </a:srgbClr>
                </a:gs>
                <a:gs pos="14286">
                  <a:srgbClr val="FFFFA8">
                    <a:alpha val="30764"/>
                  </a:srgbClr>
                </a:gs>
                <a:gs pos="28571">
                  <a:srgbClr val="FFFFA8">
                    <a:alpha val="24833"/>
                  </a:srgbClr>
                </a:gs>
                <a:gs pos="42857">
                  <a:srgbClr val="FFFFA8">
                    <a:alpha val="17075"/>
                  </a:srgbClr>
                </a:gs>
                <a:gs pos="57143">
                  <a:srgbClr val="FFFFA8">
                    <a:alpha val="9855"/>
                  </a:srgbClr>
                </a:gs>
                <a:gs pos="71429">
                  <a:srgbClr val="FFFFA8">
                    <a:alpha val="4740"/>
                  </a:srgbClr>
                </a:gs>
                <a:gs pos="85714">
                  <a:srgbClr val="FFFFA8">
                    <a:alpha val="1902"/>
                  </a:srgbClr>
                </a:gs>
                <a:gs pos="100000">
                  <a:srgbClr val="FFFF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10238359">
              <a:off x="1987176" y="947782"/>
              <a:ext cx="320100" cy="254325"/>
            </a:xfrm>
            <a:prstGeom prst="ellipse">
              <a:avLst/>
            </a:prstGeom>
            <a:gradFill>
              <a:gsLst>
                <a:gs pos="0">
                  <a:srgbClr val="FF76AE">
                    <a:alpha val="32968"/>
                  </a:srgbClr>
                </a:gs>
                <a:gs pos="14286">
                  <a:srgbClr val="FF76AE">
                    <a:alpha val="30764"/>
                  </a:srgbClr>
                </a:gs>
                <a:gs pos="28571">
                  <a:srgbClr val="FF76AE">
                    <a:alpha val="24833"/>
                  </a:srgbClr>
                </a:gs>
                <a:gs pos="42857">
                  <a:srgbClr val="FF76AE">
                    <a:alpha val="17075"/>
                  </a:srgbClr>
                </a:gs>
                <a:gs pos="57143">
                  <a:srgbClr val="FF76AE">
                    <a:alpha val="9855"/>
                  </a:srgbClr>
                </a:gs>
                <a:gs pos="71429">
                  <a:srgbClr val="FF76AE">
                    <a:alpha val="4740"/>
                  </a:srgbClr>
                </a:gs>
                <a:gs pos="85714">
                  <a:srgbClr val="FF76AE">
                    <a:alpha val="1902"/>
                  </a:srgbClr>
                </a:gs>
                <a:gs pos="100000">
                  <a:srgbClr val="FF76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-8526845">
              <a:off x="990364" y="1847882"/>
              <a:ext cx="340199" cy="231118"/>
            </a:xfrm>
            <a:prstGeom prst="ellipse">
              <a:avLst/>
            </a:prstGeom>
            <a:gradFill>
              <a:gsLst>
                <a:gs pos="0">
                  <a:srgbClr val="FFD2FF">
                    <a:alpha val="32968"/>
                  </a:srgbClr>
                </a:gs>
                <a:gs pos="14286">
                  <a:srgbClr val="FFD2FF">
                    <a:alpha val="30764"/>
                  </a:srgbClr>
                </a:gs>
                <a:gs pos="28571">
                  <a:srgbClr val="FFD2FF">
                    <a:alpha val="24833"/>
                  </a:srgbClr>
                </a:gs>
                <a:gs pos="42857">
                  <a:srgbClr val="FFD2FF">
                    <a:alpha val="17075"/>
                  </a:srgbClr>
                </a:gs>
                <a:gs pos="57143">
                  <a:srgbClr val="FFD2FF">
                    <a:alpha val="9855"/>
                  </a:srgbClr>
                </a:gs>
                <a:gs pos="71429">
                  <a:srgbClr val="FFD2FF">
                    <a:alpha val="4740"/>
                  </a:srgbClr>
                </a:gs>
                <a:gs pos="85714">
                  <a:srgbClr val="FFD2FF">
                    <a:alpha val="1902"/>
                  </a:srgbClr>
                </a:gs>
                <a:gs pos="100000">
                  <a:srgbClr val="FFD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019099">
              <a:off x="859559" y="1369098"/>
              <a:ext cx="336748" cy="246212"/>
            </a:xfrm>
            <a:prstGeom prst="ellipse">
              <a:avLst/>
            </a:prstGeom>
            <a:gradFill>
              <a:gsLst>
                <a:gs pos="0">
                  <a:srgbClr val="D887FF">
                    <a:alpha val="32968"/>
                  </a:srgbClr>
                </a:gs>
                <a:gs pos="14286">
                  <a:srgbClr val="D887FF">
                    <a:alpha val="30764"/>
                  </a:srgbClr>
                </a:gs>
                <a:gs pos="28571">
                  <a:srgbClr val="D887FF">
                    <a:alpha val="24833"/>
                  </a:srgbClr>
                </a:gs>
                <a:gs pos="42857">
                  <a:srgbClr val="D887FF">
                    <a:alpha val="17075"/>
                  </a:srgbClr>
                </a:gs>
                <a:gs pos="57143">
                  <a:srgbClr val="D887FF">
                    <a:alpha val="9855"/>
                  </a:srgbClr>
                </a:gs>
                <a:gs pos="71429">
                  <a:srgbClr val="D887FF">
                    <a:alpha val="4740"/>
                  </a:srgbClr>
                </a:gs>
                <a:gs pos="85714">
                  <a:srgbClr val="D887FF">
                    <a:alpha val="1902"/>
                  </a:srgbClr>
                </a:gs>
                <a:gs pos="100000">
                  <a:srgbClr val="D88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8848986">
              <a:off x="2488428" y="1364122"/>
              <a:ext cx="68461" cy="17752"/>
            </a:xfrm>
            <a:prstGeom prst="ellipse">
              <a:avLst/>
            </a:prstGeom>
            <a:gradFill>
              <a:gsLst>
                <a:gs pos="0">
                  <a:srgbClr val="F7FF24">
                    <a:alpha val="16386"/>
                  </a:srgbClr>
                </a:gs>
                <a:gs pos="14286">
                  <a:srgbClr val="F7FF24">
                    <a:alpha val="15167"/>
                  </a:srgbClr>
                </a:gs>
                <a:gs pos="28571">
                  <a:srgbClr val="F7FF24">
                    <a:alpha val="11989"/>
                  </a:srgbClr>
                </a:gs>
                <a:gs pos="42857">
                  <a:srgbClr val="F7FF24">
                    <a:alpha val="8035"/>
                  </a:srgbClr>
                </a:gs>
                <a:gs pos="57143">
                  <a:srgbClr val="F7FF24">
                    <a:alpha val="4536"/>
                  </a:srgbClr>
                </a:gs>
                <a:gs pos="71429">
                  <a:srgbClr val="F7FF24">
                    <a:alpha val="2149"/>
                  </a:srgbClr>
                </a:gs>
                <a:gs pos="85714">
                  <a:srgbClr val="F7FF24">
                    <a:alpha val="855"/>
                  </a:srgbClr>
                </a:gs>
                <a:gs pos="100000">
                  <a:srgbClr val="F7FF24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9588060">
              <a:off x="724129" y="1014648"/>
              <a:ext cx="183041" cy="68690"/>
            </a:xfrm>
            <a:prstGeom prst="ellipse">
              <a:avLst/>
            </a:prstGeom>
            <a:gradFill>
              <a:gsLst>
                <a:gs pos="0">
                  <a:srgbClr val="000066">
                    <a:alpha val="11893"/>
                  </a:srgbClr>
                </a:gs>
                <a:gs pos="14286">
                  <a:srgbClr val="000066">
                    <a:alpha val="10986"/>
                  </a:srgbClr>
                </a:gs>
                <a:gs pos="28571">
                  <a:srgbClr val="000066">
                    <a:alpha val="8640"/>
                  </a:srgbClr>
                </a:gs>
                <a:gs pos="42857">
                  <a:srgbClr val="000066">
                    <a:alpha val="5755"/>
                  </a:srgbClr>
                </a:gs>
                <a:gs pos="57143">
                  <a:srgbClr val="000066">
                    <a:alpha val="3231"/>
                  </a:srgbClr>
                </a:gs>
                <a:gs pos="71429">
                  <a:srgbClr val="000066">
                    <a:alpha val="1526"/>
                  </a:srgbClr>
                </a:gs>
                <a:gs pos="85714">
                  <a:srgbClr val="000066">
                    <a:alpha val="606"/>
                  </a:srgbClr>
                </a:gs>
                <a:gs pos="100000">
                  <a:srgbClr val="000066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10039456">
              <a:off x="1320442" y="1216976"/>
              <a:ext cx="68461" cy="18029"/>
            </a:xfrm>
            <a:prstGeom prst="ellipse">
              <a:avLst/>
            </a:prstGeom>
            <a:gradFill>
              <a:gsLst>
                <a:gs pos="0">
                  <a:srgbClr val="FF53BF">
                    <a:alpha val="16181"/>
                  </a:srgbClr>
                </a:gs>
                <a:gs pos="14286">
                  <a:srgbClr val="FF53BF">
                    <a:alpha val="14975"/>
                  </a:srgbClr>
                </a:gs>
                <a:gs pos="28571">
                  <a:srgbClr val="FF53BF">
                    <a:alpha val="11835"/>
                  </a:srgbClr>
                </a:gs>
                <a:gs pos="42857">
                  <a:srgbClr val="FF53BF">
                    <a:alpha val="7930"/>
                  </a:srgbClr>
                </a:gs>
                <a:gs pos="57143">
                  <a:srgbClr val="FF53BF">
                    <a:alpha val="4475"/>
                  </a:srgbClr>
                </a:gs>
                <a:gs pos="71429">
                  <a:srgbClr val="FF53BF">
                    <a:alpha val="2120"/>
                  </a:srgbClr>
                </a:gs>
                <a:gs pos="85714">
                  <a:srgbClr val="FF53BF">
                    <a:alpha val="844"/>
                  </a:srgbClr>
                </a:gs>
                <a:gs pos="100000">
                  <a:srgbClr val="FF53BF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4864649">
              <a:off x="1559758" y="1172468"/>
              <a:ext cx="335036" cy="231684"/>
            </a:xfrm>
            <a:prstGeom prst="ellipse">
              <a:avLst/>
            </a:prstGeom>
            <a:gradFill>
              <a:gsLst>
                <a:gs pos="0">
                  <a:srgbClr val="FFA000">
                    <a:alpha val="32968"/>
                  </a:srgbClr>
                </a:gs>
                <a:gs pos="14286">
                  <a:srgbClr val="FFA000">
                    <a:alpha val="30764"/>
                  </a:srgbClr>
                </a:gs>
                <a:gs pos="28571">
                  <a:srgbClr val="FFA000">
                    <a:alpha val="24833"/>
                  </a:srgbClr>
                </a:gs>
                <a:gs pos="42857">
                  <a:srgbClr val="FFA000">
                    <a:alpha val="17075"/>
                  </a:srgbClr>
                </a:gs>
                <a:gs pos="57143">
                  <a:srgbClr val="FFA000">
                    <a:alpha val="9855"/>
                  </a:srgbClr>
                </a:gs>
                <a:gs pos="71429">
                  <a:srgbClr val="FFA000">
                    <a:alpha val="4740"/>
                  </a:srgbClr>
                </a:gs>
                <a:gs pos="85714">
                  <a:srgbClr val="FFA000">
                    <a:alpha val="1902"/>
                  </a:srgbClr>
                </a:gs>
                <a:gs pos="100000">
                  <a:srgbClr val="FFA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-8479143">
              <a:off x="989242" y="1785322"/>
              <a:ext cx="315905" cy="215980"/>
            </a:xfrm>
            <a:prstGeom prst="ellipse">
              <a:avLst/>
            </a:prstGeom>
            <a:gradFill>
              <a:gsLst>
                <a:gs pos="0">
                  <a:srgbClr val="BABBFF">
                    <a:alpha val="32968"/>
                  </a:srgbClr>
                </a:gs>
                <a:gs pos="14286">
                  <a:srgbClr val="BABBFF">
                    <a:alpha val="30764"/>
                  </a:srgbClr>
                </a:gs>
                <a:gs pos="28571">
                  <a:srgbClr val="BABBFF">
                    <a:alpha val="24833"/>
                  </a:srgbClr>
                </a:gs>
                <a:gs pos="42857">
                  <a:srgbClr val="BABBFF">
                    <a:alpha val="17075"/>
                  </a:srgbClr>
                </a:gs>
                <a:gs pos="57143">
                  <a:srgbClr val="BABBFF">
                    <a:alpha val="9855"/>
                  </a:srgbClr>
                </a:gs>
                <a:gs pos="71429">
                  <a:srgbClr val="BABBFF">
                    <a:alpha val="4740"/>
                  </a:srgbClr>
                </a:gs>
                <a:gs pos="85714">
                  <a:srgbClr val="BABBFF">
                    <a:alpha val="1902"/>
                  </a:srgbClr>
                </a:gs>
                <a:gs pos="100000">
                  <a:srgbClr val="BA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10772131">
              <a:off x="1784144" y="725778"/>
              <a:ext cx="336060" cy="22511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8489833">
              <a:off x="1376312" y="1260357"/>
              <a:ext cx="327471" cy="243839"/>
            </a:xfrm>
            <a:prstGeom prst="ellipse">
              <a:avLst/>
            </a:prstGeom>
            <a:gradFill>
              <a:gsLst>
                <a:gs pos="0">
                  <a:srgbClr val="FF8B00">
                    <a:alpha val="32968"/>
                  </a:srgbClr>
                </a:gs>
                <a:gs pos="14286">
                  <a:srgbClr val="FF8B00">
                    <a:alpha val="30764"/>
                  </a:srgbClr>
                </a:gs>
                <a:gs pos="28571">
                  <a:srgbClr val="FF8B00">
                    <a:alpha val="24833"/>
                  </a:srgbClr>
                </a:gs>
                <a:gs pos="42857">
                  <a:srgbClr val="FF8B00">
                    <a:alpha val="17075"/>
                  </a:srgbClr>
                </a:gs>
                <a:gs pos="57143">
                  <a:srgbClr val="FF8B00">
                    <a:alpha val="9855"/>
                  </a:srgbClr>
                </a:gs>
                <a:gs pos="71429">
                  <a:srgbClr val="FF8B00">
                    <a:alpha val="4740"/>
                  </a:srgbClr>
                </a:gs>
                <a:gs pos="85714">
                  <a:srgbClr val="FF8B00">
                    <a:alpha val="1902"/>
                  </a:srgbClr>
                </a:gs>
                <a:gs pos="100000">
                  <a:srgbClr val="FF8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2751820">
              <a:off x="890711" y="1684777"/>
              <a:ext cx="68461" cy="17699"/>
            </a:xfrm>
            <a:prstGeom prst="ellipse">
              <a:avLst/>
            </a:prstGeom>
            <a:gradFill>
              <a:gsLst>
                <a:gs pos="0">
                  <a:srgbClr val="9F22FF">
                    <a:alpha val="16425"/>
                  </a:srgbClr>
                </a:gs>
                <a:gs pos="14286">
                  <a:srgbClr val="9F22FF">
                    <a:alpha val="15203"/>
                  </a:srgbClr>
                </a:gs>
                <a:gs pos="28571">
                  <a:srgbClr val="9F22FF">
                    <a:alpha val="12019"/>
                  </a:srgbClr>
                </a:gs>
                <a:gs pos="42857">
                  <a:srgbClr val="9F22FF">
                    <a:alpha val="8056"/>
                  </a:srgbClr>
                </a:gs>
                <a:gs pos="57143">
                  <a:srgbClr val="9F22FF">
                    <a:alpha val="4547"/>
                  </a:srgbClr>
                </a:gs>
                <a:gs pos="71429">
                  <a:srgbClr val="9F22FF">
                    <a:alpha val="2155"/>
                  </a:srgbClr>
                </a:gs>
                <a:gs pos="85714">
                  <a:srgbClr val="9F22FF">
                    <a:alpha val="858"/>
                  </a:srgbClr>
                </a:gs>
                <a:gs pos="100000">
                  <a:srgbClr val="9F22FF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8397580">
              <a:off x="2270031" y="1803692"/>
              <a:ext cx="68461" cy="18015"/>
            </a:xfrm>
            <a:prstGeom prst="ellipse">
              <a:avLst/>
            </a:prstGeom>
            <a:gradFill>
              <a:gsLst>
                <a:gs pos="0">
                  <a:srgbClr val="B3FF7C">
                    <a:alpha val="16191"/>
                  </a:srgbClr>
                </a:gs>
                <a:gs pos="14286">
                  <a:srgbClr val="B3FF7C">
                    <a:alpha val="14985"/>
                  </a:srgbClr>
                </a:gs>
                <a:gs pos="28571">
                  <a:srgbClr val="B3FF7C">
                    <a:alpha val="11843"/>
                  </a:srgbClr>
                </a:gs>
                <a:gs pos="42857">
                  <a:srgbClr val="B3FF7C">
                    <a:alpha val="7935"/>
                  </a:srgbClr>
                </a:gs>
                <a:gs pos="57143">
                  <a:srgbClr val="B3FF7C">
                    <a:alpha val="4478"/>
                  </a:srgbClr>
                </a:gs>
                <a:gs pos="71429">
                  <a:srgbClr val="B3FF7C">
                    <a:alpha val="2122"/>
                  </a:srgbClr>
                </a:gs>
                <a:gs pos="85714">
                  <a:srgbClr val="B3FF7C">
                    <a:alpha val="844"/>
                  </a:srgbClr>
                </a:gs>
                <a:gs pos="100000">
                  <a:srgbClr val="B3FF7C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-10483319">
              <a:off x="1692011" y="713039"/>
              <a:ext cx="326397" cy="18394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5404268">
              <a:off x="-162206" y="2123128"/>
              <a:ext cx="455785" cy="454850"/>
            </a:xfrm>
            <a:prstGeom prst="ellipse">
              <a:avLst/>
            </a:prstGeom>
            <a:gradFill>
              <a:gsLst>
                <a:gs pos="0">
                  <a:srgbClr val="000000">
                    <a:alpha val="14124"/>
                  </a:srgbClr>
                </a:gs>
                <a:gs pos="14286">
                  <a:srgbClr val="000000">
                    <a:alpha val="13060"/>
                  </a:srgbClr>
                </a:gs>
                <a:gs pos="28571">
                  <a:srgbClr val="000000">
                    <a:alpha val="10297"/>
                  </a:srgbClr>
                </a:gs>
                <a:gs pos="42857">
                  <a:srgbClr val="000000">
                    <a:alpha val="6880"/>
                  </a:srgbClr>
                </a:gs>
                <a:gs pos="57143">
                  <a:srgbClr val="000000">
                    <a:alpha val="3872"/>
                  </a:srgbClr>
                </a:gs>
                <a:gs pos="71429">
                  <a:srgbClr val="000000">
                    <a:alpha val="1832"/>
                  </a:srgbClr>
                </a:gs>
                <a:gs pos="85714">
                  <a:srgbClr val="000000">
                    <a:alpha val="728"/>
                  </a:srgbClr>
                </a:gs>
                <a:gs pos="100000">
                  <a:srgbClr val="00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2994487">
              <a:off x="908810" y="1708192"/>
              <a:ext cx="68461" cy="17810"/>
            </a:xfrm>
            <a:prstGeom prst="ellipse">
              <a:avLst/>
            </a:prstGeom>
            <a:gradFill>
              <a:gsLst>
                <a:gs pos="0">
                  <a:srgbClr val="9E29FF">
                    <a:alpha val="16343"/>
                  </a:srgbClr>
                </a:gs>
                <a:gs pos="14286">
                  <a:srgbClr val="9E29FF">
                    <a:alpha val="15127"/>
                  </a:srgbClr>
                </a:gs>
                <a:gs pos="28571">
                  <a:srgbClr val="9E29FF">
                    <a:alpha val="11957"/>
                  </a:srgbClr>
                </a:gs>
                <a:gs pos="42857">
                  <a:srgbClr val="9E29FF">
                    <a:alpha val="8013"/>
                  </a:srgbClr>
                </a:gs>
                <a:gs pos="57143">
                  <a:srgbClr val="9E29FF">
                    <a:alpha val="4523"/>
                  </a:srgbClr>
                </a:gs>
                <a:gs pos="71429">
                  <a:srgbClr val="9E29FF">
                    <a:alpha val="2143"/>
                  </a:srgbClr>
                </a:gs>
                <a:gs pos="85714">
                  <a:srgbClr val="9E29FF">
                    <a:alpha val="853"/>
                  </a:srgbClr>
                </a:gs>
                <a:gs pos="100000">
                  <a:srgbClr val="9E29F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4074444">
              <a:off x="1413554" y="1112143"/>
              <a:ext cx="459476" cy="3093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3617208">
              <a:off x="835415" y="1240016"/>
              <a:ext cx="189253" cy="113906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3832818">
              <a:off x="898205" y="1700482"/>
              <a:ext cx="351668" cy="258583"/>
            </a:xfrm>
            <a:prstGeom prst="ellipse">
              <a:avLst/>
            </a:prstGeom>
            <a:gradFill>
              <a:gsLst>
                <a:gs pos="0">
                  <a:srgbClr val="65A6FF">
                    <a:alpha val="32968"/>
                  </a:srgbClr>
                </a:gs>
                <a:gs pos="14286">
                  <a:srgbClr val="65A6FF">
                    <a:alpha val="30764"/>
                  </a:srgbClr>
                </a:gs>
                <a:gs pos="28571">
                  <a:srgbClr val="65A6FF">
                    <a:alpha val="24833"/>
                  </a:srgbClr>
                </a:gs>
                <a:gs pos="42857">
                  <a:srgbClr val="65A6FF">
                    <a:alpha val="17075"/>
                  </a:srgbClr>
                </a:gs>
                <a:gs pos="57143">
                  <a:srgbClr val="65A6FF">
                    <a:alpha val="9855"/>
                  </a:srgbClr>
                </a:gs>
                <a:gs pos="71429">
                  <a:srgbClr val="65A6FF">
                    <a:alpha val="4740"/>
                  </a:srgbClr>
                </a:gs>
                <a:gs pos="85714">
                  <a:srgbClr val="65A6FF">
                    <a:alpha val="1902"/>
                  </a:srgbClr>
                </a:gs>
                <a:gs pos="100000">
                  <a:srgbClr val="65A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10664677">
              <a:off x="1558492" y="2583880"/>
              <a:ext cx="459613" cy="22491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9083724">
              <a:off x="2020319" y="1431200"/>
              <a:ext cx="362927" cy="261714"/>
            </a:xfrm>
            <a:prstGeom prst="ellipse">
              <a:avLst/>
            </a:prstGeom>
            <a:gradFill>
              <a:gsLst>
                <a:gs pos="0">
                  <a:srgbClr val="FFFF8A">
                    <a:alpha val="32968"/>
                  </a:srgbClr>
                </a:gs>
                <a:gs pos="14286">
                  <a:srgbClr val="FFFF8A">
                    <a:alpha val="30764"/>
                  </a:srgbClr>
                </a:gs>
                <a:gs pos="28571">
                  <a:srgbClr val="FFFF8A">
                    <a:alpha val="24833"/>
                  </a:srgbClr>
                </a:gs>
                <a:gs pos="42857">
                  <a:srgbClr val="FFFF8A">
                    <a:alpha val="17075"/>
                  </a:srgbClr>
                </a:gs>
                <a:gs pos="57143">
                  <a:srgbClr val="FFFF8A">
                    <a:alpha val="9855"/>
                  </a:srgbClr>
                </a:gs>
                <a:gs pos="71429">
                  <a:srgbClr val="FFFF8A">
                    <a:alpha val="4740"/>
                  </a:srgbClr>
                </a:gs>
                <a:gs pos="85714">
                  <a:srgbClr val="FFFF8A">
                    <a:alpha val="1902"/>
                  </a:srgbClr>
                </a:gs>
                <a:gs pos="100000">
                  <a:srgbClr val="FFFF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185004">
              <a:off x="1377048" y="730201"/>
              <a:ext cx="124392" cy="53104"/>
            </a:xfrm>
            <a:prstGeom prst="ellipse">
              <a:avLst/>
            </a:prstGeom>
            <a:gradFill>
              <a:gsLst>
                <a:gs pos="0">
                  <a:srgbClr val="00002F">
                    <a:alpha val="1513"/>
                  </a:srgbClr>
                </a:gs>
                <a:gs pos="14286">
                  <a:srgbClr val="00002F">
                    <a:alpha val="1391"/>
                  </a:srgbClr>
                </a:gs>
                <a:gs pos="28571">
                  <a:srgbClr val="00002F">
                    <a:alpha val="1082"/>
                  </a:srgbClr>
                </a:gs>
                <a:gs pos="42857">
                  <a:srgbClr val="00002F">
                    <a:alpha val="711"/>
                  </a:srgbClr>
                </a:gs>
                <a:gs pos="57143">
                  <a:srgbClr val="00002F">
                    <a:alpha val="395"/>
                  </a:srgbClr>
                </a:gs>
                <a:gs pos="71429">
                  <a:srgbClr val="00002F">
                    <a:alpha val="185"/>
                  </a:srgbClr>
                </a:gs>
                <a:gs pos="85714">
                  <a:srgbClr val="00002F">
                    <a:alpha val="73"/>
                  </a:srgbClr>
                </a:gs>
                <a:gs pos="100000">
                  <a:srgbClr val="00002F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8784792">
              <a:off x="2409609" y="1229755"/>
              <a:ext cx="273075" cy="204594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5996077">
              <a:off x="1632614" y="923123"/>
              <a:ext cx="381904" cy="275071"/>
            </a:xfrm>
            <a:prstGeom prst="ellipse">
              <a:avLst/>
            </a:prstGeom>
            <a:gradFill>
              <a:gsLst>
                <a:gs pos="0">
                  <a:srgbClr val="FFA5B9">
                    <a:alpha val="32968"/>
                  </a:srgbClr>
                </a:gs>
                <a:gs pos="14286">
                  <a:srgbClr val="FFA5B9">
                    <a:alpha val="30764"/>
                  </a:srgbClr>
                </a:gs>
                <a:gs pos="28571">
                  <a:srgbClr val="FFA5B9">
                    <a:alpha val="24833"/>
                  </a:srgbClr>
                </a:gs>
                <a:gs pos="42857">
                  <a:srgbClr val="FFA5B9">
                    <a:alpha val="17075"/>
                  </a:srgbClr>
                </a:gs>
                <a:gs pos="57143">
                  <a:srgbClr val="FFA5B9">
                    <a:alpha val="9855"/>
                  </a:srgbClr>
                </a:gs>
                <a:gs pos="71429">
                  <a:srgbClr val="FFA5B9">
                    <a:alpha val="4740"/>
                  </a:srgbClr>
                </a:gs>
                <a:gs pos="85714">
                  <a:srgbClr val="FFA5B9">
                    <a:alpha val="1902"/>
                  </a:srgbClr>
                </a:gs>
                <a:gs pos="100000">
                  <a:srgbClr val="FFA5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10651076">
              <a:off x="-168362" y="1170231"/>
              <a:ext cx="455262" cy="449569"/>
            </a:xfrm>
            <a:prstGeom prst="ellipse">
              <a:avLst/>
            </a:prstGeom>
            <a:gradFill>
              <a:gsLst>
                <a:gs pos="0">
                  <a:srgbClr val="000200">
                    <a:alpha val="3445"/>
                  </a:srgbClr>
                </a:gs>
                <a:gs pos="14286">
                  <a:srgbClr val="000200">
                    <a:alpha val="3171"/>
                  </a:srgbClr>
                </a:gs>
                <a:gs pos="28571">
                  <a:srgbClr val="000200">
                    <a:alpha val="2471"/>
                  </a:srgbClr>
                </a:gs>
                <a:gs pos="42857">
                  <a:srgbClr val="000200">
                    <a:alpha val="1628"/>
                  </a:srgbClr>
                </a:gs>
                <a:gs pos="57143">
                  <a:srgbClr val="000200">
                    <a:alpha val="905"/>
                  </a:srgbClr>
                </a:gs>
                <a:gs pos="71429">
                  <a:srgbClr val="000200">
                    <a:alpha val="425"/>
                  </a:srgbClr>
                </a:gs>
                <a:gs pos="85714">
                  <a:srgbClr val="000200">
                    <a:alpha val="168"/>
                  </a:srgbClr>
                </a:gs>
                <a:gs pos="100000">
                  <a:srgbClr val="0002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9209652">
              <a:off x="1288680" y="761416"/>
              <a:ext cx="321358" cy="187074"/>
            </a:xfrm>
            <a:prstGeom prst="ellipse">
              <a:avLst/>
            </a:prstGeom>
            <a:gradFill>
              <a:gsLst>
                <a:gs pos="0">
                  <a:srgbClr val="FF0064">
                    <a:alpha val="32968"/>
                  </a:srgbClr>
                </a:gs>
                <a:gs pos="14286">
                  <a:srgbClr val="FF0064">
                    <a:alpha val="30764"/>
                  </a:srgbClr>
                </a:gs>
                <a:gs pos="28571">
                  <a:srgbClr val="FF0064">
                    <a:alpha val="24833"/>
                  </a:srgbClr>
                </a:gs>
                <a:gs pos="42857">
                  <a:srgbClr val="FF0064">
                    <a:alpha val="17075"/>
                  </a:srgbClr>
                </a:gs>
                <a:gs pos="57143">
                  <a:srgbClr val="FF0064">
                    <a:alpha val="9855"/>
                  </a:srgbClr>
                </a:gs>
                <a:gs pos="71429">
                  <a:srgbClr val="FF0064">
                    <a:alpha val="4740"/>
                  </a:srgbClr>
                </a:gs>
                <a:gs pos="85714">
                  <a:srgbClr val="FF0064">
                    <a:alpha val="1902"/>
                  </a:srgbClr>
                </a:gs>
                <a:gs pos="100000">
                  <a:srgbClr val="FF00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6261904">
              <a:off x="1452644" y="1608964"/>
              <a:ext cx="242616" cy="121528"/>
            </a:xfrm>
            <a:prstGeom prst="ellipse">
              <a:avLst/>
            </a:prstGeom>
            <a:gradFill>
              <a:gsLst>
                <a:gs pos="0">
                  <a:srgbClr val="FF85FF">
                    <a:alpha val="32968"/>
                  </a:srgbClr>
                </a:gs>
                <a:gs pos="14286">
                  <a:srgbClr val="FF85FF">
                    <a:alpha val="30764"/>
                  </a:srgbClr>
                </a:gs>
                <a:gs pos="28571">
                  <a:srgbClr val="FF85FF">
                    <a:alpha val="24833"/>
                  </a:srgbClr>
                </a:gs>
                <a:gs pos="42857">
                  <a:srgbClr val="FF85FF">
                    <a:alpha val="17075"/>
                  </a:srgbClr>
                </a:gs>
                <a:gs pos="57143">
                  <a:srgbClr val="FF85FF">
                    <a:alpha val="9855"/>
                  </a:srgbClr>
                </a:gs>
                <a:gs pos="71429">
                  <a:srgbClr val="FF85FF">
                    <a:alpha val="4740"/>
                  </a:srgbClr>
                </a:gs>
                <a:gs pos="85714">
                  <a:srgbClr val="FF85FF">
                    <a:alpha val="1902"/>
                  </a:srgbClr>
                </a:gs>
                <a:gs pos="100000">
                  <a:srgbClr val="FF8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9375832">
              <a:off x="1973593" y="1781938"/>
              <a:ext cx="349345" cy="252894"/>
            </a:xfrm>
            <a:prstGeom prst="ellipse">
              <a:avLst/>
            </a:prstGeom>
            <a:gradFill>
              <a:gsLst>
                <a:gs pos="0">
                  <a:srgbClr val="FFFFDB">
                    <a:alpha val="32968"/>
                  </a:srgbClr>
                </a:gs>
                <a:gs pos="14286">
                  <a:srgbClr val="FFFFDB">
                    <a:alpha val="30764"/>
                  </a:srgbClr>
                </a:gs>
                <a:gs pos="28571">
                  <a:srgbClr val="FFFFDB">
                    <a:alpha val="24833"/>
                  </a:srgbClr>
                </a:gs>
                <a:gs pos="42857">
                  <a:srgbClr val="FFFFDB">
                    <a:alpha val="17075"/>
                  </a:srgbClr>
                </a:gs>
                <a:gs pos="57143">
                  <a:srgbClr val="FFFFDB">
                    <a:alpha val="9855"/>
                  </a:srgbClr>
                </a:gs>
                <a:gs pos="71429">
                  <a:srgbClr val="FFFFDB">
                    <a:alpha val="4740"/>
                  </a:srgbClr>
                </a:gs>
                <a:gs pos="85714">
                  <a:srgbClr val="FFFFDB">
                    <a:alpha val="1902"/>
                  </a:srgbClr>
                </a:gs>
                <a:gs pos="100000">
                  <a:srgbClr val="FFFF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3914636">
              <a:off x="719948" y="1301092"/>
              <a:ext cx="351388" cy="269609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7744750">
              <a:off x="1321895" y="685661"/>
              <a:ext cx="144748" cy="71125"/>
            </a:xfrm>
            <a:prstGeom prst="ellipse">
              <a:avLst/>
            </a:prstGeom>
            <a:gradFill>
              <a:gsLst>
                <a:gs pos="0">
                  <a:srgbClr val="00004F">
                    <a:alpha val="4552"/>
                  </a:srgbClr>
                </a:gs>
                <a:gs pos="14286">
                  <a:srgbClr val="00004F">
                    <a:alpha val="4192"/>
                  </a:srgbClr>
                </a:gs>
                <a:gs pos="28571">
                  <a:srgbClr val="00004F">
                    <a:alpha val="3270"/>
                  </a:srgbClr>
                </a:gs>
                <a:gs pos="42857">
                  <a:srgbClr val="00004F">
                    <a:alpha val="2157"/>
                  </a:srgbClr>
                </a:gs>
                <a:gs pos="57143">
                  <a:srgbClr val="00004F">
                    <a:alpha val="1201"/>
                  </a:srgbClr>
                </a:gs>
                <a:gs pos="71429">
                  <a:srgbClr val="00004F">
                    <a:alpha val="564"/>
                  </a:srgbClr>
                </a:gs>
                <a:gs pos="85714">
                  <a:srgbClr val="00004F">
                    <a:alpha val="223"/>
                  </a:srgbClr>
                </a:gs>
                <a:gs pos="100000">
                  <a:srgbClr val="00004F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10680452">
              <a:off x="1822007" y="1927065"/>
              <a:ext cx="414960" cy="298948"/>
            </a:xfrm>
            <a:prstGeom prst="ellipse">
              <a:avLst/>
            </a:prstGeom>
            <a:gradFill>
              <a:gsLst>
                <a:gs pos="0">
                  <a:srgbClr val="FFFFAB">
                    <a:alpha val="32968"/>
                  </a:srgbClr>
                </a:gs>
                <a:gs pos="14286">
                  <a:srgbClr val="FFFFAB">
                    <a:alpha val="30764"/>
                  </a:srgbClr>
                </a:gs>
                <a:gs pos="28571">
                  <a:srgbClr val="FFFFAB">
                    <a:alpha val="24833"/>
                  </a:srgbClr>
                </a:gs>
                <a:gs pos="42857">
                  <a:srgbClr val="FFFFAB">
                    <a:alpha val="17075"/>
                  </a:srgbClr>
                </a:gs>
                <a:gs pos="57143">
                  <a:srgbClr val="FFFFAB">
                    <a:alpha val="9855"/>
                  </a:srgbClr>
                </a:gs>
                <a:gs pos="71429">
                  <a:srgbClr val="FFFFAB">
                    <a:alpha val="4740"/>
                  </a:srgbClr>
                </a:gs>
                <a:gs pos="85714">
                  <a:srgbClr val="FFFFAB">
                    <a:alpha val="1902"/>
                  </a:srgbClr>
                </a:gs>
                <a:gs pos="100000">
                  <a:srgbClr val="FFFF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7334863">
              <a:off x="602759" y="1091927"/>
              <a:ext cx="124800" cy="59595"/>
            </a:xfrm>
            <a:prstGeom prst="ellipse">
              <a:avLst/>
            </a:prstGeom>
            <a:gradFill>
              <a:gsLst>
                <a:gs pos="0">
                  <a:srgbClr val="000000">
                    <a:alpha val="5561"/>
                  </a:srgbClr>
                </a:gs>
                <a:gs pos="14286">
                  <a:srgbClr val="000000">
                    <a:alpha val="5123"/>
                  </a:srgbClr>
                </a:gs>
                <a:gs pos="28571">
                  <a:srgbClr val="000000">
                    <a:alpha val="4001"/>
                  </a:srgbClr>
                </a:gs>
                <a:gs pos="42857">
                  <a:srgbClr val="000000">
                    <a:alpha val="2643"/>
                  </a:srgbClr>
                </a:gs>
                <a:gs pos="57143">
                  <a:srgbClr val="000000">
                    <a:alpha val="1473"/>
                  </a:srgbClr>
                </a:gs>
                <a:gs pos="71429">
                  <a:srgbClr val="000000">
                    <a:alpha val="692"/>
                  </a:srgbClr>
                </a:gs>
                <a:gs pos="85714">
                  <a:srgbClr val="000000">
                    <a:alpha val="274"/>
                  </a:srgbClr>
                </a:gs>
                <a:gs pos="100000">
                  <a:srgbClr val="000000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6584368">
              <a:off x="2244518" y="1501774"/>
              <a:ext cx="381391" cy="271808"/>
            </a:xfrm>
            <a:prstGeom prst="ellipse">
              <a:avLst/>
            </a:prstGeom>
            <a:gradFill>
              <a:gsLst>
                <a:gs pos="0">
                  <a:srgbClr val="00FF35">
                    <a:alpha val="32968"/>
                  </a:srgbClr>
                </a:gs>
                <a:gs pos="14286">
                  <a:srgbClr val="00FF35">
                    <a:alpha val="30764"/>
                  </a:srgbClr>
                </a:gs>
                <a:gs pos="28571">
                  <a:srgbClr val="00FF35">
                    <a:alpha val="24833"/>
                  </a:srgbClr>
                </a:gs>
                <a:gs pos="42857">
                  <a:srgbClr val="00FF35">
                    <a:alpha val="17075"/>
                  </a:srgbClr>
                </a:gs>
                <a:gs pos="57143">
                  <a:srgbClr val="00FF35">
                    <a:alpha val="9855"/>
                  </a:srgbClr>
                </a:gs>
                <a:gs pos="71429">
                  <a:srgbClr val="00FF35">
                    <a:alpha val="4740"/>
                  </a:srgbClr>
                </a:gs>
                <a:gs pos="85714">
                  <a:srgbClr val="00FF35">
                    <a:alpha val="1902"/>
                  </a:srgbClr>
                </a:gs>
                <a:gs pos="100000">
                  <a:srgbClr val="00FF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5016556">
              <a:off x="1735714" y="2326418"/>
              <a:ext cx="66981" cy="16745"/>
            </a:xfrm>
            <a:prstGeom prst="ellipse">
              <a:avLst/>
            </a:prstGeom>
            <a:gradFill>
              <a:gsLst>
                <a:gs pos="0">
                  <a:srgbClr val="75FFFE">
                    <a:alpha val="17129"/>
                  </a:srgbClr>
                </a:gs>
                <a:gs pos="14286">
                  <a:srgbClr val="75FFFE">
                    <a:alpha val="15860"/>
                  </a:srgbClr>
                </a:gs>
                <a:gs pos="28571">
                  <a:srgbClr val="75FFFE">
                    <a:alpha val="12548"/>
                  </a:srgbClr>
                </a:gs>
                <a:gs pos="42857">
                  <a:srgbClr val="75FFFE">
                    <a:alpha val="8419"/>
                  </a:srgbClr>
                </a:gs>
                <a:gs pos="57143">
                  <a:srgbClr val="75FFFE">
                    <a:alpha val="4756"/>
                  </a:srgbClr>
                </a:gs>
                <a:gs pos="71429">
                  <a:srgbClr val="75FFFE">
                    <a:alpha val="2255"/>
                  </a:srgbClr>
                </a:gs>
                <a:gs pos="85714">
                  <a:srgbClr val="75FFFE">
                    <a:alpha val="898"/>
                  </a:srgbClr>
                </a:gs>
                <a:gs pos="100000">
                  <a:srgbClr val="75FFFE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758018">
              <a:off x="-73155" y="897491"/>
              <a:ext cx="475439" cy="470621"/>
            </a:xfrm>
            <a:prstGeom prst="ellipse">
              <a:avLst/>
            </a:prstGeom>
            <a:gradFill>
              <a:gsLst>
                <a:gs pos="0">
                  <a:srgbClr val="000200">
                    <a:alpha val="8998"/>
                  </a:srgbClr>
                </a:gs>
                <a:gs pos="14286">
                  <a:srgbClr val="000200">
                    <a:alpha val="8301"/>
                  </a:srgbClr>
                </a:gs>
                <a:gs pos="28571">
                  <a:srgbClr val="000200">
                    <a:alpha val="6508"/>
                  </a:srgbClr>
                </a:gs>
                <a:gs pos="42857">
                  <a:srgbClr val="000200">
                    <a:alpha val="4318"/>
                  </a:srgbClr>
                </a:gs>
                <a:gs pos="57143">
                  <a:srgbClr val="000200">
                    <a:alpha val="2416"/>
                  </a:srgbClr>
                </a:gs>
                <a:gs pos="71429">
                  <a:srgbClr val="000200">
                    <a:alpha val="1138"/>
                  </a:srgbClr>
                </a:gs>
                <a:gs pos="85714">
                  <a:srgbClr val="000200">
                    <a:alpha val="452"/>
                  </a:srgbClr>
                </a:gs>
                <a:gs pos="100000">
                  <a:srgbClr val="000200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5178927">
              <a:off x="1644804" y="2705572"/>
              <a:ext cx="134281" cy="25565"/>
            </a:xfrm>
            <a:prstGeom prst="ellipse">
              <a:avLst/>
            </a:prstGeom>
            <a:gradFill>
              <a:gsLst>
                <a:gs pos="0">
                  <a:srgbClr val="4DFFFF">
                    <a:alpha val="27283"/>
                  </a:srgbClr>
                </a:gs>
                <a:gs pos="14286">
                  <a:srgbClr val="4DFFFF">
                    <a:alpha val="25385"/>
                  </a:srgbClr>
                </a:gs>
                <a:gs pos="28571">
                  <a:srgbClr val="4DFFFF">
                    <a:alpha val="20337"/>
                  </a:srgbClr>
                </a:gs>
                <a:gs pos="42857">
                  <a:srgbClr val="4DFFFF">
                    <a:alpha val="13854"/>
                  </a:srgbClr>
                </a:gs>
                <a:gs pos="57143">
                  <a:srgbClr val="4DFFFF">
                    <a:alpha val="7931"/>
                  </a:srgbClr>
                </a:gs>
                <a:gs pos="71429">
                  <a:srgbClr val="4DFFFF">
                    <a:alpha val="3794"/>
                  </a:srgbClr>
                </a:gs>
                <a:gs pos="85714">
                  <a:srgbClr val="4DFFFF">
                    <a:alpha val="1518"/>
                  </a:srgbClr>
                </a:gs>
                <a:gs pos="100000">
                  <a:srgbClr val="4DFFFF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9907020">
              <a:off x="2511458" y="1288334"/>
              <a:ext cx="245981" cy="177711"/>
            </a:xfrm>
            <a:prstGeom prst="ellipse">
              <a:avLst/>
            </a:prstGeom>
            <a:gradFill>
              <a:gsLst>
                <a:gs pos="0">
                  <a:srgbClr val="0DFF00">
                    <a:alpha val="32968"/>
                  </a:srgbClr>
                </a:gs>
                <a:gs pos="14286">
                  <a:srgbClr val="0DFF00">
                    <a:alpha val="30764"/>
                  </a:srgbClr>
                </a:gs>
                <a:gs pos="28571">
                  <a:srgbClr val="0DFF00">
                    <a:alpha val="24833"/>
                  </a:srgbClr>
                </a:gs>
                <a:gs pos="42857">
                  <a:srgbClr val="0DFF00">
                    <a:alpha val="17075"/>
                  </a:srgbClr>
                </a:gs>
                <a:gs pos="57143">
                  <a:srgbClr val="0DFF00">
                    <a:alpha val="9855"/>
                  </a:srgbClr>
                </a:gs>
                <a:gs pos="71429">
                  <a:srgbClr val="0DFF00">
                    <a:alpha val="4740"/>
                  </a:srgbClr>
                </a:gs>
                <a:gs pos="85714">
                  <a:srgbClr val="0DFF00">
                    <a:alpha val="1902"/>
                  </a:srgbClr>
                </a:gs>
                <a:gs pos="100000">
                  <a:srgbClr val="0D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743343">
              <a:off x="2046226" y="1529440"/>
              <a:ext cx="399523" cy="290814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5580847">
              <a:off x="2447143" y="72177"/>
              <a:ext cx="436179" cy="433332"/>
            </a:xfrm>
            <a:prstGeom prst="ellipse">
              <a:avLst/>
            </a:prstGeom>
            <a:gradFill>
              <a:gsLst>
                <a:gs pos="0">
                  <a:srgbClr val="000000">
                    <a:alpha val="8187"/>
                  </a:srgbClr>
                </a:gs>
                <a:gs pos="14286">
                  <a:srgbClr val="000000">
                    <a:alpha val="7550"/>
                  </a:srgbClr>
                </a:gs>
                <a:gs pos="28571">
                  <a:srgbClr val="000000">
                    <a:alpha val="5914"/>
                  </a:srgbClr>
                </a:gs>
                <a:gs pos="42857">
                  <a:srgbClr val="000000">
                    <a:alpha val="3919"/>
                  </a:srgbClr>
                </a:gs>
                <a:gs pos="57143">
                  <a:srgbClr val="000000">
                    <a:alpha val="2191"/>
                  </a:srgbClr>
                </a:gs>
                <a:gs pos="71429">
                  <a:srgbClr val="000000">
                    <a:alpha val="1032"/>
                  </a:srgbClr>
                </a:gs>
                <a:gs pos="85714">
                  <a:srgbClr val="000000">
                    <a:alpha val="409"/>
                  </a:srgbClr>
                </a:gs>
                <a:gs pos="100000">
                  <a:srgbClr val="00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-8500456">
              <a:off x="2418145" y="1339576"/>
              <a:ext cx="329334" cy="253656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3144257">
              <a:off x="969954" y="2021214"/>
              <a:ext cx="382164" cy="309002"/>
            </a:xfrm>
            <a:prstGeom prst="ellipse">
              <a:avLst/>
            </a:prstGeom>
            <a:gradFill>
              <a:gsLst>
                <a:gs pos="0">
                  <a:srgbClr val="A999FF">
                    <a:alpha val="32968"/>
                  </a:srgbClr>
                </a:gs>
                <a:gs pos="14286">
                  <a:srgbClr val="A999FF">
                    <a:alpha val="30764"/>
                  </a:srgbClr>
                </a:gs>
                <a:gs pos="28571">
                  <a:srgbClr val="A999FF">
                    <a:alpha val="24833"/>
                  </a:srgbClr>
                </a:gs>
                <a:gs pos="42857">
                  <a:srgbClr val="A999FF">
                    <a:alpha val="17075"/>
                  </a:srgbClr>
                </a:gs>
                <a:gs pos="57143">
                  <a:srgbClr val="A999FF">
                    <a:alpha val="9855"/>
                  </a:srgbClr>
                </a:gs>
                <a:gs pos="71429">
                  <a:srgbClr val="A999FF">
                    <a:alpha val="4740"/>
                  </a:srgbClr>
                </a:gs>
                <a:gs pos="85714">
                  <a:srgbClr val="A999FF">
                    <a:alpha val="1902"/>
                  </a:srgbClr>
                </a:gs>
                <a:gs pos="100000">
                  <a:srgbClr val="A99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5410668">
              <a:off x="2853090" y="312622"/>
              <a:ext cx="336508" cy="336036"/>
            </a:xfrm>
            <a:prstGeom prst="ellipse">
              <a:avLst/>
            </a:prstGeom>
            <a:gradFill>
              <a:gsLst>
                <a:gs pos="0">
                  <a:srgbClr val="000000">
                    <a:alpha val="1497"/>
                  </a:srgbClr>
                </a:gs>
                <a:gs pos="14286">
                  <a:srgbClr val="000000">
                    <a:alpha val="1376"/>
                  </a:srgbClr>
                </a:gs>
                <a:gs pos="28571">
                  <a:srgbClr val="000000">
                    <a:alpha val="1070"/>
                  </a:srgbClr>
                </a:gs>
                <a:gs pos="42857">
                  <a:srgbClr val="000000">
                    <a:alpha val="703"/>
                  </a:srgbClr>
                </a:gs>
                <a:gs pos="57143">
                  <a:srgbClr val="000000">
                    <a:alpha val="390"/>
                  </a:srgbClr>
                </a:gs>
                <a:gs pos="71429">
                  <a:srgbClr val="000000">
                    <a:alpha val="183"/>
                  </a:srgbClr>
                </a:gs>
                <a:gs pos="85714">
                  <a:srgbClr val="000000">
                    <a:alpha val="72"/>
                  </a:srgbClr>
                </a:gs>
                <a:gs pos="100000">
                  <a:srgbClr val="000000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434975">
              <a:off x="1620770" y="2068404"/>
              <a:ext cx="309157" cy="207203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8837941">
              <a:off x="1526835" y="2487905"/>
              <a:ext cx="475189" cy="248444"/>
            </a:xfrm>
            <a:prstGeom prst="ellipse">
              <a:avLst/>
            </a:prstGeom>
            <a:gradFill>
              <a:gsLst>
                <a:gs pos="0">
                  <a:srgbClr val="29FFFF">
                    <a:alpha val="32968"/>
                  </a:srgbClr>
                </a:gs>
                <a:gs pos="14286">
                  <a:srgbClr val="29FFFF">
                    <a:alpha val="30764"/>
                  </a:srgbClr>
                </a:gs>
                <a:gs pos="28571">
                  <a:srgbClr val="29FFFF">
                    <a:alpha val="24833"/>
                  </a:srgbClr>
                </a:gs>
                <a:gs pos="42857">
                  <a:srgbClr val="29FFFF">
                    <a:alpha val="17075"/>
                  </a:srgbClr>
                </a:gs>
                <a:gs pos="57143">
                  <a:srgbClr val="29FFFF">
                    <a:alpha val="9855"/>
                  </a:srgbClr>
                </a:gs>
                <a:gs pos="71429">
                  <a:srgbClr val="29FFFF">
                    <a:alpha val="4740"/>
                  </a:srgbClr>
                </a:gs>
                <a:gs pos="85714">
                  <a:srgbClr val="29FFFF">
                    <a:alpha val="1902"/>
                  </a:srgbClr>
                </a:gs>
                <a:gs pos="100000">
                  <a:srgbClr val="2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5212723">
              <a:off x="1430551" y="1559128"/>
              <a:ext cx="211326" cy="130135"/>
            </a:xfrm>
            <a:prstGeom prst="ellipse">
              <a:avLst/>
            </a:prstGeom>
            <a:gradFill>
              <a:gsLst>
                <a:gs pos="0">
                  <a:srgbClr val="FF57FF">
                    <a:alpha val="32968"/>
                  </a:srgbClr>
                </a:gs>
                <a:gs pos="14286">
                  <a:srgbClr val="FF57FF">
                    <a:alpha val="30764"/>
                  </a:srgbClr>
                </a:gs>
                <a:gs pos="28571">
                  <a:srgbClr val="FF57FF">
                    <a:alpha val="24833"/>
                  </a:srgbClr>
                </a:gs>
                <a:gs pos="42857">
                  <a:srgbClr val="FF57FF">
                    <a:alpha val="17075"/>
                  </a:srgbClr>
                </a:gs>
                <a:gs pos="57143">
                  <a:srgbClr val="FF57FF">
                    <a:alpha val="9855"/>
                  </a:srgbClr>
                </a:gs>
                <a:gs pos="71429">
                  <a:srgbClr val="FF57FF">
                    <a:alpha val="4740"/>
                  </a:srgbClr>
                </a:gs>
                <a:gs pos="85714">
                  <a:srgbClr val="FF57FF">
                    <a:alpha val="1902"/>
                  </a:srgbClr>
                </a:gs>
                <a:gs pos="100000">
                  <a:srgbClr val="FF5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5400000">
              <a:off x="1735884" y="2441047"/>
              <a:ext cx="46435" cy="46435"/>
            </a:xfrm>
            <a:prstGeom prst="ellipse">
              <a:avLst/>
            </a:prstGeom>
            <a:gradFill>
              <a:gsLst>
                <a:gs pos="0">
                  <a:srgbClr val="4EFFFF">
                    <a:alpha val="17405"/>
                  </a:srgbClr>
                </a:gs>
                <a:gs pos="14286">
                  <a:srgbClr val="4EFFFF">
                    <a:alpha val="16118"/>
                  </a:srgbClr>
                </a:gs>
                <a:gs pos="28571">
                  <a:srgbClr val="4EFFFF">
                    <a:alpha val="12756"/>
                  </a:srgbClr>
                </a:gs>
                <a:gs pos="42857">
                  <a:srgbClr val="4EFFFF">
                    <a:alpha val="8562"/>
                  </a:srgbClr>
                </a:gs>
                <a:gs pos="57143">
                  <a:srgbClr val="4EFFFF">
                    <a:alpha val="4839"/>
                  </a:srgbClr>
                </a:gs>
                <a:gs pos="71429">
                  <a:srgbClr val="4EFFFF">
                    <a:alpha val="2295"/>
                  </a:srgbClr>
                </a:gs>
                <a:gs pos="85714">
                  <a:srgbClr val="4EFFFF">
                    <a:alpha val="914"/>
                  </a:srgbClr>
                </a:gs>
                <a:gs pos="100000">
                  <a:srgbClr val="4EFFFF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9946144">
              <a:off x="557495" y="1403785"/>
              <a:ext cx="227901" cy="158283"/>
            </a:xfrm>
            <a:prstGeom prst="ellipse">
              <a:avLst/>
            </a:prstGeom>
            <a:gradFill>
              <a:gsLst>
                <a:gs pos="0">
                  <a:srgbClr val="610000">
                    <a:alpha val="15616"/>
                  </a:srgbClr>
                </a:gs>
                <a:gs pos="14286">
                  <a:srgbClr val="610000">
                    <a:alpha val="14449"/>
                  </a:srgbClr>
                </a:gs>
                <a:gs pos="28571">
                  <a:srgbClr val="610000">
                    <a:alpha val="11412"/>
                  </a:srgbClr>
                </a:gs>
                <a:gs pos="42857">
                  <a:srgbClr val="610000">
                    <a:alpha val="7640"/>
                  </a:srgbClr>
                </a:gs>
                <a:gs pos="57143">
                  <a:srgbClr val="610000">
                    <a:alpha val="4308"/>
                  </a:srgbClr>
                </a:gs>
                <a:gs pos="71429">
                  <a:srgbClr val="610000">
                    <a:alpha val="2040"/>
                  </a:srgbClr>
                </a:gs>
                <a:gs pos="85714">
                  <a:srgbClr val="610000">
                    <a:alpha val="812"/>
                  </a:srgbClr>
                </a:gs>
                <a:gs pos="100000">
                  <a:srgbClr val="610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8488209">
              <a:off x="1868733" y="1547125"/>
              <a:ext cx="268715" cy="15632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6576106">
              <a:off x="1698950" y="1999779"/>
              <a:ext cx="313055" cy="225589"/>
            </a:xfrm>
            <a:prstGeom prst="ellipse">
              <a:avLst/>
            </a:prstGeom>
            <a:gradFill>
              <a:gsLst>
                <a:gs pos="0">
                  <a:srgbClr val="D4FFA0">
                    <a:alpha val="32968"/>
                  </a:srgbClr>
                </a:gs>
                <a:gs pos="14286">
                  <a:srgbClr val="D4FFA0">
                    <a:alpha val="30764"/>
                  </a:srgbClr>
                </a:gs>
                <a:gs pos="28571">
                  <a:srgbClr val="D4FFA0">
                    <a:alpha val="24833"/>
                  </a:srgbClr>
                </a:gs>
                <a:gs pos="42857">
                  <a:srgbClr val="D4FFA0">
                    <a:alpha val="17075"/>
                  </a:srgbClr>
                </a:gs>
                <a:gs pos="57143">
                  <a:srgbClr val="D4FFA0">
                    <a:alpha val="9855"/>
                  </a:srgbClr>
                </a:gs>
                <a:gs pos="71429">
                  <a:srgbClr val="D4FFA0">
                    <a:alpha val="4740"/>
                  </a:srgbClr>
                </a:gs>
                <a:gs pos="85714">
                  <a:srgbClr val="D4FFA0">
                    <a:alpha val="1902"/>
                  </a:srgbClr>
                </a:gs>
                <a:gs pos="100000">
                  <a:srgbClr val="D4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5400000">
              <a:off x="1738647" y="2412692"/>
              <a:ext cx="46605" cy="46605"/>
            </a:xfrm>
            <a:prstGeom prst="ellipse">
              <a:avLst/>
            </a:prstGeom>
            <a:gradFill>
              <a:gsLst>
                <a:gs pos="0">
                  <a:srgbClr val="56FFFF">
                    <a:alpha val="17361"/>
                  </a:srgbClr>
                </a:gs>
                <a:gs pos="14286">
                  <a:srgbClr val="56FFFF">
                    <a:alpha val="16077"/>
                  </a:srgbClr>
                </a:gs>
                <a:gs pos="28571">
                  <a:srgbClr val="56FFFF">
                    <a:alpha val="12723"/>
                  </a:srgbClr>
                </a:gs>
                <a:gs pos="42857">
                  <a:srgbClr val="56FFFF">
                    <a:alpha val="8539"/>
                  </a:srgbClr>
                </a:gs>
                <a:gs pos="57143">
                  <a:srgbClr val="56FFFF">
                    <a:alpha val="4826"/>
                  </a:srgbClr>
                </a:gs>
                <a:gs pos="71429">
                  <a:srgbClr val="56FFFF">
                    <a:alpha val="2289"/>
                  </a:srgbClr>
                </a:gs>
                <a:gs pos="85714">
                  <a:srgbClr val="56FFFF">
                    <a:alpha val="911"/>
                  </a:srgbClr>
                </a:gs>
                <a:gs pos="100000">
                  <a:srgbClr val="56FFF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2836672">
              <a:off x="965968" y="2312263"/>
              <a:ext cx="374427" cy="240925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2840559">
              <a:off x="984397" y="2407702"/>
              <a:ext cx="296730" cy="124519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5391017">
              <a:off x="-250590" y="2003943"/>
              <a:ext cx="503790" cy="499609"/>
            </a:xfrm>
            <a:prstGeom prst="ellipse">
              <a:avLst/>
            </a:prstGeom>
            <a:gradFill>
              <a:gsLst>
                <a:gs pos="0">
                  <a:srgbClr val="000000">
                    <a:alpha val="14102"/>
                  </a:srgbClr>
                </a:gs>
                <a:gs pos="14286">
                  <a:srgbClr val="000000">
                    <a:alpha val="13039"/>
                  </a:srgbClr>
                </a:gs>
                <a:gs pos="28571">
                  <a:srgbClr val="000000">
                    <a:alpha val="10280"/>
                  </a:srgbClr>
                </a:gs>
                <a:gs pos="42857">
                  <a:srgbClr val="000000">
                    <a:alpha val="6868"/>
                  </a:srgbClr>
                </a:gs>
                <a:gs pos="57143">
                  <a:srgbClr val="000000">
                    <a:alpha val="3866"/>
                  </a:srgbClr>
                </a:gs>
                <a:gs pos="71429">
                  <a:srgbClr val="000000">
                    <a:alpha val="1829"/>
                  </a:srgbClr>
                </a:gs>
                <a:gs pos="85714">
                  <a:srgbClr val="000000">
                    <a:alpha val="727"/>
                  </a:srgbClr>
                </a:gs>
                <a:gs pos="100000">
                  <a:srgbClr val="00000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7292919">
              <a:off x="1672965" y="2087287"/>
              <a:ext cx="362814" cy="258657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9740572">
              <a:off x="3352158" y="2085153"/>
              <a:ext cx="305383" cy="267783"/>
            </a:xfrm>
            <a:prstGeom prst="ellipse">
              <a:avLst/>
            </a:prstGeom>
            <a:gradFill>
              <a:gsLst>
                <a:gs pos="0">
                  <a:srgbClr val="00000A">
                    <a:alpha val="4207"/>
                  </a:srgbClr>
                </a:gs>
                <a:gs pos="14286">
                  <a:srgbClr val="00000A">
                    <a:alpha val="3873"/>
                  </a:srgbClr>
                </a:gs>
                <a:gs pos="28571">
                  <a:srgbClr val="00000A">
                    <a:alpha val="3021"/>
                  </a:srgbClr>
                </a:gs>
                <a:gs pos="42857">
                  <a:srgbClr val="00000A">
                    <a:alpha val="1992"/>
                  </a:srgbClr>
                </a:gs>
                <a:gs pos="57143">
                  <a:srgbClr val="00000A">
                    <a:alpha val="1109"/>
                  </a:srgbClr>
                </a:gs>
                <a:gs pos="71429">
                  <a:srgbClr val="00000A">
                    <a:alpha val="520"/>
                  </a:srgbClr>
                </a:gs>
                <a:gs pos="85714">
                  <a:srgbClr val="00000A">
                    <a:alpha val="206"/>
                  </a:srgbClr>
                </a:gs>
                <a:gs pos="100000">
                  <a:srgbClr val="00000A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7490668">
              <a:off x="765604" y="1417178"/>
              <a:ext cx="378295" cy="274546"/>
            </a:xfrm>
            <a:prstGeom prst="ellipse">
              <a:avLst/>
            </a:prstGeom>
            <a:gradFill>
              <a:gsLst>
                <a:gs pos="0">
                  <a:srgbClr val="975FFF">
                    <a:alpha val="32968"/>
                  </a:srgbClr>
                </a:gs>
                <a:gs pos="14286">
                  <a:srgbClr val="975FFF">
                    <a:alpha val="30764"/>
                  </a:srgbClr>
                </a:gs>
                <a:gs pos="28571">
                  <a:srgbClr val="975FFF">
                    <a:alpha val="24833"/>
                  </a:srgbClr>
                </a:gs>
                <a:gs pos="42857">
                  <a:srgbClr val="975FFF">
                    <a:alpha val="17075"/>
                  </a:srgbClr>
                </a:gs>
                <a:gs pos="57143">
                  <a:srgbClr val="975FFF">
                    <a:alpha val="9855"/>
                  </a:srgbClr>
                </a:gs>
                <a:gs pos="71429">
                  <a:srgbClr val="975FFF">
                    <a:alpha val="4740"/>
                  </a:srgbClr>
                </a:gs>
                <a:gs pos="85714">
                  <a:srgbClr val="975FFF">
                    <a:alpha val="1902"/>
                  </a:srgbClr>
                </a:gs>
                <a:gs pos="100000">
                  <a:srgbClr val="975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6916230">
              <a:off x="835235" y="1480605"/>
              <a:ext cx="329979" cy="241093"/>
            </a:xfrm>
            <a:prstGeom prst="ellipse">
              <a:avLst/>
            </a:prstGeom>
            <a:gradFill>
              <a:gsLst>
                <a:gs pos="0">
                  <a:srgbClr val="7C62FF">
                    <a:alpha val="32968"/>
                  </a:srgbClr>
                </a:gs>
                <a:gs pos="14286">
                  <a:srgbClr val="7C62FF">
                    <a:alpha val="30764"/>
                  </a:srgbClr>
                </a:gs>
                <a:gs pos="28571">
                  <a:srgbClr val="7C62FF">
                    <a:alpha val="24833"/>
                  </a:srgbClr>
                </a:gs>
                <a:gs pos="42857">
                  <a:srgbClr val="7C62FF">
                    <a:alpha val="17075"/>
                  </a:srgbClr>
                </a:gs>
                <a:gs pos="57143">
                  <a:srgbClr val="7C62FF">
                    <a:alpha val="9855"/>
                  </a:srgbClr>
                </a:gs>
                <a:gs pos="71429">
                  <a:srgbClr val="7C62FF">
                    <a:alpha val="4740"/>
                  </a:srgbClr>
                </a:gs>
                <a:gs pos="85714">
                  <a:srgbClr val="7C62FF">
                    <a:alpha val="1902"/>
                  </a:srgbClr>
                </a:gs>
                <a:gs pos="100000">
                  <a:srgbClr val="7C6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10065290">
              <a:off x="1013365" y="1285840"/>
              <a:ext cx="365888" cy="261989"/>
            </a:xfrm>
            <a:prstGeom prst="ellipse">
              <a:avLst/>
            </a:prstGeom>
            <a:gradFill>
              <a:gsLst>
                <a:gs pos="0">
                  <a:srgbClr val="FF3DFF">
                    <a:alpha val="32968"/>
                  </a:srgbClr>
                </a:gs>
                <a:gs pos="14286">
                  <a:srgbClr val="FF3DFF">
                    <a:alpha val="30764"/>
                  </a:srgbClr>
                </a:gs>
                <a:gs pos="28571">
                  <a:srgbClr val="FF3DFF">
                    <a:alpha val="24833"/>
                  </a:srgbClr>
                </a:gs>
                <a:gs pos="42857">
                  <a:srgbClr val="FF3DFF">
                    <a:alpha val="17075"/>
                  </a:srgbClr>
                </a:gs>
                <a:gs pos="57143">
                  <a:srgbClr val="FF3DFF">
                    <a:alpha val="9855"/>
                  </a:srgbClr>
                </a:gs>
                <a:gs pos="71429">
                  <a:srgbClr val="FF3DFF">
                    <a:alpha val="4740"/>
                  </a:srgbClr>
                </a:gs>
                <a:gs pos="85714">
                  <a:srgbClr val="FF3DFF">
                    <a:alpha val="1902"/>
                  </a:srgbClr>
                </a:gs>
                <a:gs pos="100000">
                  <a:srgbClr val="FF3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5441660">
              <a:off x="-226720" y="1255487"/>
              <a:ext cx="500144" cy="496074"/>
            </a:xfrm>
            <a:prstGeom prst="ellipse">
              <a:avLst/>
            </a:prstGeom>
            <a:gradFill>
              <a:gsLst>
                <a:gs pos="0">
                  <a:srgbClr val="000000">
                    <a:alpha val="16105"/>
                  </a:srgbClr>
                </a:gs>
                <a:gs pos="14286">
                  <a:srgbClr val="000000">
                    <a:alpha val="14905"/>
                  </a:srgbClr>
                </a:gs>
                <a:gs pos="28571">
                  <a:srgbClr val="000000">
                    <a:alpha val="11779"/>
                  </a:srgbClr>
                </a:gs>
                <a:gs pos="42857">
                  <a:srgbClr val="000000">
                    <a:alpha val="7891"/>
                  </a:srgbClr>
                </a:gs>
                <a:gs pos="57143">
                  <a:srgbClr val="000000">
                    <a:alpha val="4453"/>
                  </a:srgbClr>
                </a:gs>
                <a:gs pos="71429">
                  <a:srgbClr val="000000">
                    <a:alpha val="2109"/>
                  </a:srgbClr>
                </a:gs>
                <a:gs pos="85714">
                  <a:srgbClr val="000000">
                    <a:alpha val="840"/>
                  </a:srgbClr>
                </a:gs>
                <a:gs pos="100000">
                  <a:srgbClr val="0000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5875762">
              <a:off x="882033" y="2105879"/>
              <a:ext cx="411532" cy="314401"/>
            </a:xfrm>
            <a:prstGeom prst="ellipse">
              <a:avLst/>
            </a:prstGeom>
            <a:gradFill>
              <a:gsLst>
                <a:gs pos="0">
                  <a:srgbClr val="598BFF">
                    <a:alpha val="32968"/>
                  </a:srgbClr>
                </a:gs>
                <a:gs pos="14286">
                  <a:srgbClr val="598BFF">
                    <a:alpha val="30764"/>
                  </a:srgbClr>
                </a:gs>
                <a:gs pos="28571">
                  <a:srgbClr val="598BFF">
                    <a:alpha val="24833"/>
                  </a:srgbClr>
                </a:gs>
                <a:gs pos="42857">
                  <a:srgbClr val="598BFF">
                    <a:alpha val="17075"/>
                  </a:srgbClr>
                </a:gs>
                <a:gs pos="57143">
                  <a:srgbClr val="598BFF">
                    <a:alpha val="9855"/>
                  </a:srgbClr>
                </a:gs>
                <a:gs pos="71429">
                  <a:srgbClr val="598BFF">
                    <a:alpha val="4740"/>
                  </a:srgbClr>
                </a:gs>
                <a:gs pos="85714">
                  <a:srgbClr val="598BFF">
                    <a:alpha val="1902"/>
                  </a:srgbClr>
                </a:gs>
                <a:gs pos="100000">
                  <a:srgbClr val="598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400000">
              <a:off x="1741334" y="2408426"/>
              <a:ext cx="47215" cy="47215"/>
            </a:xfrm>
            <a:prstGeom prst="ellipse">
              <a:avLst/>
            </a:prstGeom>
            <a:gradFill>
              <a:gsLst>
                <a:gs pos="0">
                  <a:srgbClr val="58FFFF">
                    <a:alpha val="17204"/>
                  </a:srgbClr>
                </a:gs>
                <a:gs pos="14286">
                  <a:srgbClr val="58FFFF">
                    <a:alpha val="15930"/>
                  </a:srgbClr>
                </a:gs>
                <a:gs pos="28571">
                  <a:srgbClr val="58FFFF">
                    <a:alpha val="12605"/>
                  </a:srgbClr>
                </a:gs>
                <a:gs pos="42857">
                  <a:srgbClr val="58FFFF">
                    <a:alpha val="8458"/>
                  </a:srgbClr>
                </a:gs>
                <a:gs pos="57143">
                  <a:srgbClr val="58FFFF">
                    <a:alpha val="4779"/>
                  </a:srgbClr>
                </a:gs>
                <a:gs pos="71429">
                  <a:srgbClr val="58FFFF">
                    <a:alpha val="2266"/>
                  </a:srgbClr>
                </a:gs>
                <a:gs pos="85714">
                  <a:srgbClr val="58FFFF">
                    <a:alpha val="902"/>
                  </a:srgbClr>
                </a:gs>
                <a:gs pos="100000">
                  <a:srgbClr val="58FFFF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4048255">
              <a:off x="1480132" y="1782470"/>
              <a:ext cx="508544" cy="2294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-10058508">
              <a:off x="1464617" y="1835905"/>
              <a:ext cx="468331" cy="214539"/>
            </a:xfrm>
            <a:prstGeom prst="ellipse">
              <a:avLst/>
            </a:prstGeom>
            <a:gradFill>
              <a:gsLst>
                <a:gs pos="0">
                  <a:srgbClr val="6BFFFF">
                    <a:alpha val="32968"/>
                  </a:srgbClr>
                </a:gs>
                <a:gs pos="14286">
                  <a:srgbClr val="6BFFFF">
                    <a:alpha val="30764"/>
                  </a:srgbClr>
                </a:gs>
                <a:gs pos="28571">
                  <a:srgbClr val="6BFFFF">
                    <a:alpha val="24833"/>
                  </a:srgbClr>
                </a:gs>
                <a:gs pos="42857">
                  <a:srgbClr val="6BFFFF">
                    <a:alpha val="17075"/>
                  </a:srgbClr>
                </a:gs>
                <a:gs pos="57143">
                  <a:srgbClr val="6BFFFF">
                    <a:alpha val="9855"/>
                  </a:srgbClr>
                </a:gs>
                <a:gs pos="71429">
                  <a:srgbClr val="6BFFFF">
                    <a:alpha val="4740"/>
                  </a:srgbClr>
                </a:gs>
                <a:gs pos="85714">
                  <a:srgbClr val="6BFFFF">
                    <a:alpha val="1902"/>
                  </a:srgbClr>
                </a:gs>
                <a:gs pos="100000">
                  <a:srgbClr val="6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-8939458">
              <a:off x="2110475" y="2058534"/>
              <a:ext cx="389993" cy="2700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2996099">
              <a:off x="910105" y="2357586"/>
              <a:ext cx="335638" cy="165564"/>
            </a:xfrm>
            <a:prstGeom prst="ellipse">
              <a:avLst/>
            </a:prstGeom>
            <a:gradFill>
              <a:gsLst>
                <a:gs pos="0">
                  <a:srgbClr val="0005FF">
                    <a:alpha val="32580"/>
                  </a:srgbClr>
                </a:gs>
                <a:gs pos="14286">
                  <a:srgbClr val="0005FF">
                    <a:alpha val="30395"/>
                  </a:srgbClr>
                </a:gs>
                <a:gs pos="28571">
                  <a:srgbClr val="0005FF">
                    <a:alpha val="24522"/>
                  </a:srgbClr>
                </a:gs>
                <a:gs pos="42857">
                  <a:srgbClr val="0005FF">
                    <a:alpha val="16851"/>
                  </a:srgbClr>
                </a:gs>
                <a:gs pos="57143">
                  <a:srgbClr val="0005FF">
                    <a:alpha val="9720"/>
                  </a:srgbClr>
                </a:gs>
                <a:gs pos="71429">
                  <a:srgbClr val="0005FF">
                    <a:alpha val="4674"/>
                  </a:srgbClr>
                </a:gs>
                <a:gs pos="85714">
                  <a:srgbClr val="0005FF">
                    <a:alpha val="1875"/>
                  </a:srgbClr>
                </a:gs>
                <a:gs pos="100000">
                  <a:srgbClr val="0005FF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5219195">
              <a:off x="1670612" y="2560901"/>
              <a:ext cx="190358" cy="122902"/>
            </a:xfrm>
            <a:prstGeom prst="ellipse">
              <a:avLst/>
            </a:prstGeom>
            <a:gradFill>
              <a:gsLst>
                <a:gs pos="0">
                  <a:srgbClr val="35FFFF">
                    <a:alpha val="32968"/>
                  </a:srgbClr>
                </a:gs>
                <a:gs pos="14286">
                  <a:srgbClr val="35FFFF">
                    <a:alpha val="30764"/>
                  </a:srgbClr>
                </a:gs>
                <a:gs pos="28571">
                  <a:srgbClr val="35FFFF">
                    <a:alpha val="24833"/>
                  </a:srgbClr>
                </a:gs>
                <a:gs pos="42857">
                  <a:srgbClr val="35FFFF">
                    <a:alpha val="17075"/>
                  </a:srgbClr>
                </a:gs>
                <a:gs pos="57143">
                  <a:srgbClr val="35FFFF">
                    <a:alpha val="9855"/>
                  </a:srgbClr>
                </a:gs>
                <a:gs pos="71429">
                  <a:srgbClr val="35FFFF">
                    <a:alpha val="4740"/>
                  </a:srgbClr>
                </a:gs>
                <a:gs pos="85714">
                  <a:srgbClr val="35FFFF">
                    <a:alpha val="1902"/>
                  </a:srgbClr>
                </a:gs>
                <a:gs pos="100000">
                  <a:srgbClr val="35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10662322">
              <a:off x="873722" y="1185648"/>
              <a:ext cx="220994" cy="213080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-9304736">
              <a:off x="1721973" y="2226858"/>
              <a:ext cx="384469" cy="268836"/>
            </a:xfrm>
            <a:prstGeom prst="ellipse">
              <a:avLst/>
            </a:prstGeom>
            <a:gradFill>
              <a:gsLst>
                <a:gs pos="0">
                  <a:srgbClr val="00FFB4">
                    <a:alpha val="32968"/>
                  </a:srgbClr>
                </a:gs>
                <a:gs pos="14286">
                  <a:srgbClr val="00FFB4">
                    <a:alpha val="30764"/>
                  </a:srgbClr>
                </a:gs>
                <a:gs pos="28571">
                  <a:srgbClr val="00FFB4">
                    <a:alpha val="24833"/>
                  </a:srgbClr>
                </a:gs>
                <a:gs pos="42857">
                  <a:srgbClr val="00FFB4">
                    <a:alpha val="17075"/>
                  </a:srgbClr>
                </a:gs>
                <a:gs pos="57143">
                  <a:srgbClr val="00FFB4">
                    <a:alpha val="9855"/>
                  </a:srgbClr>
                </a:gs>
                <a:gs pos="71429">
                  <a:srgbClr val="00FFB4">
                    <a:alpha val="4740"/>
                  </a:srgbClr>
                </a:gs>
                <a:gs pos="85714">
                  <a:srgbClr val="00FFB4">
                    <a:alpha val="1902"/>
                  </a:srgbClr>
                </a:gs>
                <a:gs pos="100000">
                  <a:srgbClr val="00FF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5400000">
              <a:off x="2411490" y="1357032"/>
              <a:ext cx="49788" cy="49788"/>
            </a:xfrm>
            <a:prstGeom prst="ellipse">
              <a:avLst/>
            </a:prstGeom>
            <a:gradFill>
              <a:gsLst>
                <a:gs pos="0">
                  <a:srgbClr val="FFFF39">
                    <a:alpha val="16539"/>
                  </a:srgbClr>
                </a:gs>
                <a:gs pos="14286">
                  <a:srgbClr val="FFFF39">
                    <a:alpha val="15309"/>
                  </a:srgbClr>
                </a:gs>
                <a:gs pos="28571">
                  <a:srgbClr val="FFFF39">
                    <a:alpha val="12104"/>
                  </a:srgbClr>
                </a:gs>
                <a:gs pos="42857">
                  <a:srgbClr val="FFFF39">
                    <a:alpha val="8114"/>
                  </a:srgbClr>
                </a:gs>
                <a:gs pos="57143">
                  <a:srgbClr val="FFFF39">
                    <a:alpha val="4581"/>
                  </a:srgbClr>
                </a:gs>
                <a:gs pos="71429">
                  <a:srgbClr val="FFFF39">
                    <a:alpha val="2171"/>
                  </a:srgbClr>
                </a:gs>
                <a:gs pos="85714">
                  <a:srgbClr val="FFFF39">
                    <a:alpha val="864"/>
                  </a:srgbClr>
                </a:gs>
                <a:gs pos="100000">
                  <a:srgbClr val="FFFF39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10774213">
              <a:off x="1876147" y="3354151"/>
              <a:ext cx="328392" cy="321121"/>
            </a:xfrm>
            <a:prstGeom prst="ellipse">
              <a:avLst/>
            </a:prstGeom>
            <a:gradFill>
              <a:gsLst>
                <a:gs pos="0">
                  <a:srgbClr val="000000">
                    <a:alpha val="10530"/>
                  </a:srgbClr>
                </a:gs>
                <a:gs pos="14286">
                  <a:srgbClr val="000000">
                    <a:alpha val="9721"/>
                  </a:srgbClr>
                </a:gs>
                <a:gs pos="28571">
                  <a:srgbClr val="000000">
                    <a:alpha val="7633"/>
                  </a:srgbClr>
                </a:gs>
                <a:gs pos="42857">
                  <a:srgbClr val="000000">
                    <a:alpha val="5075"/>
                  </a:srgbClr>
                </a:gs>
                <a:gs pos="57143">
                  <a:srgbClr val="000000">
                    <a:alpha val="2845"/>
                  </a:srgbClr>
                </a:gs>
                <a:gs pos="71429">
                  <a:srgbClr val="000000">
                    <a:alpha val="1342"/>
                  </a:srgbClr>
                </a:gs>
                <a:gs pos="85714">
                  <a:srgbClr val="000000">
                    <a:alpha val="533"/>
                  </a:srgbClr>
                </a:gs>
                <a:gs pos="100000">
                  <a:srgbClr val="0000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9245722">
              <a:off x="1716863" y="2318706"/>
              <a:ext cx="365274" cy="250896"/>
            </a:xfrm>
            <a:prstGeom prst="ellipse">
              <a:avLst/>
            </a:prstGeom>
            <a:gradFill>
              <a:gsLst>
                <a:gs pos="0">
                  <a:srgbClr val="A0FFFF">
                    <a:alpha val="32968"/>
                  </a:srgbClr>
                </a:gs>
                <a:gs pos="14286">
                  <a:srgbClr val="A0FFFF">
                    <a:alpha val="30764"/>
                  </a:srgbClr>
                </a:gs>
                <a:gs pos="28571">
                  <a:srgbClr val="A0FFFF">
                    <a:alpha val="24833"/>
                  </a:srgbClr>
                </a:gs>
                <a:gs pos="42857">
                  <a:srgbClr val="A0FFFF">
                    <a:alpha val="17075"/>
                  </a:srgbClr>
                </a:gs>
                <a:gs pos="57143">
                  <a:srgbClr val="A0FFFF">
                    <a:alpha val="9855"/>
                  </a:srgbClr>
                </a:gs>
                <a:gs pos="71429">
                  <a:srgbClr val="A0FFFF">
                    <a:alpha val="4740"/>
                  </a:srgbClr>
                </a:gs>
                <a:gs pos="85714">
                  <a:srgbClr val="A0FFFF">
                    <a:alpha val="1902"/>
                  </a:srgbClr>
                </a:gs>
                <a:gs pos="100000">
                  <a:srgbClr val="A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5400000">
              <a:off x="1750575" y="2657554"/>
              <a:ext cx="60574" cy="60574"/>
            </a:xfrm>
            <a:prstGeom prst="ellipse">
              <a:avLst/>
            </a:prstGeom>
            <a:gradFill>
              <a:gsLst>
                <a:gs pos="0">
                  <a:srgbClr val="10FFFA">
                    <a:alpha val="13690"/>
                  </a:srgbClr>
                </a:gs>
                <a:gs pos="14286">
                  <a:srgbClr val="10FFFA">
                    <a:alpha val="12656"/>
                  </a:srgbClr>
                </a:gs>
                <a:gs pos="28571">
                  <a:srgbClr val="10FFFA">
                    <a:alpha val="9973"/>
                  </a:srgbClr>
                </a:gs>
                <a:gs pos="42857">
                  <a:srgbClr val="10FFFA">
                    <a:alpha val="6659"/>
                  </a:srgbClr>
                </a:gs>
                <a:gs pos="57143">
                  <a:srgbClr val="10FFFA">
                    <a:alpha val="3747"/>
                  </a:srgbClr>
                </a:gs>
                <a:gs pos="71429">
                  <a:srgbClr val="10FFFA">
                    <a:alpha val="1772"/>
                  </a:srgbClr>
                </a:gs>
                <a:gs pos="85714">
                  <a:srgbClr val="10FFFA">
                    <a:alpha val="704"/>
                  </a:srgbClr>
                </a:gs>
                <a:gs pos="100000">
                  <a:srgbClr val="10FFFA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-10792183">
              <a:off x="3232411" y="827053"/>
              <a:ext cx="290168" cy="289378"/>
            </a:xfrm>
            <a:prstGeom prst="ellipse">
              <a:avLst/>
            </a:prstGeom>
            <a:gradFill>
              <a:gsLst>
                <a:gs pos="0">
                  <a:srgbClr val="000000">
                    <a:alpha val="4165"/>
                  </a:srgbClr>
                </a:gs>
                <a:gs pos="14286">
                  <a:srgbClr val="000000">
                    <a:alpha val="3835"/>
                  </a:srgbClr>
                </a:gs>
                <a:gs pos="28571">
                  <a:srgbClr val="000000">
                    <a:alpha val="2990"/>
                  </a:srgbClr>
                </a:gs>
                <a:gs pos="42857">
                  <a:srgbClr val="000000">
                    <a:alpha val="1972"/>
                  </a:srgbClr>
                </a:gs>
                <a:gs pos="57143">
                  <a:srgbClr val="000000">
                    <a:alpha val="1097"/>
                  </a:srgbClr>
                </a:gs>
                <a:gs pos="71429">
                  <a:srgbClr val="000000">
                    <a:alpha val="515"/>
                  </a:srgbClr>
                </a:gs>
                <a:gs pos="85714">
                  <a:srgbClr val="000000">
                    <a:alpha val="204"/>
                  </a:srgbClr>
                </a:gs>
                <a:gs pos="100000">
                  <a:srgbClr val="0000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5351433">
              <a:off x="1584666" y="1549691"/>
              <a:ext cx="463928" cy="203741"/>
            </a:xfrm>
            <a:prstGeom prst="ellipse">
              <a:avLst/>
            </a:prstGeom>
            <a:gradFill>
              <a:gsLst>
                <a:gs pos="0">
                  <a:srgbClr val="FFECFF">
                    <a:alpha val="32968"/>
                  </a:srgbClr>
                </a:gs>
                <a:gs pos="14286">
                  <a:srgbClr val="FFECFF">
                    <a:alpha val="30764"/>
                  </a:srgbClr>
                </a:gs>
                <a:gs pos="28571">
                  <a:srgbClr val="FFECFF">
                    <a:alpha val="24833"/>
                  </a:srgbClr>
                </a:gs>
                <a:gs pos="42857">
                  <a:srgbClr val="FFECFF">
                    <a:alpha val="17075"/>
                  </a:srgbClr>
                </a:gs>
                <a:gs pos="57143">
                  <a:srgbClr val="FFECFF">
                    <a:alpha val="9855"/>
                  </a:srgbClr>
                </a:gs>
                <a:gs pos="71429">
                  <a:srgbClr val="FFECFF">
                    <a:alpha val="4740"/>
                  </a:srgbClr>
                </a:gs>
                <a:gs pos="85714">
                  <a:srgbClr val="FFECFF">
                    <a:alpha val="1902"/>
                  </a:srgbClr>
                </a:gs>
                <a:gs pos="100000">
                  <a:srgbClr val="FFE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8356626">
              <a:off x="1862365" y="1490613"/>
              <a:ext cx="512952" cy="263779"/>
            </a:xfrm>
            <a:prstGeom prst="ellipse">
              <a:avLst/>
            </a:prstGeom>
            <a:gradFill>
              <a:gsLst>
                <a:gs pos="0">
                  <a:srgbClr val="FFFFF5">
                    <a:alpha val="32968"/>
                  </a:srgbClr>
                </a:gs>
                <a:gs pos="14286">
                  <a:srgbClr val="FFFFF5">
                    <a:alpha val="30764"/>
                  </a:srgbClr>
                </a:gs>
                <a:gs pos="28571">
                  <a:srgbClr val="FFFFF5">
                    <a:alpha val="24833"/>
                  </a:srgbClr>
                </a:gs>
                <a:gs pos="42857">
                  <a:srgbClr val="FFFFF5">
                    <a:alpha val="17075"/>
                  </a:srgbClr>
                </a:gs>
                <a:gs pos="57143">
                  <a:srgbClr val="FFFFF5">
                    <a:alpha val="9855"/>
                  </a:srgbClr>
                </a:gs>
                <a:gs pos="71429">
                  <a:srgbClr val="FFFFF5">
                    <a:alpha val="4740"/>
                  </a:srgbClr>
                </a:gs>
                <a:gs pos="85714">
                  <a:srgbClr val="FFFFF5">
                    <a:alpha val="1902"/>
                  </a:srgbClr>
                </a:gs>
                <a:gs pos="100000">
                  <a:srgbClr val="FFFF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9120666">
              <a:off x="1819548" y="1478555"/>
              <a:ext cx="498132" cy="232343"/>
            </a:xfrm>
            <a:prstGeom prst="ellipse">
              <a:avLst/>
            </a:prstGeom>
            <a:gradFill>
              <a:gsLst>
                <a:gs pos="0">
                  <a:srgbClr val="FFFF0F">
                    <a:alpha val="32968"/>
                  </a:srgbClr>
                </a:gs>
                <a:gs pos="14286">
                  <a:srgbClr val="FFFF0F">
                    <a:alpha val="30764"/>
                  </a:srgbClr>
                </a:gs>
                <a:gs pos="28571">
                  <a:srgbClr val="FFFF0F">
                    <a:alpha val="24833"/>
                  </a:srgbClr>
                </a:gs>
                <a:gs pos="42857">
                  <a:srgbClr val="FFFF0F">
                    <a:alpha val="17075"/>
                  </a:srgbClr>
                </a:gs>
                <a:gs pos="57143">
                  <a:srgbClr val="FFFF0F">
                    <a:alpha val="9855"/>
                  </a:srgbClr>
                </a:gs>
                <a:gs pos="71429">
                  <a:srgbClr val="FFFF0F">
                    <a:alpha val="4740"/>
                  </a:srgbClr>
                </a:gs>
                <a:gs pos="85714">
                  <a:srgbClr val="FFFF0F">
                    <a:alpha val="1902"/>
                  </a:srgbClr>
                </a:gs>
                <a:gs pos="100000">
                  <a:srgbClr val="FFFF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5400178">
              <a:off x="2572359" y="114004"/>
              <a:ext cx="316266" cy="312677"/>
            </a:xfrm>
            <a:prstGeom prst="ellipse">
              <a:avLst/>
            </a:prstGeom>
            <a:gradFill>
              <a:gsLst>
                <a:gs pos="0">
                  <a:srgbClr val="000000">
                    <a:alpha val="6155"/>
                  </a:srgbClr>
                </a:gs>
                <a:gs pos="14286">
                  <a:srgbClr val="000000">
                    <a:alpha val="5671"/>
                  </a:srgbClr>
                </a:gs>
                <a:gs pos="28571">
                  <a:srgbClr val="000000">
                    <a:alpha val="4432"/>
                  </a:srgbClr>
                </a:gs>
                <a:gs pos="42857">
                  <a:srgbClr val="000000">
                    <a:alpha val="2930"/>
                  </a:srgbClr>
                </a:gs>
                <a:gs pos="57143">
                  <a:srgbClr val="000000">
                    <a:alpha val="1634"/>
                  </a:srgbClr>
                </a:gs>
                <a:gs pos="71429">
                  <a:srgbClr val="000000">
                    <a:alpha val="768"/>
                  </a:srgbClr>
                </a:gs>
                <a:gs pos="85714">
                  <a:srgbClr val="000000">
                    <a:alpha val="304"/>
                  </a:srgbClr>
                </a:gs>
                <a:gs pos="100000">
                  <a:srgbClr val="0000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4194484">
              <a:off x="1552539" y="858390"/>
              <a:ext cx="381065" cy="278234"/>
            </a:xfrm>
            <a:prstGeom prst="ellipse">
              <a:avLst/>
            </a:prstGeom>
            <a:gradFill>
              <a:gsLst>
                <a:gs pos="0">
                  <a:srgbClr val="FF0059">
                    <a:alpha val="32968"/>
                  </a:srgbClr>
                </a:gs>
                <a:gs pos="14286">
                  <a:srgbClr val="FF0059">
                    <a:alpha val="30764"/>
                  </a:srgbClr>
                </a:gs>
                <a:gs pos="28571">
                  <a:srgbClr val="FF0059">
                    <a:alpha val="24833"/>
                  </a:srgbClr>
                </a:gs>
                <a:gs pos="42857">
                  <a:srgbClr val="FF0059">
                    <a:alpha val="17075"/>
                  </a:srgbClr>
                </a:gs>
                <a:gs pos="57143">
                  <a:srgbClr val="FF0059">
                    <a:alpha val="9855"/>
                  </a:srgbClr>
                </a:gs>
                <a:gs pos="71429">
                  <a:srgbClr val="FF0059">
                    <a:alpha val="4740"/>
                  </a:srgbClr>
                </a:gs>
                <a:gs pos="85714">
                  <a:srgbClr val="FF0059">
                    <a:alpha val="1902"/>
                  </a:srgbClr>
                </a:gs>
                <a:gs pos="100000">
                  <a:srgbClr val="FF005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10793583">
              <a:off x="2253995" y="1344282"/>
              <a:ext cx="183346" cy="183065"/>
            </a:xfrm>
            <a:prstGeom prst="ellipse">
              <a:avLst/>
            </a:prstGeom>
            <a:gradFill>
              <a:gsLst>
                <a:gs pos="0">
                  <a:srgbClr val="FFFF2F">
                    <a:alpha val="32968"/>
                  </a:srgbClr>
                </a:gs>
                <a:gs pos="14286">
                  <a:srgbClr val="FFFF2F">
                    <a:alpha val="30764"/>
                  </a:srgbClr>
                </a:gs>
                <a:gs pos="28571">
                  <a:srgbClr val="FFFF2F">
                    <a:alpha val="24833"/>
                  </a:srgbClr>
                </a:gs>
                <a:gs pos="42857">
                  <a:srgbClr val="FFFF2F">
                    <a:alpha val="17075"/>
                  </a:srgbClr>
                </a:gs>
                <a:gs pos="57143">
                  <a:srgbClr val="FFFF2F">
                    <a:alpha val="9855"/>
                  </a:srgbClr>
                </a:gs>
                <a:gs pos="71429">
                  <a:srgbClr val="FFFF2F">
                    <a:alpha val="4740"/>
                  </a:srgbClr>
                </a:gs>
                <a:gs pos="85714">
                  <a:srgbClr val="FFFF2F">
                    <a:alpha val="1902"/>
                  </a:srgbClr>
                </a:gs>
                <a:gs pos="100000">
                  <a:srgbClr val="FFFF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7518960">
              <a:off x="1606988" y="1807659"/>
              <a:ext cx="527910" cy="244101"/>
            </a:xfrm>
            <a:prstGeom prst="ellipse">
              <a:avLst/>
            </a:prstGeom>
            <a:gradFill>
              <a:gsLst>
                <a:gs pos="0">
                  <a:srgbClr val="00FFEC">
                    <a:alpha val="32968"/>
                  </a:srgbClr>
                </a:gs>
                <a:gs pos="14286">
                  <a:srgbClr val="00FFEC">
                    <a:alpha val="30764"/>
                  </a:srgbClr>
                </a:gs>
                <a:gs pos="28571">
                  <a:srgbClr val="00FFEC">
                    <a:alpha val="24833"/>
                  </a:srgbClr>
                </a:gs>
                <a:gs pos="42857">
                  <a:srgbClr val="00FFEC">
                    <a:alpha val="17075"/>
                  </a:srgbClr>
                </a:gs>
                <a:gs pos="57143">
                  <a:srgbClr val="00FFEC">
                    <a:alpha val="9855"/>
                  </a:srgbClr>
                </a:gs>
                <a:gs pos="71429">
                  <a:srgbClr val="00FFEC">
                    <a:alpha val="4740"/>
                  </a:srgbClr>
                </a:gs>
                <a:gs pos="85714">
                  <a:srgbClr val="00FFEC">
                    <a:alpha val="1902"/>
                  </a:srgbClr>
                </a:gs>
                <a:gs pos="100000">
                  <a:srgbClr val="00FF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9474734">
              <a:off x="2001696" y="1393577"/>
              <a:ext cx="511463" cy="243132"/>
            </a:xfrm>
            <a:prstGeom prst="ellipse">
              <a:avLst/>
            </a:prstGeom>
            <a:gradFill>
              <a:gsLst>
                <a:gs pos="0">
                  <a:srgbClr val="FFFF9E">
                    <a:alpha val="32968"/>
                  </a:srgbClr>
                </a:gs>
                <a:gs pos="14286">
                  <a:srgbClr val="FFFF9E">
                    <a:alpha val="30764"/>
                  </a:srgbClr>
                </a:gs>
                <a:gs pos="28571">
                  <a:srgbClr val="FFFF9E">
                    <a:alpha val="24833"/>
                  </a:srgbClr>
                </a:gs>
                <a:gs pos="42857">
                  <a:srgbClr val="FFFF9E">
                    <a:alpha val="17075"/>
                  </a:srgbClr>
                </a:gs>
                <a:gs pos="57143">
                  <a:srgbClr val="FFFF9E">
                    <a:alpha val="9855"/>
                  </a:srgbClr>
                </a:gs>
                <a:gs pos="71429">
                  <a:srgbClr val="FFFF9E">
                    <a:alpha val="4740"/>
                  </a:srgbClr>
                </a:gs>
                <a:gs pos="85714">
                  <a:srgbClr val="FFFF9E">
                    <a:alpha val="1902"/>
                  </a:srgbClr>
                </a:gs>
                <a:gs pos="100000">
                  <a:srgbClr val="FFF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3839945">
              <a:off x="1644137" y="1998534"/>
              <a:ext cx="179214" cy="68619"/>
            </a:xfrm>
            <a:prstGeom prst="ellipse">
              <a:avLst/>
            </a:prstGeom>
            <a:gradFill>
              <a:gsLst>
                <a:gs pos="0">
                  <a:srgbClr val="B8E0FF">
                    <a:alpha val="31118"/>
                  </a:srgbClr>
                </a:gs>
                <a:gs pos="14286">
                  <a:srgbClr val="B8E0FF">
                    <a:alpha val="29010"/>
                  </a:srgbClr>
                </a:gs>
                <a:gs pos="28571">
                  <a:srgbClr val="B8E0FF">
                    <a:alpha val="23358"/>
                  </a:srgbClr>
                </a:gs>
                <a:gs pos="42857">
                  <a:srgbClr val="B8E0FF">
                    <a:alpha val="16012"/>
                  </a:srgbClr>
                </a:gs>
                <a:gs pos="57143">
                  <a:srgbClr val="B8E0FF">
                    <a:alpha val="9216"/>
                  </a:srgbClr>
                </a:gs>
                <a:gs pos="71429">
                  <a:srgbClr val="B8E0FF">
                    <a:alpha val="4425"/>
                  </a:srgbClr>
                </a:gs>
                <a:gs pos="85714">
                  <a:srgbClr val="B8E0FF">
                    <a:alpha val="1774"/>
                  </a:srgbClr>
                </a:gs>
                <a:gs pos="100000">
                  <a:srgbClr val="B8E0FF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3200849">
              <a:off x="664373" y="1792530"/>
              <a:ext cx="437700" cy="316163"/>
            </a:xfrm>
            <a:prstGeom prst="ellipse">
              <a:avLst/>
            </a:prstGeom>
            <a:gradFill>
              <a:gsLst>
                <a:gs pos="0">
                  <a:srgbClr val="4400FF">
                    <a:alpha val="32968"/>
                  </a:srgbClr>
                </a:gs>
                <a:gs pos="14286">
                  <a:srgbClr val="4400FF">
                    <a:alpha val="30764"/>
                  </a:srgbClr>
                </a:gs>
                <a:gs pos="28571">
                  <a:srgbClr val="4400FF">
                    <a:alpha val="24833"/>
                  </a:srgbClr>
                </a:gs>
                <a:gs pos="42857">
                  <a:srgbClr val="4400FF">
                    <a:alpha val="17075"/>
                  </a:srgbClr>
                </a:gs>
                <a:gs pos="57143">
                  <a:srgbClr val="4400FF">
                    <a:alpha val="9855"/>
                  </a:srgbClr>
                </a:gs>
                <a:gs pos="71429">
                  <a:srgbClr val="4400FF">
                    <a:alpha val="4740"/>
                  </a:srgbClr>
                </a:gs>
                <a:gs pos="85714">
                  <a:srgbClr val="4400FF">
                    <a:alpha val="1902"/>
                  </a:srgbClr>
                </a:gs>
                <a:gs pos="100000">
                  <a:srgbClr val="44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5400000">
              <a:off x="1748518" y="2621405"/>
              <a:ext cx="51153" cy="51153"/>
            </a:xfrm>
            <a:prstGeom prst="ellipse">
              <a:avLst/>
            </a:prstGeom>
            <a:gradFill>
              <a:gsLst>
                <a:gs pos="0">
                  <a:srgbClr val="1AFFFE">
                    <a:alpha val="16183"/>
                  </a:srgbClr>
                </a:gs>
                <a:gs pos="14286">
                  <a:srgbClr val="1AFFFE">
                    <a:alpha val="14978"/>
                  </a:srgbClr>
                </a:gs>
                <a:gs pos="28571">
                  <a:srgbClr val="1AFFFE">
                    <a:alpha val="11837"/>
                  </a:srgbClr>
                </a:gs>
                <a:gs pos="42857">
                  <a:srgbClr val="1AFFFE">
                    <a:alpha val="7931"/>
                  </a:srgbClr>
                </a:gs>
                <a:gs pos="57143">
                  <a:srgbClr val="1AFFFE">
                    <a:alpha val="4476"/>
                  </a:srgbClr>
                </a:gs>
                <a:gs pos="71429">
                  <a:srgbClr val="1AFFFE">
                    <a:alpha val="2121"/>
                  </a:srgbClr>
                </a:gs>
                <a:gs pos="85714">
                  <a:srgbClr val="1AFFFE">
                    <a:alpha val="844"/>
                  </a:srgbClr>
                </a:gs>
                <a:gs pos="100000">
                  <a:srgbClr val="1AFFFE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6856861">
              <a:off x="1601342" y="1705456"/>
              <a:ext cx="511607" cy="2561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5400000">
              <a:off x="1567176" y="795144"/>
              <a:ext cx="46233" cy="46233"/>
            </a:xfrm>
            <a:prstGeom prst="ellipse">
              <a:avLst/>
            </a:prstGeom>
            <a:gradFill>
              <a:gsLst>
                <a:gs pos="0">
                  <a:srgbClr val="FF0030">
                    <a:alpha val="17457"/>
                  </a:srgbClr>
                </a:gs>
                <a:gs pos="14286">
                  <a:srgbClr val="FF0030">
                    <a:alpha val="16166"/>
                  </a:srgbClr>
                </a:gs>
                <a:gs pos="28571">
                  <a:srgbClr val="FF0030">
                    <a:alpha val="12795"/>
                  </a:srgbClr>
                </a:gs>
                <a:gs pos="42857">
                  <a:srgbClr val="FF0030">
                    <a:alpha val="8589"/>
                  </a:srgbClr>
                </a:gs>
                <a:gs pos="57143">
                  <a:srgbClr val="FF0030">
                    <a:alpha val="4854"/>
                  </a:srgbClr>
                </a:gs>
                <a:gs pos="71429">
                  <a:srgbClr val="FF0030">
                    <a:alpha val="2302"/>
                  </a:srgbClr>
                </a:gs>
                <a:gs pos="85714">
                  <a:srgbClr val="FF0030">
                    <a:alpha val="917"/>
                  </a:srgbClr>
                </a:gs>
                <a:gs pos="100000">
                  <a:srgbClr val="FF003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8875265">
              <a:off x="2004897" y="2510528"/>
              <a:ext cx="337537" cy="197402"/>
            </a:xfrm>
            <a:prstGeom prst="ellipse">
              <a:avLst/>
            </a:prstGeom>
            <a:gradFill>
              <a:gsLst>
                <a:gs pos="0">
                  <a:srgbClr val="00FF73">
                    <a:alpha val="32968"/>
                  </a:srgbClr>
                </a:gs>
                <a:gs pos="14286">
                  <a:srgbClr val="00FF73">
                    <a:alpha val="30764"/>
                  </a:srgbClr>
                </a:gs>
                <a:gs pos="28571">
                  <a:srgbClr val="00FF73">
                    <a:alpha val="24833"/>
                  </a:srgbClr>
                </a:gs>
                <a:gs pos="42857">
                  <a:srgbClr val="00FF73">
                    <a:alpha val="17075"/>
                  </a:srgbClr>
                </a:gs>
                <a:gs pos="57143">
                  <a:srgbClr val="00FF73">
                    <a:alpha val="9855"/>
                  </a:srgbClr>
                </a:gs>
                <a:gs pos="71429">
                  <a:srgbClr val="00FF73">
                    <a:alpha val="4740"/>
                  </a:srgbClr>
                </a:gs>
                <a:gs pos="85714">
                  <a:srgbClr val="00FF73">
                    <a:alpha val="1902"/>
                  </a:srgbClr>
                </a:gs>
                <a:gs pos="100000">
                  <a:srgbClr val="00FF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5328065">
              <a:off x="1618178" y="2594678"/>
              <a:ext cx="221655" cy="121024"/>
            </a:xfrm>
            <a:prstGeom prst="ellipse">
              <a:avLst/>
            </a:prstGeom>
            <a:gradFill>
              <a:gsLst>
                <a:gs pos="0">
                  <a:srgbClr val="84FFFF">
                    <a:alpha val="32968"/>
                  </a:srgbClr>
                </a:gs>
                <a:gs pos="14286">
                  <a:srgbClr val="84FFFF">
                    <a:alpha val="30764"/>
                  </a:srgbClr>
                </a:gs>
                <a:gs pos="28571">
                  <a:srgbClr val="84FFFF">
                    <a:alpha val="24833"/>
                  </a:srgbClr>
                </a:gs>
                <a:gs pos="42857">
                  <a:srgbClr val="84FFFF">
                    <a:alpha val="17075"/>
                  </a:srgbClr>
                </a:gs>
                <a:gs pos="57143">
                  <a:srgbClr val="84FFFF">
                    <a:alpha val="9855"/>
                  </a:srgbClr>
                </a:gs>
                <a:gs pos="71429">
                  <a:srgbClr val="84FFFF">
                    <a:alpha val="4740"/>
                  </a:srgbClr>
                </a:gs>
                <a:gs pos="85714">
                  <a:srgbClr val="84FFFF">
                    <a:alpha val="1902"/>
                  </a:srgbClr>
                </a:gs>
                <a:gs pos="100000">
                  <a:srgbClr val="84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5400000">
              <a:off x="1547287" y="795015"/>
              <a:ext cx="46546" cy="46546"/>
            </a:xfrm>
            <a:prstGeom prst="ellipse">
              <a:avLst/>
            </a:prstGeom>
            <a:gradFill>
              <a:gsLst>
                <a:gs pos="0">
                  <a:srgbClr val="FF0033">
                    <a:alpha val="17376"/>
                  </a:srgbClr>
                </a:gs>
                <a:gs pos="14286">
                  <a:srgbClr val="FF0033">
                    <a:alpha val="16091"/>
                  </a:srgbClr>
                </a:gs>
                <a:gs pos="28571">
                  <a:srgbClr val="FF0033">
                    <a:alpha val="12735"/>
                  </a:srgbClr>
                </a:gs>
                <a:gs pos="42857">
                  <a:srgbClr val="FF0033">
                    <a:alpha val="8547"/>
                  </a:srgbClr>
                </a:gs>
                <a:gs pos="57143">
                  <a:srgbClr val="FF0033">
                    <a:alpha val="4830"/>
                  </a:srgbClr>
                </a:gs>
                <a:gs pos="71429">
                  <a:srgbClr val="FF0033">
                    <a:alpha val="2291"/>
                  </a:srgbClr>
                </a:gs>
                <a:gs pos="85714">
                  <a:srgbClr val="FF0033">
                    <a:alpha val="912"/>
                  </a:srgbClr>
                </a:gs>
                <a:gs pos="100000">
                  <a:srgbClr val="FF0033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6990948">
              <a:off x="1726770" y="2560349"/>
              <a:ext cx="349383" cy="235474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10798748">
              <a:off x="3270415" y="1408175"/>
              <a:ext cx="505790" cy="503324"/>
            </a:xfrm>
            <a:prstGeom prst="ellipse">
              <a:avLst/>
            </a:prstGeom>
            <a:gradFill>
              <a:gsLst>
                <a:gs pos="0">
                  <a:srgbClr val="150000">
                    <a:alpha val="7630"/>
                  </a:srgbClr>
                </a:gs>
                <a:gs pos="14286">
                  <a:srgbClr val="150000">
                    <a:alpha val="7035"/>
                  </a:srgbClr>
                </a:gs>
                <a:gs pos="28571">
                  <a:srgbClr val="150000">
                    <a:alpha val="5507"/>
                  </a:srgbClr>
                </a:gs>
                <a:gs pos="42857">
                  <a:srgbClr val="150000">
                    <a:alpha val="3647"/>
                  </a:srgbClr>
                </a:gs>
                <a:gs pos="57143">
                  <a:srgbClr val="150000">
                    <a:alpha val="2038"/>
                  </a:srgbClr>
                </a:gs>
                <a:gs pos="71429">
                  <a:srgbClr val="150000">
                    <a:alpha val="959"/>
                  </a:srgbClr>
                </a:gs>
                <a:gs pos="85714">
                  <a:srgbClr val="150000">
                    <a:alpha val="380"/>
                  </a:srgbClr>
                </a:gs>
                <a:gs pos="100000">
                  <a:srgbClr val="150000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7038070">
              <a:off x="2430781" y="1216316"/>
              <a:ext cx="210729" cy="111639"/>
            </a:xfrm>
            <a:prstGeom prst="ellipse">
              <a:avLst/>
            </a:prstGeom>
            <a:gradFill>
              <a:gsLst>
                <a:gs pos="0">
                  <a:srgbClr val="FFEF00">
                    <a:alpha val="32968"/>
                  </a:srgbClr>
                </a:gs>
                <a:gs pos="14286">
                  <a:srgbClr val="FFEF00">
                    <a:alpha val="30764"/>
                  </a:srgbClr>
                </a:gs>
                <a:gs pos="28571">
                  <a:srgbClr val="FFEF00">
                    <a:alpha val="24833"/>
                  </a:srgbClr>
                </a:gs>
                <a:gs pos="42857">
                  <a:srgbClr val="FFEF00">
                    <a:alpha val="17075"/>
                  </a:srgbClr>
                </a:gs>
                <a:gs pos="57143">
                  <a:srgbClr val="FFEF00">
                    <a:alpha val="9855"/>
                  </a:srgbClr>
                </a:gs>
                <a:gs pos="71429">
                  <a:srgbClr val="FFEF00">
                    <a:alpha val="4740"/>
                  </a:srgbClr>
                </a:gs>
                <a:gs pos="85714">
                  <a:srgbClr val="FFEF00">
                    <a:alpha val="1902"/>
                  </a:srgbClr>
                </a:gs>
                <a:gs pos="100000">
                  <a:srgbClr val="FFE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9025765">
              <a:off x="2867633" y="2643389"/>
              <a:ext cx="433273" cy="421310"/>
            </a:xfrm>
            <a:prstGeom prst="ellipse">
              <a:avLst/>
            </a:prstGeom>
            <a:gradFill>
              <a:gsLst>
                <a:gs pos="0">
                  <a:srgbClr val="000000">
                    <a:alpha val="7834"/>
                  </a:srgbClr>
                </a:gs>
                <a:gs pos="14286">
                  <a:srgbClr val="000000">
                    <a:alpha val="7223"/>
                  </a:srgbClr>
                </a:gs>
                <a:gs pos="28571">
                  <a:srgbClr val="000000">
                    <a:alpha val="5655"/>
                  </a:srgbClr>
                </a:gs>
                <a:gs pos="42857">
                  <a:srgbClr val="000000">
                    <a:alpha val="3746"/>
                  </a:srgbClr>
                </a:gs>
                <a:gs pos="57143">
                  <a:srgbClr val="000000">
                    <a:alpha val="2094"/>
                  </a:srgbClr>
                </a:gs>
                <a:gs pos="71429">
                  <a:srgbClr val="000000">
                    <a:alpha val="986"/>
                  </a:srgbClr>
                </a:gs>
                <a:gs pos="85714">
                  <a:srgbClr val="000000">
                    <a:alpha val="391"/>
                  </a:srgbClr>
                </a:gs>
                <a:gs pos="100000">
                  <a:srgbClr val="0000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-10795334">
              <a:off x="-198675" y="1966555"/>
              <a:ext cx="440859" cy="438714"/>
            </a:xfrm>
            <a:prstGeom prst="ellipse">
              <a:avLst/>
            </a:prstGeom>
            <a:gradFill>
              <a:gsLst>
                <a:gs pos="0">
                  <a:srgbClr val="000000">
                    <a:alpha val="11841"/>
                  </a:srgbClr>
                </a:gs>
                <a:gs pos="14286">
                  <a:srgbClr val="000000">
                    <a:alpha val="10938"/>
                  </a:srgbClr>
                </a:gs>
                <a:gs pos="28571">
                  <a:srgbClr val="000000">
                    <a:alpha val="8602"/>
                  </a:srgbClr>
                </a:gs>
                <a:gs pos="42857">
                  <a:srgbClr val="000000">
                    <a:alpha val="5729"/>
                  </a:srgbClr>
                </a:gs>
                <a:gs pos="57143">
                  <a:srgbClr val="000000">
                    <a:alpha val="3216"/>
                  </a:srgbClr>
                </a:gs>
                <a:gs pos="71429">
                  <a:srgbClr val="000000">
                    <a:alpha val="1519"/>
                  </a:srgbClr>
                </a:gs>
                <a:gs pos="85714">
                  <a:srgbClr val="000000">
                    <a:alpha val="603"/>
                  </a:srgbClr>
                </a:gs>
                <a:gs pos="100000">
                  <a:srgbClr val="000000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5400000">
              <a:off x="1747818" y="2615330"/>
              <a:ext cx="51948" cy="51948"/>
            </a:xfrm>
            <a:prstGeom prst="ellipse">
              <a:avLst/>
            </a:prstGeom>
            <a:gradFill>
              <a:gsLst>
                <a:gs pos="0">
                  <a:srgbClr val="1EFFFE">
                    <a:alpha val="15976"/>
                  </a:srgbClr>
                </a:gs>
                <a:gs pos="14286">
                  <a:srgbClr val="1EFFFE">
                    <a:alpha val="14784"/>
                  </a:srgbClr>
                </a:gs>
                <a:gs pos="28571">
                  <a:srgbClr val="1EFFFE">
                    <a:alpha val="11681"/>
                  </a:srgbClr>
                </a:gs>
                <a:gs pos="42857">
                  <a:srgbClr val="1EFFFE">
                    <a:alpha val="7825"/>
                  </a:srgbClr>
                </a:gs>
                <a:gs pos="57143">
                  <a:srgbClr val="1EFFFE">
                    <a:alpha val="4414"/>
                  </a:srgbClr>
                </a:gs>
                <a:gs pos="71429">
                  <a:srgbClr val="1EFFFE">
                    <a:alpha val="2091"/>
                  </a:srgbClr>
                </a:gs>
                <a:gs pos="85714">
                  <a:srgbClr val="1EFFFE">
                    <a:alpha val="832"/>
                  </a:srgbClr>
                </a:gs>
                <a:gs pos="100000">
                  <a:srgbClr val="1EFFFE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6768791">
              <a:off x="1516357" y="1957743"/>
              <a:ext cx="500015" cy="240800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2169498" y="1493591"/>
              <a:ext cx="60928" cy="60928"/>
            </a:xfrm>
            <a:prstGeom prst="ellipse">
              <a:avLst/>
            </a:prstGeom>
            <a:gradFill>
              <a:gsLst>
                <a:gs pos="0">
                  <a:srgbClr val="FFFF89">
                    <a:alpha val="13595"/>
                  </a:srgbClr>
                </a:gs>
                <a:gs pos="14286">
                  <a:srgbClr val="FFFF89">
                    <a:alpha val="12567"/>
                  </a:srgbClr>
                </a:gs>
                <a:gs pos="28571">
                  <a:srgbClr val="FFFF89">
                    <a:alpha val="9903"/>
                  </a:srgbClr>
                </a:gs>
                <a:gs pos="42857">
                  <a:srgbClr val="FFFF89">
                    <a:alpha val="6611"/>
                  </a:srgbClr>
                </a:gs>
                <a:gs pos="57143">
                  <a:srgbClr val="FFFF89">
                    <a:alpha val="3719"/>
                  </a:srgbClr>
                </a:gs>
                <a:gs pos="71429">
                  <a:srgbClr val="FFFF89">
                    <a:alpha val="1758"/>
                  </a:srgbClr>
                </a:gs>
                <a:gs pos="85714">
                  <a:srgbClr val="FFFF89">
                    <a:alpha val="699"/>
                  </a:srgbClr>
                </a:gs>
                <a:gs pos="100000">
                  <a:srgbClr val="FFFF89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6407998">
              <a:off x="2459753" y="1713142"/>
              <a:ext cx="370182" cy="261872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5400000">
              <a:off x="1737033" y="2280063"/>
              <a:ext cx="52810" cy="52810"/>
            </a:xfrm>
            <a:prstGeom prst="ellipse">
              <a:avLst/>
            </a:prstGeom>
            <a:gradFill>
              <a:gsLst>
                <a:gs pos="0">
                  <a:srgbClr val="7DFFFF">
                    <a:alpha val="15750"/>
                  </a:srgbClr>
                </a:gs>
                <a:gs pos="14286">
                  <a:srgbClr val="7DFFFF">
                    <a:alpha val="14574"/>
                  </a:srgbClr>
                </a:gs>
                <a:gs pos="28571">
                  <a:srgbClr val="7DFFFF">
                    <a:alpha val="11512"/>
                  </a:srgbClr>
                </a:gs>
                <a:gs pos="42857">
                  <a:srgbClr val="7DFFFF">
                    <a:alpha val="7709"/>
                  </a:srgbClr>
                </a:gs>
                <a:gs pos="57143">
                  <a:srgbClr val="7DFFFF">
                    <a:alpha val="4348"/>
                  </a:srgbClr>
                </a:gs>
                <a:gs pos="71429">
                  <a:srgbClr val="7DFFFF">
                    <a:alpha val="2059"/>
                  </a:srgbClr>
                </a:gs>
                <a:gs pos="85714">
                  <a:srgbClr val="7DFFFF">
                    <a:alpha val="819"/>
                  </a:srgbClr>
                </a:gs>
                <a:gs pos="100000">
                  <a:srgbClr val="7DFFFF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976075" y="1278119"/>
              <a:ext cx="51742" cy="51742"/>
            </a:xfrm>
            <a:prstGeom prst="ellipse">
              <a:avLst/>
            </a:prstGeom>
            <a:gradFill>
              <a:gsLst>
                <a:gs pos="0">
                  <a:srgbClr val="FF16FF">
                    <a:alpha val="16030"/>
                  </a:srgbClr>
                </a:gs>
                <a:gs pos="14286">
                  <a:srgbClr val="FF16FF">
                    <a:alpha val="14835"/>
                  </a:srgbClr>
                </a:gs>
                <a:gs pos="28571">
                  <a:srgbClr val="FF16FF">
                    <a:alpha val="11722"/>
                  </a:srgbClr>
                </a:gs>
                <a:gs pos="42857">
                  <a:srgbClr val="FF16FF">
                    <a:alpha val="7852"/>
                  </a:srgbClr>
                </a:gs>
                <a:gs pos="57143">
                  <a:srgbClr val="FF16FF">
                    <a:alpha val="4430"/>
                  </a:srgbClr>
                </a:gs>
                <a:gs pos="71429">
                  <a:srgbClr val="FF16FF">
                    <a:alpha val="2099"/>
                  </a:srgbClr>
                </a:gs>
                <a:gs pos="85714">
                  <a:srgbClr val="FF16FF">
                    <a:alpha val="835"/>
                  </a:srgbClr>
                </a:gs>
                <a:gs pos="100000">
                  <a:srgbClr val="FF16FF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5197275">
              <a:off x="-247980" y="951990"/>
              <a:ext cx="495972" cy="495331"/>
            </a:xfrm>
            <a:prstGeom prst="ellipse">
              <a:avLst/>
            </a:prstGeom>
            <a:gradFill>
              <a:gsLst>
                <a:gs pos="0">
                  <a:srgbClr val="000000">
                    <a:alpha val="2822"/>
                  </a:srgbClr>
                </a:gs>
                <a:gs pos="14286">
                  <a:srgbClr val="000000">
                    <a:alpha val="2597"/>
                  </a:srgbClr>
                </a:gs>
                <a:gs pos="28571">
                  <a:srgbClr val="000000">
                    <a:alpha val="2022"/>
                  </a:srgbClr>
                </a:gs>
                <a:gs pos="42857">
                  <a:srgbClr val="000000">
                    <a:alpha val="1331"/>
                  </a:srgbClr>
                </a:gs>
                <a:gs pos="57143">
                  <a:srgbClr val="000000">
                    <a:alpha val="740"/>
                  </a:srgbClr>
                </a:gs>
                <a:gs pos="71429">
                  <a:srgbClr val="000000">
                    <a:alpha val="347"/>
                  </a:srgbClr>
                </a:gs>
                <a:gs pos="85714">
                  <a:srgbClr val="000000">
                    <a:alpha val="137"/>
                  </a:srgbClr>
                </a:gs>
                <a:gs pos="100000">
                  <a:srgbClr val="0000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5413167">
              <a:off x="-101567" y="2144088"/>
              <a:ext cx="448165" cy="447904"/>
            </a:xfrm>
            <a:prstGeom prst="ellipse">
              <a:avLst/>
            </a:prstGeom>
            <a:gradFill>
              <a:gsLst>
                <a:gs pos="0">
                  <a:srgbClr val="000000">
                    <a:alpha val="12022"/>
                  </a:srgbClr>
                </a:gs>
                <a:gs pos="14286">
                  <a:srgbClr val="000000">
                    <a:alpha val="11106"/>
                  </a:srgbClr>
                </a:gs>
                <a:gs pos="28571">
                  <a:srgbClr val="000000">
                    <a:alpha val="8736"/>
                  </a:srgbClr>
                </a:gs>
                <a:gs pos="42857">
                  <a:srgbClr val="000000">
                    <a:alpha val="5819"/>
                  </a:srgbClr>
                </a:gs>
                <a:gs pos="57143">
                  <a:srgbClr val="000000">
                    <a:alpha val="3268"/>
                  </a:srgbClr>
                </a:gs>
                <a:gs pos="71429">
                  <a:srgbClr val="000000">
                    <a:alpha val="1543"/>
                  </a:srgbClr>
                </a:gs>
                <a:gs pos="85714">
                  <a:srgbClr val="000000">
                    <a:alpha val="613"/>
                  </a:srgbClr>
                </a:gs>
                <a:gs pos="100000">
                  <a:srgbClr val="000000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-9593993">
              <a:off x="1670530" y="1482368"/>
              <a:ext cx="443590" cy="212499"/>
            </a:xfrm>
            <a:prstGeom prst="ellipse">
              <a:avLst/>
            </a:prstGeom>
            <a:gradFill>
              <a:gsLst>
                <a:gs pos="0">
                  <a:srgbClr val="FFFFDA">
                    <a:alpha val="32968"/>
                  </a:srgbClr>
                </a:gs>
                <a:gs pos="14286">
                  <a:srgbClr val="FFFFDA">
                    <a:alpha val="30764"/>
                  </a:srgbClr>
                </a:gs>
                <a:gs pos="28571">
                  <a:srgbClr val="FFFFDA">
                    <a:alpha val="24833"/>
                  </a:srgbClr>
                </a:gs>
                <a:gs pos="42857">
                  <a:srgbClr val="FFFFDA">
                    <a:alpha val="17075"/>
                  </a:srgbClr>
                </a:gs>
                <a:gs pos="57143">
                  <a:srgbClr val="FFFFDA">
                    <a:alpha val="9855"/>
                  </a:srgbClr>
                </a:gs>
                <a:gs pos="71429">
                  <a:srgbClr val="FFFFDA">
                    <a:alpha val="4740"/>
                  </a:srgbClr>
                </a:gs>
                <a:gs pos="85714">
                  <a:srgbClr val="FFFFDA">
                    <a:alpha val="1902"/>
                  </a:srgbClr>
                </a:gs>
                <a:gs pos="100000">
                  <a:srgbClr val="FF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3385534">
              <a:off x="1500177" y="1783436"/>
              <a:ext cx="170830" cy="45915"/>
            </a:xfrm>
            <a:prstGeom prst="ellipse">
              <a:avLst/>
            </a:prstGeom>
            <a:gradFill>
              <a:gsLst>
                <a:gs pos="0">
                  <a:srgbClr val="9AF6FF">
                    <a:alpha val="22164"/>
                  </a:srgbClr>
                </a:gs>
                <a:gs pos="14286">
                  <a:srgbClr val="9AF6FF">
                    <a:alpha val="20570"/>
                  </a:srgbClr>
                </a:gs>
                <a:gs pos="28571">
                  <a:srgbClr val="9AF6FF">
                    <a:alpha val="16374"/>
                  </a:srgbClr>
                </a:gs>
                <a:gs pos="42857">
                  <a:srgbClr val="9AF6FF">
                    <a:alpha val="11067"/>
                  </a:srgbClr>
                </a:gs>
                <a:gs pos="57143">
                  <a:srgbClr val="9AF6FF">
                    <a:alpha val="6292"/>
                  </a:srgbClr>
                </a:gs>
                <a:gs pos="71429">
                  <a:srgbClr val="9AF6FF">
                    <a:alpha val="2996"/>
                  </a:srgbClr>
                </a:gs>
                <a:gs pos="85714">
                  <a:srgbClr val="9AF6FF">
                    <a:alpha val="1196"/>
                  </a:srgbClr>
                </a:gs>
                <a:gs pos="100000">
                  <a:srgbClr val="9AF6FF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7127222">
              <a:off x="1435548" y="1718825"/>
              <a:ext cx="462901" cy="2197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10770750">
              <a:off x="2990113" y="2774891"/>
              <a:ext cx="264272" cy="263223"/>
            </a:xfrm>
            <a:prstGeom prst="ellipse">
              <a:avLst/>
            </a:prstGeom>
            <a:gradFill>
              <a:gsLst>
                <a:gs pos="0">
                  <a:srgbClr val="000000">
                    <a:alpha val="19539"/>
                  </a:srgbClr>
                </a:gs>
                <a:gs pos="14286">
                  <a:srgbClr val="000000">
                    <a:alpha val="18111"/>
                  </a:srgbClr>
                </a:gs>
                <a:gs pos="28571">
                  <a:srgbClr val="000000">
                    <a:alpha val="14371"/>
                  </a:srgbClr>
                </a:gs>
                <a:gs pos="42857">
                  <a:srgbClr val="000000">
                    <a:alpha val="9675"/>
                  </a:srgbClr>
                </a:gs>
                <a:gs pos="57143">
                  <a:srgbClr val="000000">
                    <a:alpha val="5483"/>
                  </a:srgbClr>
                </a:gs>
                <a:gs pos="71429">
                  <a:srgbClr val="000000">
                    <a:alpha val="2605"/>
                  </a:srgbClr>
                </a:gs>
                <a:gs pos="85714">
                  <a:srgbClr val="000000">
                    <a:alpha val="1038"/>
                  </a:srgbClr>
                </a:gs>
                <a:gs pos="100000">
                  <a:srgbClr val="0000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400000">
              <a:off x="1659264" y="778247"/>
              <a:ext cx="48648" cy="48648"/>
            </a:xfrm>
            <a:prstGeom prst="ellipse">
              <a:avLst/>
            </a:prstGeom>
            <a:gradFill>
              <a:gsLst>
                <a:gs pos="0">
                  <a:srgbClr val="FF000F">
                    <a:alpha val="16834"/>
                  </a:srgbClr>
                </a:gs>
                <a:gs pos="14286">
                  <a:srgbClr val="FF000F">
                    <a:alpha val="15585"/>
                  </a:srgbClr>
                </a:gs>
                <a:gs pos="28571">
                  <a:srgbClr val="FF000F">
                    <a:alpha val="12326"/>
                  </a:srgbClr>
                </a:gs>
                <a:gs pos="42857">
                  <a:srgbClr val="FF000F">
                    <a:alpha val="8267"/>
                  </a:srgbClr>
                </a:gs>
                <a:gs pos="57143">
                  <a:srgbClr val="FF000F">
                    <a:alpha val="4669"/>
                  </a:srgbClr>
                </a:gs>
                <a:gs pos="71429">
                  <a:srgbClr val="FF000F">
                    <a:alpha val="2213"/>
                  </a:srgbClr>
                </a:gs>
                <a:gs pos="85714">
                  <a:srgbClr val="FF000F">
                    <a:alpha val="881"/>
                  </a:srgbClr>
                </a:gs>
                <a:gs pos="100000">
                  <a:srgbClr val="FF000F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386675">
              <a:off x="2280057" y="1197249"/>
              <a:ext cx="445074" cy="20739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10733606">
              <a:off x="1383351" y="1495173"/>
              <a:ext cx="460842" cy="212707"/>
            </a:xfrm>
            <a:prstGeom prst="ellipse">
              <a:avLst/>
            </a:prstGeom>
            <a:gradFill>
              <a:gsLst>
                <a:gs pos="0">
                  <a:srgbClr val="FFA9FF">
                    <a:alpha val="32968"/>
                  </a:srgbClr>
                </a:gs>
                <a:gs pos="14286">
                  <a:srgbClr val="FFA9FF">
                    <a:alpha val="30764"/>
                  </a:srgbClr>
                </a:gs>
                <a:gs pos="28571">
                  <a:srgbClr val="FFA9FF">
                    <a:alpha val="24833"/>
                  </a:srgbClr>
                </a:gs>
                <a:gs pos="42857">
                  <a:srgbClr val="FFA9FF">
                    <a:alpha val="17075"/>
                  </a:srgbClr>
                </a:gs>
                <a:gs pos="57143">
                  <a:srgbClr val="FFA9FF">
                    <a:alpha val="9855"/>
                  </a:srgbClr>
                </a:gs>
                <a:gs pos="71429">
                  <a:srgbClr val="FFA9FF">
                    <a:alpha val="4740"/>
                  </a:srgbClr>
                </a:gs>
                <a:gs pos="85714">
                  <a:srgbClr val="FFA9FF">
                    <a:alpha val="1902"/>
                  </a:srgbClr>
                </a:gs>
                <a:gs pos="100000">
                  <a:srgbClr val="FFA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3866619">
              <a:off x="1349319" y="1515198"/>
              <a:ext cx="226931" cy="131677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6060248">
              <a:off x="1578249" y="1973897"/>
              <a:ext cx="484537" cy="229913"/>
            </a:xfrm>
            <a:prstGeom prst="ellipse">
              <a:avLst/>
            </a:prstGeom>
            <a:gradFill>
              <a:gsLst>
                <a:gs pos="0">
                  <a:srgbClr val="D5FFCF">
                    <a:alpha val="32968"/>
                  </a:srgbClr>
                </a:gs>
                <a:gs pos="14286">
                  <a:srgbClr val="D5FFCF">
                    <a:alpha val="30764"/>
                  </a:srgbClr>
                </a:gs>
                <a:gs pos="28571">
                  <a:srgbClr val="D5FFCF">
                    <a:alpha val="24833"/>
                  </a:srgbClr>
                </a:gs>
                <a:gs pos="42857">
                  <a:srgbClr val="D5FFCF">
                    <a:alpha val="17075"/>
                  </a:srgbClr>
                </a:gs>
                <a:gs pos="57143">
                  <a:srgbClr val="D5FFCF">
                    <a:alpha val="9855"/>
                  </a:srgbClr>
                </a:gs>
                <a:gs pos="71429">
                  <a:srgbClr val="D5FFCF">
                    <a:alpha val="4740"/>
                  </a:srgbClr>
                </a:gs>
                <a:gs pos="85714">
                  <a:srgbClr val="D5FFCF">
                    <a:alpha val="1902"/>
                  </a:srgbClr>
                </a:gs>
                <a:gs pos="100000">
                  <a:srgbClr val="D5F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3729500">
              <a:off x="1498041" y="2067760"/>
              <a:ext cx="481193" cy="230235"/>
            </a:xfrm>
            <a:prstGeom prst="ellipse">
              <a:avLst/>
            </a:prstGeom>
            <a:gradFill>
              <a:gsLst>
                <a:gs pos="0">
                  <a:srgbClr val="40FFFF">
                    <a:alpha val="32968"/>
                  </a:srgbClr>
                </a:gs>
                <a:gs pos="14286">
                  <a:srgbClr val="40FFFF">
                    <a:alpha val="30764"/>
                  </a:srgbClr>
                </a:gs>
                <a:gs pos="28571">
                  <a:srgbClr val="40FFFF">
                    <a:alpha val="24833"/>
                  </a:srgbClr>
                </a:gs>
                <a:gs pos="42857">
                  <a:srgbClr val="40FFFF">
                    <a:alpha val="17075"/>
                  </a:srgbClr>
                </a:gs>
                <a:gs pos="57143">
                  <a:srgbClr val="40FFFF">
                    <a:alpha val="9855"/>
                  </a:srgbClr>
                </a:gs>
                <a:gs pos="71429">
                  <a:srgbClr val="40FFFF">
                    <a:alpha val="4740"/>
                  </a:srgbClr>
                </a:gs>
                <a:gs pos="85714">
                  <a:srgbClr val="40FFFF">
                    <a:alpha val="1902"/>
                  </a:srgbClr>
                </a:gs>
                <a:gs pos="100000">
                  <a:srgbClr val="4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5948767">
              <a:off x="1625947" y="2666397"/>
              <a:ext cx="146259" cy="60214"/>
            </a:xfrm>
            <a:prstGeom prst="ellipse">
              <a:avLst/>
            </a:prstGeom>
            <a:gradFill>
              <a:gsLst>
                <a:gs pos="0">
                  <a:srgbClr val="6BBCFF">
                    <a:alpha val="32968"/>
                  </a:srgbClr>
                </a:gs>
                <a:gs pos="14286">
                  <a:srgbClr val="6BBCFF">
                    <a:alpha val="30764"/>
                  </a:srgbClr>
                </a:gs>
                <a:gs pos="28571">
                  <a:srgbClr val="6BBCFF">
                    <a:alpha val="24833"/>
                  </a:srgbClr>
                </a:gs>
                <a:gs pos="42857">
                  <a:srgbClr val="6BBCFF">
                    <a:alpha val="17075"/>
                  </a:srgbClr>
                </a:gs>
                <a:gs pos="57143">
                  <a:srgbClr val="6BBCFF">
                    <a:alpha val="9855"/>
                  </a:srgbClr>
                </a:gs>
                <a:gs pos="71429">
                  <a:srgbClr val="6BBCFF">
                    <a:alpha val="4740"/>
                  </a:srgbClr>
                </a:gs>
                <a:gs pos="85714">
                  <a:srgbClr val="6BBCFF">
                    <a:alpha val="1902"/>
                  </a:srgbClr>
                </a:gs>
                <a:gs pos="100000">
                  <a:srgbClr val="6BB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-10059923">
              <a:off x="2448797" y="1183776"/>
              <a:ext cx="266335" cy="92470"/>
            </a:xfrm>
            <a:prstGeom prst="ellipse">
              <a:avLst/>
            </a:prstGeom>
            <a:gradFill>
              <a:gsLst>
                <a:gs pos="0">
                  <a:srgbClr val="FFC400">
                    <a:alpha val="25477"/>
                  </a:srgbClr>
                </a:gs>
                <a:gs pos="14286">
                  <a:srgbClr val="FFC400">
                    <a:alpha val="23683"/>
                  </a:srgbClr>
                </a:gs>
                <a:gs pos="28571">
                  <a:srgbClr val="FFC400">
                    <a:alpha val="18930"/>
                  </a:srgbClr>
                </a:gs>
                <a:gs pos="42857">
                  <a:srgbClr val="FFC400">
                    <a:alpha val="12859"/>
                  </a:srgbClr>
                </a:gs>
                <a:gs pos="57143">
                  <a:srgbClr val="FFC400">
                    <a:alpha val="7343"/>
                  </a:srgbClr>
                </a:gs>
                <a:gs pos="71429">
                  <a:srgbClr val="FFC400">
                    <a:alpha val="3507"/>
                  </a:srgbClr>
                </a:gs>
                <a:gs pos="85714">
                  <a:srgbClr val="FFC400">
                    <a:alpha val="1402"/>
                  </a:srgbClr>
                </a:gs>
                <a:gs pos="100000">
                  <a:srgbClr val="FFC400">
                    <a:alpha val="4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10799435">
              <a:off x="2770939" y="306173"/>
              <a:ext cx="397416" cy="397337"/>
            </a:xfrm>
            <a:prstGeom prst="ellipse">
              <a:avLst/>
            </a:prstGeom>
            <a:gradFill>
              <a:gsLst>
                <a:gs pos="0">
                  <a:srgbClr val="000000">
                    <a:alpha val="5596"/>
                  </a:srgbClr>
                </a:gs>
                <a:gs pos="14286">
                  <a:srgbClr val="000000">
                    <a:alpha val="5155"/>
                  </a:srgbClr>
                </a:gs>
                <a:gs pos="28571">
                  <a:srgbClr val="000000">
                    <a:alpha val="4026"/>
                  </a:srgbClr>
                </a:gs>
                <a:gs pos="42857">
                  <a:srgbClr val="000000">
                    <a:alpha val="2660"/>
                  </a:srgbClr>
                </a:gs>
                <a:gs pos="57143">
                  <a:srgbClr val="000000">
                    <a:alpha val="1483"/>
                  </a:srgbClr>
                </a:gs>
                <a:gs pos="71429">
                  <a:srgbClr val="000000">
                    <a:alpha val="697"/>
                  </a:srgbClr>
                </a:gs>
                <a:gs pos="85714">
                  <a:srgbClr val="000000">
                    <a:alpha val="276"/>
                  </a:srgbClr>
                </a:gs>
                <a:gs pos="100000">
                  <a:srgbClr val="000000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-9365119">
              <a:off x="1127058" y="1403618"/>
              <a:ext cx="481790" cy="207477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7247192">
              <a:off x="1753705" y="1572650"/>
              <a:ext cx="517523" cy="255423"/>
            </a:xfrm>
            <a:prstGeom prst="ellipse">
              <a:avLst/>
            </a:prstGeom>
            <a:gradFill>
              <a:gsLst>
                <a:gs pos="0">
                  <a:srgbClr val="FFFF86">
                    <a:alpha val="32968"/>
                  </a:srgbClr>
                </a:gs>
                <a:gs pos="14286">
                  <a:srgbClr val="FFFF86">
                    <a:alpha val="30764"/>
                  </a:srgbClr>
                </a:gs>
                <a:gs pos="28571">
                  <a:srgbClr val="FFFF86">
                    <a:alpha val="24833"/>
                  </a:srgbClr>
                </a:gs>
                <a:gs pos="42857">
                  <a:srgbClr val="FFFF86">
                    <a:alpha val="17075"/>
                  </a:srgbClr>
                </a:gs>
                <a:gs pos="57143">
                  <a:srgbClr val="FFFF86">
                    <a:alpha val="9855"/>
                  </a:srgbClr>
                </a:gs>
                <a:gs pos="71429">
                  <a:srgbClr val="FFFF86">
                    <a:alpha val="4740"/>
                  </a:srgbClr>
                </a:gs>
                <a:gs pos="85714">
                  <a:srgbClr val="FFFF86">
                    <a:alpha val="1902"/>
                  </a:srgbClr>
                </a:gs>
                <a:gs pos="100000">
                  <a:srgbClr val="FFFF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292107">
              <a:off x="1451022" y="1742362"/>
              <a:ext cx="173982" cy="44642"/>
            </a:xfrm>
            <a:prstGeom prst="ellipse">
              <a:avLst/>
            </a:prstGeom>
            <a:gradFill>
              <a:gsLst>
                <a:gs pos="0">
                  <a:srgbClr val="B983FF">
                    <a:alpha val="17563"/>
                  </a:srgbClr>
                </a:gs>
                <a:gs pos="14286">
                  <a:srgbClr val="B983FF">
                    <a:alpha val="16265"/>
                  </a:srgbClr>
                </a:gs>
                <a:gs pos="28571">
                  <a:srgbClr val="B983FF">
                    <a:alpha val="12875"/>
                  </a:srgbClr>
                </a:gs>
                <a:gs pos="42857">
                  <a:srgbClr val="B983FF">
                    <a:alpha val="8644"/>
                  </a:srgbClr>
                </a:gs>
                <a:gs pos="57143">
                  <a:srgbClr val="B983FF">
                    <a:alpha val="4886"/>
                  </a:srgbClr>
                </a:gs>
                <a:gs pos="71429">
                  <a:srgbClr val="B983FF">
                    <a:alpha val="2318"/>
                  </a:srgbClr>
                </a:gs>
                <a:gs pos="85714">
                  <a:srgbClr val="B983FF">
                    <a:alpha val="923"/>
                  </a:srgbClr>
                </a:gs>
                <a:gs pos="100000">
                  <a:srgbClr val="B983FF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088138">
              <a:off x="-124863" y="746279"/>
              <a:ext cx="455120" cy="452489"/>
            </a:xfrm>
            <a:prstGeom prst="ellipse">
              <a:avLst/>
            </a:prstGeom>
            <a:gradFill>
              <a:gsLst>
                <a:gs pos="0">
                  <a:srgbClr val="000000">
                    <a:alpha val="4725"/>
                  </a:srgbClr>
                </a:gs>
                <a:gs pos="14286">
                  <a:srgbClr val="000000">
                    <a:alpha val="4351"/>
                  </a:srgbClr>
                </a:gs>
                <a:gs pos="28571">
                  <a:srgbClr val="000000">
                    <a:alpha val="3395"/>
                  </a:srgbClr>
                </a:gs>
                <a:gs pos="42857">
                  <a:srgbClr val="000000">
                    <a:alpha val="2240"/>
                  </a:srgbClr>
                </a:gs>
                <a:gs pos="57143">
                  <a:srgbClr val="000000">
                    <a:alpha val="1248"/>
                  </a:srgbClr>
                </a:gs>
                <a:gs pos="71429">
                  <a:srgbClr val="000000">
                    <a:alpha val="586"/>
                  </a:srgbClr>
                </a:gs>
                <a:gs pos="85714">
                  <a:srgbClr val="000000">
                    <a:alpha val="232"/>
                  </a:srgbClr>
                </a:gs>
                <a:gs pos="100000">
                  <a:srgbClr val="0000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3173693">
              <a:off x="1379144" y="1738224"/>
              <a:ext cx="449431" cy="192655"/>
            </a:xfrm>
            <a:prstGeom prst="ellipse">
              <a:avLst/>
            </a:prstGeom>
            <a:gradFill>
              <a:gsLst>
                <a:gs pos="0">
                  <a:srgbClr val="0033FF">
                    <a:alpha val="32968"/>
                  </a:srgbClr>
                </a:gs>
                <a:gs pos="14286">
                  <a:srgbClr val="0033FF">
                    <a:alpha val="30764"/>
                  </a:srgbClr>
                </a:gs>
                <a:gs pos="28571">
                  <a:srgbClr val="0033FF">
                    <a:alpha val="24833"/>
                  </a:srgbClr>
                </a:gs>
                <a:gs pos="42857">
                  <a:srgbClr val="0033FF">
                    <a:alpha val="17075"/>
                  </a:srgbClr>
                </a:gs>
                <a:gs pos="57143">
                  <a:srgbClr val="0033FF">
                    <a:alpha val="9855"/>
                  </a:srgbClr>
                </a:gs>
                <a:gs pos="71429">
                  <a:srgbClr val="0033FF">
                    <a:alpha val="4740"/>
                  </a:srgbClr>
                </a:gs>
                <a:gs pos="85714">
                  <a:srgbClr val="0033FF">
                    <a:alpha val="1902"/>
                  </a:srgbClr>
                </a:gs>
                <a:gs pos="100000">
                  <a:srgbClr val="003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7396683">
              <a:off x="851766" y="1166900"/>
              <a:ext cx="260640" cy="106726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616581">
              <a:off x="3266597" y="1658603"/>
              <a:ext cx="502018" cy="498423"/>
            </a:xfrm>
            <a:prstGeom prst="ellipse">
              <a:avLst/>
            </a:prstGeom>
            <a:gradFill>
              <a:gsLst>
                <a:gs pos="0">
                  <a:srgbClr val="0C0000">
                    <a:alpha val="14161"/>
                  </a:srgbClr>
                </a:gs>
                <a:gs pos="14286">
                  <a:srgbClr val="0C0000">
                    <a:alpha val="13094"/>
                  </a:srgbClr>
                </a:gs>
                <a:gs pos="28571">
                  <a:srgbClr val="0C0000">
                    <a:alpha val="10325"/>
                  </a:srgbClr>
                </a:gs>
                <a:gs pos="42857">
                  <a:srgbClr val="0C0000">
                    <a:alpha val="6898"/>
                  </a:srgbClr>
                </a:gs>
                <a:gs pos="57143">
                  <a:srgbClr val="0C0000">
                    <a:alpha val="3883"/>
                  </a:srgbClr>
                </a:gs>
                <a:gs pos="71429">
                  <a:srgbClr val="0C0000">
                    <a:alpha val="1837"/>
                  </a:srgbClr>
                </a:gs>
                <a:gs pos="85714">
                  <a:srgbClr val="0C0000">
                    <a:alpha val="730"/>
                  </a:srgbClr>
                </a:gs>
                <a:gs pos="100000">
                  <a:srgbClr val="0C00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-10799009">
              <a:off x="-209626" y="1782783"/>
              <a:ext cx="461579" cy="461013"/>
            </a:xfrm>
            <a:prstGeom prst="ellipse">
              <a:avLst/>
            </a:prstGeom>
            <a:gradFill>
              <a:gsLst>
                <a:gs pos="0">
                  <a:srgbClr val="000000">
                    <a:alpha val="9892"/>
                  </a:srgbClr>
                </a:gs>
                <a:gs pos="14286">
                  <a:srgbClr val="000000">
                    <a:alpha val="9130"/>
                  </a:srgbClr>
                </a:gs>
                <a:gs pos="28571">
                  <a:srgbClr val="000000">
                    <a:alpha val="7164"/>
                  </a:srgbClr>
                </a:gs>
                <a:gs pos="42857">
                  <a:srgbClr val="000000">
                    <a:alpha val="4759"/>
                  </a:srgbClr>
                </a:gs>
                <a:gs pos="57143">
                  <a:srgbClr val="000000">
                    <a:alpha val="2666"/>
                  </a:srgbClr>
                </a:gs>
                <a:gs pos="71429">
                  <a:srgbClr val="000000">
                    <a:alpha val="1257"/>
                  </a:srgbClr>
                </a:gs>
                <a:gs pos="85714">
                  <a:srgbClr val="000000">
                    <a:alpha val="499"/>
                  </a:srgbClr>
                </a:gs>
                <a:gs pos="100000">
                  <a:srgbClr val="0000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29577">
              <a:off x="-82885" y="2153647"/>
              <a:ext cx="439981" cy="439180"/>
            </a:xfrm>
            <a:prstGeom prst="ellipse">
              <a:avLst/>
            </a:prstGeom>
            <a:gradFill>
              <a:gsLst>
                <a:gs pos="0">
                  <a:srgbClr val="000000">
                    <a:alpha val="12983"/>
                  </a:srgbClr>
                </a:gs>
                <a:gs pos="14286">
                  <a:srgbClr val="000000">
                    <a:alpha val="11999"/>
                  </a:srgbClr>
                </a:gs>
                <a:gs pos="28571">
                  <a:srgbClr val="000000">
                    <a:alpha val="9448"/>
                  </a:srgbClr>
                </a:gs>
                <a:gs pos="42857">
                  <a:srgbClr val="000000">
                    <a:alpha val="6302"/>
                  </a:srgbClr>
                </a:gs>
                <a:gs pos="57143">
                  <a:srgbClr val="000000">
                    <a:alpha val="3543"/>
                  </a:srgbClr>
                </a:gs>
                <a:gs pos="71429">
                  <a:srgbClr val="000000">
                    <a:alpha val="1674"/>
                  </a:srgbClr>
                </a:gs>
                <a:gs pos="85714">
                  <a:srgbClr val="000000">
                    <a:alpha val="665"/>
                  </a:srgbClr>
                </a:gs>
                <a:gs pos="100000">
                  <a:srgbClr val="0000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5400000">
              <a:off x="1752873" y="2447583"/>
              <a:ext cx="57065" cy="57065"/>
            </a:xfrm>
            <a:prstGeom prst="ellipse">
              <a:avLst/>
            </a:prstGeom>
            <a:gradFill>
              <a:gsLst>
                <a:gs pos="0">
                  <a:srgbClr val="4BFFFC">
                    <a:alpha val="14627"/>
                  </a:srgbClr>
                </a:gs>
                <a:gs pos="14286">
                  <a:srgbClr val="4BFFFC">
                    <a:alpha val="13528"/>
                  </a:srgbClr>
                </a:gs>
                <a:gs pos="28571">
                  <a:srgbClr val="4BFFFC">
                    <a:alpha val="10672"/>
                  </a:srgbClr>
                </a:gs>
                <a:gs pos="42857">
                  <a:srgbClr val="4BFFFC">
                    <a:alpha val="7135"/>
                  </a:srgbClr>
                </a:gs>
                <a:gs pos="57143">
                  <a:srgbClr val="4BFFFC">
                    <a:alpha val="4019"/>
                  </a:srgbClr>
                </a:gs>
                <a:gs pos="71429">
                  <a:srgbClr val="4BFFFC">
                    <a:alpha val="1902"/>
                  </a:srgbClr>
                </a:gs>
                <a:gs pos="85714">
                  <a:srgbClr val="4BFFFC">
                    <a:alpha val="756"/>
                  </a:srgbClr>
                </a:gs>
                <a:gs pos="100000">
                  <a:srgbClr val="4BFFFC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2849121">
              <a:off x="1469852" y="1943856"/>
              <a:ext cx="468708" cy="222735"/>
            </a:xfrm>
            <a:prstGeom prst="ellipse">
              <a:avLst/>
            </a:prstGeom>
            <a:gradFill>
              <a:gsLst>
                <a:gs pos="0">
                  <a:srgbClr val="B6FFFF">
                    <a:alpha val="32968"/>
                  </a:srgbClr>
                </a:gs>
                <a:gs pos="14286">
                  <a:srgbClr val="B6FFFF">
                    <a:alpha val="30764"/>
                  </a:srgbClr>
                </a:gs>
                <a:gs pos="28571">
                  <a:srgbClr val="B6FFFF">
                    <a:alpha val="24833"/>
                  </a:srgbClr>
                </a:gs>
                <a:gs pos="42857">
                  <a:srgbClr val="B6FFFF">
                    <a:alpha val="17075"/>
                  </a:srgbClr>
                </a:gs>
                <a:gs pos="57143">
                  <a:srgbClr val="B6FFFF">
                    <a:alpha val="9855"/>
                  </a:srgbClr>
                </a:gs>
                <a:gs pos="71429">
                  <a:srgbClr val="B6FFFF">
                    <a:alpha val="4740"/>
                  </a:srgbClr>
                </a:gs>
                <a:gs pos="85714">
                  <a:srgbClr val="B6FFFF">
                    <a:alpha val="1902"/>
                  </a:srgbClr>
                </a:gs>
                <a:gs pos="100000">
                  <a:srgbClr val="B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231121">
              <a:off x="1655246" y="2390568"/>
              <a:ext cx="171620" cy="54947"/>
            </a:xfrm>
            <a:prstGeom prst="ellipse">
              <a:avLst/>
            </a:prstGeom>
            <a:gradFill>
              <a:gsLst>
                <a:gs pos="0">
                  <a:srgbClr val="CEFFFF">
                    <a:alpha val="32968"/>
                  </a:srgbClr>
                </a:gs>
                <a:gs pos="14286">
                  <a:srgbClr val="CEFFFF">
                    <a:alpha val="30764"/>
                  </a:srgbClr>
                </a:gs>
                <a:gs pos="28571">
                  <a:srgbClr val="CEFFFF">
                    <a:alpha val="24833"/>
                  </a:srgbClr>
                </a:gs>
                <a:gs pos="42857">
                  <a:srgbClr val="CEFFFF">
                    <a:alpha val="17075"/>
                  </a:srgbClr>
                </a:gs>
                <a:gs pos="57143">
                  <a:srgbClr val="CEFFFF">
                    <a:alpha val="9855"/>
                  </a:srgbClr>
                </a:gs>
                <a:gs pos="71429">
                  <a:srgbClr val="CEFFFF">
                    <a:alpha val="4740"/>
                  </a:srgbClr>
                </a:gs>
                <a:gs pos="85714">
                  <a:srgbClr val="CEFFFF">
                    <a:alpha val="1902"/>
                  </a:srgbClr>
                </a:gs>
                <a:gs pos="100000">
                  <a:srgbClr val="C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319119">
              <a:off x="1252053" y="1508091"/>
              <a:ext cx="472007" cy="224303"/>
            </a:xfrm>
            <a:prstGeom prst="ellipse">
              <a:avLst/>
            </a:prstGeom>
            <a:gradFill>
              <a:gsLst>
                <a:gs pos="0">
                  <a:srgbClr val="FF6EFF">
                    <a:alpha val="32968"/>
                  </a:srgbClr>
                </a:gs>
                <a:gs pos="14286">
                  <a:srgbClr val="FF6EFF">
                    <a:alpha val="30764"/>
                  </a:srgbClr>
                </a:gs>
                <a:gs pos="28571">
                  <a:srgbClr val="FF6EFF">
                    <a:alpha val="24833"/>
                  </a:srgbClr>
                </a:gs>
                <a:gs pos="42857">
                  <a:srgbClr val="FF6EFF">
                    <a:alpha val="17075"/>
                  </a:srgbClr>
                </a:gs>
                <a:gs pos="57143">
                  <a:srgbClr val="FF6EFF">
                    <a:alpha val="9855"/>
                  </a:srgbClr>
                </a:gs>
                <a:gs pos="71429">
                  <a:srgbClr val="FF6EFF">
                    <a:alpha val="4740"/>
                  </a:srgbClr>
                </a:gs>
                <a:gs pos="85714">
                  <a:srgbClr val="FF6EFF">
                    <a:alpha val="1902"/>
                  </a:srgbClr>
                </a:gs>
                <a:gs pos="100000">
                  <a:srgbClr val="FF6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7912727">
              <a:off x="1698923" y="1706946"/>
              <a:ext cx="518154" cy="239225"/>
            </a:xfrm>
            <a:prstGeom prst="ellipse">
              <a:avLst/>
            </a:prstGeom>
            <a:gradFill>
              <a:gsLst>
                <a:gs pos="0">
                  <a:srgbClr val="5CFF00">
                    <a:alpha val="32968"/>
                  </a:srgbClr>
                </a:gs>
                <a:gs pos="14286">
                  <a:srgbClr val="5CFF00">
                    <a:alpha val="30764"/>
                  </a:srgbClr>
                </a:gs>
                <a:gs pos="28571">
                  <a:srgbClr val="5CFF00">
                    <a:alpha val="24833"/>
                  </a:srgbClr>
                </a:gs>
                <a:gs pos="42857">
                  <a:srgbClr val="5CFF00">
                    <a:alpha val="17075"/>
                  </a:srgbClr>
                </a:gs>
                <a:gs pos="57143">
                  <a:srgbClr val="5CFF00">
                    <a:alpha val="9855"/>
                  </a:srgbClr>
                </a:gs>
                <a:gs pos="71429">
                  <a:srgbClr val="5CFF00">
                    <a:alpha val="4740"/>
                  </a:srgbClr>
                </a:gs>
                <a:gs pos="85714">
                  <a:srgbClr val="5CFF00">
                    <a:alpha val="1902"/>
                  </a:srgbClr>
                </a:gs>
                <a:gs pos="100000">
                  <a:srgbClr val="5C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400000">
              <a:off x="1765284" y="771272"/>
              <a:ext cx="52149" cy="52149"/>
            </a:xfrm>
            <a:prstGeom prst="ellipse">
              <a:avLst/>
            </a:prstGeom>
            <a:gradFill>
              <a:gsLst>
                <a:gs pos="0">
                  <a:srgbClr val="FF0000">
                    <a:alpha val="15923"/>
                  </a:srgbClr>
                </a:gs>
                <a:gs pos="14286">
                  <a:srgbClr val="FF0000">
                    <a:alpha val="14735"/>
                  </a:srgbClr>
                </a:gs>
                <a:gs pos="28571">
                  <a:srgbClr val="FF0000">
                    <a:alpha val="11642"/>
                  </a:srgbClr>
                </a:gs>
                <a:gs pos="42857">
                  <a:srgbClr val="FF0000">
                    <a:alpha val="7798"/>
                  </a:srgbClr>
                </a:gs>
                <a:gs pos="57143">
                  <a:srgbClr val="FF0000">
                    <a:alpha val="4399"/>
                  </a:srgbClr>
                </a:gs>
                <a:gs pos="71429">
                  <a:srgbClr val="FF0000">
                    <a:alpha val="2084"/>
                  </a:srgbClr>
                </a:gs>
                <a:gs pos="85714">
                  <a:srgbClr val="FF0000">
                    <a:alpha val="829"/>
                  </a:srgbClr>
                </a:gs>
                <a:gs pos="100000">
                  <a:srgbClr val="FF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8654792">
              <a:off x="2132828" y="1386838"/>
              <a:ext cx="486702" cy="245275"/>
            </a:xfrm>
            <a:prstGeom prst="ellipse">
              <a:avLst/>
            </a:prstGeom>
            <a:gradFill>
              <a:gsLst>
                <a:gs pos="0">
                  <a:srgbClr val="E7FF44">
                    <a:alpha val="32968"/>
                  </a:srgbClr>
                </a:gs>
                <a:gs pos="14286">
                  <a:srgbClr val="E7FF44">
                    <a:alpha val="30764"/>
                  </a:srgbClr>
                </a:gs>
                <a:gs pos="28571">
                  <a:srgbClr val="E7FF44">
                    <a:alpha val="24833"/>
                  </a:srgbClr>
                </a:gs>
                <a:gs pos="42857">
                  <a:srgbClr val="E7FF44">
                    <a:alpha val="17075"/>
                  </a:srgbClr>
                </a:gs>
                <a:gs pos="57143">
                  <a:srgbClr val="E7FF44">
                    <a:alpha val="9855"/>
                  </a:srgbClr>
                </a:gs>
                <a:gs pos="71429">
                  <a:srgbClr val="E7FF44">
                    <a:alpha val="4740"/>
                  </a:srgbClr>
                </a:gs>
                <a:gs pos="85714">
                  <a:srgbClr val="E7FF44">
                    <a:alpha val="1902"/>
                  </a:srgbClr>
                </a:gs>
                <a:gs pos="100000">
                  <a:srgbClr val="E7FF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10591488">
              <a:off x="2450218" y="1169326"/>
              <a:ext cx="173596" cy="57777"/>
            </a:xfrm>
            <a:prstGeom prst="ellipse">
              <a:avLst/>
            </a:prstGeom>
            <a:gradFill>
              <a:gsLst>
                <a:gs pos="0">
                  <a:srgbClr val="FF9800">
                    <a:alpha val="19611"/>
                  </a:srgbClr>
                </a:gs>
                <a:gs pos="14286">
                  <a:srgbClr val="FF9800">
                    <a:alpha val="18179"/>
                  </a:srgbClr>
                </a:gs>
                <a:gs pos="28571">
                  <a:srgbClr val="FF9800">
                    <a:alpha val="14426"/>
                  </a:srgbClr>
                </a:gs>
                <a:gs pos="42857">
                  <a:srgbClr val="FF9800">
                    <a:alpha val="9714"/>
                  </a:srgbClr>
                </a:gs>
                <a:gs pos="57143">
                  <a:srgbClr val="FF9800">
                    <a:alpha val="5505"/>
                  </a:srgbClr>
                </a:gs>
                <a:gs pos="71429">
                  <a:srgbClr val="FF9800">
                    <a:alpha val="2616"/>
                  </a:srgbClr>
                </a:gs>
                <a:gs pos="85714">
                  <a:srgbClr val="FF9800">
                    <a:alpha val="1043"/>
                  </a:srgbClr>
                </a:gs>
                <a:gs pos="100000">
                  <a:srgbClr val="FF9800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400000">
              <a:off x="1769059" y="2623033"/>
              <a:ext cx="63206" cy="63206"/>
            </a:xfrm>
            <a:prstGeom prst="ellipse">
              <a:avLst/>
            </a:prstGeom>
            <a:gradFill>
              <a:gsLst>
                <a:gs pos="0">
                  <a:srgbClr val="1AFFF4">
                    <a:alpha val="12980"/>
                  </a:srgbClr>
                </a:gs>
                <a:gs pos="14286">
                  <a:srgbClr val="1AFFF4">
                    <a:alpha val="11996"/>
                  </a:srgbClr>
                </a:gs>
                <a:gs pos="28571">
                  <a:srgbClr val="1AFFF4">
                    <a:alpha val="9445"/>
                  </a:srgbClr>
                </a:gs>
                <a:gs pos="42857">
                  <a:srgbClr val="1AFFF4">
                    <a:alpha val="6301"/>
                  </a:srgbClr>
                </a:gs>
                <a:gs pos="57143">
                  <a:srgbClr val="1AFFF4">
                    <a:alpha val="3542"/>
                  </a:srgbClr>
                </a:gs>
                <a:gs pos="71429">
                  <a:srgbClr val="1AFFF4">
                    <a:alpha val="1674"/>
                  </a:srgbClr>
                </a:gs>
                <a:gs pos="85714">
                  <a:srgbClr val="1AFFF4">
                    <a:alpha val="665"/>
                  </a:srgbClr>
                </a:gs>
                <a:gs pos="100000">
                  <a:srgbClr val="1AFFF4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10784665">
              <a:off x="-100549" y="2182735"/>
              <a:ext cx="447656" cy="447261"/>
            </a:xfrm>
            <a:prstGeom prst="ellipse">
              <a:avLst/>
            </a:prstGeom>
            <a:gradFill>
              <a:gsLst>
                <a:gs pos="0">
                  <a:srgbClr val="000000">
                    <a:alpha val="15390"/>
                  </a:srgbClr>
                </a:gs>
                <a:gs pos="14286">
                  <a:srgbClr val="000000">
                    <a:alpha val="14239"/>
                  </a:srgbClr>
                </a:gs>
                <a:gs pos="28571">
                  <a:srgbClr val="000000">
                    <a:alpha val="11243"/>
                  </a:srgbClr>
                </a:gs>
                <a:gs pos="42857">
                  <a:srgbClr val="000000">
                    <a:alpha val="7525"/>
                  </a:srgbClr>
                </a:gs>
                <a:gs pos="57143">
                  <a:srgbClr val="000000">
                    <a:alpha val="4242"/>
                  </a:srgbClr>
                </a:gs>
                <a:gs pos="71429">
                  <a:srgbClr val="000000">
                    <a:alpha val="2009"/>
                  </a:srgbClr>
                </a:gs>
                <a:gs pos="85714">
                  <a:srgbClr val="000000">
                    <a:alpha val="799"/>
                  </a:srgbClr>
                </a:gs>
                <a:gs pos="100000">
                  <a:srgbClr val="000000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10776633">
              <a:off x="2579787" y="103777"/>
              <a:ext cx="296913" cy="296605"/>
            </a:xfrm>
            <a:prstGeom prst="ellipse">
              <a:avLst/>
            </a:prstGeom>
            <a:gradFill>
              <a:gsLst>
                <a:gs pos="0">
                  <a:srgbClr val="000000">
                    <a:alpha val="6784"/>
                  </a:srgbClr>
                </a:gs>
                <a:gs pos="14286">
                  <a:srgbClr val="000000">
                    <a:alpha val="6252"/>
                  </a:srgbClr>
                </a:gs>
                <a:gs pos="28571">
                  <a:srgbClr val="000000">
                    <a:alpha val="4890"/>
                  </a:srgbClr>
                </a:gs>
                <a:gs pos="42857">
                  <a:srgbClr val="000000">
                    <a:alpha val="3235"/>
                  </a:srgbClr>
                </a:gs>
                <a:gs pos="57143">
                  <a:srgbClr val="000000">
                    <a:alpha val="1806"/>
                  </a:srgbClr>
                </a:gs>
                <a:gs pos="71429">
                  <a:srgbClr val="000000">
                    <a:alpha val="849"/>
                  </a:srgbClr>
                </a:gs>
                <a:gs pos="85714">
                  <a:srgbClr val="000000">
                    <a:alpha val="337"/>
                  </a:srgbClr>
                </a:gs>
                <a:gs pos="100000">
                  <a:srgbClr val="00000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3380516">
              <a:off x="1387390" y="1679141"/>
              <a:ext cx="218229" cy="100622"/>
            </a:xfrm>
            <a:prstGeom prst="ellipse">
              <a:avLst/>
            </a:prstGeom>
            <a:gradFill>
              <a:gsLst>
                <a:gs pos="0">
                  <a:srgbClr val="C64BFF">
                    <a:alpha val="32968"/>
                  </a:srgbClr>
                </a:gs>
                <a:gs pos="14286">
                  <a:srgbClr val="C64BFF">
                    <a:alpha val="30764"/>
                  </a:srgbClr>
                </a:gs>
                <a:gs pos="28571">
                  <a:srgbClr val="C64BFF">
                    <a:alpha val="24833"/>
                  </a:srgbClr>
                </a:gs>
                <a:gs pos="42857">
                  <a:srgbClr val="C64BFF">
                    <a:alpha val="17075"/>
                  </a:srgbClr>
                </a:gs>
                <a:gs pos="57143">
                  <a:srgbClr val="C64BFF">
                    <a:alpha val="9855"/>
                  </a:srgbClr>
                </a:gs>
                <a:gs pos="71429">
                  <a:srgbClr val="C64BFF">
                    <a:alpha val="4740"/>
                  </a:srgbClr>
                </a:gs>
                <a:gs pos="85714">
                  <a:srgbClr val="C64BFF">
                    <a:alpha val="1902"/>
                  </a:srgbClr>
                </a:gs>
                <a:gs pos="100000">
                  <a:srgbClr val="C64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-10137733">
              <a:off x="1429286" y="1485026"/>
              <a:ext cx="463950" cy="194950"/>
            </a:xfrm>
            <a:prstGeom prst="ellipse">
              <a:avLst/>
            </a:prstGeom>
            <a:gradFill>
              <a:gsLst>
                <a:gs pos="0">
                  <a:srgbClr val="FF80B8">
                    <a:alpha val="32968"/>
                  </a:srgbClr>
                </a:gs>
                <a:gs pos="14286">
                  <a:srgbClr val="FF80B8">
                    <a:alpha val="30764"/>
                  </a:srgbClr>
                </a:gs>
                <a:gs pos="28571">
                  <a:srgbClr val="FF80B8">
                    <a:alpha val="24833"/>
                  </a:srgbClr>
                </a:gs>
                <a:gs pos="42857">
                  <a:srgbClr val="FF80B8">
                    <a:alpha val="17075"/>
                  </a:srgbClr>
                </a:gs>
                <a:gs pos="57143">
                  <a:srgbClr val="FF80B8">
                    <a:alpha val="9855"/>
                  </a:srgbClr>
                </a:gs>
                <a:gs pos="71429">
                  <a:srgbClr val="FF80B8">
                    <a:alpha val="4740"/>
                  </a:srgbClr>
                </a:gs>
                <a:gs pos="85714">
                  <a:srgbClr val="FF80B8">
                    <a:alpha val="1902"/>
                  </a:srgbClr>
                </a:gs>
                <a:gs pos="100000">
                  <a:srgbClr val="FF80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4158421">
              <a:off x="1518406" y="2161781"/>
              <a:ext cx="479329" cy="241458"/>
            </a:xfrm>
            <a:prstGeom prst="ellipse">
              <a:avLst/>
            </a:prstGeom>
            <a:gradFill>
              <a:gsLst>
                <a:gs pos="0">
                  <a:srgbClr val="A1FFFF">
                    <a:alpha val="32968"/>
                  </a:srgbClr>
                </a:gs>
                <a:gs pos="14286">
                  <a:srgbClr val="A1FFFF">
                    <a:alpha val="30764"/>
                  </a:srgbClr>
                </a:gs>
                <a:gs pos="28571">
                  <a:srgbClr val="A1FFFF">
                    <a:alpha val="24833"/>
                  </a:srgbClr>
                </a:gs>
                <a:gs pos="42857">
                  <a:srgbClr val="A1FFFF">
                    <a:alpha val="17075"/>
                  </a:srgbClr>
                </a:gs>
                <a:gs pos="57143">
                  <a:srgbClr val="A1FFFF">
                    <a:alpha val="9855"/>
                  </a:srgbClr>
                </a:gs>
                <a:gs pos="71429">
                  <a:srgbClr val="A1FFFF">
                    <a:alpha val="4740"/>
                  </a:srgbClr>
                </a:gs>
                <a:gs pos="85714">
                  <a:srgbClr val="A1FFFF">
                    <a:alpha val="1902"/>
                  </a:srgbClr>
                </a:gs>
                <a:gs pos="100000">
                  <a:srgbClr val="A1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4600170">
              <a:off x="2528493" y="1363417"/>
              <a:ext cx="257329" cy="109824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9857383">
              <a:off x="2143243" y="1427623"/>
              <a:ext cx="179220" cy="70056"/>
            </a:xfrm>
            <a:prstGeom prst="ellipse">
              <a:avLst/>
            </a:prstGeom>
            <a:gradFill>
              <a:gsLst>
                <a:gs pos="0">
                  <a:srgbClr val="FFCBD5">
                    <a:alpha val="32968"/>
                  </a:srgbClr>
                </a:gs>
                <a:gs pos="14286">
                  <a:srgbClr val="FFCBD5">
                    <a:alpha val="30764"/>
                  </a:srgbClr>
                </a:gs>
                <a:gs pos="28571">
                  <a:srgbClr val="FFCBD5">
                    <a:alpha val="24833"/>
                  </a:srgbClr>
                </a:gs>
                <a:gs pos="42857">
                  <a:srgbClr val="FFCBD5">
                    <a:alpha val="17075"/>
                  </a:srgbClr>
                </a:gs>
                <a:gs pos="57143">
                  <a:srgbClr val="FFCBD5">
                    <a:alpha val="9855"/>
                  </a:srgbClr>
                </a:gs>
                <a:gs pos="71429">
                  <a:srgbClr val="FFCBD5">
                    <a:alpha val="4740"/>
                  </a:srgbClr>
                </a:gs>
                <a:gs pos="85714">
                  <a:srgbClr val="FFCBD5">
                    <a:alpha val="1902"/>
                  </a:srgbClr>
                </a:gs>
                <a:gs pos="100000">
                  <a:srgbClr val="FFCB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516057">
              <a:off x="2043369" y="-94665"/>
              <a:ext cx="430260" cy="426724"/>
            </a:xfrm>
            <a:prstGeom prst="ellipse">
              <a:avLst/>
            </a:prstGeom>
            <a:gradFill>
              <a:gsLst>
                <a:gs pos="0">
                  <a:srgbClr val="000000">
                    <a:alpha val="13000"/>
                  </a:srgbClr>
                </a:gs>
                <a:gs pos="14286">
                  <a:srgbClr val="000000">
                    <a:alpha val="12014"/>
                  </a:srgbClr>
                </a:gs>
                <a:gs pos="28571">
                  <a:srgbClr val="000000">
                    <a:alpha val="9460"/>
                  </a:srgbClr>
                </a:gs>
                <a:gs pos="42857">
                  <a:srgbClr val="000000">
                    <a:alpha val="6311"/>
                  </a:srgbClr>
                </a:gs>
                <a:gs pos="57143">
                  <a:srgbClr val="000000">
                    <a:alpha val="3547"/>
                  </a:srgbClr>
                </a:gs>
                <a:gs pos="71429">
                  <a:srgbClr val="000000">
                    <a:alpha val="1677"/>
                  </a:srgbClr>
                </a:gs>
                <a:gs pos="85714">
                  <a:srgbClr val="000000">
                    <a:alpha val="666"/>
                  </a:srgbClr>
                </a:gs>
                <a:gs pos="100000">
                  <a:srgbClr val="0000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10294172">
              <a:off x="857333" y="-32912"/>
              <a:ext cx="432910" cy="424996"/>
            </a:xfrm>
            <a:prstGeom prst="ellipse">
              <a:avLst/>
            </a:prstGeom>
            <a:gradFill>
              <a:gsLst>
                <a:gs pos="0">
                  <a:srgbClr val="000000">
                    <a:alpha val="14998"/>
                  </a:srgbClr>
                </a:gs>
                <a:gs pos="14286">
                  <a:srgbClr val="000000">
                    <a:alpha val="13873"/>
                  </a:srgbClr>
                </a:gs>
                <a:gs pos="28571">
                  <a:srgbClr val="000000">
                    <a:alpha val="10949"/>
                  </a:srgbClr>
                </a:gs>
                <a:gs pos="42857">
                  <a:srgbClr val="000000">
                    <a:alpha val="7324"/>
                  </a:srgbClr>
                </a:gs>
                <a:gs pos="57143">
                  <a:srgbClr val="000000">
                    <a:alpha val="4127"/>
                  </a:srgbClr>
                </a:gs>
                <a:gs pos="71429">
                  <a:srgbClr val="000000">
                    <a:alpha val="1954"/>
                  </a:srgbClr>
                </a:gs>
                <a:gs pos="85714">
                  <a:srgbClr val="000000">
                    <a:alpha val="777"/>
                  </a:srgbClr>
                </a:gs>
                <a:gs pos="100000">
                  <a:srgbClr val="000000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10687805">
              <a:off x="-115281" y="2396401"/>
              <a:ext cx="598692" cy="598474"/>
            </a:xfrm>
            <a:prstGeom prst="ellipse">
              <a:avLst/>
            </a:prstGeom>
            <a:gradFill>
              <a:gsLst>
                <a:gs pos="0">
                  <a:srgbClr val="000000">
                    <a:alpha val="24038"/>
                  </a:srgbClr>
                </a:gs>
                <a:gs pos="14286">
                  <a:srgbClr val="000000">
                    <a:alpha val="22330"/>
                  </a:srgbClr>
                </a:gs>
                <a:gs pos="28571">
                  <a:srgbClr val="000000">
                    <a:alpha val="17816"/>
                  </a:srgbClr>
                </a:gs>
                <a:gs pos="42857">
                  <a:srgbClr val="000000">
                    <a:alpha val="12076"/>
                  </a:srgbClr>
                </a:gs>
                <a:gs pos="57143">
                  <a:srgbClr val="000000">
                    <a:alpha val="6883"/>
                  </a:srgbClr>
                </a:gs>
                <a:gs pos="71429">
                  <a:srgbClr val="000000">
                    <a:alpha val="3283"/>
                  </a:srgbClr>
                </a:gs>
                <a:gs pos="85714">
                  <a:srgbClr val="000000">
                    <a:alpha val="1311"/>
                  </a:srgbClr>
                </a:gs>
                <a:gs pos="100000">
                  <a:srgbClr val="000000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9177419">
              <a:off x="1086717" y="1397187"/>
              <a:ext cx="546747" cy="253491"/>
            </a:xfrm>
            <a:prstGeom prst="ellipse">
              <a:avLst/>
            </a:prstGeom>
            <a:gradFill>
              <a:gsLst>
                <a:gs pos="0">
                  <a:srgbClr val="FF81FF">
                    <a:alpha val="32968"/>
                  </a:srgbClr>
                </a:gs>
                <a:gs pos="14286">
                  <a:srgbClr val="FF81FF">
                    <a:alpha val="30764"/>
                  </a:srgbClr>
                </a:gs>
                <a:gs pos="28571">
                  <a:srgbClr val="FF81FF">
                    <a:alpha val="24833"/>
                  </a:srgbClr>
                </a:gs>
                <a:gs pos="42857">
                  <a:srgbClr val="FF81FF">
                    <a:alpha val="17075"/>
                  </a:srgbClr>
                </a:gs>
                <a:gs pos="57143">
                  <a:srgbClr val="FF81FF">
                    <a:alpha val="9855"/>
                  </a:srgbClr>
                </a:gs>
                <a:gs pos="71429">
                  <a:srgbClr val="FF81FF">
                    <a:alpha val="4740"/>
                  </a:srgbClr>
                </a:gs>
                <a:gs pos="85714">
                  <a:srgbClr val="FF81FF">
                    <a:alpha val="1902"/>
                  </a:srgbClr>
                </a:gs>
                <a:gs pos="100000">
                  <a:srgbClr val="FF8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4851491">
              <a:off x="1631221" y="2595882"/>
              <a:ext cx="161580" cy="48482"/>
            </a:xfrm>
            <a:prstGeom prst="ellipse">
              <a:avLst/>
            </a:prstGeom>
            <a:gradFill>
              <a:gsLst>
                <a:gs pos="0">
                  <a:srgbClr val="5FE6FF">
                    <a:alpha val="32594"/>
                  </a:srgbClr>
                </a:gs>
                <a:gs pos="14286">
                  <a:srgbClr val="5FE6FF">
                    <a:alpha val="30409"/>
                  </a:srgbClr>
                </a:gs>
                <a:gs pos="28571">
                  <a:srgbClr val="5FE6FF">
                    <a:alpha val="24534"/>
                  </a:srgbClr>
                </a:gs>
                <a:gs pos="42857">
                  <a:srgbClr val="5FE6FF">
                    <a:alpha val="16859"/>
                  </a:srgbClr>
                </a:gs>
                <a:gs pos="57143">
                  <a:srgbClr val="5FE6FF">
                    <a:alpha val="9725"/>
                  </a:srgbClr>
                </a:gs>
                <a:gs pos="71429">
                  <a:srgbClr val="5FE6FF">
                    <a:alpha val="4676"/>
                  </a:srgbClr>
                </a:gs>
                <a:gs pos="85714">
                  <a:srgbClr val="5FE6FF">
                    <a:alpha val="1876"/>
                  </a:srgbClr>
                </a:gs>
                <a:gs pos="100000">
                  <a:srgbClr val="5FE6FF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5400000">
              <a:off x="1005838" y="1273689"/>
              <a:ext cx="64610" cy="64610"/>
            </a:xfrm>
            <a:prstGeom prst="ellipse">
              <a:avLst/>
            </a:prstGeom>
            <a:gradFill>
              <a:gsLst>
                <a:gs pos="0">
                  <a:srgbClr val="FF20F8">
                    <a:alpha val="12599"/>
                  </a:srgbClr>
                </a:gs>
                <a:gs pos="14286">
                  <a:srgbClr val="FF20F8">
                    <a:alpha val="11642"/>
                  </a:srgbClr>
                </a:gs>
                <a:gs pos="28571">
                  <a:srgbClr val="FF20F8">
                    <a:alpha val="9163"/>
                  </a:srgbClr>
                </a:gs>
                <a:gs pos="42857">
                  <a:srgbClr val="FF20F8">
                    <a:alpha val="6109"/>
                  </a:srgbClr>
                </a:gs>
                <a:gs pos="57143">
                  <a:srgbClr val="FF20F8">
                    <a:alpha val="3432"/>
                  </a:srgbClr>
                </a:gs>
                <a:gs pos="71429">
                  <a:srgbClr val="FF20F8">
                    <a:alpha val="1622"/>
                  </a:srgbClr>
                </a:gs>
                <a:gs pos="85714">
                  <a:srgbClr val="FF20F8">
                    <a:alpha val="644"/>
                  </a:srgbClr>
                </a:gs>
                <a:gs pos="100000">
                  <a:srgbClr val="FF20F8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-10644042">
              <a:off x="820477" y="1293343"/>
              <a:ext cx="253505" cy="142813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9998060">
              <a:off x="1617791" y="2601840"/>
              <a:ext cx="476962" cy="197310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7776810">
              <a:off x="778260" y="1108399"/>
              <a:ext cx="491390" cy="242465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5535639">
              <a:off x="1577911" y="2593118"/>
              <a:ext cx="222280" cy="105424"/>
            </a:xfrm>
            <a:prstGeom prst="ellipse">
              <a:avLst/>
            </a:prstGeom>
            <a:gradFill>
              <a:gsLst>
                <a:gs pos="0">
                  <a:srgbClr val="618DFF">
                    <a:alpha val="32968"/>
                  </a:srgbClr>
                </a:gs>
                <a:gs pos="14286">
                  <a:srgbClr val="618DFF">
                    <a:alpha val="30764"/>
                  </a:srgbClr>
                </a:gs>
                <a:gs pos="28571">
                  <a:srgbClr val="618DFF">
                    <a:alpha val="24833"/>
                  </a:srgbClr>
                </a:gs>
                <a:gs pos="42857">
                  <a:srgbClr val="618DFF">
                    <a:alpha val="17075"/>
                  </a:srgbClr>
                </a:gs>
                <a:gs pos="57143">
                  <a:srgbClr val="618DFF">
                    <a:alpha val="9855"/>
                  </a:srgbClr>
                </a:gs>
                <a:gs pos="71429">
                  <a:srgbClr val="618DFF">
                    <a:alpha val="4740"/>
                  </a:srgbClr>
                </a:gs>
                <a:gs pos="85714">
                  <a:srgbClr val="618DFF">
                    <a:alpha val="1902"/>
                  </a:srgbClr>
                </a:gs>
                <a:gs pos="100000">
                  <a:srgbClr val="618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400000">
              <a:off x="1497579" y="802100"/>
              <a:ext cx="55337" cy="55337"/>
            </a:xfrm>
            <a:prstGeom prst="ellipse">
              <a:avLst/>
            </a:prstGeom>
            <a:gradFill>
              <a:gsLst>
                <a:gs pos="0">
                  <a:srgbClr val="FF0040">
                    <a:alpha val="15085"/>
                  </a:srgbClr>
                </a:gs>
                <a:gs pos="14286">
                  <a:srgbClr val="FF0040">
                    <a:alpha val="13954"/>
                  </a:srgbClr>
                </a:gs>
                <a:gs pos="28571">
                  <a:srgbClr val="FF0040">
                    <a:alpha val="11014"/>
                  </a:srgbClr>
                </a:gs>
                <a:gs pos="42857">
                  <a:srgbClr val="FF0040">
                    <a:alpha val="7369"/>
                  </a:srgbClr>
                </a:gs>
                <a:gs pos="57143">
                  <a:srgbClr val="FF0040">
                    <a:alpha val="4153"/>
                  </a:srgbClr>
                </a:gs>
                <a:gs pos="71429">
                  <a:srgbClr val="FF0040">
                    <a:alpha val="1966"/>
                  </a:srgbClr>
                </a:gs>
                <a:gs pos="85714">
                  <a:srgbClr val="FF0040">
                    <a:alpha val="782"/>
                  </a:srgbClr>
                </a:gs>
                <a:gs pos="100000">
                  <a:srgbClr val="FF004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-9411600">
              <a:off x="1464960" y="1452799"/>
              <a:ext cx="454932" cy="188385"/>
            </a:xfrm>
            <a:prstGeom prst="ellipse">
              <a:avLst/>
            </a:prstGeom>
            <a:gradFill>
              <a:gsLst>
                <a:gs pos="0">
                  <a:srgbClr val="FFD7EC">
                    <a:alpha val="32968"/>
                  </a:srgbClr>
                </a:gs>
                <a:gs pos="14286">
                  <a:srgbClr val="FFD7EC">
                    <a:alpha val="30764"/>
                  </a:srgbClr>
                </a:gs>
                <a:gs pos="28571">
                  <a:srgbClr val="FFD7EC">
                    <a:alpha val="24833"/>
                  </a:srgbClr>
                </a:gs>
                <a:gs pos="42857">
                  <a:srgbClr val="FFD7EC">
                    <a:alpha val="17075"/>
                  </a:srgbClr>
                </a:gs>
                <a:gs pos="57143">
                  <a:srgbClr val="FFD7EC">
                    <a:alpha val="9855"/>
                  </a:srgbClr>
                </a:gs>
                <a:gs pos="71429">
                  <a:srgbClr val="FFD7EC">
                    <a:alpha val="4740"/>
                  </a:srgbClr>
                </a:gs>
                <a:gs pos="85714">
                  <a:srgbClr val="FFD7EC">
                    <a:alpha val="1902"/>
                  </a:srgbClr>
                </a:gs>
                <a:gs pos="100000">
                  <a:srgbClr val="FFD7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-10521642">
              <a:off x="1696225" y="-211508"/>
              <a:ext cx="480736" cy="468347"/>
            </a:xfrm>
            <a:prstGeom prst="ellipse">
              <a:avLst/>
            </a:prstGeom>
            <a:gradFill>
              <a:gsLst>
                <a:gs pos="0">
                  <a:srgbClr val="000200">
                    <a:alpha val="25216"/>
                  </a:srgbClr>
                </a:gs>
                <a:gs pos="14286">
                  <a:srgbClr val="000200">
                    <a:alpha val="23437"/>
                  </a:srgbClr>
                </a:gs>
                <a:gs pos="28571">
                  <a:srgbClr val="000200">
                    <a:alpha val="18727"/>
                  </a:srgbClr>
                </a:gs>
                <a:gs pos="42857">
                  <a:srgbClr val="000200">
                    <a:alpha val="12717"/>
                  </a:srgbClr>
                </a:gs>
                <a:gs pos="57143">
                  <a:srgbClr val="000200">
                    <a:alpha val="7259"/>
                  </a:srgbClr>
                </a:gs>
                <a:gs pos="71429">
                  <a:srgbClr val="000200">
                    <a:alpha val="3466"/>
                  </a:srgbClr>
                </a:gs>
                <a:gs pos="85714">
                  <a:srgbClr val="000200">
                    <a:alpha val="1385"/>
                  </a:srgbClr>
                </a:gs>
                <a:gs pos="100000">
                  <a:srgbClr val="00020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7761654">
              <a:off x="1150173" y="1478692"/>
              <a:ext cx="495618" cy="228773"/>
            </a:xfrm>
            <a:prstGeom prst="ellipse">
              <a:avLst/>
            </a:prstGeom>
            <a:gradFill>
              <a:gsLst>
                <a:gs pos="0">
                  <a:srgbClr val="FF52FF">
                    <a:alpha val="32968"/>
                  </a:srgbClr>
                </a:gs>
                <a:gs pos="14286">
                  <a:srgbClr val="FF52FF">
                    <a:alpha val="30764"/>
                  </a:srgbClr>
                </a:gs>
                <a:gs pos="28571">
                  <a:srgbClr val="FF52FF">
                    <a:alpha val="24833"/>
                  </a:srgbClr>
                </a:gs>
                <a:gs pos="42857">
                  <a:srgbClr val="FF52FF">
                    <a:alpha val="17075"/>
                  </a:srgbClr>
                </a:gs>
                <a:gs pos="57143">
                  <a:srgbClr val="FF52FF">
                    <a:alpha val="9855"/>
                  </a:srgbClr>
                </a:gs>
                <a:gs pos="71429">
                  <a:srgbClr val="FF52FF">
                    <a:alpha val="4740"/>
                  </a:srgbClr>
                </a:gs>
                <a:gs pos="85714">
                  <a:srgbClr val="FF52FF">
                    <a:alpha val="1902"/>
                  </a:srgbClr>
                </a:gs>
                <a:gs pos="100000">
                  <a:srgbClr val="FF5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3869530">
              <a:off x="2308750" y="1272246"/>
              <a:ext cx="487939" cy="229431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10150507">
              <a:off x="1740901" y="2589885"/>
              <a:ext cx="424467" cy="182988"/>
            </a:xfrm>
            <a:prstGeom prst="ellipse">
              <a:avLst/>
            </a:prstGeom>
            <a:gradFill>
              <a:gsLst>
                <a:gs pos="0">
                  <a:srgbClr val="00FF82">
                    <a:alpha val="32968"/>
                  </a:srgbClr>
                </a:gs>
                <a:gs pos="14286">
                  <a:srgbClr val="00FF82">
                    <a:alpha val="30764"/>
                  </a:srgbClr>
                </a:gs>
                <a:gs pos="28571">
                  <a:srgbClr val="00FF82">
                    <a:alpha val="24833"/>
                  </a:srgbClr>
                </a:gs>
                <a:gs pos="42857">
                  <a:srgbClr val="00FF82">
                    <a:alpha val="17075"/>
                  </a:srgbClr>
                </a:gs>
                <a:gs pos="57143">
                  <a:srgbClr val="00FF82">
                    <a:alpha val="9855"/>
                  </a:srgbClr>
                </a:gs>
                <a:gs pos="71429">
                  <a:srgbClr val="00FF82">
                    <a:alpha val="4740"/>
                  </a:srgbClr>
                </a:gs>
                <a:gs pos="85714">
                  <a:srgbClr val="00FF82">
                    <a:alpha val="1902"/>
                  </a:srgbClr>
                </a:gs>
                <a:gs pos="100000">
                  <a:srgbClr val="00FF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6804427">
              <a:off x="1648290" y="1859806"/>
              <a:ext cx="513946" cy="253826"/>
            </a:xfrm>
            <a:prstGeom prst="ellipse">
              <a:avLst/>
            </a:prstGeom>
            <a:gradFill>
              <a:gsLst>
                <a:gs pos="0">
                  <a:srgbClr val="68FFA2">
                    <a:alpha val="32968"/>
                  </a:srgbClr>
                </a:gs>
                <a:gs pos="14286">
                  <a:srgbClr val="68FFA2">
                    <a:alpha val="30764"/>
                  </a:srgbClr>
                </a:gs>
                <a:gs pos="28571">
                  <a:srgbClr val="68FFA2">
                    <a:alpha val="24833"/>
                  </a:srgbClr>
                </a:gs>
                <a:gs pos="42857">
                  <a:srgbClr val="68FFA2">
                    <a:alpha val="17075"/>
                  </a:srgbClr>
                </a:gs>
                <a:gs pos="57143">
                  <a:srgbClr val="68FFA2">
                    <a:alpha val="9855"/>
                  </a:srgbClr>
                </a:gs>
                <a:gs pos="71429">
                  <a:srgbClr val="68FFA2">
                    <a:alpha val="4740"/>
                  </a:srgbClr>
                </a:gs>
                <a:gs pos="85714">
                  <a:srgbClr val="68FFA2">
                    <a:alpha val="1902"/>
                  </a:srgbClr>
                </a:gs>
                <a:gs pos="100000">
                  <a:srgbClr val="68FF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3466869">
              <a:off x="704803" y="1262067"/>
              <a:ext cx="411428" cy="177899"/>
            </a:xfrm>
            <a:prstGeom prst="ellipse">
              <a:avLst/>
            </a:prstGeom>
            <a:gradFill>
              <a:gsLst>
                <a:gs pos="0">
                  <a:srgbClr val="7700FF">
                    <a:alpha val="22972"/>
                  </a:srgbClr>
                </a:gs>
                <a:gs pos="14286">
                  <a:srgbClr val="7700FF">
                    <a:alpha val="21329"/>
                  </a:srgbClr>
                </a:gs>
                <a:gs pos="28571">
                  <a:srgbClr val="7700FF">
                    <a:alpha val="16995"/>
                  </a:srgbClr>
                </a:gs>
                <a:gs pos="42857">
                  <a:srgbClr val="7700FF">
                    <a:alpha val="11501"/>
                  </a:srgbClr>
                </a:gs>
                <a:gs pos="57143">
                  <a:srgbClr val="7700FF">
                    <a:alpha val="6546"/>
                  </a:srgbClr>
                </a:gs>
                <a:gs pos="71429">
                  <a:srgbClr val="7700FF">
                    <a:alpha val="3119"/>
                  </a:srgbClr>
                </a:gs>
                <a:gs pos="85714">
                  <a:srgbClr val="7700FF">
                    <a:alpha val="1245"/>
                  </a:srgbClr>
                </a:gs>
                <a:gs pos="100000">
                  <a:srgbClr val="7700FF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756244">
              <a:off x="1560814" y="2110221"/>
              <a:ext cx="499070" cy="247674"/>
            </a:xfrm>
            <a:prstGeom prst="ellipse">
              <a:avLst/>
            </a:prstGeom>
            <a:gradFill>
              <a:gsLst>
                <a:gs pos="0">
                  <a:srgbClr val="32FFFF">
                    <a:alpha val="32968"/>
                  </a:srgbClr>
                </a:gs>
                <a:gs pos="14286">
                  <a:srgbClr val="32FFFF">
                    <a:alpha val="30764"/>
                  </a:srgbClr>
                </a:gs>
                <a:gs pos="28571">
                  <a:srgbClr val="32FFFF">
                    <a:alpha val="24833"/>
                  </a:srgbClr>
                </a:gs>
                <a:gs pos="42857">
                  <a:srgbClr val="32FFFF">
                    <a:alpha val="17075"/>
                  </a:srgbClr>
                </a:gs>
                <a:gs pos="57143">
                  <a:srgbClr val="32FFFF">
                    <a:alpha val="9855"/>
                  </a:srgbClr>
                </a:gs>
                <a:gs pos="71429">
                  <a:srgbClr val="32FFFF">
                    <a:alpha val="4740"/>
                  </a:srgbClr>
                </a:gs>
                <a:gs pos="85714">
                  <a:srgbClr val="32FFFF">
                    <a:alpha val="1902"/>
                  </a:srgbClr>
                </a:gs>
                <a:gs pos="100000">
                  <a:srgbClr val="3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8786748">
              <a:off x="2353687" y="1227655"/>
              <a:ext cx="260328" cy="113271"/>
            </a:xfrm>
            <a:prstGeom prst="ellipse">
              <a:avLst/>
            </a:prstGeom>
            <a:gradFill>
              <a:gsLst>
                <a:gs pos="0">
                  <a:srgbClr val="FF6900">
                    <a:alpha val="32968"/>
                  </a:srgbClr>
                </a:gs>
                <a:gs pos="14286">
                  <a:srgbClr val="FF6900">
                    <a:alpha val="30764"/>
                  </a:srgbClr>
                </a:gs>
                <a:gs pos="28571">
                  <a:srgbClr val="FF6900">
                    <a:alpha val="24833"/>
                  </a:srgbClr>
                </a:gs>
                <a:gs pos="42857">
                  <a:srgbClr val="FF6900">
                    <a:alpha val="17075"/>
                  </a:srgbClr>
                </a:gs>
                <a:gs pos="57143">
                  <a:srgbClr val="FF6900">
                    <a:alpha val="9855"/>
                  </a:srgbClr>
                </a:gs>
                <a:gs pos="71429">
                  <a:srgbClr val="FF6900">
                    <a:alpha val="4740"/>
                  </a:srgbClr>
                </a:gs>
                <a:gs pos="85714">
                  <a:srgbClr val="FF6900">
                    <a:alpha val="1902"/>
                  </a:srgbClr>
                </a:gs>
                <a:gs pos="100000">
                  <a:srgbClr val="FF6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5411432">
              <a:off x="-199442" y="1347083"/>
              <a:ext cx="452470" cy="447168"/>
            </a:xfrm>
            <a:prstGeom prst="ellipse">
              <a:avLst/>
            </a:prstGeom>
            <a:gradFill>
              <a:gsLst>
                <a:gs pos="0">
                  <a:srgbClr val="000000">
                    <a:alpha val="15616"/>
                  </a:srgbClr>
                </a:gs>
                <a:gs pos="14286">
                  <a:srgbClr val="000000">
                    <a:alpha val="14449"/>
                  </a:srgbClr>
                </a:gs>
                <a:gs pos="28571">
                  <a:srgbClr val="000000">
                    <a:alpha val="11412"/>
                  </a:srgbClr>
                </a:gs>
                <a:gs pos="42857">
                  <a:srgbClr val="000000">
                    <a:alpha val="7640"/>
                  </a:srgbClr>
                </a:gs>
                <a:gs pos="57143">
                  <a:srgbClr val="000000">
                    <a:alpha val="4308"/>
                  </a:srgbClr>
                </a:gs>
                <a:gs pos="71429">
                  <a:srgbClr val="000000">
                    <a:alpha val="2040"/>
                  </a:srgbClr>
                </a:gs>
                <a:gs pos="85714">
                  <a:srgbClr val="000000">
                    <a:alpha val="812"/>
                  </a:srgbClr>
                </a:gs>
                <a:gs pos="100000">
                  <a:srgbClr val="000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-8965045">
              <a:off x="1282522" y="1416684"/>
              <a:ext cx="246999" cy="135007"/>
            </a:xfrm>
            <a:prstGeom prst="ellipse">
              <a:avLst/>
            </a:prstGeom>
            <a:gradFill>
              <a:gsLst>
                <a:gs pos="0">
                  <a:srgbClr val="FF72B3">
                    <a:alpha val="32968"/>
                  </a:srgbClr>
                </a:gs>
                <a:gs pos="14286">
                  <a:srgbClr val="FF72B3">
                    <a:alpha val="30764"/>
                  </a:srgbClr>
                </a:gs>
                <a:gs pos="28571">
                  <a:srgbClr val="FF72B3">
                    <a:alpha val="24833"/>
                  </a:srgbClr>
                </a:gs>
                <a:gs pos="42857">
                  <a:srgbClr val="FF72B3">
                    <a:alpha val="17075"/>
                  </a:srgbClr>
                </a:gs>
                <a:gs pos="57143">
                  <a:srgbClr val="FF72B3">
                    <a:alpha val="9855"/>
                  </a:srgbClr>
                </a:gs>
                <a:gs pos="71429">
                  <a:srgbClr val="FF72B3">
                    <a:alpha val="4740"/>
                  </a:srgbClr>
                </a:gs>
                <a:gs pos="85714">
                  <a:srgbClr val="FF72B3">
                    <a:alpha val="1902"/>
                  </a:srgbClr>
                </a:gs>
                <a:gs pos="100000">
                  <a:srgbClr val="FF72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10783035">
              <a:off x="-156487" y="971065"/>
              <a:ext cx="401614" cy="401203"/>
            </a:xfrm>
            <a:prstGeom prst="ellipse">
              <a:avLst/>
            </a:prstGeom>
            <a:gradFill>
              <a:gsLst>
                <a:gs pos="0">
                  <a:srgbClr val="000000">
                    <a:alpha val="1829"/>
                  </a:srgbClr>
                </a:gs>
                <a:gs pos="14286">
                  <a:srgbClr val="000000">
                    <a:alpha val="1682"/>
                  </a:srgbClr>
                </a:gs>
                <a:gs pos="28571">
                  <a:srgbClr val="000000">
                    <a:alpha val="1309"/>
                  </a:srgbClr>
                </a:gs>
                <a:gs pos="42857">
                  <a:srgbClr val="000000">
                    <a:alpha val="860"/>
                  </a:srgbClr>
                </a:gs>
                <a:gs pos="57143">
                  <a:srgbClr val="000000">
                    <a:alpha val="478"/>
                  </a:srgbClr>
                </a:gs>
                <a:gs pos="71429">
                  <a:srgbClr val="000000">
                    <a:alpha val="224"/>
                  </a:srgbClr>
                </a:gs>
                <a:gs pos="85714">
                  <a:srgbClr val="000000">
                    <a:alpha val="89"/>
                  </a:srgbClr>
                </a:gs>
                <a:gs pos="100000">
                  <a:srgbClr val="000000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-10221237">
              <a:off x="2328285" y="1288519"/>
              <a:ext cx="471138" cy="22673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5400000">
              <a:off x="779020" y="1580596"/>
              <a:ext cx="57539" cy="57539"/>
            </a:xfrm>
            <a:prstGeom prst="ellipse">
              <a:avLst/>
            </a:prstGeom>
            <a:gradFill>
              <a:gsLst>
                <a:gs pos="0">
                  <a:srgbClr val="A400FF">
                    <a:alpha val="14501"/>
                  </a:srgbClr>
                </a:gs>
                <a:gs pos="14286">
                  <a:srgbClr val="A400FF">
                    <a:alpha val="13411"/>
                  </a:srgbClr>
                </a:gs>
                <a:gs pos="28571">
                  <a:srgbClr val="A400FF">
                    <a:alpha val="10578"/>
                  </a:srgbClr>
                </a:gs>
                <a:gs pos="42857">
                  <a:srgbClr val="A400FF">
                    <a:alpha val="7071"/>
                  </a:srgbClr>
                </a:gs>
                <a:gs pos="57143">
                  <a:srgbClr val="A400FF">
                    <a:alpha val="3982"/>
                  </a:srgbClr>
                </a:gs>
                <a:gs pos="71429">
                  <a:srgbClr val="A400FF">
                    <a:alpha val="1884"/>
                  </a:srgbClr>
                </a:gs>
                <a:gs pos="85714">
                  <a:srgbClr val="A400FF">
                    <a:alpha val="749"/>
                  </a:srgbClr>
                </a:gs>
                <a:gs pos="100000">
                  <a:srgbClr val="A400FF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5592048">
              <a:off x="2632030" y="2963494"/>
              <a:ext cx="373568" cy="367058"/>
            </a:xfrm>
            <a:prstGeom prst="ellipse">
              <a:avLst/>
            </a:prstGeom>
            <a:gradFill>
              <a:gsLst>
                <a:gs pos="0">
                  <a:srgbClr val="000000">
                    <a:alpha val="5069"/>
                  </a:srgbClr>
                </a:gs>
                <a:gs pos="14286">
                  <a:srgbClr val="000000">
                    <a:alpha val="4669"/>
                  </a:srgbClr>
                </a:gs>
                <a:gs pos="28571">
                  <a:srgbClr val="000000">
                    <a:alpha val="3644"/>
                  </a:srgbClr>
                </a:gs>
                <a:gs pos="42857">
                  <a:srgbClr val="000000">
                    <a:alpha val="2406"/>
                  </a:srgbClr>
                </a:gs>
                <a:gs pos="57143">
                  <a:srgbClr val="000000">
                    <a:alpha val="1340"/>
                  </a:srgbClr>
                </a:gs>
                <a:gs pos="71429">
                  <a:srgbClr val="000000">
                    <a:alpha val="630"/>
                  </a:srgbClr>
                </a:gs>
                <a:gs pos="85714">
                  <a:srgbClr val="000000">
                    <a:alpha val="249"/>
                  </a:srgbClr>
                </a:gs>
                <a:gs pos="100000">
                  <a:srgbClr val="0000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000">
              <a:off x="789125" y="1952588"/>
              <a:ext cx="57156" cy="57156"/>
            </a:xfrm>
            <a:prstGeom prst="ellipse">
              <a:avLst/>
            </a:prstGeom>
            <a:gradFill>
              <a:gsLst>
                <a:gs pos="0">
                  <a:srgbClr val="4500FF">
                    <a:alpha val="14603"/>
                  </a:srgbClr>
                </a:gs>
                <a:gs pos="14286">
                  <a:srgbClr val="4500FF">
                    <a:alpha val="13506"/>
                  </a:srgbClr>
                </a:gs>
                <a:gs pos="28571">
                  <a:srgbClr val="4500FF">
                    <a:alpha val="10654"/>
                  </a:srgbClr>
                </a:gs>
                <a:gs pos="42857">
                  <a:srgbClr val="4500FF">
                    <a:alpha val="7123"/>
                  </a:srgbClr>
                </a:gs>
                <a:gs pos="57143">
                  <a:srgbClr val="4500FF">
                    <a:alpha val="4012"/>
                  </a:srgbClr>
                </a:gs>
                <a:gs pos="71429">
                  <a:srgbClr val="4500FF">
                    <a:alpha val="1898"/>
                  </a:srgbClr>
                </a:gs>
                <a:gs pos="85714">
                  <a:srgbClr val="4500FF">
                    <a:alpha val="755"/>
                  </a:srgbClr>
                </a:gs>
                <a:gs pos="100000">
                  <a:srgbClr val="4500FF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10793335">
              <a:off x="91508" y="616318"/>
              <a:ext cx="386658" cy="386070"/>
            </a:xfrm>
            <a:prstGeom prst="ellipse">
              <a:avLst/>
            </a:prstGeom>
            <a:gradFill>
              <a:gsLst>
                <a:gs pos="0">
                  <a:srgbClr val="000000">
                    <a:alpha val="1724"/>
                  </a:srgbClr>
                </a:gs>
                <a:gs pos="14286">
                  <a:srgbClr val="000000">
                    <a:alpha val="1586"/>
                  </a:srgbClr>
                </a:gs>
                <a:gs pos="28571">
                  <a:srgbClr val="000000">
                    <a:alpha val="1233"/>
                  </a:srgbClr>
                </a:gs>
                <a:gs pos="42857">
                  <a:srgbClr val="000000">
                    <a:alpha val="811"/>
                  </a:srgbClr>
                </a:gs>
                <a:gs pos="57143">
                  <a:srgbClr val="000000">
                    <a:alpha val="450"/>
                  </a:srgbClr>
                </a:gs>
                <a:gs pos="71429">
                  <a:srgbClr val="000000">
                    <a:alpha val="211"/>
                  </a:srgbClr>
                </a:gs>
                <a:gs pos="85714">
                  <a:srgbClr val="000000">
                    <a:alpha val="83"/>
                  </a:srgbClr>
                </a:gs>
                <a:gs pos="100000">
                  <a:srgbClr val="000000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-10275144">
              <a:off x="1552505" y="1481369"/>
              <a:ext cx="435779" cy="193092"/>
            </a:xfrm>
            <a:prstGeom prst="ellipse">
              <a:avLst/>
            </a:prstGeom>
            <a:gradFill>
              <a:gsLst>
                <a:gs pos="0">
                  <a:srgbClr val="FF4494">
                    <a:alpha val="32968"/>
                  </a:srgbClr>
                </a:gs>
                <a:gs pos="14286">
                  <a:srgbClr val="FF4494">
                    <a:alpha val="30764"/>
                  </a:srgbClr>
                </a:gs>
                <a:gs pos="28571">
                  <a:srgbClr val="FF4494">
                    <a:alpha val="24833"/>
                  </a:srgbClr>
                </a:gs>
                <a:gs pos="42857">
                  <a:srgbClr val="FF4494">
                    <a:alpha val="17075"/>
                  </a:srgbClr>
                </a:gs>
                <a:gs pos="57143">
                  <a:srgbClr val="FF4494">
                    <a:alpha val="9855"/>
                  </a:srgbClr>
                </a:gs>
                <a:gs pos="71429">
                  <a:srgbClr val="FF4494">
                    <a:alpha val="4740"/>
                  </a:srgbClr>
                </a:gs>
                <a:gs pos="85714">
                  <a:srgbClr val="FF4494">
                    <a:alpha val="1902"/>
                  </a:srgbClr>
                </a:gs>
                <a:gs pos="100000">
                  <a:srgbClr val="FF44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4886216">
              <a:off x="-108760" y="2449337"/>
              <a:ext cx="615581" cy="611833"/>
            </a:xfrm>
            <a:prstGeom prst="ellipse">
              <a:avLst/>
            </a:prstGeom>
            <a:gradFill>
              <a:gsLst>
                <a:gs pos="0">
                  <a:srgbClr val="000000">
                    <a:alpha val="32861"/>
                  </a:srgbClr>
                </a:gs>
                <a:gs pos="14286">
                  <a:srgbClr val="000000">
                    <a:alpha val="30662"/>
                  </a:srgbClr>
                </a:gs>
                <a:gs pos="28571">
                  <a:srgbClr val="000000">
                    <a:alpha val="24747"/>
                  </a:srgbClr>
                </a:gs>
                <a:gs pos="42857">
                  <a:srgbClr val="000000">
                    <a:alpha val="17013"/>
                  </a:srgbClr>
                </a:gs>
                <a:gs pos="57143">
                  <a:srgbClr val="000000">
                    <a:alpha val="9817"/>
                  </a:srgbClr>
                </a:gs>
                <a:gs pos="71429">
                  <a:srgbClr val="000000">
                    <a:alpha val="4722"/>
                  </a:srgbClr>
                </a:gs>
                <a:gs pos="85714">
                  <a:srgbClr val="000000">
                    <a:alpha val="1895"/>
                  </a:srgbClr>
                </a:gs>
                <a:gs pos="100000">
                  <a:srgbClr val="0000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8509261">
              <a:off x="1605982" y="2712899"/>
              <a:ext cx="278571" cy="148432"/>
            </a:xfrm>
            <a:prstGeom prst="ellipse">
              <a:avLst/>
            </a:prstGeom>
            <a:gradFill>
              <a:gsLst>
                <a:gs pos="0">
                  <a:srgbClr val="00BFFF">
                    <a:alpha val="11007"/>
                  </a:srgbClr>
                </a:gs>
                <a:gs pos="14286">
                  <a:srgbClr val="00BFFF">
                    <a:alpha val="10164"/>
                  </a:srgbClr>
                </a:gs>
                <a:gs pos="28571">
                  <a:srgbClr val="00BFFF">
                    <a:alpha val="7985"/>
                  </a:srgbClr>
                </a:gs>
                <a:gs pos="42857">
                  <a:srgbClr val="00BFFF">
                    <a:alpha val="5312"/>
                  </a:srgbClr>
                </a:gs>
                <a:gs pos="57143">
                  <a:srgbClr val="00BFFF">
                    <a:alpha val="2979"/>
                  </a:srgbClr>
                </a:gs>
                <a:gs pos="71429">
                  <a:srgbClr val="00BFFF">
                    <a:alpha val="1406"/>
                  </a:srgbClr>
                </a:gs>
                <a:gs pos="85714">
                  <a:srgbClr val="00BFFF">
                    <a:alpha val="558"/>
                  </a:srgbClr>
                </a:gs>
                <a:gs pos="100000">
                  <a:srgbClr val="00BFFF">
                    <a:alpha val="1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10441920">
              <a:off x="-133028" y="2400546"/>
              <a:ext cx="586591" cy="582936"/>
            </a:xfrm>
            <a:prstGeom prst="ellipse">
              <a:avLst/>
            </a:prstGeom>
            <a:gradFill>
              <a:gsLst>
                <a:gs pos="0">
                  <a:srgbClr val="000000">
                    <a:alpha val="2830"/>
                  </a:srgbClr>
                </a:gs>
                <a:gs pos="14286">
                  <a:srgbClr val="000000">
                    <a:alpha val="2604"/>
                  </a:srgbClr>
                </a:gs>
                <a:gs pos="28571">
                  <a:srgbClr val="000000">
                    <a:alpha val="2028"/>
                  </a:srgbClr>
                </a:gs>
                <a:gs pos="42857">
                  <a:srgbClr val="000000">
                    <a:alpha val="1335"/>
                  </a:srgbClr>
                </a:gs>
                <a:gs pos="57143">
                  <a:srgbClr val="000000">
                    <a:alpha val="742"/>
                  </a:srgbClr>
                </a:gs>
                <a:gs pos="71429">
                  <a:srgbClr val="000000">
                    <a:alpha val="348"/>
                  </a:srgbClr>
                </a:gs>
                <a:gs pos="85714">
                  <a:srgbClr val="000000">
                    <a:alpha val="138"/>
                  </a:srgbClr>
                </a:gs>
                <a:gs pos="100000">
                  <a:srgbClr val="0000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-8596725">
              <a:off x="1068313" y="1414097"/>
              <a:ext cx="529182" cy="229674"/>
            </a:xfrm>
            <a:prstGeom prst="ellipse">
              <a:avLst/>
            </a:prstGeom>
            <a:gradFill>
              <a:gsLst>
                <a:gs pos="0">
                  <a:srgbClr val="FF23FF">
                    <a:alpha val="32968"/>
                  </a:srgbClr>
                </a:gs>
                <a:gs pos="14286">
                  <a:srgbClr val="FF23FF">
                    <a:alpha val="30764"/>
                  </a:srgbClr>
                </a:gs>
                <a:gs pos="28571">
                  <a:srgbClr val="FF23FF">
                    <a:alpha val="24833"/>
                  </a:srgbClr>
                </a:gs>
                <a:gs pos="42857">
                  <a:srgbClr val="FF23FF">
                    <a:alpha val="17075"/>
                  </a:srgbClr>
                </a:gs>
                <a:gs pos="57143">
                  <a:srgbClr val="FF23FF">
                    <a:alpha val="9855"/>
                  </a:srgbClr>
                </a:gs>
                <a:gs pos="71429">
                  <a:srgbClr val="FF23FF">
                    <a:alpha val="4740"/>
                  </a:srgbClr>
                </a:gs>
                <a:gs pos="85714">
                  <a:srgbClr val="FF23FF">
                    <a:alpha val="1902"/>
                  </a:srgbClr>
                </a:gs>
                <a:gs pos="100000">
                  <a:srgbClr val="FF2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10030519">
              <a:off x="1700086" y="1534798"/>
              <a:ext cx="167933" cy="32301"/>
            </a:xfrm>
            <a:prstGeom prst="ellipse">
              <a:avLst/>
            </a:prstGeom>
            <a:gradFill>
              <a:gsLst>
                <a:gs pos="0">
                  <a:srgbClr val="FFB0BD">
                    <a:alpha val="2295"/>
                  </a:srgbClr>
                </a:gs>
                <a:gs pos="14286">
                  <a:srgbClr val="FFB0BD">
                    <a:alpha val="2112"/>
                  </a:srgbClr>
                </a:gs>
                <a:gs pos="28571">
                  <a:srgbClr val="FFB0BD">
                    <a:alpha val="1644"/>
                  </a:srgbClr>
                </a:gs>
                <a:gs pos="42857">
                  <a:srgbClr val="FFB0BD">
                    <a:alpha val="1081"/>
                  </a:srgbClr>
                </a:gs>
                <a:gs pos="57143">
                  <a:srgbClr val="FFB0BD">
                    <a:alpha val="601"/>
                  </a:srgbClr>
                </a:gs>
                <a:gs pos="71429">
                  <a:srgbClr val="FFB0BD">
                    <a:alpha val="282"/>
                  </a:srgbClr>
                </a:gs>
                <a:gs pos="85714">
                  <a:srgbClr val="FFB0BD">
                    <a:alpha val="111"/>
                  </a:srgbClr>
                </a:gs>
                <a:gs pos="100000">
                  <a:srgbClr val="FFB0BD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5400000">
              <a:off x="1667363" y="801025"/>
              <a:ext cx="58006" cy="58006"/>
            </a:xfrm>
            <a:prstGeom prst="ellipse">
              <a:avLst/>
            </a:prstGeom>
            <a:gradFill>
              <a:gsLst>
                <a:gs pos="0">
                  <a:srgbClr val="FF0317">
                    <a:alpha val="14377"/>
                  </a:srgbClr>
                </a:gs>
                <a:gs pos="14286">
                  <a:srgbClr val="FF0317">
                    <a:alpha val="13295"/>
                  </a:srgbClr>
                </a:gs>
                <a:gs pos="28571">
                  <a:srgbClr val="FF0317">
                    <a:alpha val="10485"/>
                  </a:srgbClr>
                </a:gs>
                <a:gs pos="42857">
                  <a:srgbClr val="FF0317">
                    <a:alpha val="7008"/>
                  </a:srgbClr>
                </a:gs>
                <a:gs pos="57143">
                  <a:srgbClr val="FF0317">
                    <a:alpha val="3946"/>
                  </a:srgbClr>
                </a:gs>
                <a:gs pos="71429">
                  <a:srgbClr val="FF0317">
                    <a:alpha val="1867"/>
                  </a:srgbClr>
                </a:gs>
                <a:gs pos="85714">
                  <a:srgbClr val="FF0317">
                    <a:alpha val="742"/>
                  </a:srgbClr>
                </a:gs>
                <a:gs pos="100000">
                  <a:srgbClr val="FF0317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6554266">
              <a:off x="789880" y="1318236"/>
              <a:ext cx="210563" cy="75896"/>
            </a:xfrm>
            <a:prstGeom prst="ellipse">
              <a:avLst/>
            </a:prstGeom>
            <a:gradFill>
              <a:gsLst>
                <a:gs pos="0">
                  <a:srgbClr val="BE00FF">
                    <a:alpha val="32968"/>
                  </a:srgbClr>
                </a:gs>
                <a:gs pos="14286">
                  <a:srgbClr val="BE00FF">
                    <a:alpha val="30764"/>
                  </a:srgbClr>
                </a:gs>
                <a:gs pos="28571">
                  <a:srgbClr val="BE00FF">
                    <a:alpha val="24833"/>
                  </a:srgbClr>
                </a:gs>
                <a:gs pos="42857">
                  <a:srgbClr val="BE00FF">
                    <a:alpha val="17075"/>
                  </a:srgbClr>
                </a:gs>
                <a:gs pos="57143">
                  <a:srgbClr val="BE00FF">
                    <a:alpha val="9855"/>
                  </a:srgbClr>
                </a:gs>
                <a:gs pos="71429">
                  <a:srgbClr val="BE00FF">
                    <a:alpha val="4740"/>
                  </a:srgbClr>
                </a:gs>
                <a:gs pos="85714">
                  <a:srgbClr val="BE00FF">
                    <a:alpha val="1902"/>
                  </a:srgbClr>
                </a:gs>
                <a:gs pos="100000">
                  <a:srgbClr val="BE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8718911">
              <a:off x="2074547" y="1288641"/>
              <a:ext cx="523109" cy="268717"/>
            </a:xfrm>
            <a:prstGeom prst="ellipse">
              <a:avLst/>
            </a:prstGeom>
            <a:gradFill>
              <a:gsLst>
                <a:gs pos="0">
                  <a:srgbClr val="FFFF31">
                    <a:alpha val="32968"/>
                  </a:srgbClr>
                </a:gs>
                <a:gs pos="14286">
                  <a:srgbClr val="FFFF31">
                    <a:alpha val="30764"/>
                  </a:srgbClr>
                </a:gs>
                <a:gs pos="28571">
                  <a:srgbClr val="FFFF31">
                    <a:alpha val="24833"/>
                  </a:srgbClr>
                </a:gs>
                <a:gs pos="42857">
                  <a:srgbClr val="FFFF31">
                    <a:alpha val="17075"/>
                  </a:srgbClr>
                </a:gs>
                <a:gs pos="57143">
                  <a:srgbClr val="FFFF31">
                    <a:alpha val="9855"/>
                  </a:srgbClr>
                </a:gs>
                <a:gs pos="71429">
                  <a:srgbClr val="FFFF31">
                    <a:alpha val="4740"/>
                  </a:srgbClr>
                </a:gs>
                <a:gs pos="85714">
                  <a:srgbClr val="FFFF31">
                    <a:alpha val="1902"/>
                  </a:srgbClr>
                </a:gs>
                <a:gs pos="100000">
                  <a:srgbClr val="FFFF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9462761">
              <a:off x="2078775" y="1422896"/>
              <a:ext cx="176966" cy="73377"/>
            </a:xfrm>
            <a:prstGeom prst="ellipse">
              <a:avLst/>
            </a:prstGeom>
            <a:gradFill>
              <a:gsLst>
                <a:gs pos="0">
                  <a:srgbClr val="FFC2AB">
                    <a:alpha val="32564"/>
                  </a:srgbClr>
                </a:gs>
                <a:gs pos="14286">
                  <a:srgbClr val="FFC2AB">
                    <a:alpha val="30380"/>
                  </a:srgbClr>
                </a:gs>
                <a:gs pos="28571">
                  <a:srgbClr val="FFC2AB">
                    <a:alpha val="24510"/>
                  </a:srgbClr>
                </a:gs>
                <a:gs pos="42857">
                  <a:srgbClr val="FFC2AB">
                    <a:alpha val="16842"/>
                  </a:srgbClr>
                </a:gs>
                <a:gs pos="57143">
                  <a:srgbClr val="FFC2AB">
                    <a:alpha val="9714"/>
                  </a:srgbClr>
                </a:gs>
                <a:gs pos="71429">
                  <a:srgbClr val="FFC2AB">
                    <a:alpha val="4671"/>
                  </a:srgbClr>
                </a:gs>
                <a:gs pos="85714">
                  <a:srgbClr val="FFC2AB">
                    <a:alpha val="1874"/>
                  </a:srgbClr>
                </a:gs>
                <a:gs pos="100000">
                  <a:srgbClr val="FFC2AB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9940205">
              <a:off x="1999721" y="1322677"/>
              <a:ext cx="518642" cy="251949"/>
            </a:xfrm>
            <a:prstGeom prst="ellipse">
              <a:avLst/>
            </a:prstGeom>
            <a:gradFill>
              <a:gsLst>
                <a:gs pos="0">
                  <a:srgbClr val="FFFF6D">
                    <a:alpha val="32968"/>
                  </a:srgbClr>
                </a:gs>
                <a:gs pos="14286">
                  <a:srgbClr val="FFFF6D">
                    <a:alpha val="30764"/>
                  </a:srgbClr>
                </a:gs>
                <a:gs pos="28571">
                  <a:srgbClr val="FFFF6D">
                    <a:alpha val="24833"/>
                  </a:srgbClr>
                </a:gs>
                <a:gs pos="42857">
                  <a:srgbClr val="FFFF6D">
                    <a:alpha val="17075"/>
                  </a:srgbClr>
                </a:gs>
                <a:gs pos="57143">
                  <a:srgbClr val="FFFF6D">
                    <a:alpha val="9855"/>
                  </a:srgbClr>
                </a:gs>
                <a:gs pos="71429">
                  <a:srgbClr val="FFFF6D">
                    <a:alpha val="4740"/>
                  </a:srgbClr>
                </a:gs>
                <a:gs pos="85714">
                  <a:srgbClr val="FFFF6D">
                    <a:alpha val="1902"/>
                  </a:srgbClr>
                </a:gs>
                <a:gs pos="100000">
                  <a:srgbClr val="FFFF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2726309">
              <a:off x="1494981" y="2336523"/>
              <a:ext cx="492308" cy="240433"/>
            </a:xfrm>
            <a:prstGeom prst="ellipse">
              <a:avLst/>
            </a:prstGeom>
            <a:gradFill>
              <a:gsLst>
                <a:gs pos="0">
                  <a:srgbClr val="66FFFF">
                    <a:alpha val="32968"/>
                  </a:srgbClr>
                </a:gs>
                <a:gs pos="14286">
                  <a:srgbClr val="66FFFF">
                    <a:alpha val="30764"/>
                  </a:srgbClr>
                </a:gs>
                <a:gs pos="28571">
                  <a:srgbClr val="66FFFF">
                    <a:alpha val="24833"/>
                  </a:srgbClr>
                </a:gs>
                <a:gs pos="42857">
                  <a:srgbClr val="66FFFF">
                    <a:alpha val="17075"/>
                  </a:srgbClr>
                </a:gs>
                <a:gs pos="57143">
                  <a:srgbClr val="66FFFF">
                    <a:alpha val="9855"/>
                  </a:srgbClr>
                </a:gs>
                <a:gs pos="71429">
                  <a:srgbClr val="66FFFF">
                    <a:alpha val="4740"/>
                  </a:srgbClr>
                </a:gs>
                <a:gs pos="85714">
                  <a:srgbClr val="66FFFF">
                    <a:alpha val="1902"/>
                  </a:srgbClr>
                </a:gs>
                <a:gs pos="100000">
                  <a:srgbClr val="66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-10640468">
              <a:off x="1054326" y="1333166"/>
              <a:ext cx="484647" cy="225957"/>
            </a:xfrm>
            <a:prstGeom prst="ellipse">
              <a:avLst/>
            </a:prstGeom>
            <a:gradFill>
              <a:gsLst>
                <a:gs pos="0">
                  <a:srgbClr val="FF1EFF">
                    <a:alpha val="32968"/>
                  </a:srgbClr>
                </a:gs>
                <a:gs pos="14286">
                  <a:srgbClr val="FF1EFF">
                    <a:alpha val="30764"/>
                  </a:srgbClr>
                </a:gs>
                <a:gs pos="28571">
                  <a:srgbClr val="FF1EFF">
                    <a:alpha val="24833"/>
                  </a:srgbClr>
                </a:gs>
                <a:gs pos="42857">
                  <a:srgbClr val="FF1EFF">
                    <a:alpha val="17075"/>
                  </a:srgbClr>
                </a:gs>
                <a:gs pos="57143">
                  <a:srgbClr val="FF1EFF">
                    <a:alpha val="9855"/>
                  </a:srgbClr>
                </a:gs>
                <a:gs pos="71429">
                  <a:srgbClr val="FF1EFF">
                    <a:alpha val="4740"/>
                  </a:srgbClr>
                </a:gs>
                <a:gs pos="85714">
                  <a:srgbClr val="FF1EFF">
                    <a:alpha val="1902"/>
                  </a:srgbClr>
                </a:gs>
                <a:gs pos="100000">
                  <a:srgbClr val="FF1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8882282">
              <a:off x="1788031" y="1414408"/>
              <a:ext cx="462959" cy="195680"/>
            </a:xfrm>
            <a:prstGeom prst="ellipse">
              <a:avLst/>
            </a:prstGeom>
            <a:gradFill>
              <a:gsLst>
                <a:gs pos="0">
                  <a:srgbClr val="FFA800">
                    <a:alpha val="32968"/>
                  </a:srgbClr>
                </a:gs>
                <a:gs pos="14286">
                  <a:srgbClr val="FFA800">
                    <a:alpha val="30764"/>
                  </a:srgbClr>
                </a:gs>
                <a:gs pos="28571">
                  <a:srgbClr val="FFA800">
                    <a:alpha val="24833"/>
                  </a:srgbClr>
                </a:gs>
                <a:gs pos="42857">
                  <a:srgbClr val="FFA800">
                    <a:alpha val="17075"/>
                  </a:srgbClr>
                </a:gs>
                <a:gs pos="57143">
                  <a:srgbClr val="FFA800">
                    <a:alpha val="9855"/>
                  </a:srgbClr>
                </a:gs>
                <a:gs pos="71429">
                  <a:srgbClr val="FFA800">
                    <a:alpha val="4740"/>
                  </a:srgbClr>
                </a:gs>
                <a:gs pos="85714">
                  <a:srgbClr val="FFA800">
                    <a:alpha val="1902"/>
                  </a:srgbClr>
                </a:gs>
                <a:gs pos="100000">
                  <a:srgbClr val="FFA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6828701">
              <a:off x="2210510" y="1188050"/>
              <a:ext cx="475118" cy="236816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-10195892">
              <a:off x="1347849" y="2586864"/>
              <a:ext cx="486543" cy="190567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6659000">
              <a:off x="1612519" y="2446200"/>
              <a:ext cx="172520" cy="74233"/>
            </a:xfrm>
            <a:prstGeom prst="ellipse">
              <a:avLst/>
            </a:prstGeom>
            <a:gradFill>
              <a:gsLst>
                <a:gs pos="0">
                  <a:srgbClr val="BADAFF">
                    <a:alpha val="32968"/>
                  </a:srgbClr>
                </a:gs>
                <a:gs pos="14286">
                  <a:srgbClr val="BADAFF">
                    <a:alpha val="30764"/>
                  </a:srgbClr>
                </a:gs>
                <a:gs pos="28571">
                  <a:srgbClr val="BADAFF">
                    <a:alpha val="24833"/>
                  </a:srgbClr>
                </a:gs>
                <a:gs pos="42857">
                  <a:srgbClr val="BADAFF">
                    <a:alpha val="17075"/>
                  </a:srgbClr>
                </a:gs>
                <a:gs pos="57143">
                  <a:srgbClr val="BADAFF">
                    <a:alpha val="9855"/>
                  </a:srgbClr>
                </a:gs>
                <a:gs pos="71429">
                  <a:srgbClr val="BADAFF">
                    <a:alpha val="4740"/>
                  </a:srgbClr>
                </a:gs>
                <a:gs pos="85714">
                  <a:srgbClr val="BADAFF">
                    <a:alpha val="1902"/>
                  </a:srgbClr>
                </a:gs>
                <a:gs pos="100000">
                  <a:srgbClr val="BAD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6435191">
              <a:off x="1302551" y="1724710"/>
              <a:ext cx="477339" cy="222677"/>
            </a:xfrm>
            <a:prstGeom prst="ellipse">
              <a:avLst/>
            </a:prstGeom>
            <a:gradFill>
              <a:gsLst>
                <a:gs pos="0">
                  <a:srgbClr val="E648FF">
                    <a:alpha val="32968"/>
                  </a:srgbClr>
                </a:gs>
                <a:gs pos="14286">
                  <a:srgbClr val="E648FF">
                    <a:alpha val="30764"/>
                  </a:srgbClr>
                </a:gs>
                <a:gs pos="28571">
                  <a:srgbClr val="E648FF">
                    <a:alpha val="24833"/>
                  </a:srgbClr>
                </a:gs>
                <a:gs pos="42857">
                  <a:srgbClr val="E648FF">
                    <a:alpha val="17075"/>
                  </a:srgbClr>
                </a:gs>
                <a:gs pos="57143">
                  <a:srgbClr val="E648FF">
                    <a:alpha val="9855"/>
                  </a:srgbClr>
                </a:gs>
                <a:gs pos="71429">
                  <a:srgbClr val="E648FF">
                    <a:alpha val="4740"/>
                  </a:srgbClr>
                </a:gs>
                <a:gs pos="85714">
                  <a:srgbClr val="E648FF">
                    <a:alpha val="1902"/>
                  </a:srgbClr>
                </a:gs>
                <a:gs pos="100000">
                  <a:srgbClr val="E64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-8622700">
              <a:off x="793600" y="1230028"/>
              <a:ext cx="508276" cy="245686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7007671">
              <a:off x="1692113" y="1867406"/>
              <a:ext cx="531356" cy="257751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-10725097">
              <a:off x="1835089" y="3276546"/>
              <a:ext cx="416179" cy="408710"/>
            </a:xfrm>
            <a:prstGeom prst="ellipse">
              <a:avLst/>
            </a:prstGeom>
            <a:gradFill>
              <a:gsLst>
                <a:gs pos="0">
                  <a:srgbClr val="000000">
                    <a:alpha val="16615"/>
                  </a:srgbClr>
                </a:gs>
                <a:gs pos="14286">
                  <a:srgbClr val="000000">
                    <a:alpha val="15380"/>
                  </a:srgbClr>
                </a:gs>
                <a:gs pos="28571">
                  <a:srgbClr val="000000">
                    <a:alpha val="12161"/>
                  </a:srgbClr>
                </a:gs>
                <a:gs pos="42857">
                  <a:srgbClr val="000000">
                    <a:alpha val="8153"/>
                  </a:srgbClr>
                </a:gs>
                <a:gs pos="57143">
                  <a:srgbClr val="000000">
                    <a:alpha val="4603"/>
                  </a:srgbClr>
                </a:gs>
                <a:gs pos="71429">
                  <a:srgbClr val="000000">
                    <a:alpha val="2182"/>
                  </a:srgbClr>
                </a:gs>
                <a:gs pos="85714">
                  <a:srgbClr val="000000">
                    <a:alpha val="869"/>
                  </a:srgbClr>
                </a:gs>
                <a:gs pos="100000">
                  <a:srgbClr val="000000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4420355">
              <a:off x="2579725" y="1362053"/>
              <a:ext cx="213126" cy="59453"/>
            </a:xfrm>
            <a:prstGeom prst="ellipse">
              <a:avLst/>
            </a:prstGeom>
            <a:gradFill>
              <a:gsLst>
                <a:gs pos="0">
                  <a:srgbClr val="00C200">
                    <a:alpha val="25137"/>
                  </a:srgbClr>
                </a:gs>
                <a:gs pos="14286">
                  <a:srgbClr val="00C200">
                    <a:alpha val="23363"/>
                  </a:srgbClr>
                </a:gs>
                <a:gs pos="28571">
                  <a:srgbClr val="00C200">
                    <a:alpha val="18666"/>
                  </a:srgbClr>
                </a:gs>
                <a:gs pos="42857">
                  <a:srgbClr val="00C200">
                    <a:alpha val="12674"/>
                  </a:srgbClr>
                </a:gs>
                <a:gs pos="57143">
                  <a:srgbClr val="00C200">
                    <a:alpha val="7234"/>
                  </a:srgbClr>
                </a:gs>
                <a:gs pos="71429">
                  <a:srgbClr val="00C200">
                    <a:alpha val="3454"/>
                  </a:srgbClr>
                </a:gs>
                <a:gs pos="85714">
                  <a:srgbClr val="00C200">
                    <a:alpha val="1380"/>
                  </a:srgbClr>
                </a:gs>
                <a:gs pos="100000">
                  <a:srgbClr val="00C200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5078787">
              <a:off x="1606026" y="2161071"/>
              <a:ext cx="512179" cy="234890"/>
            </a:xfrm>
            <a:prstGeom prst="ellipse">
              <a:avLst/>
            </a:prstGeom>
            <a:gradFill>
              <a:gsLst>
                <a:gs pos="0">
                  <a:srgbClr val="4BFF7C">
                    <a:alpha val="32968"/>
                  </a:srgbClr>
                </a:gs>
                <a:gs pos="14286">
                  <a:srgbClr val="4BFF7C">
                    <a:alpha val="30764"/>
                  </a:srgbClr>
                </a:gs>
                <a:gs pos="28571">
                  <a:srgbClr val="4BFF7C">
                    <a:alpha val="24833"/>
                  </a:srgbClr>
                </a:gs>
                <a:gs pos="42857">
                  <a:srgbClr val="4BFF7C">
                    <a:alpha val="17075"/>
                  </a:srgbClr>
                </a:gs>
                <a:gs pos="57143">
                  <a:srgbClr val="4BFF7C">
                    <a:alpha val="9855"/>
                  </a:srgbClr>
                </a:gs>
                <a:gs pos="71429">
                  <a:srgbClr val="4BFF7C">
                    <a:alpha val="4740"/>
                  </a:srgbClr>
                </a:gs>
                <a:gs pos="85714">
                  <a:srgbClr val="4BFF7C">
                    <a:alpha val="1902"/>
                  </a:srgbClr>
                </a:gs>
                <a:gs pos="100000">
                  <a:srgbClr val="4BFF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9217042">
              <a:off x="2260411" y="1349678"/>
              <a:ext cx="500720" cy="235274"/>
            </a:xfrm>
            <a:prstGeom prst="ellipse">
              <a:avLst/>
            </a:prstGeom>
            <a:gradFill>
              <a:gsLst>
                <a:gs pos="0">
                  <a:srgbClr val="59FF3A">
                    <a:alpha val="32968"/>
                  </a:srgbClr>
                </a:gs>
                <a:gs pos="14286">
                  <a:srgbClr val="59FF3A">
                    <a:alpha val="30764"/>
                  </a:srgbClr>
                </a:gs>
                <a:gs pos="28571">
                  <a:srgbClr val="59FF3A">
                    <a:alpha val="24833"/>
                  </a:srgbClr>
                </a:gs>
                <a:gs pos="42857">
                  <a:srgbClr val="59FF3A">
                    <a:alpha val="17075"/>
                  </a:srgbClr>
                </a:gs>
                <a:gs pos="57143">
                  <a:srgbClr val="59FF3A">
                    <a:alpha val="9855"/>
                  </a:srgbClr>
                </a:gs>
                <a:gs pos="71429">
                  <a:srgbClr val="59FF3A">
                    <a:alpha val="4740"/>
                  </a:srgbClr>
                </a:gs>
                <a:gs pos="85714">
                  <a:srgbClr val="59FF3A">
                    <a:alpha val="1902"/>
                  </a:srgbClr>
                </a:gs>
                <a:gs pos="100000">
                  <a:srgbClr val="59FF3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10283038">
              <a:off x="1504197" y="1416939"/>
              <a:ext cx="453080" cy="200100"/>
            </a:xfrm>
            <a:prstGeom prst="ellipse">
              <a:avLst/>
            </a:prstGeom>
            <a:gradFill>
              <a:gsLst>
                <a:gs pos="0">
                  <a:srgbClr val="FF468C">
                    <a:alpha val="32968"/>
                  </a:srgbClr>
                </a:gs>
                <a:gs pos="14286">
                  <a:srgbClr val="FF468C">
                    <a:alpha val="30764"/>
                  </a:srgbClr>
                </a:gs>
                <a:gs pos="28571">
                  <a:srgbClr val="FF468C">
                    <a:alpha val="24833"/>
                  </a:srgbClr>
                </a:gs>
                <a:gs pos="42857">
                  <a:srgbClr val="FF468C">
                    <a:alpha val="17075"/>
                  </a:srgbClr>
                </a:gs>
                <a:gs pos="57143">
                  <a:srgbClr val="FF468C">
                    <a:alpha val="9855"/>
                  </a:srgbClr>
                </a:gs>
                <a:gs pos="71429">
                  <a:srgbClr val="FF468C">
                    <a:alpha val="4740"/>
                  </a:srgbClr>
                </a:gs>
                <a:gs pos="85714">
                  <a:srgbClr val="FF468C">
                    <a:alpha val="1902"/>
                  </a:srgbClr>
                </a:gs>
                <a:gs pos="100000">
                  <a:srgbClr val="FF46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5367236">
              <a:off x="2398549" y="-44751"/>
              <a:ext cx="378779" cy="378399"/>
            </a:xfrm>
            <a:prstGeom prst="ellipse">
              <a:avLst/>
            </a:prstGeom>
            <a:gradFill>
              <a:gsLst>
                <a:gs pos="0">
                  <a:srgbClr val="000025">
                    <a:alpha val="5401"/>
                  </a:srgbClr>
                </a:gs>
                <a:gs pos="14286">
                  <a:srgbClr val="000025">
                    <a:alpha val="4975"/>
                  </a:srgbClr>
                </a:gs>
                <a:gs pos="28571">
                  <a:srgbClr val="000025">
                    <a:alpha val="3885"/>
                  </a:srgbClr>
                </a:gs>
                <a:gs pos="42857">
                  <a:srgbClr val="000025">
                    <a:alpha val="2565"/>
                  </a:srgbClr>
                </a:gs>
                <a:gs pos="57143">
                  <a:srgbClr val="000025">
                    <a:alpha val="1430"/>
                  </a:srgbClr>
                </a:gs>
                <a:gs pos="71429">
                  <a:srgbClr val="000025">
                    <a:alpha val="672"/>
                  </a:srgbClr>
                </a:gs>
                <a:gs pos="85714">
                  <a:srgbClr val="000025">
                    <a:alpha val="266"/>
                  </a:srgbClr>
                </a:gs>
                <a:gs pos="100000">
                  <a:srgbClr val="000025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5809134">
              <a:off x="1580077" y="2474568"/>
              <a:ext cx="228425" cy="130437"/>
            </a:xfrm>
            <a:prstGeom prst="ellipse">
              <a:avLst/>
            </a:prstGeom>
            <a:gradFill>
              <a:gsLst>
                <a:gs pos="0">
                  <a:srgbClr val="B800FF">
                    <a:alpha val="32968"/>
                  </a:srgbClr>
                </a:gs>
                <a:gs pos="14286">
                  <a:srgbClr val="B800FF">
                    <a:alpha val="30764"/>
                  </a:srgbClr>
                </a:gs>
                <a:gs pos="28571">
                  <a:srgbClr val="B800FF">
                    <a:alpha val="24833"/>
                  </a:srgbClr>
                </a:gs>
                <a:gs pos="42857">
                  <a:srgbClr val="B800FF">
                    <a:alpha val="17075"/>
                  </a:srgbClr>
                </a:gs>
                <a:gs pos="57143">
                  <a:srgbClr val="B800FF">
                    <a:alpha val="9855"/>
                  </a:srgbClr>
                </a:gs>
                <a:gs pos="71429">
                  <a:srgbClr val="B800FF">
                    <a:alpha val="4740"/>
                  </a:srgbClr>
                </a:gs>
                <a:gs pos="85714">
                  <a:srgbClr val="B800FF">
                    <a:alpha val="1902"/>
                  </a:srgbClr>
                </a:gs>
                <a:gs pos="100000">
                  <a:srgbClr val="B8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4765699">
              <a:off x="2416345" y="1469664"/>
              <a:ext cx="520634" cy="234449"/>
            </a:xfrm>
            <a:prstGeom prst="ellipse">
              <a:avLst/>
            </a:prstGeom>
            <a:gradFill>
              <a:gsLst>
                <a:gs pos="0">
                  <a:srgbClr val="2DFF00">
                    <a:alpha val="32968"/>
                  </a:srgbClr>
                </a:gs>
                <a:gs pos="14286">
                  <a:srgbClr val="2DFF00">
                    <a:alpha val="30764"/>
                  </a:srgbClr>
                </a:gs>
                <a:gs pos="28571">
                  <a:srgbClr val="2DFF00">
                    <a:alpha val="24833"/>
                  </a:srgbClr>
                </a:gs>
                <a:gs pos="42857">
                  <a:srgbClr val="2DFF00">
                    <a:alpha val="17075"/>
                  </a:srgbClr>
                </a:gs>
                <a:gs pos="57143">
                  <a:srgbClr val="2DFF00">
                    <a:alpha val="9855"/>
                  </a:srgbClr>
                </a:gs>
                <a:gs pos="71429">
                  <a:srgbClr val="2DFF00">
                    <a:alpha val="4740"/>
                  </a:srgbClr>
                </a:gs>
                <a:gs pos="85714">
                  <a:srgbClr val="2DFF00">
                    <a:alpha val="1902"/>
                  </a:srgbClr>
                </a:gs>
                <a:gs pos="100000">
                  <a:srgbClr val="2D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641984">
              <a:off x="2535426" y="3032100"/>
              <a:ext cx="383805" cy="374136"/>
            </a:xfrm>
            <a:prstGeom prst="ellipse">
              <a:avLst/>
            </a:prstGeom>
            <a:gradFill>
              <a:gsLst>
                <a:gs pos="0">
                  <a:srgbClr val="000029">
                    <a:alpha val="27716"/>
                  </a:srgbClr>
                </a:gs>
                <a:gs pos="14286">
                  <a:srgbClr val="000029">
                    <a:alpha val="25793"/>
                  </a:srgbClr>
                </a:gs>
                <a:gs pos="28571">
                  <a:srgbClr val="000029">
                    <a:alpha val="20676"/>
                  </a:srgbClr>
                </a:gs>
                <a:gs pos="42857">
                  <a:srgbClr val="000029">
                    <a:alpha val="14095"/>
                  </a:srgbClr>
                </a:gs>
                <a:gs pos="57143">
                  <a:srgbClr val="000029">
                    <a:alpha val="8074"/>
                  </a:srgbClr>
                </a:gs>
                <a:gs pos="71429">
                  <a:srgbClr val="000029">
                    <a:alpha val="3864"/>
                  </a:srgbClr>
                </a:gs>
                <a:gs pos="85714">
                  <a:srgbClr val="000029">
                    <a:alpha val="1546"/>
                  </a:srgbClr>
                </a:gs>
                <a:gs pos="100000">
                  <a:srgbClr val="000029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9598891">
              <a:off x="1830061" y="1340455"/>
              <a:ext cx="461526" cy="22200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5733210">
              <a:off x="123588" y="645862"/>
              <a:ext cx="399122" cy="395256"/>
            </a:xfrm>
            <a:prstGeom prst="ellipse">
              <a:avLst/>
            </a:prstGeom>
            <a:gradFill>
              <a:gsLst>
                <a:gs pos="0">
                  <a:srgbClr val="000000">
                    <a:alpha val="1577"/>
                  </a:srgbClr>
                </a:gs>
                <a:gs pos="14286">
                  <a:srgbClr val="000000">
                    <a:alpha val="1450"/>
                  </a:srgbClr>
                </a:gs>
                <a:gs pos="28571">
                  <a:srgbClr val="000000">
                    <a:alpha val="1128"/>
                  </a:srgbClr>
                </a:gs>
                <a:gs pos="42857">
                  <a:srgbClr val="000000">
                    <a:alpha val="741"/>
                  </a:srgbClr>
                </a:gs>
                <a:gs pos="57143">
                  <a:srgbClr val="000000">
                    <a:alpha val="411"/>
                  </a:srgbClr>
                </a:gs>
                <a:gs pos="71429">
                  <a:srgbClr val="000000">
                    <a:alpha val="193"/>
                  </a:srgbClr>
                </a:gs>
                <a:gs pos="85714">
                  <a:srgbClr val="000000">
                    <a:alpha val="76"/>
                  </a:srgbClr>
                </a:gs>
                <a:gs pos="100000">
                  <a:srgbClr val="00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8262684">
              <a:off x="1816496" y="1604692"/>
              <a:ext cx="535320" cy="264674"/>
            </a:xfrm>
            <a:prstGeom prst="ellipse">
              <a:avLst/>
            </a:prstGeom>
            <a:gradFill>
              <a:gsLst>
                <a:gs pos="0">
                  <a:srgbClr val="1AFF64">
                    <a:alpha val="32968"/>
                  </a:srgbClr>
                </a:gs>
                <a:gs pos="14286">
                  <a:srgbClr val="1AFF64">
                    <a:alpha val="30764"/>
                  </a:srgbClr>
                </a:gs>
                <a:gs pos="28571">
                  <a:srgbClr val="1AFF64">
                    <a:alpha val="24833"/>
                  </a:srgbClr>
                </a:gs>
                <a:gs pos="42857">
                  <a:srgbClr val="1AFF64">
                    <a:alpha val="17075"/>
                  </a:srgbClr>
                </a:gs>
                <a:gs pos="57143">
                  <a:srgbClr val="1AFF64">
                    <a:alpha val="9855"/>
                  </a:srgbClr>
                </a:gs>
                <a:gs pos="71429">
                  <a:srgbClr val="1AFF64">
                    <a:alpha val="4740"/>
                  </a:srgbClr>
                </a:gs>
                <a:gs pos="85714">
                  <a:srgbClr val="1AFF64">
                    <a:alpha val="1902"/>
                  </a:srgbClr>
                </a:gs>
                <a:gs pos="100000">
                  <a:srgbClr val="1AFF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5400000">
              <a:off x="1647055" y="845650"/>
              <a:ext cx="61174" cy="61174"/>
            </a:xfrm>
            <a:prstGeom prst="ellipse">
              <a:avLst/>
            </a:prstGeom>
            <a:gradFill>
              <a:gsLst>
                <a:gs pos="0">
                  <a:srgbClr val="FF172F">
                    <a:alpha val="13528"/>
                  </a:srgbClr>
                </a:gs>
                <a:gs pos="14286">
                  <a:srgbClr val="FF172F">
                    <a:alpha val="12506"/>
                  </a:srgbClr>
                </a:gs>
                <a:gs pos="28571">
                  <a:srgbClr val="FF172F">
                    <a:alpha val="9853"/>
                  </a:srgbClr>
                </a:gs>
                <a:gs pos="42857">
                  <a:srgbClr val="FF172F">
                    <a:alpha val="6578"/>
                  </a:srgbClr>
                </a:gs>
                <a:gs pos="57143">
                  <a:srgbClr val="FF172F">
                    <a:alpha val="3700"/>
                  </a:srgbClr>
                </a:gs>
                <a:gs pos="71429">
                  <a:srgbClr val="FF172F">
                    <a:alpha val="1749"/>
                  </a:srgbClr>
                </a:gs>
                <a:gs pos="85714">
                  <a:srgbClr val="FF172F">
                    <a:alpha val="695"/>
                  </a:srgbClr>
                </a:gs>
                <a:gs pos="100000">
                  <a:srgbClr val="FF172F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-9745584">
              <a:off x="1591519" y="1396690"/>
              <a:ext cx="460216" cy="233700"/>
            </a:xfrm>
            <a:prstGeom prst="ellipse">
              <a:avLst/>
            </a:prstGeom>
            <a:gradFill>
              <a:gsLst>
                <a:gs pos="0">
                  <a:srgbClr val="FF0073">
                    <a:alpha val="32968"/>
                  </a:srgbClr>
                </a:gs>
                <a:gs pos="14286">
                  <a:srgbClr val="FF0073">
                    <a:alpha val="30764"/>
                  </a:srgbClr>
                </a:gs>
                <a:gs pos="28571">
                  <a:srgbClr val="FF0073">
                    <a:alpha val="24833"/>
                  </a:srgbClr>
                </a:gs>
                <a:gs pos="42857">
                  <a:srgbClr val="FF0073">
                    <a:alpha val="17075"/>
                  </a:srgbClr>
                </a:gs>
                <a:gs pos="57143">
                  <a:srgbClr val="FF0073">
                    <a:alpha val="9855"/>
                  </a:srgbClr>
                </a:gs>
                <a:gs pos="71429">
                  <a:srgbClr val="FF0073">
                    <a:alpha val="4740"/>
                  </a:srgbClr>
                </a:gs>
                <a:gs pos="85714">
                  <a:srgbClr val="FF0073">
                    <a:alpha val="1902"/>
                  </a:srgbClr>
                </a:gs>
                <a:gs pos="100000">
                  <a:srgbClr val="FF0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3084906">
              <a:off x="1080721" y="1497423"/>
              <a:ext cx="488752" cy="206075"/>
            </a:xfrm>
            <a:prstGeom prst="ellipse">
              <a:avLst/>
            </a:prstGeom>
            <a:gradFill>
              <a:gsLst>
                <a:gs pos="0">
                  <a:srgbClr val="FF78FF">
                    <a:alpha val="32968"/>
                  </a:srgbClr>
                </a:gs>
                <a:gs pos="14286">
                  <a:srgbClr val="FF78FF">
                    <a:alpha val="30764"/>
                  </a:srgbClr>
                </a:gs>
                <a:gs pos="28571">
                  <a:srgbClr val="FF78FF">
                    <a:alpha val="24833"/>
                  </a:srgbClr>
                </a:gs>
                <a:gs pos="42857">
                  <a:srgbClr val="FF78FF">
                    <a:alpha val="17075"/>
                  </a:srgbClr>
                </a:gs>
                <a:gs pos="57143">
                  <a:srgbClr val="FF78FF">
                    <a:alpha val="9855"/>
                  </a:srgbClr>
                </a:gs>
                <a:gs pos="71429">
                  <a:srgbClr val="FF78FF">
                    <a:alpha val="4740"/>
                  </a:srgbClr>
                </a:gs>
                <a:gs pos="85714">
                  <a:srgbClr val="FF78FF">
                    <a:alpha val="1902"/>
                  </a:srgbClr>
                </a:gs>
                <a:gs pos="100000">
                  <a:srgbClr val="FF7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-8332688">
              <a:off x="1302389" y="1900595"/>
              <a:ext cx="545962" cy="2354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9965708">
              <a:off x="1370987" y="1871861"/>
              <a:ext cx="418958" cy="253396"/>
            </a:xfrm>
            <a:prstGeom prst="ellipse">
              <a:avLst/>
            </a:prstGeom>
            <a:gradFill>
              <a:gsLst>
                <a:gs pos="0">
                  <a:srgbClr val="00B6FF">
                    <a:alpha val="32968"/>
                  </a:srgbClr>
                </a:gs>
                <a:gs pos="14286">
                  <a:srgbClr val="00B6FF">
                    <a:alpha val="30764"/>
                  </a:srgbClr>
                </a:gs>
                <a:gs pos="28571">
                  <a:srgbClr val="00B6FF">
                    <a:alpha val="24833"/>
                  </a:srgbClr>
                </a:gs>
                <a:gs pos="42857">
                  <a:srgbClr val="00B6FF">
                    <a:alpha val="17075"/>
                  </a:srgbClr>
                </a:gs>
                <a:gs pos="57143">
                  <a:srgbClr val="00B6FF">
                    <a:alpha val="9855"/>
                  </a:srgbClr>
                </a:gs>
                <a:gs pos="71429">
                  <a:srgbClr val="00B6FF">
                    <a:alpha val="4740"/>
                  </a:srgbClr>
                </a:gs>
                <a:gs pos="85714">
                  <a:srgbClr val="00B6FF">
                    <a:alpha val="1902"/>
                  </a:srgbClr>
                </a:gs>
                <a:gs pos="100000">
                  <a:srgbClr val="00B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3524052">
              <a:off x="1511656" y="2583341"/>
              <a:ext cx="259671" cy="152993"/>
            </a:xfrm>
            <a:prstGeom prst="ellipse">
              <a:avLst/>
            </a:prstGeom>
            <a:gradFill>
              <a:gsLst>
                <a:gs pos="0">
                  <a:srgbClr val="188AFF">
                    <a:alpha val="32968"/>
                  </a:srgbClr>
                </a:gs>
                <a:gs pos="14286">
                  <a:srgbClr val="188AFF">
                    <a:alpha val="30764"/>
                  </a:srgbClr>
                </a:gs>
                <a:gs pos="28571">
                  <a:srgbClr val="188AFF">
                    <a:alpha val="24833"/>
                  </a:srgbClr>
                </a:gs>
                <a:gs pos="42857">
                  <a:srgbClr val="188AFF">
                    <a:alpha val="17075"/>
                  </a:srgbClr>
                </a:gs>
                <a:gs pos="57143">
                  <a:srgbClr val="188AFF">
                    <a:alpha val="9855"/>
                  </a:srgbClr>
                </a:gs>
                <a:gs pos="71429">
                  <a:srgbClr val="188AFF">
                    <a:alpha val="4740"/>
                  </a:srgbClr>
                </a:gs>
                <a:gs pos="85714">
                  <a:srgbClr val="188AFF">
                    <a:alpha val="1902"/>
                  </a:srgbClr>
                </a:gs>
                <a:gs pos="100000">
                  <a:srgbClr val="188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4694410">
              <a:off x="1747060" y="1740719"/>
              <a:ext cx="506063" cy="278867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8692321">
              <a:off x="1437186" y="1358584"/>
              <a:ext cx="468364" cy="208592"/>
            </a:xfrm>
            <a:prstGeom prst="ellipse">
              <a:avLst/>
            </a:prstGeom>
            <a:gradFill>
              <a:gsLst>
                <a:gs pos="0">
                  <a:srgbClr val="FF809F">
                    <a:alpha val="32968"/>
                  </a:srgbClr>
                </a:gs>
                <a:gs pos="14286">
                  <a:srgbClr val="FF809F">
                    <a:alpha val="30764"/>
                  </a:srgbClr>
                </a:gs>
                <a:gs pos="28571">
                  <a:srgbClr val="FF809F">
                    <a:alpha val="24833"/>
                  </a:srgbClr>
                </a:gs>
                <a:gs pos="42857">
                  <a:srgbClr val="FF809F">
                    <a:alpha val="17075"/>
                  </a:srgbClr>
                </a:gs>
                <a:gs pos="57143">
                  <a:srgbClr val="FF809F">
                    <a:alpha val="9855"/>
                  </a:srgbClr>
                </a:gs>
                <a:gs pos="71429">
                  <a:srgbClr val="FF809F">
                    <a:alpha val="4740"/>
                  </a:srgbClr>
                </a:gs>
                <a:gs pos="85714">
                  <a:srgbClr val="FF809F">
                    <a:alpha val="1902"/>
                  </a:srgbClr>
                </a:gs>
                <a:gs pos="100000">
                  <a:srgbClr val="FF8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5797465">
              <a:off x="3256231" y="1236942"/>
              <a:ext cx="397860" cy="388662"/>
            </a:xfrm>
            <a:prstGeom prst="ellipse">
              <a:avLst/>
            </a:prstGeom>
            <a:gradFill>
              <a:gsLst>
                <a:gs pos="0">
                  <a:srgbClr val="090000">
                    <a:alpha val="25504"/>
                  </a:srgbClr>
                </a:gs>
                <a:gs pos="14286">
                  <a:srgbClr val="090000">
                    <a:alpha val="23708"/>
                  </a:srgbClr>
                </a:gs>
                <a:gs pos="28571">
                  <a:srgbClr val="090000">
                    <a:alpha val="18951"/>
                  </a:srgbClr>
                </a:gs>
                <a:gs pos="42857">
                  <a:srgbClr val="090000">
                    <a:alpha val="12874"/>
                  </a:srgbClr>
                </a:gs>
                <a:gs pos="57143">
                  <a:srgbClr val="090000">
                    <a:alpha val="7352"/>
                  </a:srgbClr>
                </a:gs>
                <a:gs pos="71429">
                  <a:srgbClr val="090000">
                    <a:alpha val="3511"/>
                  </a:srgbClr>
                </a:gs>
                <a:gs pos="85714">
                  <a:srgbClr val="090000">
                    <a:alpha val="1404"/>
                  </a:srgbClr>
                </a:gs>
                <a:gs pos="100000">
                  <a:srgbClr val="090000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5400000">
              <a:off x="817024" y="1947079"/>
              <a:ext cx="62091" cy="62091"/>
            </a:xfrm>
            <a:prstGeom prst="ellipse">
              <a:avLst/>
            </a:prstGeom>
            <a:gradFill>
              <a:gsLst>
                <a:gs pos="0">
                  <a:srgbClr val="4900FF">
                    <a:alpha val="13281"/>
                  </a:srgbClr>
                </a:gs>
                <a:gs pos="14286">
                  <a:srgbClr val="4900FF">
                    <a:alpha val="12276"/>
                  </a:srgbClr>
                </a:gs>
                <a:gs pos="28571">
                  <a:srgbClr val="4900FF">
                    <a:alpha val="9670"/>
                  </a:srgbClr>
                </a:gs>
                <a:gs pos="42857">
                  <a:srgbClr val="4900FF">
                    <a:alpha val="6453"/>
                  </a:srgbClr>
                </a:gs>
                <a:gs pos="57143">
                  <a:srgbClr val="4900FF">
                    <a:alpha val="3629"/>
                  </a:srgbClr>
                </a:gs>
                <a:gs pos="71429">
                  <a:srgbClr val="4900FF">
                    <a:alpha val="1715"/>
                  </a:srgbClr>
                </a:gs>
                <a:gs pos="85714">
                  <a:srgbClr val="4900FF">
                    <a:alpha val="682"/>
                  </a:srgbClr>
                </a:gs>
                <a:gs pos="100000">
                  <a:srgbClr val="4900FF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9652807">
              <a:off x="1995428" y="1201775"/>
              <a:ext cx="521626" cy="245582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5400000">
              <a:off x="1960332" y="809778"/>
              <a:ext cx="62316" cy="62316"/>
            </a:xfrm>
            <a:prstGeom prst="ellipse">
              <a:avLst/>
            </a:prstGeom>
            <a:gradFill>
              <a:gsLst>
                <a:gs pos="0">
                  <a:srgbClr val="FF3800">
                    <a:alpha val="13221"/>
                  </a:srgbClr>
                </a:gs>
                <a:gs pos="14286">
                  <a:srgbClr val="FF3800">
                    <a:alpha val="12219"/>
                  </a:srgbClr>
                </a:gs>
                <a:gs pos="28571">
                  <a:srgbClr val="FF3800">
                    <a:alpha val="9624"/>
                  </a:srgbClr>
                </a:gs>
                <a:gs pos="42857">
                  <a:srgbClr val="FF3800">
                    <a:alpha val="6422"/>
                  </a:srgbClr>
                </a:gs>
                <a:gs pos="57143">
                  <a:srgbClr val="FF3800">
                    <a:alpha val="3611"/>
                  </a:srgbClr>
                </a:gs>
                <a:gs pos="71429">
                  <a:srgbClr val="FF3800">
                    <a:alpha val="1707"/>
                  </a:srgbClr>
                </a:gs>
                <a:gs pos="85714">
                  <a:srgbClr val="FF3800">
                    <a:alpha val="678"/>
                  </a:srgbClr>
                </a:gs>
                <a:gs pos="100000">
                  <a:srgbClr val="FF3800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669072">
              <a:off x="548438" y="2965926"/>
              <a:ext cx="380433" cy="378922"/>
            </a:xfrm>
            <a:prstGeom prst="ellipse">
              <a:avLst/>
            </a:prstGeom>
            <a:gradFill>
              <a:gsLst>
                <a:gs pos="0">
                  <a:srgbClr val="000000">
                    <a:alpha val="2757"/>
                  </a:srgbClr>
                </a:gs>
                <a:gs pos="14286">
                  <a:srgbClr val="000000">
                    <a:alpha val="2537"/>
                  </a:srgbClr>
                </a:gs>
                <a:gs pos="28571">
                  <a:srgbClr val="000000">
                    <a:alpha val="1976"/>
                  </a:srgbClr>
                </a:gs>
                <a:gs pos="42857">
                  <a:srgbClr val="000000">
                    <a:alpha val="1300"/>
                  </a:srgbClr>
                </a:gs>
                <a:gs pos="57143">
                  <a:srgbClr val="000000">
                    <a:alpha val="723"/>
                  </a:srgbClr>
                </a:gs>
                <a:gs pos="71429">
                  <a:srgbClr val="000000">
                    <a:alpha val="339"/>
                  </a:srgbClr>
                </a:gs>
                <a:gs pos="85714">
                  <a:srgbClr val="000000">
                    <a:alpha val="134"/>
                  </a:srgbClr>
                </a:gs>
                <a:gs pos="100000">
                  <a:srgbClr val="0000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5496646">
              <a:off x="1707367" y="2290742"/>
              <a:ext cx="266378" cy="254198"/>
            </a:xfrm>
            <a:prstGeom prst="ellipse">
              <a:avLst/>
            </a:prstGeom>
            <a:gradFill>
              <a:gsLst>
                <a:gs pos="0">
                  <a:srgbClr val="7CFFD7">
                    <a:alpha val="32968"/>
                  </a:srgbClr>
                </a:gs>
                <a:gs pos="14286">
                  <a:srgbClr val="7CFFD7">
                    <a:alpha val="30764"/>
                  </a:srgbClr>
                </a:gs>
                <a:gs pos="28571">
                  <a:srgbClr val="7CFFD7">
                    <a:alpha val="24833"/>
                  </a:srgbClr>
                </a:gs>
                <a:gs pos="42857">
                  <a:srgbClr val="7CFFD7">
                    <a:alpha val="17075"/>
                  </a:srgbClr>
                </a:gs>
                <a:gs pos="57143">
                  <a:srgbClr val="7CFFD7">
                    <a:alpha val="9855"/>
                  </a:srgbClr>
                </a:gs>
                <a:gs pos="71429">
                  <a:srgbClr val="7CFFD7">
                    <a:alpha val="4740"/>
                  </a:srgbClr>
                </a:gs>
                <a:gs pos="85714">
                  <a:srgbClr val="7CFFD7">
                    <a:alpha val="1902"/>
                  </a:srgbClr>
                </a:gs>
                <a:gs pos="100000">
                  <a:srgbClr val="7CFF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10768871">
              <a:off x="1234049" y="-123429"/>
              <a:ext cx="414077" cy="404105"/>
            </a:xfrm>
            <a:prstGeom prst="ellipse">
              <a:avLst/>
            </a:prstGeom>
            <a:gradFill>
              <a:gsLst>
                <a:gs pos="0">
                  <a:srgbClr val="000000">
                    <a:alpha val="9999"/>
                  </a:srgbClr>
                </a:gs>
                <a:gs pos="14286">
                  <a:srgbClr val="000000">
                    <a:alpha val="9229"/>
                  </a:srgbClr>
                </a:gs>
                <a:gs pos="28571">
                  <a:srgbClr val="000000">
                    <a:alpha val="7243"/>
                  </a:srgbClr>
                </a:gs>
                <a:gs pos="42857">
                  <a:srgbClr val="000000">
                    <a:alpha val="4812"/>
                  </a:srgbClr>
                </a:gs>
                <a:gs pos="57143">
                  <a:srgbClr val="000000">
                    <a:alpha val="2695"/>
                  </a:srgbClr>
                </a:gs>
                <a:gs pos="71429">
                  <a:srgbClr val="000000">
                    <a:alpha val="1271"/>
                  </a:srgbClr>
                </a:gs>
                <a:gs pos="85714">
                  <a:srgbClr val="000000">
                    <a:alpha val="505"/>
                  </a:srgbClr>
                </a:gs>
                <a:gs pos="100000">
                  <a:srgbClr val="000000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-8574222">
              <a:off x="1040099" y="1556410"/>
              <a:ext cx="543586" cy="270656"/>
            </a:xfrm>
            <a:prstGeom prst="ellipse">
              <a:avLst/>
            </a:prstGeom>
            <a:gradFill>
              <a:gsLst>
                <a:gs pos="0">
                  <a:srgbClr val="008DFF">
                    <a:alpha val="32968"/>
                  </a:srgbClr>
                </a:gs>
                <a:gs pos="14286">
                  <a:srgbClr val="008DFF">
                    <a:alpha val="30764"/>
                  </a:srgbClr>
                </a:gs>
                <a:gs pos="28571">
                  <a:srgbClr val="008DFF">
                    <a:alpha val="24833"/>
                  </a:srgbClr>
                </a:gs>
                <a:gs pos="42857">
                  <a:srgbClr val="008DFF">
                    <a:alpha val="17075"/>
                  </a:srgbClr>
                </a:gs>
                <a:gs pos="57143">
                  <a:srgbClr val="008DFF">
                    <a:alpha val="9855"/>
                  </a:srgbClr>
                </a:gs>
                <a:gs pos="71429">
                  <a:srgbClr val="008DFF">
                    <a:alpha val="4740"/>
                  </a:srgbClr>
                </a:gs>
                <a:gs pos="85714">
                  <a:srgbClr val="008DFF">
                    <a:alpha val="1902"/>
                  </a:srgbClr>
                </a:gs>
                <a:gs pos="100000">
                  <a:srgbClr val="008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8481682">
              <a:off x="1063391" y="1517571"/>
              <a:ext cx="523352" cy="265289"/>
            </a:xfrm>
            <a:prstGeom prst="ellipse">
              <a:avLst/>
            </a:prstGeom>
            <a:gradFill>
              <a:gsLst>
                <a:gs pos="0">
                  <a:srgbClr val="CE67FF">
                    <a:alpha val="32968"/>
                  </a:srgbClr>
                </a:gs>
                <a:gs pos="14286">
                  <a:srgbClr val="CE67FF">
                    <a:alpha val="30764"/>
                  </a:srgbClr>
                </a:gs>
                <a:gs pos="28571">
                  <a:srgbClr val="CE67FF">
                    <a:alpha val="24833"/>
                  </a:srgbClr>
                </a:gs>
                <a:gs pos="42857">
                  <a:srgbClr val="CE67FF">
                    <a:alpha val="17075"/>
                  </a:srgbClr>
                </a:gs>
                <a:gs pos="57143">
                  <a:srgbClr val="CE67FF">
                    <a:alpha val="9855"/>
                  </a:srgbClr>
                </a:gs>
                <a:gs pos="71429">
                  <a:srgbClr val="CE67FF">
                    <a:alpha val="4740"/>
                  </a:srgbClr>
                </a:gs>
                <a:gs pos="85714">
                  <a:srgbClr val="CE67FF">
                    <a:alpha val="1902"/>
                  </a:srgbClr>
                </a:gs>
                <a:gs pos="100000">
                  <a:srgbClr val="CE6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5624928">
              <a:off x="1405713" y="2088832"/>
              <a:ext cx="506895" cy="220214"/>
            </a:xfrm>
            <a:prstGeom prst="ellipse">
              <a:avLst/>
            </a:prstGeom>
            <a:gradFill>
              <a:gsLst>
                <a:gs pos="0">
                  <a:srgbClr val="ACB9FF">
                    <a:alpha val="32968"/>
                  </a:srgbClr>
                </a:gs>
                <a:gs pos="14286">
                  <a:srgbClr val="ACB9FF">
                    <a:alpha val="30764"/>
                  </a:srgbClr>
                </a:gs>
                <a:gs pos="28571">
                  <a:srgbClr val="ACB9FF">
                    <a:alpha val="24833"/>
                  </a:srgbClr>
                </a:gs>
                <a:gs pos="42857">
                  <a:srgbClr val="ACB9FF">
                    <a:alpha val="17075"/>
                  </a:srgbClr>
                </a:gs>
                <a:gs pos="57143">
                  <a:srgbClr val="ACB9FF">
                    <a:alpha val="9855"/>
                  </a:srgbClr>
                </a:gs>
                <a:gs pos="71429">
                  <a:srgbClr val="ACB9FF">
                    <a:alpha val="4740"/>
                  </a:srgbClr>
                </a:gs>
                <a:gs pos="85714">
                  <a:srgbClr val="ACB9FF">
                    <a:alpha val="1902"/>
                  </a:srgbClr>
                </a:gs>
                <a:gs pos="100000">
                  <a:srgbClr val="ACB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8777557">
              <a:off x="1468409" y="2413520"/>
              <a:ext cx="484772" cy="243080"/>
            </a:xfrm>
            <a:prstGeom prst="ellipse">
              <a:avLst/>
            </a:prstGeom>
            <a:gradFill>
              <a:gsLst>
                <a:gs pos="0">
                  <a:srgbClr val="77FFFF">
                    <a:alpha val="32968"/>
                  </a:srgbClr>
                </a:gs>
                <a:gs pos="14286">
                  <a:srgbClr val="77FFFF">
                    <a:alpha val="30764"/>
                  </a:srgbClr>
                </a:gs>
                <a:gs pos="28571">
                  <a:srgbClr val="77FFFF">
                    <a:alpha val="24833"/>
                  </a:srgbClr>
                </a:gs>
                <a:gs pos="42857">
                  <a:srgbClr val="77FFFF">
                    <a:alpha val="17075"/>
                  </a:srgbClr>
                </a:gs>
                <a:gs pos="57143">
                  <a:srgbClr val="77FFFF">
                    <a:alpha val="9855"/>
                  </a:srgbClr>
                </a:gs>
                <a:gs pos="71429">
                  <a:srgbClr val="77FFFF">
                    <a:alpha val="4740"/>
                  </a:srgbClr>
                </a:gs>
                <a:gs pos="85714">
                  <a:srgbClr val="77FFFF">
                    <a:alpha val="1902"/>
                  </a:srgbClr>
                </a:gs>
                <a:gs pos="100000">
                  <a:srgbClr val="77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10059294">
              <a:off x="1937946" y="1302395"/>
              <a:ext cx="432662" cy="224725"/>
            </a:xfrm>
            <a:prstGeom prst="ellipse">
              <a:avLst/>
            </a:prstGeom>
            <a:gradFill>
              <a:gsLst>
                <a:gs pos="0">
                  <a:srgbClr val="FFB0DD">
                    <a:alpha val="32968"/>
                  </a:srgbClr>
                </a:gs>
                <a:gs pos="14286">
                  <a:srgbClr val="FFB0DD">
                    <a:alpha val="30764"/>
                  </a:srgbClr>
                </a:gs>
                <a:gs pos="28571">
                  <a:srgbClr val="FFB0DD">
                    <a:alpha val="24833"/>
                  </a:srgbClr>
                </a:gs>
                <a:gs pos="42857">
                  <a:srgbClr val="FFB0DD">
                    <a:alpha val="17075"/>
                  </a:srgbClr>
                </a:gs>
                <a:gs pos="57143">
                  <a:srgbClr val="FFB0DD">
                    <a:alpha val="9855"/>
                  </a:srgbClr>
                </a:gs>
                <a:gs pos="71429">
                  <a:srgbClr val="FFB0DD">
                    <a:alpha val="4740"/>
                  </a:srgbClr>
                </a:gs>
                <a:gs pos="85714">
                  <a:srgbClr val="FFB0DD">
                    <a:alpha val="1902"/>
                  </a:srgbClr>
                </a:gs>
                <a:gs pos="100000">
                  <a:srgbClr val="FFB0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2921694">
              <a:off x="2837897" y="595694"/>
              <a:ext cx="495273" cy="42519"/>
            </a:xfrm>
            <a:prstGeom prst="ellipse">
              <a:avLst/>
            </a:prstGeom>
            <a:gradFill>
              <a:gsLst>
                <a:gs pos="0">
                  <a:srgbClr val="453E00">
                    <a:alpha val="32968"/>
                  </a:srgbClr>
                </a:gs>
                <a:gs pos="14286">
                  <a:srgbClr val="453E00">
                    <a:alpha val="30764"/>
                  </a:srgbClr>
                </a:gs>
                <a:gs pos="28571">
                  <a:srgbClr val="453E00">
                    <a:alpha val="24833"/>
                  </a:srgbClr>
                </a:gs>
                <a:gs pos="42857">
                  <a:srgbClr val="453E00">
                    <a:alpha val="17075"/>
                  </a:srgbClr>
                </a:gs>
                <a:gs pos="57143">
                  <a:srgbClr val="453E00">
                    <a:alpha val="9855"/>
                  </a:srgbClr>
                </a:gs>
                <a:gs pos="71429">
                  <a:srgbClr val="453E00">
                    <a:alpha val="4740"/>
                  </a:srgbClr>
                </a:gs>
                <a:gs pos="85714">
                  <a:srgbClr val="453E00">
                    <a:alpha val="1902"/>
                  </a:srgbClr>
                </a:gs>
                <a:gs pos="100000">
                  <a:srgbClr val="453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563918">
              <a:off x="842429" y="1196105"/>
              <a:ext cx="521246" cy="271292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5256556">
              <a:off x="2494032" y="1209161"/>
              <a:ext cx="345265" cy="163155"/>
            </a:xfrm>
            <a:prstGeom prst="ellipse">
              <a:avLst/>
            </a:prstGeom>
            <a:gradFill>
              <a:gsLst>
                <a:gs pos="0">
                  <a:srgbClr val="EFFF00">
                    <a:alpha val="23324"/>
                  </a:srgbClr>
                </a:gs>
                <a:gs pos="14286">
                  <a:srgbClr val="EFFF00">
                    <a:alpha val="21659"/>
                  </a:srgbClr>
                </a:gs>
                <a:gs pos="28571">
                  <a:srgbClr val="EFFF00">
                    <a:alpha val="17265"/>
                  </a:srgbClr>
                </a:gs>
                <a:gs pos="42857">
                  <a:srgbClr val="EFFF00">
                    <a:alpha val="11690"/>
                  </a:srgbClr>
                </a:gs>
                <a:gs pos="57143">
                  <a:srgbClr val="EFFF00">
                    <a:alpha val="6657"/>
                  </a:srgbClr>
                </a:gs>
                <a:gs pos="71429">
                  <a:srgbClr val="EFFF00">
                    <a:alpha val="3173"/>
                  </a:srgbClr>
                </a:gs>
                <a:gs pos="85714">
                  <a:srgbClr val="EFFF00">
                    <a:alpha val="1267"/>
                  </a:srgbClr>
                </a:gs>
                <a:gs pos="100000">
                  <a:srgbClr val="EFFF00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5400000">
              <a:off x="1080709" y="1109752"/>
              <a:ext cx="62884" cy="62884"/>
            </a:xfrm>
            <a:prstGeom prst="ellipse">
              <a:avLst/>
            </a:prstGeom>
            <a:gradFill>
              <a:gsLst>
                <a:gs pos="0">
                  <a:srgbClr val="FF13CD">
                    <a:alpha val="13067"/>
                  </a:srgbClr>
                </a:gs>
                <a:gs pos="14286">
                  <a:srgbClr val="FF13CD">
                    <a:alpha val="12077"/>
                  </a:srgbClr>
                </a:gs>
                <a:gs pos="28571">
                  <a:srgbClr val="FF13CD">
                    <a:alpha val="9510"/>
                  </a:srgbClr>
                </a:gs>
                <a:gs pos="42857">
                  <a:srgbClr val="FF13CD">
                    <a:alpha val="6345"/>
                  </a:srgbClr>
                </a:gs>
                <a:gs pos="57143">
                  <a:srgbClr val="FF13CD">
                    <a:alpha val="3567"/>
                  </a:srgbClr>
                </a:gs>
                <a:gs pos="71429">
                  <a:srgbClr val="FF13CD">
                    <a:alpha val="1686"/>
                  </a:srgbClr>
                </a:gs>
                <a:gs pos="85714">
                  <a:srgbClr val="FF13CD">
                    <a:alpha val="670"/>
                  </a:srgbClr>
                </a:gs>
                <a:gs pos="100000">
                  <a:srgbClr val="FF13CD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8935846">
              <a:off x="2062753" y="1206387"/>
              <a:ext cx="524342" cy="22560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8120869">
              <a:off x="2703761" y="2935196"/>
              <a:ext cx="588639" cy="79494"/>
            </a:xfrm>
            <a:prstGeom prst="ellipse">
              <a:avLst/>
            </a:prstGeom>
            <a:gradFill>
              <a:gsLst>
                <a:gs pos="0">
                  <a:srgbClr val="005200">
                    <a:alpha val="32968"/>
                  </a:srgbClr>
                </a:gs>
                <a:gs pos="14286">
                  <a:srgbClr val="005200">
                    <a:alpha val="30764"/>
                  </a:srgbClr>
                </a:gs>
                <a:gs pos="28571">
                  <a:srgbClr val="005200">
                    <a:alpha val="24833"/>
                  </a:srgbClr>
                </a:gs>
                <a:gs pos="42857">
                  <a:srgbClr val="005200">
                    <a:alpha val="17075"/>
                  </a:srgbClr>
                </a:gs>
                <a:gs pos="57143">
                  <a:srgbClr val="005200">
                    <a:alpha val="9855"/>
                  </a:srgbClr>
                </a:gs>
                <a:gs pos="71429">
                  <a:srgbClr val="005200">
                    <a:alpha val="4740"/>
                  </a:srgbClr>
                </a:gs>
                <a:gs pos="85714">
                  <a:srgbClr val="005200">
                    <a:alpha val="1902"/>
                  </a:srgbClr>
                </a:gs>
                <a:gs pos="100000">
                  <a:srgbClr val="005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5561812">
              <a:off x="3273669" y="1308691"/>
              <a:ext cx="395769" cy="375253"/>
            </a:xfrm>
            <a:prstGeom prst="ellipse">
              <a:avLst/>
            </a:prstGeom>
            <a:gradFill>
              <a:gsLst>
                <a:gs pos="0">
                  <a:srgbClr val="000000">
                    <a:alpha val="19679"/>
                  </a:srgbClr>
                </a:gs>
                <a:gs pos="14286">
                  <a:srgbClr val="000000">
                    <a:alpha val="18242"/>
                  </a:srgbClr>
                </a:gs>
                <a:gs pos="28571">
                  <a:srgbClr val="000000">
                    <a:alpha val="14477"/>
                  </a:srgbClr>
                </a:gs>
                <a:gs pos="42857">
                  <a:srgbClr val="000000">
                    <a:alpha val="9749"/>
                  </a:srgbClr>
                </a:gs>
                <a:gs pos="57143">
                  <a:srgbClr val="000000">
                    <a:alpha val="5525"/>
                  </a:srgbClr>
                </a:gs>
                <a:gs pos="71429">
                  <a:srgbClr val="000000">
                    <a:alpha val="2625"/>
                  </a:srgbClr>
                </a:gs>
                <a:gs pos="85714">
                  <a:srgbClr val="000000">
                    <a:alpha val="1047"/>
                  </a:srgbClr>
                </a:gs>
                <a:gs pos="100000">
                  <a:srgbClr val="000000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5400000">
              <a:off x="824895" y="1570579"/>
              <a:ext cx="63026" cy="63026"/>
            </a:xfrm>
            <a:prstGeom prst="ellipse">
              <a:avLst/>
            </a:prstGeom>
            <a:gradFill>
              <a:gsLst>
                <a:gs pos="0">
                  <a:srgbClr val="AD09FF">
                    <a:alpha val="13029"/>
                  </a:srgbClr>
                </a:gs>
                <a:gs pos="14286">
                  <a:srgbClr val="AD09FF">
                    <a:alpha val="12041"/>
                  </a:srgbClr>
                </a:gs>
                <a:gs pos="28571">
                  <a:srgbClr val="AD09FF">
                    <a:alpha val="9482"/>
                  </a:srgbClr>
                </a:gs>
                <a:gs pos="42857">
                  <a:srgbClr val="AD09FF">
                    <a:alpha val="6325"/>
                  </a:srgbClr>
                </a:gs>
                <a:gs pos="57143">
                  <a:srgbClr val="AD09FF">
                    <a:alpha val="3556"/>
                  </a:srgbClr>
                </a:gs>
                <a:gs pos="71429">
                  <a:srgbClr val="AD09FF">
                    <a:alpha val="1681"/>
                  </a:srgbClr>
                </a:gs>
                <a:gs pos="85714">
                  <a:srgbClr val="AD09FF">
                    <a:alpha val="668"/>
                  </a:srgbClr>
                </a:gs>
                <a:gs pos="100000">
                  <a:srgbClr val="AD09F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5400000">
              <a:off x="1140191" y="2062765"/>
              <a:ext cx="63281" cy="63281"/>
            </a:xfrm>
            <a:prstGeom prst="ellipse">
              <a:avLst/>
            </a:prstGeom>
            <a:gradFill>
              <a:gsLst>
                <a:gs pos="0">
                  <a:srgbClr val="5352FF">
                    <a:alpha val="12959"/>
                  </a:srgbClr>
                </a:gs>
                <a:gs pos="14286">
                  <a:srgbClr val="5352FF">
                    <a:alpha val="11977"/>
                  </a:srgbClr>
                </a:gs>
                <a:gs pos="28571">
                  <a:srgbClr val="5352FF">
                    <a:alpha val="9430"/>
                  </a:srgbClr>
                </a:gs>
                <a:gs pos="42857">
                  <a:srgbClr val="5352FF">
                    <a:alpha val="6290"/>
                  </a:srgbClr>
                </a:gs>
                <a:gs pos="57143">
                  <a:srgbClr val="5352FF">
                    <a:alpha val="3536"/>
                  </a:srgbClr>
                </a:gs>
                <a:gs pos="71429">
                  <a:srgbClr val="5352FF">
                    <a:alpha val="1671"/>
                  </a:srgbClr>
                </a:gs>
                <a:gs pos="85714">
                  <a:srgbClr val="5352FF">
                    <a:alpha val="664"/>
                  </a:srgbClr>
                </a:gs>
                <a:gs pos="100000">
                  <a:srgbClr val="5352FF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3606907">
              <a:off x="1303179" y="1773131"/>
              <a:ext cx="539639" cy="246656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-9040425">
              <a:off x="1026952" y="1411378"/>
              <a:ext cx="275701" cy="149388"/>
            </a:xfrm>
            <a:prstGeom prst="ellipse">
              <a:avLst/>
            </a:prstGeom>
            <a:gradFill>
              <a:gsLst>
                <a:gs pos="0">
                  <a:srgbClr val="0074FF">
                    <a:alpha val="32968"/>
                  </a:srgbClr>
                </a:gs>
                <a:gs pos="14286">
                  <a:srgbClr val="0074FF">
                    <a:alpha val="30764"/>
                  </a:srgbClr>
                </a:gs>
                <a:gs pos="28571">
                  <a:srgbClr val="0074FF">
                    <a:alpha val="24833"/>
                  </a:srgbClr>
                </a:gs>
                <a:gs pos="42857">
                  <a:srgbClr val="0074FF">
                    <a:alpha val="17075"/>
                  </a:srgbClr>
                </a:gs>
                <a:gs pos="57143">
                  <a:srgbClr val="0074FF">
                    <a:alpha val="9855"/>
                  </a:srgbClr>
                </a:gs>
                <a:gs pos="71429">
                  <a:srgbClr val="0074FF">
                    <a:alpha val="4740"/>
                  </a:srgbClr>
                </a:gs>
                <a:gs pos="85714">
                  <a:srgbClr val="0074FF">
                    <a:alpha val="1902"/>
                  </a:srgbClr>
                </a:gs>
                <a:gs pos="100000">
                  <a:srgbClr val="007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-9032166">
              <a:off x="922703" y="1418827"/>
              <a:ext cx="484616" cy="233059"/>
            </a:xfrm>
            <a:prstGeom prst="ellipse">
              <a:avLst/>
            </a:prstGeom>
            <a:gradFill>
              <a:gsLst>
                <a:gs pos="0">
                  <a:srgbClr val="0051FF">
                    <a:alpha val="32968"/>
                  </a:srgbClr>
                </a:gs>
                <a:gs pos="14286">
                  <a:srgbClr val="0051FF">
                    <a:alpha val="30764"/>
                  </a:srgbClr>
                </a:gs>
                <a:gs pos="28571">
                  <a:srgbClr val="0051FF">
                    <a:alpha val="24833"/>
                  </a:srgbClr>
                </a:gs>
                <a:gs pos="42857">
                  <a:srgbClr val="0051FF">
                    <a:alpha val="17075"/>
                  </a:srgbClr>
                </a:gs>
                <a:gs pos="57143">
                  <a:srgbClr val="0051FF">
                    <a:alpha val="9855"/>
                  </a:srgbClr>
                </a:gs>
                <a:gs pos="71429">
                  <a:srgbClr val="0051FF">
                    <a:alpha val="4740"/>
                  </a:srgbClr>
                </a:gs>
                <a:gs pos="85714">
                  <a:srgbClr val="0051FF">
                    <a:alpha val="1902"/>
                  </a:srgbClr>
                </a:gs>
                <a:gs pos="100000">
                  <a:srgbClr val="005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5400000">
              <a:off x="1014748" y="1959214"/>
              <a:ext cx="63603" cy="63603"/>
            </a:xfrm>
            <a:prstGeom prst="ellipse">
              <a:avLst/>
            </a:prstGeom>
            <a:gradFill>
              <a:gsLst>
                <a:gs pos="0">
                  <a:srgbClr val="643DFF">
                    <a:alpha val="12872"/>
                  </a:srgbClr>
                </a:gs>
                <a:gs pos="14286">
                  <a:srgbClr val="643DFF">
                    <a:alpha val="11896"/>
                  </a:srgbClr>
                </a:gs>
                <a:gs pos="28571">
                  <a:srgbClr val="643DFF">
                    <a:alpha val="9366"/>
                  </a:srgbClr>
                </a:gs>
                <a:gs pos="42857">
                  <a:srgbClr val="643DFF">
                    <a:alpha val="6247"/>
                  </a:srgbClr>
                </a:gs>
                <a:gs pos="57143">
                  <a:srgbClr val="643DFF">
                    <a:alpha val="3511"/>
                  </a:srgbClr>
                </a:gs>
                <a:gs pos="71429">
                  <a:srgbClr val="643DFF">
                    <a:alpha val="1659"/>
                  </a:srgbClr>
                </a:gs>
                <a:gs pos="85714">
                  <a:srgbClr val="643DFF">
                    <a:alpha val="659"/>
                  </a:srgbClr>
                </a:gs>
                <a:gs pos="100000">
                  <a:srgbClr val="643DFF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5400000">
              <a:off x="903554" y="2176566"/>
              <a:ext cx="63555" cy="63555"/>
            </a:xfrm>
            <a:prstGeom prst="ellipse">
              <a:avLst/>
            </a:prstGeom>
            <a:gradFill>
              <a:gsLst>
                <a:gs pos="0">
                  <a:srgbClr val="0800FF">
                    <a:alpha val="12885"/>
                  </a:srgbClr>
                </a:gs>
                <a:gs pos="14286">
                  <a:srgbClr val="0800FF">
                    <a:alpha val="11908"/>
                  </a:srgbClr>
                </a:gs>
                <a:gs pos="28571">
                  <a:srgbClr val="0800FF">
                    <a:alpha val="9375"/>
                  </a:srgbClr>
                </a:gs>
                <a:gs pos="42857">
                  <a:srgbClr val="0800FF">
                    <a:alpha val="6253"/>
                  </a:srgbClr>
                </a:gs>
                <a:gs pos="57143">
                  <a:srgbClr val="0800FF">
                    <a:alpha val="3515"/>
                  </a:srgbClr>
                </a:gs>
                <a:gs pos="71429">
                  <a:srgbClr val="0800FF">
                    <a:alpha val="1661"/>
                  </a:srgbClr>
                </a:gs>
                <a:gs pos="85714">
                  <a:srgbClr val="0800FF">
                    <a:alpha val="660"/>
                  </a:srgbClr>
                </a:gs>
                <a:gs pos="100000">
                  <a:srgbClr val="0800FF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5400000">
              <a:off x="931701" y="2394561"/>
              <a:ext cx="63439" cy="63439"/>
            </a:xfrm>
            <a:prstGeom prst="ellipse">
              <a:avLst/>
            </a:prstGeom>
            <a:gradFill>
              <a:gsLst>
                <a:gs pos="0">
                  <a:srgbClr val="0029E7">
                    <a:alpha val="12917"/>
                  </a:srgbClr>
                </a:gs>
                <a:gs pos="14286">
                  <a:srgbClr val="0029E7">
                    <a:alpha val="11937"/>
                  </a:srgbClr>
                </a:gs>
                <a:gs pos="28571">
                  <a:srgbClr val="0029E7">
                    <a:alpha val="9399"/>
                  </a:srgbClr>
                </a:gs>
                <a:gs pos="42857">
                  <a:srgbClr val="0029E7">
                    <a:alpha val="6269"/>
                  </a:srgbClr>
                </a:gs>
                <a:gs pos="57143">
                  <a:srgbClr val="0029E7">
                    <a:alpha val="3524"/>
                  </a:srgbClr>
                </a:gs>
                <a:gs pos="71429">
                  <a:srgbClr val="0029E7">
                    <a:alpha val="1665"/>
                  </a:srgbClr>
                </a:gs>
                <a:gs pos="85714">
                  <a:srgbClr val="0029E7">
                    <a:alpha val="662"/>
                  </a:srgbClr>
                </a:gs>
                <a:gs pos="100000">
                  <a:srgbClr val="0029E7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6236685">
              <a:off x="1245802" y="1725840"/>
              <a:ext cx="480672" cy="232386"/>
            </a:xfrm>
            <a:prstGeom prst="ellipse">
              <a:avLst/>
            </a:prstGeom>
            <a:gradFill>
              <a:gsLst>
                <a:gs pos="0">
                  <a:srgbClr val="A98FFF">
                    <a:alpha val="32968"/>
                  </a:srgbClr>
                </a:gs>
                <a:gs pos="14286">
                  <a:srgbClr val="A98FFF">
                    <a:alpha val="30764"/>
                  </a:srgbClr>
                </a:gs>
                <a:gs pos="28571">
                  <a:srgbClr val="A98FFF">
                    <a:alpha val="24833"/>
                  </a:srgbClr>
                </a:gs>
                <a:gs pos="42857">
                  <a:srgbClr val="A98FFF">
                    <a:alpha val="17075"/>
                  </a:srgbClr>
                </a:gs>
                <a:gs pos="57143">
                  <a:srgbClr val="A98FFF">
                    <a:alpha val="9855"/>
                  </a:srgbClr>
                </a:gs>
                <a:gs pos="71429">
                  <a:srgbClr val="A98FFF">
                    <a:alpha val="4740"/>
                  </a:srgbClr>
                </a:gs>
                <a:gs pos="85714">
                  <a:srgbClr val="A98FFF">
                    <a:alpha val="1902"/>
                  </a:srgbClr>
                </a:gs>
                <a:gs pos="100000">
                  <a:srgbClr val="A98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5400000">
              <a:off x="958962" y="1644207"/>
              <a:ext cx="63834" cy="63834"/>
            </a:xfrm>
            <a:prstGeom prst="ellipse">
              <a:avLst/>
            </a:prstGeom>
            <a:gradFill>
              <a:gsLst>
                <a:gs pos="0">
                  <a:srgbClr val="AE35FF">
                    <a:alpha val="12810"/>
                  </a:srgbClr>
                </a:gs>
                <a:gs pos="14286">
                  <a:srgbClr val="AE35FF">
                    <a:alpha val="11838"/>
                  </a:srgbClr>
                </a:gs>
                <a:gs pos="28571">
                  <a:srgbClr val="AE35FF">
                    <a:alpha val="9319"/>
                  </a:srgbClr>
                </a:gs>
                <a:gs pos="42857">
                  <a:srgbClr val="AE35FF">
                    <a:alpha val="6215"/>
                  </a:srgbClr>
                </a:gs>
                <a:gs pos="57143">
                  <a:srgbClr val="AE35FF">
                    <a:alpha val="3493"/>
                  </a:srgbClr>
                </a:gs>
                <a:gs pos="71429">
                  <a:srgbClr val="AE35FF">
                    <a:alpha val="1650"/>
                  </a:srgbClr>
                </a:gs>
                <a:gs pos="85714">
                  <a:srgbClr val="AE35FF">
                    <a:alpha val="656"/>
                  </a:srgbClr>
                </a:gs>
                <a:gs pos="100000">
                  <a:srgbClr val="AE35F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400000">
              <a:off x="2361922" y="1861251"/>
              <a:ext cx="63798" cy="63798"/>
            </a:xfrm>
            <a:prstGeom prst="ellipse">
              <a:avLst/>
            </a:prstGeom>
            <a:gradFill>
              <a:gsLst>
                <a:gs pos="0">
                  <a:srgbClr val="92FF60">
                    <a:alpha val="12820"/>
                  </a:srgbClr>
                </a:gs>
                <a:gs pos="14286">
                  <a:srgbClr val="92FF60">
                    <a:alpha val="11847"/>
                  </a:srgbClr>
                </a:gs>
                <a:gs pos="28571">
                  <a:srgbClr val="92FF60">
                    <a:alpha val="9326"/>
                  </a:srgbClr>
                </a:gs>
                <a:gs pos="42857">
                  <a:srgbClr val="92FF60">
                    <a:alpha val="6220"/>
                  </a:srgbClr>
                </a:gs>
                <a:gs pos="57143">
                  <a:srgbClr val="92FF60">
                    <a:alpha val="3496"/>
                  </a:srgbClr>
                </a:gs>
                <a:gs pos="71429">
                  <a:srgbClr val="92FF60">
                    <a:alpha val="1652"/>
                  </a:srgbClr>
                </a:gs>
                <a:gs pos="85714">
                  <a:srgbClr val="92FF60">
                    <a:alpha val="656"/>
                  </a:srgbClr>
                </a:gs>
                <a:gs pos="100000">
                  <a:srgbClr val="92FF60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5400000">
              <a:off x="2492404" y="2037510"/>
              <a:ext cx="63757" cy="63757"/>
            </a:xfrm>
            <a:prstGeom prst="ellipse">
              <a:avLst/>
            </a:prstGeom>
            <a:gradFill>
              <a:gsLst>
                <a:gs pos="0">
                  <a:srgbClr val="4BFF2F">
                    <a:alpha val="12830"/>
                  </a:srgbClr>
                </a:gs>
                <a:gs pos="14286">
                  <a:srgbClr val="4BFF2F">
                    <a:alpha val="11857"/>
                  </a:srgbClr>
                </a:gs>
                <a:gs pos="28571">
                  <a:srgbClr val="4BFF2F">
                    <a:alpha val="9335"/>
                  </a:srgbClr>
                </a:gs>
                <a:gs pos="42857">
                  <a:srgbClr val="4BFF2F">
                    <a:alpha val="6225"/>
                  </a:srgbClr>
                </a:gs>
                <a:gs pos="57143">
                  <a:srgbClr val="4BFF2F">
                    <a:alpha val="3499"/>
                  </a:srgbClr>
                </a:gs>
                <a:gs pos="71429">
                  <a:srgbClr val="4BFF2F">
                    <a:alpha val="1653"/>
                  </a:srgbClr>
                </a:gs>
                <a:gs pos="85714">
                  <a:srgbClr val="4BFF2F">
                    <a:alpha val="657"/>
                  </a:srgbClr>
                </a:gs>
                <a:gs pos="100000">
                  <a:srgbClr val="4BFF2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5400000">
              <a:off x="1834137" y="2403880"/>
              <a:ext cx="64076" cy="64076"/>
            </a:xfrm>
            <a:prstGeom prst="ellipse">
              <a:avLst/>
            </a:prstGeom>
            <a:gradFill>
              <a:gsLst>
                <a:gs pos="0">
                  <a:srgbClr val="54FFE5">
                    <a:alpha val="12744"/>
                  </a:srgbClr>
                </a:gs>
                <a:gs pos="14286">
                  <a:srgbClr val="54FFE5">
                    <a:alpha val="11776"/>
                  </a:srgbClr>
                </a:gs>
                <a:gs pos="28571">
                  <a:srgbClr val="54FFE5">
                    <a:alpha val="9270"/>
                  </a:srgbClr>
                </a:gs>
                <a:gs pos="42857">
                  <a:srgbClr val="54FFE5">
                    <a:alpha val="6182"/>
                  </a:srgbClr>
                </a:gs>
                <a:gs pos="57143">
                  <a:srgbClr val="54FFE5">
                    <a:alpha val="3474"/>
                  </a:srgbClr>
                </a:gs>
                <a:gs pos="71429">
                  <a:srgbClr val="54FFE5">
                    <a:alpha val="1641"/>
                  </a:srgbClr>
                </a:gs>
                <a:gs pos="85714">
                  <a:srgbClr val="54FFE5">
                    <a:alpha val="652"/>
                  </a:srgbClr>
                </a:gs>
                <a:gs pos="100000">
                  <a:srgbClr val="54FFE5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9868807">
              <a:off x="916024" y="1233275"/>
              <a:ext cx="507269" cy="267492"/>
            </a:xfrm>
            <a:prstGeom prst="ellipse">
              <a:avLst/>
            </a:prstGeom>
            <a:gradFill>
              <a:gsLst>
                <a:gs pos="0">
                  <a:srgbClr val="FF88FF">
                    <a:alpha val="32968"/>
                  </a:srgbClr>
                </a:gs>
                <a:gs pos="14286">
                  <a:srgbClr val="FF88FF">
                    <a:alpha val="30764"/>
                  </a:srgbClr>
                </a:gs>
                <a:gs pos="28571">
                  <a:srgbClr val="FF88FF">
                    <a:alpha val="24833"/>
                  </a:srgbClr>
                </a:gs>
                <a:gs pos="42857">
                  <a:srgbClr val="FF88FF">
                    <a:alpha val="17075"/>
                  </a:srgbClr>
                </a:gs>
                <a:gs pos="57143">
                  <a:srgbClr val="FF88FF">
                    <a:alpha val="9855"/>
                  </a:srgbClr>
                </a:gs>
                <a:gs pos="71429">
                  <a:srgbClr val="FF88FF">
                    <a:alpha val="4740"/>
                  </a:srgbClr>
                </a:gs>
                <a:gs pos="85714">
                  <a:srgbClr val="FF88FF">
                    <a:alpha val="1902"/>
                  </a:srgbClr>
                </a:gs>
                <a:gs pos="100000">
                  <a:srgbClr val="FF8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7019175">
              <a:off x="1519851" y="2162344"/>
              <a:ext cx="261264" cy="154558"/>
            </a:xfrm>
            <a:prstGeom prst="ellipse">
              <a:avLst/>
            </a:prstGeom>
            <a:gradFill>
              <a:gsLst>
                <a:gs pos="0">
                  <a:srgbClr val="51BBFF">
                    <a:alpha val="32968"/>
                  </a:srgbClr>
                </a:gs>
                <a:gs pos="14286">
                  <a:srgbClr val="51BBFF">
                    <a:alpha val="30764"/>
                  </a:srgbClr>
                </a:gs>
                <a:gs pos="28571">
                  <a:srgbClr val="51BBFF">
                    <a:alpha val="24833"/>
                  </a:srgbClr>
                </a:gs>
                <a:gs pos="42857">
                  <a:srgbClr val="51BBFF">
                    <a:alpha val="17075"/>
                  </a:srgbClr>
                </a:gs>
                <a:gs pos="57143">
                  <a:srgbClr val="51BBFF">
                    <a:alpha val="9855"/>
                  </a:srgbClr>
                </a:gs>
                <a:gs pos="71429">
                  <a:srgbClr val="51BBFF">
                    <a:alpha val="4740"/>
                  </a:srgbClr>
                </a:gs>
                <a:gs pos="85714">
                  <a:srgbClr val="51BBFF">
                    <a:alpha val="1902"/>
                  </a:srgbClr>
                </a:gs>
                <a:gs pos="100000">
                  <a:srgbClr val="51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6161011">
              <a:off x="1347466" y="1998246"/>
              <a:ext cx="532189" cy="269023"/>
            </a:xfrm>
            <a:prstGeom prst="ellipse">
              <a:avLst/>
            </a:prstGeom>
            <a:gradFill>
              <a:gsLst>
                <a:gs pos="0">
                  <a:srgbClr val="0090FF">
                    <a:alpha val="32968"/>
                  </a:srgbClr>
                </a:gs>
                <a:gs pos="14286">
                  <a:srgbClr val="0090FF">
                    <a:alpha val="30764"/>
                  </a:srgbClr>
                </a:gs>
                <a:gs pos="28571">
                  <a:srgbClr val="0090FF">
                    <a:alpha val="24833"/>
                  </a:srgbClr>
                </a:gs>
                <a:gs pos="42857">
                  <a:srgbClr val="0090FF">
                    <a:alpha val="17075"/>
                  </a:srgbClr>
                </a:gs>
                <a:gs pos="57143">
                  <a:srgbClr val="0090FF">
                    <a:alpha val="9855"/>
                  </a:srgbClr>
                </a:gs>
                <a:gs pos="71429">
                  <a:srgbClr val="0090FF">
                    <a:alpha val="4740"/>
                  </a:srgbClr>
                </a:gs>
                <a:gs pos="85714">
                  <a:srgbClr val="0090FF">
                    <a:alpha val="1902"/>
                  </a:srgbClr>
                </a:gs>
                <a:gs pos="100000">
                  <a:srgbClr val="009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8709476">
              <a:off x="1320685" y="1914286"/>
              <a:ext cx="467091" cy="266030"/>
            </a:xfrm>
            <a:prstGeom prst="ellipse">
              <a:avLst/>
            </a:prstGeom>
            <a:gradFill>
              <a:gsLst>
                <a:gs pos="0">
                  <a:srgbClr val="324DFF">
                    <a:alpha val="32968"/>
                  </a:srgbClr>
                </a:gs>
                <a:gs pos="14286">
                  <a:srgbClr val="324DFF">
                    <a:alpha val="30764"/>
                  </a:srgbClr>
                </a:gs>
                <a:gs pos="28571">
                  <a:srgbClr val="324DFF">
                    <a:alpha val="24833"/>
                  </a:srgbClr>
                </a:gs>
                <a:gs pos="42857">
                  <a:srgbClr val="324DFF">
                    <a:alpha val="17075"/>
                  </a:srgbClr>
                </a:gs>
                <a:gs pos="57143">
                  <a:srgbClr val="324DFF">
                    <a:alpha val="9855"/>
                  </a:srgbClr>
                </a:gs>
                <a:gs pos="71429">
                  <a:srgbClr val="324DFF">
                    <a:alpha val="4740"/>
                  </a:srgbClr>
                </a:gs>
                <a:gs pos="85714">
                  <a:srgbClr val="324DFF">
                    <a:alpha val="1902"/>
                  </a:srgbClr>
                </a:gs>
                <a:gs pos="100000">
                  <a:srgbClr val="324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5400000">
              <a:off x="998678" y="2252426"/>
              <a:ext cx="64164" cy="64164"/>
            </a:xfrm>
            <a:prstGeom prst="ellipse">
              <a:avLst/>
            </a:prstGeom>
            <a:gradFill>
              <a:gsLst>
                <a:gs pos="0">
                  <a:srgbClr val="162AFF">
                    <a:alpha val="12720"/>
                  </a:srgbClr>
                </a:gs>
                <a:gs pos="14286">
                  <a:srgbClr val="162AFF">
                    <a:alpha val="11754"/>
                  </a:srgbClr>
                </a:gs>
                <a:gs pos="28571">
                  <a:srgbClr val="162AFF">
                    <a:alpha val="9253"/>
                  </a:srgbClr>
                </a:gs>
                <a:gs pos="42857">
                  <a:srgbClr val="162AFF">
                    <a:alpha val="6170"/>
                  </a:srgbClr>
                </a:gs>
                <a:gs pos="57143">
                  <a:srgbClr val="162AFF">
                    <a:alpha val="3467"/>
                  </a:srgbClr>
                </a:gs>
                <a:gs pos="71429">
                  <a:srgbClr val="162AFF">
                    <a:alpha val="1638"/>
                  </a:srgbClr>
                </a:gs>
                <a:gs pos="85714">
                  <a:srgbClr val="162AFF">
                    <a:alpha val="651"/>
                  </a:srgbClr>
                </a:gs>
                <a:gs pos="100000">
                  <a:srgbClr val="162AFF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5858825">
              <a:off x="1795127" y="1697937"/>
              <a:ext cx="551440" cy="275800"/>
            </a:xfrm>
            <a:prstGeom prst="ellipse">
              <a:avLst/>
            </a:prstGeom>
            <a:gradFill>
              <a:gsLst>
                <a:gs pos="0">
                  <a:srgbClr val="9BFFAF">
                    <a:alpha val="32968"/>
                  </a:srgbClr>
                </a:gs>
                <a:gs pos="14286">
                  <a:srgbClr val="9BFFAF">
                    <a:alpha val="30764"/>
                  </a:srgbClr>
                </a:gs>
                <a:gs pos="28571">
                  <a:srgbClr val="9BFFAF">
                    <a:alpha val="24833"/>
                  </a:srgbClr>
                </a:gs>
                <a:gs pos="42857">
                  <a:srgbClr val="9BFFAF">
                    <a:alpha val="17075"/>
                  </a:srgbClr>
                </a:gs>
                <a:gs pos="57143">
                  <a:srgbClr val="9BFFAF">
                    <a:alpha val="9855"/>
                  </a:srgbClr>
                </a:gs>
                <a:gs pos="71429">
                  <a:srgbClr val="9BFFAF">
                    <a:alpha val="4740"/>
                  </a:srgbClr>
                </a:gs>
                <a:gs pos="85714">
                  <a:srgbClr val="9BFFAF">
                    <a:alpha val="1902"/>
                  </a:srgbClr>
                </a:gs>
                <a:gs pos="100000">
                  <a:srgbClr val="9BFF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5400000">
              <a:off x="950970" y="1575004"/>
              <a:ext cx="64332" cy="64332"/>
            </a:xfrm>
            <a:prstGeom prst="ellipse">
              <a:avLst/>
            </a:prstGeom>
            <a:gradFill>
              <a:gsLst>
                <a:gs pos="0">
                  <a:srgbClr val="BC2FFF">
                    <a:alpha val="12675"/>
                  </a:srgbClr>
                </a:gs>
                <a:gs pos="14286">
                  <a:srgbClr val="BC2FFF">
                    <a:alpha val="11712"/>
                  </a:srgbClr>
                </a:gs>
                <a:gs pos="28571">
                  <a:srgbClr val="BC2FFF">
                    <a:alpha val="9219"/>
                  </a:srgbClr>
                </a:gs>
                <a:gs pos="42857">
                  <a:srgbClr val="BC2FFF">
                    <a:alpha val="6147"/>
                  </a:srgbClr>
                </a:gs>
                <a:gs pos="57143">
                  <a:srgbClr val="BC2FFF">
                    <a:alpha val="3454"/>
                  </a:srgbClr>
                </a:gs>
                <a:gs pos="71429">
                  <a:srgbClr val="BC2FFF">
                    <a:alpha val="1632"/>
                  </a:srgbClr>
                </a:gs>
                <a:gs pos="85714">
                  <a:srgbClr val="BC2FFF">
                    <a:alpha val="649"/>
                  </a:srgbClr>
                </a:gs>
                <a:gs pos="100000">
                  <a:srgbClr val="BC2FFF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5400000">
              <a:off x="836298" y="1883498"/>
              <a:ext cx="64249" cy="64249"/>
            </a:xfrm>
            <a:prstGeom prst="ellipse">
              <a:avLst/>
            </a:prstGeom>
            <a:gradFill>
              <a:gsLst>
                <a:gs pos="0">
                  <a:srgbClr val="600CFF">
                    <a:alpha val="12697"/>
                  </a:srgbClr>
                </a:gs>
                <a:gs pos="14286">
                  <a:srgbClr val="600CFF">
                    <a:alpha val="11733"/>
                  </a:srgbClr>
                </a:gs>
                <a:gs pos="28571">
                  <a:srgbClr val="600CFF">
                    <a:alpha val="9236"/>
                  </a:srgbClr>
                </a:gs>
                <a:gs pos="42857">
                  <a:srgbClr val="600CFF">
                    <a:alpha val="6158"/>
                  </a:srgbClr>
                </a:gs>
                <a:gs pos="57143">
                  <a:srgbClr val="600CFF">
                    <a:alpha val="3461"/>
                  </a:srgbClr>
                </a:gs>
                <a:gs pos="71429">
                  <a:srgbClr val="600CFF">
                    <a:alpha val="1635"/>
                  </a:srgbClr>
                </a:gs>
                <a:gs pos="85714">
                  <a:srgbClr val="600CFF">
                    <a:alpha val="650"/>
                  </a:srgbClr>
                </a:gs>
                <a:gs pos="100000">
                  <a:srgbClr val="600CFF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5400000">
              <a:off x="936854" y="1385605"/>
              <a:ext cx="64631" cy="64631"/>
            </a:xfrm>
            <a:prstGeom prst="ellipse">
              <a:avLst/>
            </a:prstGeom>
            <a:gradFill>
              <a:gsLst>
                <a:gs pos="0">
                  <a:srgbClr val="E41DFF">
                    <a:alpha val="12593"/>
                  </a:srgbClr>
                </a:gs>
                <a:gs pos="14286">
                  <a:srgbClr val="E41DFF">
                    <a:alpha val="11636"/>
                  </a:srgbClr>
                </a:gs>
                <a:gs pos="28571">
                  <a:srgbClr val="E41DFF">
                    <a:alpha val="9159"/>
                  </a:srgbClr>
                </a:gs>
                <a:gs pos="42857">
                  <a:srgbClr val="E41DFF">
                    <a:alpha val="6106"/>
                  </a:srgbClr>
                </a:gs>
                <a:gs pos="57143">
                  <a:srgbClr val="E41DFF">
                    <a:alpha val="3431"/>
                  </a:srgbClr>
                </a:gs>
                <a:gs pos="71429">
                  <a:srgbClr val="E41DFF">
                    <a:alpha val="1621"/>
                  </a:srgbClr>
                </a:gs>
                <a:gs pos="85714">
                  <a:srgbClr val="E41DFF">
                    <a:alpha val="644"/>
                  </a:srgbClr>
                </a:gs>
                <a:gs pos="100000">
                  <a:srgbClr val="E41DFF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5400000">
              <a:off x="1027820" y="2301070"/>
              <a:ext cx="64538" cy="64538"/>
            </a:xfrm>
            <a:prstGeom prst="ellipse">
              <a:avLst/>
            </a:prstGeom>
            <a:gradFill>
              <a:gsLst>
                <a:gs pos="0">
                  <a:srgbClr val="1038FF">
                    <a:alpha val="12618"/>
                  </a:srgbClr>
                </a:gs>
                <a:gs pos="14286">
                  <a:srgbClr val="1038FF">
                    <a:alpha val="11660"/>
                  </a:srgbClr>
                </a:gs>
                <a:gs pos="28571">
                  <a:srgbClr val="1038FF">
                    <a:alpha val="9177"/>
                  </a:srgbClr>
                </a:gs>
                <a:gs pos="42857">
                  <a:srgbClr val="1038FF">
                    <a:alpha val="6119"/>
                  </a:srgbClr>
                </a:gs>
                <a:gs pos="57143">
                  <a:srgbClr val="1038FF">
                    <a:alpha val="3438"/>
                  </a:srgbClr>
                </a:gs>
                <a:gs pos="71429">
                  <a:srgbClr val="1038FF">
                    <a:alpha val="1624"/>
                  </a:srgbClr>
                </a:gs>
                <a:gs pos="85714">
                  <a:srgbClr val="1038FF">
                    <a:alpha val="645"/>
                  </a:srgbClr>
                </a:gs>
                <a:gs pos="100000">
                  <a:srgbClr val="1038FF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529092">
              <a:off x="1848850" y="2554309"/>
              <a:ext cx="486847" cy="186380"/>
            </a:xfrm>
            <a:prstGeom prst="ellipse">
              <a:avLst/>
            </a:prstGeom>
            <a:gradFill>
              <a:gsLst>
                <a:gs pos="0">
                  <a:srgbClr val="00FF94">
                    <a:alpha val="32968"/>
                  </a:srgbClr>
                </a:gs>
                <a:gs pos="14286">
                  <a:srgbClr val="00FF94">
                    <a:alpha val="30764"/>
                  </a:srgbClr>
                </a:gs>
                <a:gs pos="28571">
                  <a:srgbClr val="00FF94">
                    <a:alpha val="24833"/>
                  </a:srgbClr>
                </a:gs>
                <a:gs pos="42857">
                  <a:srgbClr val="00FF94">
                    <a:alpha val="17075"/>
                  </a:srgbClr>
                </a:gs>
                <a:gs pos="57143">
                  <a:srgbClr val="00FF94">
                    <a:alpha val="9855"/>
                  </a:srgbClr>
                </a:gs>
                <a:gs pos="71429">
                  <a:srgbClr val="00FF94">
                    <a:alpha val="4740"/>
                  </a:srgbClr>
                </a:gs>
                <a:gs pos="85714">
                  <a:srgbClr val="00FF94">
                    <a:alpha val="1902"/>
                  </a:srgbClr>
                </a:gs>
                <a:gs pos="100000">
                  <a:srgbClr val="00FF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8432963">
              <a:off x="808958" y="1038895"/>
              <a:ext cx="490259" cy="232486"/>
            </a:xfrm>
            <a:prstGeom prst="ellipse">
              <a:avLst/>
            </a:prstGeom>
            <a:gradFill>
              <a:gsLst>
                <a:gs pos="0">
                  <a:srgbClr val="FF00ED">
                    <a:alpha val="32968"/>
                  </a:srgbClr>
                </a:gs>
                <a:gs pos="14286">
                  <a:srgbClr val="FF00ED">
                    <a:alpha val="30764"/>
                  </a:srgbClr>
                </a:gs>
                <a:gs pos="28571">
                  <a:srgbClr val="FF00ED">
                    <a:alpha val="24833"/>
                  </a:srgbClr>
                </a:gs>
                <a:gs pos="42857">
                  <a:srgbClr val="FF00ED">
                    <a:alpha val="17075"/>
                  </a:srgbClr>
                </a:gs>
                <a:gs pos="57143">
                  <a:srgbClr val="FF00ED">
                    <a:alpha val="9855"/>
                  </a:srgbClr>
                </a:gs>
                <a:gs pos="71429">
                  <a:srgbClr val="FF00ED">
                    <a:alpha val="4740"/>
                  </a:srgbClr>
                </a:gs>
                <a:gs pos="85714">
                  <a:srgbClr val="FF00ED">
                    <a:alpha val="1902"/>
                  </a:srgbClr>
                </a:gs>
                <a:gs pos="100000">
                  <a:srgbClr val="FF00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5082554">
              <a:off x="2445915" y="1442008"/>
              <a:ext cx="488386" cy="222591"/>
            </a:xfrm>
            <a:prstGeom prst="ellipse">
              <a:avLst/>
            </a:prstGeom>
            <a:gradFill>
              <a:gsLst>
                <a:gs pos="0">
                  <a:srgbClr val="DCFF00">
                    <a:alpha val="32968"/>
                  </a:srgbClr>
                </a:gs>
                <a:gs pos="14286">
                  <a:srgbClr val="DCFF00">
                    <a:alpha val="30764"/>
                  </a:srgbClr>
                </a:gs>
                <a:gs pos="28571">
                  <a:srgbClr val="DCFF00">
                    <a:alpha val="24833"/>
                  </a:srgbClr>
                </a:gs>
                <a:gs pos="42857">
                  <a:srgbClr val="DCFF00">
                    <a:alpha val="17075"/>
                  </a:srgbClr>
                </a:gs>
                <a:gs pos="57143">
                  <a:srgbClr val="DCFF00">
                    <a:alpha val="9855"/>
                  </a:srgbClr>
                </a:gs>
                <a:gs pos="71429">
                  <a:srgbClr val="DCFF00">
                    <a:alpha val="4740"/>
                  </a:srgbClr>
                </a:gs>
                <a:gs pos="85714">
                  <a:srgbClr val="DCFF00">
                    <a:alpha val="1902"/>
                  </a:srgbClr>
                </a:gs>
                <a:gs pos="100000">
                  <a:srgbClr val="DC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7262053">
              <a:off x="1874075" y="1629729"/>
              <a:ext cx="524959" cy="284120"/>
            </a:xfrm>
            <a:prstGeom prst="ellipse">
              <a:avLst/>
            </a:prstGeom>
            <a:gradFill>
              <a:gsLst>
                <a:gs pos="0">
                  <a:srgbClr val="00FFCC">
                    <a:alpha val="32968"/>
                  </a:srgbClr>
                </a:gs>
                <a:gs pos="14286">
                  <a:srgbClr val="00FFCC">
                    <a:alpha val="30764"/>
                  </a:srgbClr>
                </a:gs>
                <a:gs pos="28571">
                  <a:srgbClr val="00FFCC">
                    <a:alpha val="24833"/>
                  </a:srgbClr>
                </a:gs>
                <a:gs pos="42857">
                  <a:srgbClr val="00FFCC">
                    <a:alpha val="17075"/>
                  </a:srgbClr>
                </a:gs>
                <a:gs pos="57143">
                  <a:srgbClr val="00FFCC">
                    <a:alpha val="9855"/>
                  </a:srgbClr>
                </a:gs>
                <a:gs pos="71429">
                  <a:srgbClr val="00FFCC">
                    <a:alpha val="4740"/>
                  </a:srgbClr>
                </a:gs>
                <a:gs pos="85714">
                  <a:srgbClr val="00FFCC">
                    <a:alpha val="1902"/>
                  </a:srgbClr>
                </a:gs>
                <a:gs pos="100000">
                  <a:srgbClr val="00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2808299">
              <a:off x="1588350" y="1335745"/>
              <a:ext cx="480176" cy="250914"/>
            </a:xfrm>
            <a:prstGeom prst="ellipse">
              <a:avLst/>
            </a:prstGeom>
            <a:gradFill>
              <a:gsLst>
                <a:gs pos="0">
                  <a:srgbClr val="FF3A89">
                    <a:alpha val="32968"/>
                  </a:srgbClr>
                </a:gs>
                <a:gs pos="14286">
                  <a:srgbClr val="FF3A89">
                    <a:alpha val="30764"/>
                  </a:srgbClr>
                </a:gs>
                <a:gs pos="28571">
                  <a:srgbClr val="FF3A89">
                    <a:alpha val="24833"/>
                  </a:srgbClr>
                </a:gs>
                <a:gs pos="42857">
                  <a:srgbClr val="FF3A89">
                    <a:alpha val="17075"/>
                  </a:srgbClr>
                </a:gs>
                <a:gs pos="57143">
                  <a:srgbClr val="FF3A89">
                    <a:alpha val="9855"/>
                  </a:srgbClr>
                </a:gs>
                <a:gs pos="71429">
                  <a:srgbClr val="FF3A89">
                    <a:alpha val="4740"/>
                  </a:srgbClr>
                </a:gs>
                <a:gs pos="85714">
                  <a:srgbClr val="FF3A89">
                    <a:alpha val="1902"/>
                  </a:srgbClr>
                </a:gs>
                <a:gs pos="100000">
                  <a:srgbClr val="FF3A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7942305">
              <a:off x="1859289" y="1353753"/>
              <a:ext cx="265978" cy="154334"/>
            </a:xfrm>
            <a:prstGeom prst="ellipse">
              <a:avLst/>
            </a:prstGeom>
            <a:gradFill>
              <a:gsLst>
                <a:gs pos="0">
                  <a:srgbClr val="FF1A00">
                    <a:alpha val="32968"/>
                  </a:srgbClr>
                </a:gs>
                <a:gs pos="14286">
                  <a:srgbClr val="FF1A00">
                    <a:alpha val="30764"/>
                  </a:srgbClr>
                </a:gs>
                <a:gs pos="28571">
                  <a:srgbClr val="FF1A00">
                    <a:alpha val="24833"/>
                  </a:srgbClr>
                </a:gs>
                <a:gs pos="42857">
                  <a:srgbClr val="FF1A00">
                    <a:alpha val="17075"/>
                  </a:srgbClr>
                </a:gs>
                <a:gs pos="57143">
                  <a:srgbClr val="FF1A00">
                    <a:alpha val="9855"/>
                  </a:srgbClr>
                </a:gs>
                <a:gs pos="71429">
                  <a:srgbClr val="FF1A00">
                    <a:alpha val="4740"/>
                  </a:srgbClr>
                </a:gs>
                <a:gs pos="85714">
                  <a:srgbClr val="FF1A00">
                    <a:alpha val="1902"/>
                  </a:srgbClr>
                </a:gs>
                <a:gs pos="100000">
                  <a:srgbClr val="FF1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328332">
              <a:off x="709278" y="9171"/>
              <a:ext cx="514836" cy="512442"/>
            </a:xfrm>
            <a:prstGeom prst="ellipse">
              <a:avLst/>
            </a:prstGeom>
            <a:gradFill>
              <a:gsLst>
                <a:gs pos="0">
                  <a:srgbClr val="000000">
                    <a:alpha val="16667"/>
                  </a:srgbClr>
                </a:gs>
                <a:gs pos="14286">
                  <a:srgbClr val="000000">
                    <a:alpha val="15429"/>
                  </a:srgbClr>
                </a:gs>
                <a:gs pos="28571">
                  <a:srgbClr val="000000">
                    <a:alpha val="12201"/>
                  </a:srgbClr>
                </a:gs>
                <a:gs pos="42857">
                  <a:srgbClr val="000000">
                    <a:alpha val="8181"/>
                  </a:srgbClr>
                </a:gs>
                <a:gs pos="57143">
                  <a:srgbClr val="000000">
                    <a:alpha val="4619"/>
                  </a:srgbClr>
                </a:gs>
                <a:gs pos="71429">
                  <a:srgbClr val="000000">
                    <a:alpha val="2189"/>
                  </a:srgbClr>
                </a:gs>
                <a:gs pos="85714">
                  <a:srgbClr val="000000">
                    <a:alpha val="872"/>
                  </a:srgbClr>
                </a:gs>
                <a:gs pos="100000">
                  <a:srgbClr val="000000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6038652">
              <a:off x="2442727" y="1616153"/>
              <a:ext cx="497213" cy="238412"/>
            </a:xfrm>
            <a:prstGeom prst="ellipse">
              <a:avLst/>
            </a:prstGeom>
            <a:gradFill>
              <a:gsLst>
                <a:gs pos="0">
                  <a:srgbClr val="50FF00">
                    <a:alpha val="32968"/>
                  </a:srgbClr>
                </a:gs>
                <a:gs pos="14286">
                  <a:srgbClr val="50FF00">
                    <a:alpha val="30764"/>
                  </a:srgbClr>
                </a:gs>
                <a:gs pos="28571">
                  <a:srgbClr val="50FF00">
                    <a:alpha val="24833"/>
                  </a:srgbClr>
                </a:gs>
                <a:gs pos="42857">
                  <a:srgbClr val="50FF00">
                    <a:alpha val="17075"/>
                  </a:srgbClr>
                </a:gs>
                <a:gs pos="57143">
                  <a:srgbClr val="50FF00">
                    <a:alpha val="9855"/>
                  </a:srgbClr>
                </a:gs>
                <a:gs pos="71429">
                  <a:srgbClr val="50FF00">
                    <a:alpha val="4740"/>
                  </a:srgbClr>
                </a:gs>
                <a:gs pos="85714">
                  <a:srgbClr val="50FF00">
                    <a:alpha val="1902"/>
                  </a:srgbClr>
                </a:gs>
                <a:gs pos="100000">
                  <a:srgbClr val="5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9591114">
              <a:off x="1926857" y="1251965"/>
              <a:ext cx="492462" cy="239509"/>
            </a:xfrm>
            <a:prstGeom prst="ellipse">
              <a:avLst/>
            </a:prstGeom>
            <a:gradFill>
              <a:gsLst>
                <a:gs pos="0">
                  <a:srgbClr val="FF0078">
                    <a:alpha val="32968"/>
                  </a:srgbClr>
                </a:gs>
                <a:gs pos="14286">
                  <a:srgbClr val="FF0078">
                    <a:alpha val="30764"/>
                  </a:srgbClr>
                </a:gs>
                <a:gs pos="28571">
                  <a:srgbClr val="FF0078">
                    <a:alpha val="24833"/>
                  </a:srgbClr>
                </a:gs>
                <a:gs pos="42857">
                  <a:srgbClr val="FF0078">
                    <a:alpha val="17075"/>
                  </a:srgbClr>
                </a:gs>
                <a:gs pos="57143">
                  <a:srgbClr val="FF0078">
                    <a:alpha val="9855"/>
                  </a:srgbClr>
                </a:gs>
                <a:gs pos="71429">
                  <a:srgbClr val="FF0078">
                    <a:alpha val="4740"/>
                  </a:srgbClr>
                </a:gs>
                <a:gs pos="85714">
                  <a:srgbClr val="FF0078">
                    <a:alpha val="1902"/>
                  </a:srgbClr>
                </a:gs>
                <a:gs pos="100000">
                  <a:srgbClr val="FF00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8809470">
              <a:off x="2175163" y="1169425"/>
              <a:ext cx="461322" cy="211877"/>
            </a:xfrm>
            <a:prstGeom prst="ellipse">
              <a:avLst/>
            </a:prstGeom>
            <a:gradFill>
              <a:gsLst>
                <a:gs pos="0">
                  <a:srgbClr val="FF4C00">
                    <a:alpha val="32968"/>
                  </a:srgbClr>
                </a:gs>
                <a:gs pos="14286">
                  <a:srgbClr val="FF4C00">
                    <a:alpha val="30764"/>
                  </a:srgbClr>
                </a:gs>
                <a:gs pos="28571">
                  <a:srgbClr val="FF4C00">
                    <a:alpha val="24833"/>
                  </a:srgbClr>
                </a:gs>
                <a:gs pos="42857">
                  <a:srgbClr val="FF4C00">
                    <a:alpha val="17075"/>
                  </a:srgbClr>
                </a:gs>
                <a:gs pos="57143">
                  <a:srgbClr val="FF4C00">
                    <a:alpha val="9855"/>
                  </a:srgbClr>
                </a:gs>
                <a:gs pos="71429">
                  <a:srgbClr val="FF4C00">
                    <a:alpha val="4740"/>
                  </a:srgbClr>
                </a:gs>
                <a:gs pos="85714">
                  <a:srgbClr val="FF4C00">
                    <a:alpha val="1902"/>
                  </a:srgbClr>
                </a:gs>
                <a:gs pos="100000">
                  <a:srgbClr val="FF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10513522">
              <a:off x="1597037" y="1309143"/>
              <a:ext cx="521339" cy="251450"/>
            </a:xfrm>
            <a:prstGeom prst="ellipse">
              <a:avLst/>
            </a:prstGeom>
            <a:gradFill>
              <a:gsLst>
                <a:gs pos="0">
                  <a:srgbClr val="FF0084">
                    <a:alpha val="32968"/>
                  </a:srgbClr>
                </a:gs>
                <a:gs pos="14286">
                  <a:srgbClr val="FF0084">
                    <a:alpha val="30764"/>
                  </a:srgbClr>
                </a:gs>
                <a:gs pos="28571">
                  <a:srgbClr val="FF0084">
                    <a:alpha val="24833"/>
                  </a:srgbClr>
                </a:gs>
                <a:gs pos="42857">
                  <a:srgbClr val="FF0084">
                    <a:alpha val="17075"/>
                  </a:srgbClr>
                </a:gs>
                <a:gs pos="57143">
                  <a:srgbClr val="FF0084">
                    <a:alpha val="9855"/>
                  </a:srgbClr>
                </a:gs>
                <a:gs pos="71429">
                  <a:srgbClr val="FF0084">
                    <a:alpha val="4740"/>
                  </a:srgbClr>
                </a:gs>
                <a:gs pos="85714">
                  <a:srgbClr val="FF0084">
                    <a:alpha val="1902"/>
                  </a:srgbClr>
                </a:gs>
                <a:gs pos="100000">
                  <a:srgbClr val="FF00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-9586937">
              <a:off x="1287749" y="1979314"/>
              <a:ext cx="502647" cy="244093"/>
            </a:xfrm>
            <a:prstGeom prst="ellipse">
              <a:avLst/>
            </a:prstGeom>
            <a:gradFill>
              <a:gsLst>
                <a:gs pos="0">
                  <a:srgbClr val="ADADFF">
                    <a:alpha val="32968"/>
                  </a:srgbClr>
                </a:gs>
                <a:gs pos="14286">
                  <a:srgbClr val="ADADFF">
                    <a:alpha val="30764"/>
                  </a:srgbClr>
                </a:gs>
                <a:gs pos="28571">
                  <a:srgbClr val="ADADFF">
                    <a:alpha val="24833"/>
                  </a:srgbClr>
                </a:gs>
                <a:gs pos="42857">
                  <a:srgbClr val="ADADFF">
                    <a:alpha val="17075"/>
                  </a:srgbClr>
                </a:gs>
                <a:gs pos="57143">
                  <a:srgbClr val="ADADFF">
                    <a:alpha val="9855"/>
                  </a:srgbClr>
                </a:gs>
                <a:gs pos="71429">
                  <a:srgbClr val="ADADFF">
                    <a:alpha val="4740"/>
                  </a:srgbClr>
                </a:gs>
                <a:gs pos="85714">
                  <a:srgbClr val="ADADFF">
                    <a:alpha val="1902"/>
                  </a:srgbClr>
                </a:gs>
                <a:gs pos="100000">
                  <a:srgbClr val="ADA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6167480">
              <a:off x="-96375" y="1122419"/>
              <a:ext cx="388049" cy="377547"/>
            </a:xfrm>
            <a:prstGeom prst="ellipse">
              <a:avLst/>
            </a:prstGeom>
            <a:gradFill>
              <a:gsLst>
                <a:gs pos="0">
                  <a:srgbClr val="000700">
                    <a:alpha val="12800"/>
                  </a:srgbClr>
                </a:gs>
                <a:gs pos="14286">
                  <a:srgbClr val="000700">
                    <a:alpha val="11829"/>
                  </a:srgbClr>
                </a:gs>
                <a:gs pos="28571">
                  <a:srgbClr val="000700">
                    <a:alpha val="9312"/>
                  </a:srgbClr>
                </a:gs>
                <a:gs pos="42857">
                  <a:srgbClr val="000700">
                    <a:alpha val="6210"/>
                  </a:srgbClr>
                </a:gs>
                <a:gs pos="57143">
                  <a:srgbClr val="000700">
                    <a:alpha val="3490"/>
                  </a:srgbClr>
                </a:gs>
                <a:gs pos="71429">
                  <a:srgbClr val="000700">
                    <a:alpha val="1649"/>
                  </a:srgbClr>
                </a:gs>
                <a:gs pos="85714">
                  <a:srgbClr val="000700">
                    <a:alpha val="655"/>
                  </a:srgbClr>
                </a:gs>
                <a:gs pos="100000">
                  <a:srgbClr val="00070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8514217">
              <a:off x="2533856" y="3118995"/>
              <a:ext cx="519643" cy="80549"/>
            </a:xfrm>
            <a:prstGeom prst="ellipse">
              <a:avLst/>
            </a:prstGeom>
            <a:gradFill>
              <a:gsLst>
                <a:gs pos="0">
                  <a:srgbClr val="00441F">
                    <a:alpha val="32968"/>
                  </a:srgbClr>
                </a:gs>
                <a:gs pos="14286">
                  <a:srgbClr val="00441F">
                    <a:alpha val="30764"/>
                  </a:srgbClr>
                </a:gs>
                <a:gs pos="28571">
                  <a:srgbClr val="00441F">
                    <a:alpha val="24833"/>
                  </a:srgbClr>
                </a:gs>
                <a:gs pos="42857">
                  <a:srgbClr val="00441F">
                    <a:alpha val="17075"/>
                  </a:srgbClr>
                </a:gs>
                <a:gs pos="57143">
                  <a:srgbClr val="00441F">
                    <a:alpha val="9855"/>
                  </a:srgbClr>
                </a:gs>
                <a:gs pos="71429">
                  <a:srgbClr val="00441F">
                    <a:alpha val="4740"/>
                  </a:srgbClr>
                </a:gs>
                <a:gs pos="85714">
                  <a:srgbClr val="00441F">
                    <a:alpha val="1902"/>
                  </a:srgbClr>
                </a:gs>
                <a:gs pos="100000">
                  <a:srgbClr val="0044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8452453">
              <a:off x="918800" y="1368145"/>
              <a:ext cx="283741" cy="160090"/>
            </a:xfrm>
            <a:prstGeom prst="ellipse">
              <a:avLst/>
            </a:prstGeom>
            <a:gradFill>
              <a:gsLst>
                <a:gs pos="0">
                  <a:srgbClr val="7B61FF">
                    <a:alpha val="32968"/>
                  </a:srgbClr>
                </a:gs>
                <a:gs pos="14286">
                  <a:srgbClr val="7B61FF">
                    <a:alpha val="30764"/>
                  </a:srgbClr>
                </a:gs>
                <a:gs pos="28571">
                  <a:srgbClr val="7B61FF">
                    <a:alpha val="24833"/>
                  </a:srgbClr>
                </a:gs>
                <a:gs pos="42857">
                  <a:srgbClr val="7B61FF">
                    <a:alpha val="17075"/>
                  </a:srgbClr>
                </a:gs>
                <a:gs pos="57143">
                  <a:srgbClr val="7B61FF">
                    <a:alpha val="9855"/>
                  </a:srgbClr>
                </a:gs>
                <a:gs pos="71429">
                  <a:srgbClr val="7B61FF">
                    <a:alpha val="4740"/>
                  </a:srgbClr>
                </a:gs>
                <a:gs pos="85714">
                  <a:srgbClr val="7B61FF">
                    <a:alpha val="1902"/>
                  </a:srgbClr>
                </a:gs>
                <a:gs pos="100000">
                  <a:srgbClr val="7B6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5419421">
              <a:off x="-34881" y="2187962"/>
              <a:ext cx="399586" cy="397811"/>
            </a:xfrm>
            <a:prstGeom prst="ellipse">
              <a:avLst/>
            </a:prstGeom>
            <a:gradFill>
              <a:gsLst>
                <a:gs pos="0">
                  <a:srgbClr val="000000">
                    <a:alpha val="10396"/>
                  </a:srgbClr>
                </a:gs>
                <a:gs pos="14286">
                  <a:srgbClr val="000000">
                    <a:alpha val="9596"/>
                  </a:srgbClr>
                </a:gs>
                <a:gs pos="28571">
                  <a:srgbClr val="000000">
                    <a:alpha val="7534"/>
                  </a:srgbClr>
                </a:gs>
                <a:gs pos="42857">
                  <a:srgbClr val="000000">
                    <a:alpha val="5008"/>
                  </a:srgbClr>
                </a:gs>
                <a:gs pos="57143">
                  <a:srgbClr val="000000">
                    <a:alpha val="2807"/>
                  </a:srgbClr>
                </a:gs>
                <a:gs pos="71429">
                  <a:srgbClr val="000000">
                    <a:alpha val="1324"/>
                  </a:srgbClr>
                </a:gs>
                <a:gs pos="85714">
                  <a:srgbClr val="000000">
                    <a:alpha val="526"/>
                  </a:srgbClr>
                </a:gs>
                <a:gs pos="100000">
                  <a:srgbClr val="00000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-8254019">
              <a:off x="2706621" y="439928"/>
              <a:ext cx="453861" cy="46300"/>
            </a:xfrm>
            <a:prstGeom prst="ellipse">
              <a:avLst/>
            </a:prstGeom>
            <a:gradFill>
              <a:gsLst>
                <a:gs pos="0">
                  <a:srgbClr val="3B2B00">
                    <a:alpha val="32968"/>
                  </a:srgbClr>
                </a:gs>
                <a:gs pos="14286">
                  <a:srgbClr val="3B2B00">
                    <a:alpha val="30764"/>
                  </a:srgbClr>
                </a:gs>
                <a:gs pos="28571">
                  <a:srgbClr val="3B2B00">
                    <a:alpha val="24833"/>
                  </a:srgbClr>
                </a:gs>
                <a:gs pos="42857">
                  <a:srgbClr val="3B2B00">
                    <a:alpha val="17075"/>
                  </a:srgbClr>
                </a:gs>
                <a:gs pos="57143">
                  <a:srgbClr val="3B2B00">
                    <a:alpha val="9855"/>
                  </a:srgbClr>
                </a:gs>
                <a:gs pos="71429">
                  <a:srgbClr val="3B2B00">
                    <a:alpha val="4740"/>
                  </a:srgbClr>
                </a:gs>
                <a:gs pos="85714">
                  <a:srgbClr val="3B2B00">
                    <a:alpha val="1902"/>
                  </a:srgbClr>
                </a:gs>
                <a:gs pos="100000">
                  <a:srgbClr val="3B2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-8886670">
              <a:off x="1328686" y="2563151"/>
              <a:ext cx="485938" cy="226235"/>
            </a:xfrm>
            <a:prstGeom prst="ellipse">
              <a:avLst/>
            </a:prstGeom>
            <a:gradFill>
              <a:gsLst>
                <a:gs pos="0">
                  <a:srgbClr val="0086FF">
                    <a:alpha val="32968"/>
                  </a:srgbClr>
                </a:gs>
                <a:gs pos="14286">
                  <a:srgbClr val="0086FF">
                    <a:alpha val="30764"/>
                  </a:srgbClr>
                </a:gs>
                <a:gs pos="28571">
                  <a:srgbClr val="0086FF">
                    <a:alpha val="24833"/>
                  </a:srgbClr>
                </a:gs>
                <a:gs pos="42857">
                  <a:srgbClr val="0086FF">
                    <a:alpha val="17075"/>
                  </a:srgbClr>
                </a:gs>
                <a:gs pos="57143">
                  <a:srgbClr val="0086FF">
                    <a:alpha val="9855"/>
                  </a:srgbClr>
                </a:gs>
                <a:gs pos="71429">
                  <a:srgbClr val="0086FF">
                    <a:alpha val="4740"/>
                  </a:srgbClr>
                </a:gs>
                <a:gs pos="85714">
                  <a:srgbClr val="0086FF">
                    <a:alpha val="1902"/>
                  </a:srgbClr>
                </a:gs>
                <a:gs pos="100000">
                  <a:srgbClr val="008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7929447">
              <a:off x="1342308" y="1330045"/>
              <a:ext cx="428534" cy="230145"/>
            </a:xfrm>
            <a:prstGeom prst="ellipse">
              <a:avLst/>
            </a:prstGeom>
            <a:gradFill>
              <a:gsLst>
                <a:gs pos="0">
                  <a:srgbClr val="FF9BA2">
                    <a:alpha val="32968"/>
                  </a:srgbClr>
                </a:gs>
                <a:gs pos="14286">
                  <a:srgbClr val="FF9BA2">
                    <a:alpha val="30764"/>
                  </a:srgbClr>
                </a:gs>
                <a:gs pos="28571">
                  <a:srgbClr val="FF9BA2">
                    <a:alpha val="24833"/>
                  </a:srgbClr>
                </a:gs>
                <a:gs pos="42857">
                  <a:srgbClr val="FF9BA2">
                    <a:alpha val="17075"/>
                  </a:srgbClr>
                </a:gs>
                <a:gs pos="57143">
                  <a:srgbClr val="FF9BA2">
                    <a:alpha val="9855"/>
                  </a:srgbClr>
                </a:gs>
                <a:gs pos="71429">
                  <a:srgbClr val="FF9BA2">
                    <a:alpha val="4740"/>
                  </a:srgbClr>
                </a:gs>
                <a:gs pos="85714">
                  <a:srgbClr val="FF9BA2">
                    <a:alpha val="1902"/>
                  </a:srgbClr>
                </a:gs>
                <a:gs pos="100000">
                  <a:srgbClr val="FF9BA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8720497">
              <a:off x="2447959" y="3105821"/>
              <a:ext cx="465441" cy="155114"/>
            </a:xfrm>
            <a:prstGeom prst="ellipse">
              <a:avLst/>
            </a:prstGeom>
            <a:gradFill>
              <a:gsLst>
                <a:gs pos="0">
                  <a:srgbClr val="00471D">
                    <a:alpha val="32833"/>
                  </a:srgbClr>
                </a:gs>
                <a:gs pos="14286">
                  <a:srgbClr val="00471D">
                    <a:alpha val="30636"/>
                  </a:srgbClr>
                </a:gs>
                <a:gs pos="28571">
                  <a:srgbClr val="00471D">
                    <a:alpha val="24725"/>
                  </a:srgbClr>
                </a:gs>
                <a:gs pos="42857">
                  <a:srgbClr val="00471D">
                    <a:alpha val="16997"/>
                  </a:srgbClr>
                </a:gs>
                <a:gs pos="57143">
                  <a:srgbClr val="00471D">
                    <a:alpha val="9808"/>
                  </a:srgbClr>
                </a:gs>
                <a:gs pos="71429">
                  <a:srgbClr val="00471D">
                    <a:alpha val="4717"/>
                  </a:srgbClr>
                </a:gs>
                <a:gs pos="85714">
                  <a:srgbClr val="00471D">
                    <a:alpha val="1893"/>
                  </a:srgbClr>
                </a:gs>
                <a:gs pos="100000">
                  <a:srgbClr val="00471D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5579339">
              <a:off x="1638253" y="2418199"/>
              <a:ext cx="483372" cy="253088"/>
            </a:xfrm>
            <a:prstGeom prst="ellipse">
              <a:avLst/>
            </a:prstGeom>
            <a:gradFill>
              <a:gsLst>
                <a:gs pos="0">
                  <a:srgbClr val="7EFF00">
                    <a:alpha val="32968"/>
                  </a:srgbClr>
                </a:gs>
                <a:gs pos="14286">
                  <a:srgbClr val="7EFF00">
                    <a:alpha val="30764"/>
                  </a:srgbClr>
                </a:gs>
                <a:gs pos="28571">
                  <a:srgbClr val="7EFF00">
                    <a:alpha val="24833"/>
                  </a:srgbClr>
                </a:gs>
                <a:gs pos="42857">
                  <a:srgbClr val="7EFF00">
                    <a:alpha val="17075"/>
                  </a:srgbClr>
                </a:gs>
                <a:gs pos="57143">
                  <a:srgbClr val="7EFF00">
                    <a:alpha val="9855"/>
                  </a:srgbClr>
                </a:gs>
                <a:gs pos="71429">
                  <a:srgbClr val="7EFF00">
                    <a:alpha val="4740"/>
                  </a:srgbClr>
                </a:gs>
                <a:gs pos="85714">
                  <a:srgbClr val="7EFF00">
                    <a:alpha val="1902"/>
                  </a:srgbClr>
                </a:gs>
                <a:gs pos="100000">
                  <a:srgbClr val="7E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2890396">
              <a:off x="1302225" y="2017859"/>
              <a:ext cx="500090" cy="257978"/>
            </a:xfrm>
            <a:prstGeom prst="ellipse">
              <a:avLst/>
            </a:prstGeom>
            <a:gradFill>
              <a:gsLst>
                <a:gs pos="0">
                  <a:srgbClr val="9192FF">
                    <a:alpha val="32968"/>
                  </a:srgbClr>
                </a:gs>
                <a:gs pos="14286">
                  <a:srgbClr val="9192FF">
                    <a:alpha val="30764"/>
                  </a:srgbClr>
                </a:gs>
                <a:gs pos="28571">
                  <a:srgbClr val="9192FF">
                    <a:alpha val="24833"/>
                  </a:srgbClr>
                </a:gs>
                <a:gs pos="42857">
                  <a:srgbClr val="9192FF">
                    <a:alpha val="17075"/>
                  </a:srgbClr>
                </a:gs>
                <a:gs pos="57143">
                  <a:srgbClr val="9192FF">
                    <a:alpha val="9855"/>
                  </a:srgbClr>
                </a:gs>
                <a:gs pos="71429">
                  <a:srgbClr val="9192FF">
                    <a:alpha val="4740"/>
                  </a:srgbClr>
                </a:gs>
                <a:gs pos="85714">
                  <a:srgbClr val="9192FF">
                    <a:alpha val="1902"/>
                  </a:srgbClr>
                </a:gs>
                <a:gs pos="100000">
                  <a:srgbClr val="919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9287026">
              <a:off x="2098980" y="1440088"/>
              <a:ext cx="523531" cy="259306"/>
            </a:xfrm>
            <a:prstGeom prst="ellipse">
              <a:avLst/>
            </a:prstGeom>
            <a:gradFill>
              <a:gsLst>
                <a:gs pos="0">
                  <a:srgbClr val="00FF4C">
                    <a:alpha val="32968"/>
                  </a:srgbClr>
                </a:gs>
                <a:gs pos="14286">
                  <a:srgbClr val="00FF4C">
                    <a:alpha val="30764"/>
                  </a:srgbClr>
                </a:gs>
                <a:gs pos="28571">
                  <a:srgbClr val="00FF4C">
                    <a:alpha val="24833"/>
                  </a:srgbClr>
                </a:gs>
                <a:gs pos="42857">
                  <a:srgbClr val="00FF4C">
                    <a:alpha val="17075"/>
                  </a:srgbClr>
                </a:gs>
                <a:gs pos="57143">
                  <a:srgbClr val="00FF4C">
                    <a:alpha val="9855"/>
                  </a:srgbClr>
                </a:gs>
                <a:gs pos="71429">
                  <a:srgbClr val="00FF4C">
                    <a:alpha val="4740"/>
                  </a:srgbClr>
                </a:gs>
                <a:gs pos="85714">
                  <a:srgbClr val="00FF4C">
                    <a:alpha val="1902"/>
                  </a:srgbClr>
                </a:gs>
                <a:gs pos="100000">
                  <a:srgbClr val="00FF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10440484">
              <a:off x="2551042" y="42899"/>
              <a:ext cx="405438" cy="383775"/>
            </a:xfrm>
            <a:prstGeom prst="ellipse">
              <a:avLst/>
            </a:prstGeom>
            <a:gradFill>
              <a:gsLst>
                <a:gs pos="0">
                  <a:srgbClr val="000000">
                    <a:alpha val="27713"/>
                  </a:srgbClr>
                </a:gs>
                <a:gs pos="14286">
                  <a:srgbClr val="000000">
                    <a:alpha val="25790"/>
                  </a:srgbClr>
                </a:gs>
                <a:gs pos="28571">
                  <a:srgbClr val="000000">
                    <a:alpha val="20673"/>
                  </a:srgbClr>
                </a:gs>
                <a:gs pos="42857">
                  <a:srgbClr val="000000">
                    <a:alpha val="14093"/>
                  </a:srgbClr>
                </a:gs>
                <a:gs pos="57143">
                  <a:srgbClr val="000000">
                    <a:alpha val="8073"/>
                  </a:srgbClr>
                </a:gs>
                <a:gs pos="71429">
                  <a:srgbClr val="000000">
                    <a:alpha val="3863"/>
                  </a:srgbClr>
                </a:gs>
                <a:gs pos="85714">
                  <a:srgbClr val="000000">
                    <a:alpha val="1546"/>
                  </a:srgbClr>
                </a:gs>
                <a:gs pos="100000">
                  <a:srgbClr val="000000">
                    <a:alpha val="5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6982027">
              <a:off x="998440" y="1230890"/>
              <a:ext cx="506299" cy="264998"/>
            </a:xfrm>
            <a:prstGeom prst="ellipse">
              <a:avLst/>
            </a:prstGeom>
            <a:gradFill>
              <a:gsLst>
                <a:gs pos="0">
                  <a:srgbClr val="FF73FF">
                    <a:alpha val="32968"/>
                  </a:srgbClr>
                </a:gs>
                <a:gs pos="14286">
                  <a:srgbClr val="FF73FF">
                    <a:alpha val="30764"/>
                  </a:srgbClr>
                </a:gs>
                <a:gs pos="28571">
                  <a:srgbClr val="FF73FF">
                    <a:alpha val="24833"/>
                  </a:srgbClr>
                </a:gs>
                <a:gs pos="42857">
                  <a:srgbClr val="FF73FF">
                    <a:alpha val="17075"/>
                  </a:srgbClr>
                </a:gs>
                <a:gs pos="57143">
                  <a:srgbClr val="FF73FF">
                    <a:alpha val="9855"/>
                  </a:srgbClr>
                </a:gs>
                <a:gs pos="71429">
                  <a:srgbClr val="FF73FF">
                    <a:alpha val="4740"/>
                  </a:srgbClr>
                </a:gs>
                <a:gs pos="85714">
                  <a:srgbClr val="FF73FF">
                    <a:alpha val="1902"/>
                  </a:srgbClr>
                </a:gs>
                <a:gs pos="100000">
                  <a:srgbClr val="FF7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4955719">
              <a:off x="1688026" y="1987122"/>
              <a:ext cx="491105" cy="252151"/>
            </a:xfrm>
            <a:prstGeom prst="ellipse">
              <a:avLst/>
            </a:prstGeom>
            <a:gradFill>
              <a:gsLst>
                <a:gs pos="0">
                  <a:srgbClr val="AEFF04">
                    <a:alpha val="32968"/>
                  </a:srgbClr>
                </a:gs>
                <a:gs pos="14286">
                  <a:srgbClr val="AEFF04">
                    <a:alpha val="30764"/>
                  </a:srgbClr>
                </a:gs>
                <a:gs pos="28571">
                  <a:srgbClr val="AEFF04">
                    <a:alpha val="24833"/>
                  </a:srgbClr>
                </a:gs>
                <a:gs pos="42857">
                  <a:srgbClr val="AEFF04">
                    <a:alpha val="17075"/>
                  </a:srgbClr>
                </a:gs>
                <a:gs pos="57143">
                  <a:srgbClr val="AEFF04">
                    <a:alpha val="9855"/>
                  </a:srgbClr>
                </a:gs>
                <a:gs pos="71429">
                  <a:srgbClr val="AEFF04">
                    <a:alpha val="4740"/>
                  </a:srgbClr>
                </a:gs>
                <a:gs pos="85714">
                  <a:srgbClr val="AEFF04">
                    <a:alpha val="1902"/>
                  </a:srgbClr>
                </a:gs>
                <a:gs pos="100000">
                  <a:srgbClr val="AEFF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5696099">
              <a:off x="1088320" y="1254864"/>
              <a:ext cx="485236" cy="225242"/>
            </a:xfrm>
            <a:prstGeom prst="ellipse">
              <a:avLst/>
            </a:prstGeom>
            <a:gradFill>
              <a:gsLst>
                <a:gs pos="0">
                  <a:srgbClr val="FF8AFF">
                    <a:alpha val="32968"/>
                  </a:srgbClr>
                </a:gs>
                <a:gs pos="14286">
                  <a:srgbClr val="FF8AFF">
                    <a:alpha val="30764"/>
                  </a:srgbClr>
                </a:gs>
                <a:gs pos="28571">
                  <a:srgbClr val="FF8AFF">
                    <a:alpha val="24833"/>
                  </a:srgbClr>
                </a:gs>
                <a:gs pos="42857">
                  <a:srgbClr val="FF8AFF">
                    <a:alpha val="17075"/>
                  </a:srgbClr>
                </a:gs>
                <a:gs pos="57143">
                  <a:srgbClr val="FF8AFF">
                    <a:alpha val="9855"/>
                  </a:srgbClr>
                </a:gs>
                <a:gs pos="71429">
                  <a:srgbClr val="FF8AFF">
                    <a:alpha val="4740"/>
                  </a:srgbClr>
                </a:gs>
                <a:gs pos="85714">
                  <a:srgbClr val="FF8AFF">
                    <a:alpha val="1902"/>
                  </a:srgbClr>
                </a:gs>
                <a:gs pos="100000">
                  <a:srgbClr val="FF8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811315">
              <a:off x="2616115" y="1432894"/>
              <a:ext cx="199622" cy="40152"/>
            </a:xfrm>
            <a:prstGeom prst="ellipse">
              <a:avLst/>
            </a:prstGeom>
            <a:gradFill>
              <a:gsLst>
                <a:gs pos="0">
                  <a:srgbClr val="999E00">
                    <a:alpha val="7185"/>
                  </a:srgbClr>
                </a:gs>
                <a:gs pos="14286">
                  <a:srgbClr val="999E00">
                    <a:alpha val="6623"/>
                  </a:srgbClr>
                </a:gs>
                <a:gs pos="28571">
                  <a:srgbClr val="999E00">
                    <a:alpha val="5182"/>
                  </a:srgbClr>
                </a:gs>
                <a:gs pos="42857">
                  <a:srgbClr val="999E00">
                    <a:alpha val="3430"/>
                  </a:srgbClr>
                </a:gs>
                <a:gs pos="57143">
                  <a:srgbClr val="999E00">
                    <a:alpha val="1915"/>
                  </a:srgbClr>
                </a:gs>
                <a:gs pos="71429">
                  <a:srgbClr val="999E00">
                    <a:alpha val="901"/>
                  </a:srgbClr>
                </a:gs>
                <a:gs pos="85714">
                  <a:srgbClr val="999E00">
                    <a:alpha val="357"/>
                  </a:srgbClr>
                </a:gs>
                <a:gs pos="100000">
                  <a:srgbClr val="999E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-10009177">
              <a:off x="1243647" y="1325233"/>
              <a:ext cx="492869" cy="236988"/>
            </a:xfrm>
            <a:prstGeom prst="ellipse">
              <a:avLst/>
            </a:prstGeom>
            <a:gradFill>
              <a:gsLst>
                <a:gs pos="0">
                  <a:srgbClr val="FF4B00">
                    <a:alpha val="32968"/>
                  </a:srgbClr>
                </a:gs>
                <a:gs pos="14286">
                  <a:srgbClr val="FF4B00">
                    <a:alpha val="30764"/>
                  </a:srgbClr>
                </a:gs>
                <a:gs pos="28571">
                  <a:srgbClr val="FF4B00">
                    <a:alpha val="24833"/>
                  </a:srgbClr>
                </a:gs>
                <a:gs pos="42857">
                  <a:srgbClr val="FF4B00">
                    <a:alpha val="17075"/>
                  </a:srgbClr>
                </a:gs>
                <a:gs pos="57143">
                  <a:srgbClr val="FF4B00">
                    <a:alpha val="9855"/>
                  </a:srgbClr>
                </a:gs>
                <a:gs pos="71429">
                  <a:srgbClr val="FF4B00">
                    <a:alpha val="4740"/>
                  </a:srgbClr>
                </a:gs>
                <a:gs pos="85714">
                  <a:srgbClr val="FF4B00">
                    <a:alpha val="1902"/>
                  </a:srgbClr>
                </a:gs>
                <a:gs pos="100000">
                  <a:srgbClr val="FF4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8240122">
              <a:off x="2116115" y="2392753"/>
              <a:ext cx="495173" cy="181450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10247046">
              <a:off x="1796125" y="1891595"/>
              <a:ext cx="506349" cy="247100"/>
            </a:xfrm>
            <a:prstGeom prst="ellipse">
              <a:avLst/>
            </a:prstGeom>
            <a:gradFill>
              <a:gsLst>
                <a:gs pos="0">
                  <a:srgbClr val="E3FFFF">
                    <a:alpha val="32968"/>
                  </a:srgbClr>
                </a:gs>
                <a:gs pos="14286">
                  <a:srgbClr val="E3FFFF">
                    <a:alpha val="30764"/>
                  </a:srgbClr>
                </a:gs>
                <a:gs pos="28571">
                  <a:srgbClr val="E3FFFF">
                    <a:alpha val="24833"/>
                  </a:srgbClr>
                </a:gs>
                <a:gs pos="42857">
                  <a:srgbClr val="E3FFFF">
                    <a:alpha val="17075"/>
                  </a:srgbClr>
                </a:gs>
                <a:gs pos="57143">
                  <a:srgbClr val="E3FFFF">
                    <a:alpha val="9855"/>
                  </a:srgbClr>
                </a:gs>
                <a:gs pos="71429">
                  <a:srgbClr val="E3FFFF">
                    <a:alpha val="4740"/>
                  </a:srgbClr>
                </a:gs>
                <a:gs pos="85714">
                  <a:srgbClr val="E3FFFF">
                    <a:alpha val="1902"/>
                  </a:srgbClr>
                </a:gs>
                <a:gs pos="100000">
                  <a:srgbClr val="E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8387524">
              <a:off x="1379438" y="1313719"/>
              <a:ext cx="498238" cy="229452"/>
            </a:xfrm>
            <a:prstGeom prst="ellipse">
              <a:avLst/>
            </a:prstGeom>
            <a:gradFill>
              <a:gsLst>
                <a:gs pos="0">
                  <a:srgbClr val="FFA0AD">
                    <a:alpha val="32968"/>
                  </a:srgbClr>
                </a:gs>
                <a:gs pos="14286">
                  <a:srgbClr val="FFA0AD">
                    <a:alpha val="30764"/>
                  </a:srgbClr>
                </a:gs>
                <a:gs pos="28571">
                  <a:srgbClr val="FFA0AD">
                    <a:alpha val="24833"/>
                  </a:srgbClr>
                </a:gs>
                <a:gs pos="42857">
                  <a:srgbClr val="FFA0AD">
                    <a:alpha val="17075"/>
                  </a:srgbClr>
                </a:gs>
                <a:gs pos="57143">
                  <a:srgbClr val="FFA0AD">
                    <a:alpha val="9855"/>
                  </a:srgbClr>
                </a:gs>
                <a:gs pos="71429">
                  <a:srgbClr val="FFA0AD">
                    <a:alpha val="4740"/>
                  </a:srgbClr>
                </a:gs>
                <a:gs pos="85714">
                  <a:srgbClr val="FFA0AD">
                    <a:alpha val="1902"/>
                  </a:srgbClr>
                </a:gs>
                <a:gs pos="100000">
                  <a:srgbClr val="FFA0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4580155">
              <a:off x="3140169" y="1332321"/>
              <a:ext cx="626574" cy="75488"/>
            </a:xfrm>
            <a:prstGeom prst="ellipse">
              <a:avLst/>
            </a:prstGeom>
            <a:gradFill>
              <a:gsLst>
                <a:gs pos="0">
                  <a:srgbClr val="304000">
                    <a:alpha val="32968"/>
                  </a:srgbClr>
                </a:gs>
                <a:gs pos="14286">
                  <a:srgbClr val="304000">
                    <a:alpha val="30764"/>
                  </a:srgbClr>
                </a:gs>
                <a:gs pos="28571">
                  <a:srgbClr val="304000">
                    <a:alpha val="24833"/>
                  </a:srgbClr>
                </a:gs>
                <a:gs pos="42857">
                  <a:srgbClr val="304000">
                    <a:alpha val="17075"/>
                  </a:srgbClr>
                </a:gs>
                <a:gs pos="57143">
                  <a:srgbClr val="304000">
                    <a:alpha val="9855"/>
                  </a:srgbClr>
                </a:gs>
                <a:gs pos="71429">
                  <a:srgbClr val="304000">
                    <a:alpha val="4740"/>
                  </a:srgbClr>
                </a:gs>
                <a:gs pos="85714">
                  <a:srgbClr val="304000">
                    <a:alpha val="1902"/>
                  </a:srgbClr>
                </a:gs>
                <a:gs pos="100000">
                  <a:srgbClr val="304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5698231">
              <a:off x="3233728" y="1226204"/>
              <a:ext cx="389617" cy="381110"/>
            </a:xfrm>
            <a:prstGeom prst="ellipse">
              <a:avLst/>
            </a:prstGeom>
            <a:gradFill>
              <a:gsLst>
                <a:gs pos="0">
                  <a:srgbClr val="050000">
                    <a:alpha val="11704"/>
                  </a:srgbClr>
                </a:gs>
                <a:gs pos="14286">
                  <a:srgbClr val="050000">
                    <a:alpha val="10811"/>
                  </a:srgbClr>
                </a:gs>
                <a:gs pos="28571">
                  <a:srgbClr val="050000">
                    <a:alpha val="8500"/>
                  </a:srgbClr>
                </a:gs>
                <a:gs pos="42857">
                  <a:srgbClr val="050000">
                    <a:alpha val="5660"/>
                  </a:srgbClr>
                </a:gs>
                <a:gs pos="57143">
                  <a:srgbClr val="050000">
                    <a:alpha val="3177"/>
                  </a:srgbClr>
                </a:gs>
                <a:gs pos="71429">
                  <a:srgbClr val="050000">
                    <a:alpha val="1500"/>
                  </a:srgbClr>
                </a:gs>
                <a:gs pos="85714">
                  <a:srgbClr val="050000">
                    <a:alpha val="596"/>
                  </a:srgbClr>
                </a:gs>
                <a:gs pos="100000">
                  <a:srgbClr val="050000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9665483">
              <a:off x="2569510" y="2986352"/>
              <a:ext cx="377290" cy="367811"/>
            </a:xfrm>
            <a:prstGeom prst="ellipse">
              <a:avLst/>
            </a:prstGeom>
            <a:gradFill>
              <a:gsLst>
                <a:gs pos="0">
                  <a:srgbClr val="010000">
                    <a:alpha val="16941"/>
                  </a:srgbClr>
                </a:gs>
                <a:gs pos="14286">
                  <a:srgbClr val="010000">
                    <a:alpha val="15685"/>
                  </a:srgbClr>
                </a:gs>
                <a:gs pos="28571">
                  <a:srgbClr val="010000">
                    <a:alpha val="12407"/>
                  </a:srgbClr>
                </a:gs>
                <a:gs pos="42857">
                  <a:srgbClr val="010000">
                    <a:alpha val="8322"/>
                  </a:srgbClr>
                </a:gs>
                <a:gs pos="57143">
                  <a:srgbClr val="010000">
                    <a:alpha val="4700"/>
                  </a:srgbClr>
                </a:gs>
                <a:gs pos="71429">
                  <a:srgbClr val="010000">
                    <a:alpha val="2228"/>
                  </a:srgbClr>
                </a:gs>
                <a:gs pos="85714">
                  <a:srgbClr val="010000">
                    <a:alpha val="887"/>
                  </a:srgbClr>
                </a:gs>
                <a:gs pos="100000">
                  <a:srgbClr val="01000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9928192">
              <a:off x="1711134" y="1266176"/>
              <a:ext cx="497810" cy="239156"/>
            </a:xfrm>
            <a:prstGeom prst="ellipse">
              <a:avLst/>
            </a:prstGeom>
            <a:gradFill>
              <a:gsLst>
                <a:gs pos="0">
                  <a:srgbClr val="FFC7DD">
                    <a:alpha val="32968"/>
                  </a:srgbClr>
                </a:gs>
                <a:gs pos="14286">
                  <a:srgbClr val="FFC7DD">
                    <a:alpha val="30764"/>
                  </a:srgbClr>
                </a:gs>
                <a:gs pos="28571">
                  <a:srgbClr val="FFC7DD">
                    <a:alpha val="24833"/>
                  </a:srgbClr>
                </a:gs>
                <a:gs pos="42857">
                  <a:srgbClr val="FFC7DD">
                    <a:alpha val="17075"/>
                  </a:srgbClr>
                </a:gs>
                <a:gs pos="57143">
                  <a:srgbClr val="FFC7DD">
                    <a:alpha val="9855"/>
                  </a:srgbClr>
                </a:gs>
                <a:gs pos="71429">
                  <a:srgbClr val="FFC7DD">
                    <a:alpha val="4740"/>
                  </a:srgbClr>
                </a:gs>
                <a:gs pos="85714">
                  <a:srgbClr val="FFC7DD">
                    <a:alpha val="1902"/>
                  </a:srgbClr>
                </a:gs>
                <a:gs pos="100000">
                  <a:srgbClr val="FFC7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-10183470">
              <a:off x="2564245" y="1188624"/>
              <a:ext cx="219772" cy="48082"/>
            </a:xfrm>
            <a:prstGeom prst="ellipse">
              <a:avLst/>
            </a:prstGeom>
            <a:gradFill>
              <a:gsLst>
                <a:gs pos="0">
                  <a:srgbClr val="B9D000">
                    <a:alpha val="7149"/>
                  </a:srgbClr>
                </a:gs>
                <a:gs pos="14286">
                  <a:srgbClr val="B9D000">
                    <a:alpha val="6590"/>
                  </a:srgbClr>
                </a:gs>
                <a:gs pos="28571">
                  <a:srgbClr val="B9D000">
                    <a:alpha val="5156"/>
                  </a:srgbClr>
                </a:gs>
                <a:gs pos="42857">
                  <a:srgbClr val="B9D000">
                    <a:alpha val="3413"/>
                  </a:srgbClr>
                </a:gs>
                <a:gs pos="57143">
                  <a:srgbClr val="B9D000">
                    <a:alpha val="1906"/>
                  </a:srgbClr>
                </a:gs>
                <a:gs pos="71429">
                  <a:srgbClr val="B9D000">
                    <a:alpha val="897"/>
                  </a:srgbClr>
                </a:gs>
                <a:gs pos="85714">
                  <a:srgbClr val="B9D000">
                    <a:alpha val="355"/>
                  </a:srgbClr>
                </a:gs>
                <a:gs pos="100000">
                  <a:srgbClr val="B9D000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9769722">
              <a:off x="1048082" y="1182895"/>
              <a:ext cx="495679" cy="268304"/>
            </a:xfrm>
            <a:prstGeom prst="ellipse">
              <a:avLst/>
            </a:prstGeom>
            <a:gradFill>
              <a:gsLst>
                <a:gs pos="0">
                  <a:srgbClr val="FF6D00">
                    <a:alpha val="32968"/>
                  </a:srgbClr>
                </a:gs>
                <a:gs pos="14286">
                  <a:srgbClr val="FF6D00">
                    <a:alpha val="30764"/>
                  </a:srgbClr>
                </a:gs>
                <a:gs pos="28571">
                  <a:srgbClr val="FF6D00">
                    <a:alpha val="24833"/>
                  </a:srgbClr>
                </a:gs>
                <a:gs pos="42857">
                  <a:srgbClr val="FF6D00">
                    <a:alpha val="17075"/>
                  </a:srgbClr>
                </a:gs>
                <a:gs pos="57143">
                  <a:srgbClr val="FF6D00">
                    <a:alpha val="9855"/>
                  </a:srgbClr>
                </a:gs>
                <a:gs pos="71429">
                  <a:srgbClr val="FF6D00">
                    <a:alpha val="4740"/>
                  </a:srgbClr>
                </a:gs>
                <a:gs pos="85714">
                  <a:srgbClr val="FF6D00">
                    <a:alpha val="1902"/>
                  </a:srgbClr>
                </a:gs>
                <a:gs pos="100000">
                  <a:srgbClr val="FF6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7354933">
              <a:off x="2428531" y="1875635"/>
              <a:ext cx="472428" cy="238945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9808352">
              <a:off x="1694811" y="2733211"/>
              <a:ext cx="331516" cy="83213"/>
            </a:xfrm>
            <a:prstGeom prst="ellipse">
              <a:avLst/>
            </a:prstGeom>
            <a:gradFill>
              <a:gsLst>
                <a:gs pos="0">
                  <a:srgbClr val="12865C">
                    <a:alpha val="15774"/>
                  </a:srgbClr>
                </a:gs>
                <a:gs pos="14286">
                  <a:srgbClr val="12865C">
                    <a:alpha val="14596"/>
                  </a:srgbClr>
                </a:gs>
                <a:gs pos="28571">
                  <a:srgbClr val="12865C">
                    <a:alpha val="11530"/>
                  </a:srgbClr>
                </a:gs>
                <a:gs pos="42857">
                  <a:srgbClr val="12865C">
                    <a:alpha val="7721"/>
                  </a:srgbClr>
                </a:gs>
                <a:gs pos="57143">
                  <a:srgbClr val="12865C">
                    <a:alpha val="4355"/>
                  </a:srgbClr>
                </a:gs>
                <a:gs pos="71429">
                  <a:srgbClr val="12865C">
                    <a:alpha val="2063"/>
                  </a:srgbClr>
                </a:gs>
                <a:gs pos="85714">
                  <a:srgbClr val="12865C">
                    <a:alpha val="821"/>
                  </a:srgbClr>
                </a:gs>
                <a:gs pos="100000">
                  <a:srgbClr val="12865C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-8588843">
              <a:off x="1011399" y="1480988"/>
              <a:ext cx="255861" cy="143875"/>
            </a:xfrm>
            <a:prstGeom prst="ellipse">
              <a:avLst/>
            </a:prstGeom>
            <a:gradFill>
              <a:gsLst>
                <a:gs pos="0">
                  <a:srgbClr val="0055FF">
                    <a:alpha val="32968"/>
                  </a:srgbClr>
                </a:gs>
                <a:gs pos="14286">
                  <a:srgbClr val="0055FF">
                    <a:alpha val="30764"/>
                  </a:srgbClr>
                </a:gs>
                <a:gs pos="28571">
                  <a:srgbClr val="0055FF">
                    <a:alpha val="24833"/>
                  </a:srgbClr>
                </a:gs>
                <a:gs pos="42857">
                  <a:srgbClr val="0055FF">
                    <a:alpha val="17075"/>
                  </a:srgbClr>
                </a:gs>
                <a:gs pos="57143">
                  <a:srgbClr val="0055FF">
                    <a:alpha val="9855"/>
                  </a:srgbClr>
                </a:gs>
                <a:gs pos="71429">
                  <a:srgbClr val="0055FF">
                    <a:alpha val="4740"/>
                  </a:srgbClr>
                </a:gs>
                <a:gs pos="85714">
                  <a:srgbClr val="0055FF">
                    <a:alpha val="1902"/>
                  </a:srgbClr>
                </a:gs>
                <a:gs pos="100000">
                  <a:srgbClr val="005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6096155">
              <a:off x="-20898" y="797793"/>
              <a:ext cx="517891" cy="504090"/>
            </a:xfrm>
            <a:prstGeom prst="ellipse">
              <a:avLst/>
            </a:prstGeom>
            <a:gradFill>
              <a:gsLst>
                <a:gs pos="0">
                  <a:srgbClr val="000000">
                    <a:alpha val="11506"/>
                  </a:srgbClr>
                </a:gs>
                <a:gs pos="14286">
                  <a:srgbClr val="000000">
                    <a:alpha val="10627"/>
                  </a:srgbClr>
                </a:gs>
                <a:gs pos="28571">
                  <a:srgbClr val="000000">
                    <a:alpha val="8354"/>
                  </a:srgbClr>
                </a:gs>
                <a:gs pos="42857">
                  <a:srgbClr val="000000">
                    <a:alpha val="5561"/>
                  </a:srgbClr>
                </a:gs>
                <a:gs pos="57143">
                  <a:srgbClr val="000000">
                    <a:alpha val="3121"/>
                  </a:srgbClr>
                </a:gs>
                <a:gs pos="71429">
                  <a:srgbClr val="000000">
                    <a:alpha val="1473"/>
                  </a:srgbClr>
                </a:gs>
                <a:gs pos="85714">
                  <a:srgbClr val="000000">
                    <a:alpha val="585"/>
                  </a:srgbClr>
                </a:gs>
                <a:gs pos="100000">
                  <a:srgbClr val="000000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7006460">
              <a:off x="2439895" y="1783436"/>
              <a:ext cx="482292" cy="239760"/>
            </a:xfrm>
            <a:prstGeom prst="ellipse">
              <a:avLst/>
            </a:prstGeom>
            <a:gradFill>
              <a:gsLst>
                <a:gs pos="0">
                  <a:srgbClr val="26FF00">
                    <a:alpha val="32968"/>
                  </a:srgbClr>
                </a:gs>
                <a:gs pos="14286">
                  <a:srgbClr val="26FF00">
                    <a:alpha val="30764"/>
                  </a:srgbClr>
                </a:gs>
                <a:gs pos="28571">
                  <a:srgbClr val="26FF00">
                    <a:alpha val="24833"/>
                  </a:srgbClr>
                </a:gs>
                <a:gs pos="42857">
                  <a:srgbClr val="26FF00">
                    <a:alpha val="17075"/>
                  </a:srgbClr>
                </a:gs>
                <a:gs pos="57143">
                  <a:srgbClr val="26FF00">
                    <a:alpha val="9855"/>
                  </a:srgbClr>
                </a:gs>
                <a:gs pos="71429">
                  <a:srgbClr val="26FF00">
                    <a:alpha val="4740"/>
                  </a:srgbClr>
                </a:gs>
                <a:gs pos="85714">
                  <a:srgbClr val="26FF00">
                    <a:alpha val="1902"/>
                  </a:srgbClr>
                </a:gs>
                <a:gs pos="100000">
                  <a:srgbClr val="26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9148944">
              <a:off x="938458" y="1165508"/>
              <a:ext cx="495356" cy="257633"/>
            </a:xfrm>
            <a:prstGeom prst="ellipse">
              <a:avLst/>
            </a:prstGeom>
            <a:gradFill>
              <a:gsLst>
                <a:gs pos="0">
                  <a:srgbClr val="FF7800">
                    <a:alpha val="32968"/>
                  </a:srgbClr>
                </a:gs>
                <a:gs pos="14286">
                  <a:srgbClr val="FF7800">
                    <a:alpha val="30764"/>
                  </a:srgbClr>
                </a:gs>
                <a:gs pos="28571">
                  <a:srgbClr val="FF7800">
                    <a:alpha val="24833"/>
                  </a:srgbClr>
                </a:gs>
                <a:gs pos="42857">
                  <a:srgbClr val="FF7800">
                    <a:alpha val="17075"/>
                  </a:srgbClr>
                </a:gs>
                <a:gs pos="57143">
                  <a:srgbClr val="FF7800">
                    <a:alpha val="9855"/>
                  </a:srgbClr>
                </a:gs>
                <a:gs pos="71429">
                  <a:srgbClr val="FF7800">
                    <a:alpha val="4740"/>
                  </a:srgbClr>
                </a:gs>
                <a:gs pos="85714">
                  <a:srgbClr val="FF7800">
                    <a:alpha val="1902"/>
                  </a:srgbClr>
                </a:gs>
                <a:gs pos="100000">
                  <a:srgbClr val="FF7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3161330">
              <a:off x="795526" y="1366262"/>
              <a:ext cx="260305" cy="144305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9931108">
              <a:off x="1817329" y="2615394"/>
              <a:ext cx="371512" cy="188810"/>
            </a:xfrm>
            <a:prstGeom prst="ellipse">
              <a:avLst/>
            </a:prstGeom>
            <a:gradFill>
              <a:gsLst>
                <a:gs pos="0">
                  <a:srgbClr val="00FF9D">
                    <a:alpha val="32968"/>
                  </a:srgbClr>
                </a:gs>
                <a:gs pos="14286">
                  <a:srgbClr val="00FF9D">
                    <a:alpha val="30764"/>
                  </a:srgbClr>
                </a:gs>
                <a:gs pos="28571">
                  <a:srgbClr val="00FF9D">
                    <a:alpha val="24833"/>
                  </a:srgbClr>
                </a:gs>
                <a:gs pos="42857">
                  <a:srgbClr val="00FF9D">
                    <a:alpha val="17075"/>
                  </a:srgbClr>
                </a:gs>
                <a:gs pos="57143">
                  <a:srgbClr val="00FF9D">
                    <a:alpha val="9855"/>
                  </a:srgbClr>
                </a:gs>
                <a:gs pos="71429">
                  <a:srgbClr val="00FF9D">
                    <a:alpha val="4740"/>
                  </a:srgbClr>
                </a:gs>
                <a:gs pos="85714">
                  <a:srgbClr val="00FF9D">
                    <a:alpha val="1902"/>
                  </a:srgbClr>
                </a:gs>
                <a:gs pos="100000">
                  <a:srgbClr val="00FF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9380596">
              <a:off x="2924553" y="2726281"/>
              <a:ext cx="494561" cy="476627"/>
            </a:xfrm>
            <a:prstGeom prst="ellipse">
              <a:avLst/>
            </a:prstGeom>
            <a:gradFill>
              <a:gsLst>
                <a:gs pos="0">
                  <a:srgbClr val="000000">
                    <a:alpha val="1916"/>
                  </a:srgbClr>
                </a:gs>
                <a:gs pos="14286">
                  <a:srgbClr val="000000">
                    <a:alpha val="1762"/>
                  </a:srgbClr>
                </a:gs>
                <a:gs pos="28571">
                  <a:srgbClr val="000000">
                    <a:alpha val="1371"/>
                  </a:srgbClr>
                </a:gs>
                <a:gs pos="42857">
                  <a:srgbClr val="000000">
                    <a:alpha val="901"/>
                  </a:srgbClr>
                </a:gs>
                <a:gs pos="57143">
                  <a:srgbClr val="000000">
                    <a:alpha val="501"/>
                  </a:srgbClr>
                </a:gs>
                <a:gs pos="71429">
                  <a:srgbClr val="000000">
                    <a:alpha val="235"/>
                  </a:srgbClr>
                </a:gs>
                <a:gs pos="85714">
                  <a:srgbClr val="000000">
                    <a:alpha val="93"/>
                  </a:srgbClr>
                </a:gs>
                <a:gs pos="100000">
                  <a:srgbClr val="00000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8902618">
              <a:off x="850387" y="1130457"/>
              <a:ext cx="215519" cy="70097"/>
            </a:xfrm>
            <a:prstGeom prst="ellipse">
              <a:avLst/>
            </a:prstGeom>
            <a:gradFill>
              <a:gsLst>
                <a:gs pos="0">
                  <a:srgbClr val="E5006B">
                    <a:alpha val="6872"/>
                  </a:srgbClr>
                </a:gs>
                <a:gs pos="14286">
                  <a:srgbClr val="E5006B">
                    <a:alpha val="6335"/>
                  </a:srgbClr>
                </a:gs>
                <a:gs pos="28571">
                  <a:srgbClr val="E5006B">
                    <a:alpha val="4954"/>
                  </a:srgbClr>
                </a:gs>
                <a:gs pos="42857">
                  <a:srgbClr val="E5006B">
                    <a:alpha val="3278"/>
                  </a:srgbClr>
                </a:gs>
                <a:gs pos="57143">
                  <a:srgbClr val="E5006B">
                    <a:alpha val="1830"/>
                  </a:srgbClr>
                </a:gs>
                <a:gs pos="71429">
                  <a:srgbClr val="E5006B">
                    <a:alpha val="861"/>
                  </a:srgbClr>
                </a:gs>
                <a:gs pos="85714">
                  <a:srgbClr val="E5006B">
                    <a:alpha val="341"/>
                  </a:srgbClr>
                </a:gs>
                <a:gs pos="100000">
                  <a:srgbClr val="E5006B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5834211">
              <a:off x="1387356" y="2365070"/>
              <a:ext cx="519611" cy="236583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8573085">
              <a:off x="2040493" y="2465317"/>
              <a:ext cx="443978" cy="210741"/>
            </a:xfrm>
            <a:prstGeom prst="ellipse">
              <a:avLst/>
            </a:prstGeom>
            <a:gradFill>
              <a:gsLst>
                <a:gs pos="0">
                  <a:srgbClr val="00FF45">
                    <a:alpha val="32968"/>
                  </a:srgbClr>
                </a:gs>
                <a:gs pos="14286">
                  <a:srgbClr val="00FF45">
                    <a:alpha val="30764"/>
                  </a:srgbClr>
                </a:gs>
                <a:gs pos="28571">
                  <a:srgbClr val="00FF45">
                    <a:alpha val="24833"/>
                  </a:srgbClr>
                </a:gs>
                <a:gs pos="42857">
                  <a:srgbClr val="00FF45">
                    <a:alpha val="17075"/>
                  </a:srgbClr>
                </a:gs>
                <a:gs pos="57143">
                  <a:srgbClr val="00FF45">
                    <a:alpha val="9855"/>
                  </a:srgbClr>
                </a:gs>
                <a:gs pos="71429">
                  <a:srgbClr val="00FF45">
                    <a:alpha val="4740"/>
                  </a:srgbClr>
                </a:gs>
                <a:gs pos="85714">
                  <a:srgbClr val="00FF45">
                    <a:alpha val="1902"/>
                  </a:srgbClr>
                </a:gs>
                <a:gs pos="100000">
                  <a:srgbClr val="00FF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8478773">
              <a:off x="967460" y="1553165"/>
              <a:ext cx="472520" cy="245800"/>
            </a:xfrm>
            <a:prstGeom prst="ellipse">
              <a:avLst/>
            </a:prstGeom>
            <a:gradFill>
              <a:gsLst>
                <a:gs pos="0">
                  <a:srgbClr val="8731FF">
                    <a:alpha val="32968"/>
                  </a:srgbClr>
                </a:gs>
                <a:gs pos="14286">
                  <a:srgbClr val="8731FF">
                    <a:alpha val="30764"/>
                  </a:srgbClr>
                </a:gs>
                <a:gs pos="28571">
                  <a:srgbClr val="8731FF">
                    <a:alpha val="24833"/>
                  </a:srgbClr>
                </a:gs>
                <a:gs pos="42857">
                  <a:srgbClr val="8731FF">
                    <a:alpha val="17075"/>
                  </a:srgbClr>
                </a:gs>
                <a:gs pos="57143">
                  <a:srgbClr val="8731FF">
                    <a:alpha val="9855"/>
                  </a:srgbClr>
                </a:gs>
                <a:gs pos="71429">
                  <a:srgbClr val="8731FF">
                    <a:alpha val="4740"/>
                  </a:srgbClr>
                </a:gs>
                <a:gs pos="85714">
                  <a:srgbClr val="8731FF">
                    <a:alpha val="1902"/>
                  </a:srgbClr>
                </a:gs>
                <a:gs pos="100000">
                  <a:srgbClr val="873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8265450">
              <a:off x="1895720" y="1730361"/>
              <a:ext cx="495226" cy="242286"/>
            </a:xfrm>
            <a:prstGeom prst="ellipse">
              <a:avLst/>
            </a:prstGeom>
            <a:gradFill>
              <a:gsLst>
                <a:gs pos="0">
                  <a:srgbClr val="B8FFFF">
                    <a:alpha val="32968"/>
                  </a:srgbClr>
                </a:gs>
                <a:gs pos="14286">
                  <a:srgbClr val="B8FFFF">
                    <a:alpha val="30764"/>
                  </a:srgbClr>
                </a:gs>
                <a:gs pos="28571">
                  <a:srgbClr val="B8FFFF">
                    <a:alpha val="24833"/>
                  </a:srgbClr>
                </a:gs>
                <a:gs pos="42857">
                  <a:srgbClr val="B8FFFF">
                    <a:alpha val="17075"/>
                  </a:srgbClr>
                </a:gs>
                <a:gs pos="57143">
                  <a:srgbClr val="B8FFFF">
                    <a:alpha val="9855"/>
                  </a:srgbClr>
                </a:gs>
                <a:gs pos="71429">
                  <a:srgbClr val="B8FFFF">
                    <a:alpha val="4740"/>
                  </a:srgbClr>
                </a:gs>
                <a:gs pos="85714">
                  <a:srgbClr val="B8FFFF">
                    <a:alpha val="1902"/>
                  </a:srgbClr>
                </a:gs>
                <a:gs pos="100000">
                  <a:srgbClr val="B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4727463">
              <a:off x="1374145" y="2339758"/>
              <a:ext cx="483526" cy="237462"/>
            </a:xfrm>
            <a:prstGeom prst="ellipse">
              <a:avLst/>
            </a:prstGeom>
            <a:gradFill>
              <a:gsLst>
                <a:gs pos="0">
                  <a:srgbClr val="955AFF">
                    <a:alpha val="32968"/>
                  </a:srgbClr>
                </a:gs>
                <a:gs pos="14286">
                  <a:srgbClr val="955AFF">
                    <a:alpha val="30764"/>
                  </a:srgbClr>
                </a:gs>
                <a:gs pos="28571">
                  <a:srgbClr val="955AFF">
                    <a:alpha val="24833"/>
                  </a:srgbClr>
                </a:gs>
                <a:gs pos="42857">
                  <a:srgbClr val="955AFF">
                    <a:alpha val="17075"/>
                  </a:srgbClr>
                </a:gs>
                <a:gs pos="57143">
                  <a:srgbClr val="955AFF">
                    <a:alpha val="9855"/>
                  </a:srgbClr>
                </a:gs>
                <a:gs pos="71429">
                  <a:srgbClr val="955AFF">
                    <a:alpha val="4740"/>
                  </a:srgbClr>
                </a:gs>
                <a:gs pos="85714">
                  <a:srgbClr val="955AFF">
                    <a:alpha val="1902"/>
                  </a:srgbClr>
                </a:gs>
                <a:gs pos="100000">
                  <a:srgbClr val="955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5606612">
              <a:off x="3042475" y="2554287"/>
              <a:ext cx="526738" cy="518951"/>
            </a:xfrm>
            <a:prstGeom prst="ellipse">
              <a:avLst/>
            </a:prstGeom>
            <a:gradFill>
              <a:gsLst>
                <a:gs pos="0">
                  <a:srgbClr val="000000">
                    <a:alpha val="12584"/>
                  </a:srgbClr>
                </a:gs>
                <a:gs pos="14286">
                  <a:srgbClr val="000000">
                    <a:alpha val="11628"/>
                  </a:srgbClr>
                </a:gs>
                <a:gs pos="28571">
                  <a:srgbClr val="000000">
                    <a:alpha val="9152"/>
                  </a:srgbClr>
                </a:gs>
                <a:gs pos="42857">
                  <a:srgbClr val="000000">
                    <a:alpha val="6101"/>
                  </a:srgbClr>
                </a:gs>
                <a:gs pos="57143">
                  <a:srgbClr val="000000">
                    <a:alpha val="3428"/>
                  </a:srgbClr>
                </a:gs>
                <a:gs pos="71429">
                  <a:srgbClr val="000000">
                    <a:alpha val="1620"/>
                  </a:srgbClr>
                </a:gs>
                <a:gs pos="85714">
                  <a:srgbClr val="000000">
                    <a:alpha val="644"/>
                  </a:srgbClr>
                </a:gs>
                <a:gs pos="100000">
                  <a:srgbClr val="000000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8578406">
              <a:off x="822334" y="1345532"/>
              <a:ext cx="275817" cy="180890"/>
            </a:xfrm>
            <a:prstGeom prst="ellipse">
              <a:avLst/>
            </a:prstGeom>
            <a:gradFill>
              <a:gsLst>
                <a:gs pos="0">
                  <a:srgbClr val="0038FF">
                    <a:alpha val="32968"/>
                  </a:srgbClr>
                </a:gs>
                <a:gs pos="14286">
                  <a:srgbClr val="0038FF">
                    <a:alpha val="30764"/>
                  </a:srgbClr>
                </a:gs>
                <a:gs pos="28571">
                  <a:srgbClr val="0038FF">
                    <a:alpha val="24833"/>
                  </a:srgbClr>
                </a:gs>
                <a:gs pos="42857">
                  <a:srgbClr val="0038FF">
                    <a:alpha val="17075"/>
                  </a:srgbClr>
                </a:gs>
                <a:gs pos="57143">
                  <a:srgbClr val="0038FF">
                    <a:alpha val="9855"/>
                  </a:srgbClr>
                </a:gs>
                <a:gs pos="71429">
                  <a:srgbClr val="0038FF">
                    <a:alpha val="4740"/>
                  </a:srgbClr>
                </a:gs>
                <a:gs pos="85714">
                  <a:srgbClr val="0038FF">
                    <a:alpha val="1902"/>
                  </a:srgbClr>
                </a:gs>
                <a:gs pos="100000">
                  <a:srgbClr val="003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9212768">
              <a:off x="969986" y="1098830"/>
              <a:ext cx="521429" cy="266946"/>
            </a:xfrm>
            <a:prstGeom prst="ellipse">
              <a:avLst/>
            </a:prstGeom>
            <a:gradFill>
              <a:gsLst>
                <a:gs pos="0">
                  <a:srgbClr val="FF9A00">
                    <a:alpha val="32968"/>
                  </a:srgbClr>
                </a:gs>
                <a:gs pos="14286">
                  <a:srgbClr val="FF9A00">
                    <a:alpha val="30764"/>
                  </a:srgbClr>
                </a:gs>
                <a:gs pos="28571">
                  <a:srgbClr val="FF9A00">
                    <a:alpha val="24833"/>
                  </a:srgbClr>
                </a:gs>
                <a:gs pos="42857">
                  <a:srgbClr val="FF9A00">
                    <a:alpha val="17075"/>
                  </a:srgbClr>
                </a:gs>
                <a:gs pos="57143">
                  <a:srgbClr val="FF9A00">
                    <a:alpha val="9855"/>
                  </a:srgbClr>
                </a:gs>
                <a:gs pos="71429">
                  <a:srgbClr val="FF9A00">
                    <a:alpha val="4740"/>
                  </a:srgbClr>
                </a:gs>
                <a:gs pos="85714">
                  <a:srgbClr val="FF9A00">
                    <a:alpha val="1902"/>
                  </a:srgbClr>
                </a:gs>
                <a:gs pos="100000">
                  <a:srgbClr val="FF9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10604927">
              <a:off x="1917870" y="3315715"/>
              <a:ext cx="369882" cy="369085"/>
            </a:xfrm>
            <a:prstGeom prst="ellipse">
              <a:avLst/>
            </a:prstGeom>
            <a:gradFill>
              <a:gsLst>
                <a:gs pos="0">
                  <a:srgbClr val="000000">
                    <a:alpha val="13362"/>
                  </a:srgbClr>
                </a:gs>
                <a:gs pos="14286">
                  <a:srgbClr val="000000">
                    <a:alpha val="12351"/>
                  </a:srgbClr>
                </a:gs>
                <a:gs pos="28571">
                  <a:srgbClr val="000000">
                    <a:alpha val="9730"/>
                  </a:srgbClr>
                </a:gs>
                <a:gs pos="42857">
                  <a:srgbClr val="000000">
                    <a:alpha val="6494"/>
                  </a:srgbClr>
                </a:gs>
                <a:gs pos="57143">
                  <a:srgbClr val="000000">
                    <a:alpha val="3652"/>
                  </a:srgbClr>
                </a:gs>
                <a:gs pos="71429">
                  <a:srgbClr val="000000">
                    <a:alpha val="1726"/>
                  </a:srgbClr>
                </a:gs>
                <a:gs pos="85714">
                  <a:srgbClr val="000000">
                    <a:alpha val="686"/>
                  </a:srgbClr>
                </a:gs>
                <a:gs pos="100000">
                  <a:srgbClr val="000000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9616391">
              <a:off x="2075211" y="1491931"/>
              <a:ext cx="526951" cy="259261"/>
            </a:xfrm>
            <a:prstGeom prst="ellipse">
              <a:avLst/>
            </a:prstGeom>
            <a:gradFill>
              <a:gsLst>
                <a:gs pos="0">
                  <a:srgbClr val="00FF1E">
                    <a:alpha val="32968"/>
                  </a:srgbClr>
                </a:gs>
                <a:gs pos="14286">
                  <a:srgbClr val="00FF1E">
                    <a:alpha val="30764"/>
                  </a:srgbClr>
                </a:gs>
                <a:gs pos="28571">
                  <a:srgbClr val="00FF1E">
                    <a:alpha val="24833"/>
                  </a:srgbClr>
                </a:gs>
                <a:gs pos="42857">
                  <a:srgbClr val="00FF1E">
                    <a:alpha val="17075"/>
                  </a:srgbClr>
                </a:gs>
                <a:gs pos="57143">
                  <a:srgbClr val="00FF1E">
                    <a:alpha val="9855"/>
                  </a:srgbClr>
                </a:gs>
                <a:gs pos="71429">
                  <a:srgbClr val="00FF1E">
                    <a:alpha val="4740"/>
                  </a:srgbClr>
                </a:gs>
                <a:gs pos="85714">
                  <a:srgbClr val="00FF1E">
                    <a:alpha val="1902"/>
                  </a:srgbClr>
                </a:gs>
                <a:gs pos="100000">
                  <a:srgbClr val="00FF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7320717">
              <a:off x="2464649" y="2275831"/>
              <a:ext cx="212377" cy="51835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8954398">
              <a:off x="1077312" y="1668390"/>
              <a:ext cx="483734" cy="239356"/>
            </a:xfrm>
            <a:prstGeom prst="ellipse">
              <a:avLst/>
            </a:prstGeom>
            <a:gradFill>
              <a:gsLst>
                <a:gs pos="0">
                  <a:srgbClr val="0058FF">
                    <a:alpha val="32968"/>
                  </a:srgbClr>
                </a:gs>
                <a:gs pos="14286">
                  <a:srgbClr val="0058FF">
                    <a:alpha val="30764"/>
                  </a:srgbClr>
                </a:gs>
                <a:gs pos="28571">
                  <a:srgbClr val="0058FF">
                    <a:alpha val="24833"/>
                  </a:srgbClr>
                </a:gs>
                <a:gs pos="42857">
                  <a:srgbClr val="0058FF">
                    <a:alpha val="17075"/>
                  </a:srgbClr>
                </a:gs>
                <a:gs pos="57143">
                  <a:srgbClr val="0058FF">
                    <a:alpha val="9855"/>
                  </a:srgbClr>
                </a:gs>
                <a:gs pos="71429">
                  <a:srgbClr val="0058FF">
                    <a:alpha val="4740"/>
                  </a:srgbClr>
                </a:gs>
                <a:gs pos="85714">
                  <a:srgbClr val="0058FF">
                    <a:alpha val="1902"/>
                  </a:srgbClr>
                </a:gs>
                <a:gs pos="100000">
                  <a:srgbClr val="005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6734477">
              <a:off x="3134139" y="2404809"/>
              <a:ext cx="496547" cy="43496"/>
            </a:xfrm>
            <a:prstGeom prst="ellipse">
              <a:avLst/>
            </a:prstGeom>
            <a:gradFill>
              <a:gsLst>
                <a:gs pos="0">
                  <a:srgbClr val="022D00">
                    <a:alpha val="32968"/>
                  </a:srgbClr>
                </a:gs>
                <a:gs pos="14286">
                  <a:srgbClr val="022D00">
                    <a:alpha val="30764"/>
                  </a:srgbClr>
                </a:gs>
                <a:gs pos="28571">
                  <a:srgbClr val="022D00">
                    <a:alpha val="24833"/>
                  </a:srgbClr>
                </a:gs>
                <a:gs pos="42857">
                  <a:srgbClr val="022D00">
                    <a:alpha val="17075"/>
                  </a:srgbClr>
                </a:gs>
                <a:gs pos="57143">
                  <a:srgbClr val="022D00">
                    <a:alpha val="9855"/>
                  </a:srgbClr>
                </a:gs>
                <a:gs pos="71429">
                  <a:srgbClr val="022D00">
                    <a:alpha val="4740"/>
                  </a:srgbClr>
                </a:gs>
                <a:gs pos="85714">
                  <a:srgbClr val="022D00">
                    <a:alpha val="1902"/>
                  </a:srgbClr>
                </a:gs>
                <a:gs pos="100000">
                  <a:srgbClr val="02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149570">
              <a:off x="408137" y="2988213"/>
              <a:ext cx="500996" cy="497060"/>
            </a:xfrm>
            <a:prstGeom prst="ellipse">
              <a:avLst/>
            </a:prstGeom>
            <a:gradFill>
              <a:gsLst>
                <a:gs pos="0">
                  <a:srgbClr val="000000">
                    <a:alpha val="23529"/>
                  </a:srgbClr>
                </a:gs>
                <a:gs pos="14286">
                  <a:srgbClr val="000000">
                    <a:alpha val="21851"/>
                  </a:srgbClr>
                </a:gs>
                <a:gs pos="28571">
                  <a:srgbClr val="000000">
                    <a:alpha val="17423"/>
                  </a:srgbClr>
                </a:gs>
                <a:gs pos="42857">
                  <a:srgbClr val="000000">
                    <a:alpha val="11800"/>
                  </a:srgbClr>
                </a:gs>
                <a:gs pos="57143">
                  <a:srgbClr val="000000">
                    <a:alpha val="6721"/>
                  </a:srgbClr>
                </a:gs>
                <a:gs pos="71429">
                  <a:srgbClr val="000000">
                    <a:alpha val="3204"/>
                  </a:srgbClr>
                </a:gs>
                <a:gs pos="85714">
                  <a:srgbClr val="000000">
                    <a:alpha val="1280"/>
                  </a:srgbClr>
                </a:gs>
                <a:gs pos="100000">
                  <a:srgbClr val="000000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10272871">
              <a:off x="2261053" y="1409690"/>
              <a:ext cx="498660" cy="250815"/>
            </a:xfrm>
            <a:prstGeom prst="ellipse">
              <a:avLst/>
            </a:prstGeom>
            <a:gradFill>
              <a:gsLst>
                <a:gs pos="0">
                  <a:srgbClr val="00FF22">
                    <a:alpha val="32968"/>
                  </a:srgbClr>
                </a:gs>
                <a:gs pos="14286">
                  <a:srgbClr val="00FF22">
                    <a:alpha val="30764"/>
                  </a:srgbClr>
                </a:gs>
                <a:gs pos="28571">
                  <a:srgbClr val="00FF22">
                    <a:alpha val="24833"/>
                  </a:srgbClr>
                </a:gs>
                <a:gs pos="42857">
                  <a:srgbClr val="00FF22">
                    <a:alpha val="17075"/>
                  </a:srgbClr>
                </a:gs>
                <a:gs pos="57143">
                  <a:srgbClr val="00FF22">
                    <a:alpha val="9855"/>
                  </a:srgbClr>
                </a:gs>
                <a:gs pos="71429">
                  <a:srgbClr val="00FF22">
                    <a:alpha val="4740"/>
                  </a:srgbClr>
                </a:gs>
                <a:gs pos="85714">
                  <a:srgbClr val="00FF22">
                    <a:alpha val="1902"/>
                  </a:srgbClr>
                </a:gs>
                <a:gs pos="100000">
                  <a:srgbClr val="00FF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-10356023">
              <a:off x="1727974" y="2191745"/>
              <a:ext cx="493614" cy="247532"/>
            </a:xfrm>
            <a:prstGeom prst="ellipse">
              <a:avLst/>
            </a:prstGeom>
            <a:gradFill>
              <a:gsLst>
                <a:gs pos="0">
                  <a:srgbClr val="E7FFBF">
                    <a:alpha val="32968"/>
                  </a:srgbClr>
                </a:gs>
                <a:gs pos="14286">
                  <a:srgbClr val="E7FFBF">
                    <a:alpha val="30764"/>
                  </a:srgbClr>
                </a:gs>
                <a:gs pos="28571">
                  <a:srgbClr val="E7FFBF">
                    <a:alpha val="24833"/>
                  </a:srgbClr>
                </a:gs>
                <a:gs pos="42857">
                  <a:srgbClr val="E7FFBF">
                    <a:alpha val="17075"/>
                  </a:srgbClr>
                </a:gs>
                <a:gs pos="57143">
                  <a:srgbClr val="E7FFBF">
                    <a:alpha val="9855"/>
                  </a:srgbClr>
                </a:gs>
                <a:gs pos="71429">
                  <a:srgbClr val="E7FFBF">
                    <a:alpha val="4740"/>
                  </a:srgbClr>
                </a:gs>
                <a:gs pos="85714">
                  <a:srgbClr val="E7FFBF">
                    <a:alpha val="1902"/>
                  </a:srgbClr>
                </a:gs>
                <a:gs pos="100000">
                  <a:srgbClr val="E7FF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10282251">
              <a:off x="2474689" y="1140332"/>
              <a:ext cx="200013" cy="38506"/>
            </a:xfrm>
            <a:prstGeom prst="ellipse">
              <a:avLst/>
            </a:prstGeom>
            <a:gradFill>
              <a:gsLst>
                <a:gs pos="0">
                  <a:srgbClr val="FFB900">
                    <a:alpha val="7665"/>
                  </a:srgbClr>
                </a:gs>
                <a:gs pos="14286">
                  <a:srgbClr val="FFB900">
                    <a:alpha val="7067"/>
                  </a:srgbClr>
                </a:gs>
                <a:gs pos="28571">
                  <a:srgbClr val="FFB900">
                    <a:alpha val="5532"/>
                  </a:srgbClr>
                </a:gs>
                <a:gs pos="42857">
                  <a:srgbClr val="FFB900">
                    <a:alpha val="3664"/>
                  </a:srgbClr>
                </a:gs>
                <a:gs pos="57143">
                  <a:srgbClr val="FFB900">
                    <a:alpha val="2047"/>
                  </a:srgbClr>
                </a:gs>
                <a:gs pos="71429">
                  <a:srgbClr val="FFB900">
                    <a:alpha val="964"/>
                  </a:srgbClr>
                </a:gs>
                <a:gs pos="85714">
                  <a:srgbClr val="FFB900">
                    <a:alpha val="382"/>
                  </a:srgbClr>
                </a:gs>
                <a:gs pos="100000">
                  <a:srgbClr val="FFB900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-10592600">
              <a:off x="2941287" y="2561901"/>
              <a:ext cx="379740" cy="377850"/>
            </a:xfrm>
            <a:prstGeom prst="ellipse">
              <a:avLst/>
            </a:prstGeom>
            <a:gradFill>
              <a:gsLst>
                <a:gs pos="0">
                  <a:srgbClr val="0B0000">
                    <a:alpha val="8895"/>
                  </a:srgbClr>
                </a:gs>
                <a:gs pos="14286">
                  <a:srgbClr val="0B0000">
                    <a:alpha val="8206"/>
                  </a:srgbClr>
                </a:gs>
                <a:gs pos="28571">
                  <a:srgbClr val="0B0000">
                    <a:alpha val="6432"/>
                  </a:srgbClr>
                </a:gs>
                <a:gs pos="42857">
                  <a:srgbClr val="0B0000">
                    <a:alpha val="4267"/>
                  </a:srgbClr>
                </a:gs>
                <a:gs pos="57143">
                  <a:srgbClr val="0B0000">
                    <a:alpha val="2387"/>
                  </a:srgbClr>
                </a:gs>
                <a:gs pos="71429">
                  <a:srgbClr val="0B0000">
                    <a:alpha val="1125"/>
                  </a:srgbClr>
                </a:gs>
                <a:gs pos="85714">
                  <a:srgbClr val="0B0000">
                    <a:alpha val="446"/>
                  </a:srgbClr>
                </a:gs>
                <a:gs pos="100000">
                  <a:srgbClr val="0B000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6634234">
              <a:off x="3044658" y="2230020"/>
              <a:ext cx="684629" cy="126125"/>
            </a:xfrm>
            <a:prstGeom prst="ellipse">
              <a:avLst/>
            </a:prstGeom>
            <a:gradFill>
              <a:gsLst>
                <a:gs pos="0">
                  <a:srgbClr val="124C00">
                    <a:alpha val="32968"/>
                  </a:srgbClr>
                </a:gs>
                <a:gs pos="14286">
                  <a:srgbClr val="124C00">
                    <a:alpha val="30764"/>
                  </a:srgbClr>
                </a:gs>
                <a:gs pos="28571">
                  <a:srgbClr val="124C00">
                    <a:alpha val="24833"/>
                  </a:srgbClr>
                </a:gs>
                <a:gs pos="42857">
                  <a:srgbClr val="124C00">
                    <a:alpha val="17075"/>
                  </a:srgbClr>
                </a:gs>
                <a:gs pos="57143">
                  <a:srgbClr val="124C00">
                    <a:alpha val="9855"/>
                  </a:srgbClr>
                </a:gs>
                <a:gs pos="71429">
                  <a:srgbClr val="124C00">
                    <a:alpha val="4740"/>
                  </a:srgbClr>
                </a:gs>
                <a:gs pos="85714">
                  <a:srgbClr val="124C00">
                    <a:alpha val="1902"/>
                  </a:srgbClr>
                </a:gs>
                <a:gs pos="100000">
                  <a:srgbClr val="12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5545721">
              <a:off x="226737" y="2839361"/>
              <a:ext cx="504343" cy="500908"/>
            </a:xfrm>
            <a:prstGeom prst="ellipse">
              <a:avLst/>
            </a:prstGeom>
            <a:gradFill>
              <a:gsLst>
                <a:gs pos="0">
                  <a:srgbClr val="000000">
                    <a:alpha val="14638"/>
                  </a:srgbClr>
                </a:gs>
                <a:gs pos="14286">
                  <a:srgbClr val="000000">
                    <a:alpha val="13538"/>
                  </a:srgbClr>
                </a:gs>
                <a:gs pos="28571">
                  <a:srgbClr val="000000">
                    <a:alpha val="10680"/>
                  </a:srgbClr>
                </a:gs>
                <a:gs pos="42857">
                  <a:srgbClr val="000000">
                    <a:alpha val="7140"/>
                  </a:srgbClr>
                </a:gs>
                <a:gs pos="57143">
                  <a:srgbClr val="000000">
                    <a:alpha val="4022"/>
                  </a:srgbClr>
                </a:gs>
                <a:gs pos="71429">
                  <a:srgbClr val="000000">
                    <a:alpha val="1903"/>
                  </a:srgbClr>
                </a:gs>
                <a:gs pos="85714">
                  <a:srgbClr val="000000">
                    <a:alpha val="757"/>
                  </a:srgbClr>
                </a:gs>
                <a:gs pos="100000">
                  <a:srgbClr val="000000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-9280322">
              <a:off x="1609670" y="2795554"/>
              <a:ext cx="283337" cy="139734"/>
            </a:xfrm>
            <a:prstGeom prst="ellipse">
              <a:avLst/>
            </a:prstGeom>
            <a:gradFill>
              <a:gsLst>
                <a:gs pos="0">
                  <a:srgbClr val="00BBD2">
                    <a:alpha val="8946"/>
                  </a:srgbClr>
                </a:gs>
                <a:gs pos="14286">
                  <a:srgbClr val="00BBD2">
                    <a:alpha val="8253"/>
                  </a:srgbClr>
                </a:gs>
                <a:gs pos="28571">
                  <a:srgbClr val="00BBD2">
                    <a:alpha val="6470"/>
                  </a:srgbClr>
                </a:gs>
                <a:gs pos="42857">
                  <a:srgbClr val="00BBD2">
                    <a:alpha val="4292"/>
                  </a:srgbClr>
                </a:gs>
                <a:gs pos="57143">
                  <a:srgbClr val="00BBD2">
                    <a:alpha val="2402"/>
                  </a:srgbClr>
                </a:gs>
                <a:gs pos="71429">
                  <a:srgbClr val="00BBD2">
                    <a:alpha val="1131"/>
                  </a:srgbClr>
                </a:gs>
                <a:gs pos="85714">
                  <a:srgbClr val="00BBD2">
                    <a:alpha val="449"/>
                  </a:srgbClr>
                </a:gs>
                <a:gs pos="100000">
                  <a:srgbClr val="00BBD2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-8366726">
              <a:off x="1291811" y="2095358"/>
              <a:ext cx="492458" cy="239648"/>
            </a:xfrm>
            <a:prstGeom prst="ellipse">
              <a:avLst/>
            </a:prstGeom>
            <a:gradFill>
              <a:gsLst>
                <a:gs pos="0">
                  <a:srgbClr val="889AFF">
                    <a:alpha val="32968"/>
                  </a:srgbClr>
                </a:gs>
                <a:gs pos="14286">
                  <a:srgbClr val="889AFF">
                    <a:alpha val="30764"/>
                  </a:srgbClr>
                </a:gs>
                <a:gs pos="28571">
                  <a:srgbClr val="889AFF">
                    <a:alpha val="24833"/>
                  </a:srgbClr>
                </a:gs>
                <a:gs pos="42857">
                  <a:srgbClr val="889AFF">
                    <a:alpha val="17075"/>
                  </a:srgbClr>
                </a:gs>
                <a:gs pos="57143">
                  <a:srgbClr val="889AFF">
                    <a:alpha val="9855"/>
                  </a:srgbClr>
                </a:gs>
                <a:gs pos="71429">
                  <a:srgbClr val="889AFF">
                    <a:alpha val="4740"/>
                  </a:srgbClr>
                </a:gs>
                <a:gs pos="85714">
                  <a:srgbClr val="889AFF">
                    <a:alpha val="1902"/>
                  </a:srgbClr>
                </a:gs>
                <a:gs pos="100000">
                  <a:srgbClr val="889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727437">
              <a:off x="1025583" y="3138719"/>
              <a:ext cx="474067" cy="472815"/>
            </a:xfrm>
            <a:prstGeom prst="ellipse">
              <a:avLst/>
            </a:prstGeom>
            <a:gradFill>
              <a:gsLst>
                <a:gs pos="0">
                  <a:srgbClr val="000000">
                    <a:alpha val="1447"/>
                  </a:srgbClr>
                </a:gs>
                <a:gs pos="14286">
                  <a:srgbClr val="000000">
                    <a:alpha val="1330"/>
                  </a:srgbClr>
                </a:gs>
                <a:gs pos="28571">
                  <a:srgbClr val="000000">
                    <a:alpha val="1034"/>
                  </a:srgbClr>
                </a:gs>
                <a:gs pos="42857">
                  <a:srgbClr val="000000">
                    <a:alpha val="680"/>
                  </a:srgbClr>
                </a:gs>
                <a:gs pos="57143">
                  <a:srgbClr val="000000">
                    <a:alpha val="377"/>
                  </a:srgbClr>
                </a:gs>
                <a:gs pos="71429">
                  <a:srgbClr val="000000">
                    <a:alpha val="177"/>
                  </a:srgbClr>
                </a:gs>
                <a:gs pos="85714">
                  <a:srgbClr val="000000">
                    <a:alpha val="70"/>
                  </a:srgbClr>
                </a:gs>
                <a:gs pos="100000">
                  <a:srgbClr val="0000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5239838">
              <a:off x="1137538" y="1208351"/>
              <a:ext cx="495742" cy="246490"/>
            </a:xfrm>
            <a:prstGeom prst="ellipse">
              <a:avLst/>
            </a:prstGeom>
            <a:gradFill>
              <a:gsLst>
                <a:gs pos="0">
                  <a:srgbClr val="FF7DC0">
                    <a:alpha val="32968"/>
                  </a:srgbClr>
                </a:gs>
                <a:gs pos="14286">
                  <a:srgbClr val="FF7DC0">
                    <a:alpha val="30764"/>
                  </a:srgbClr>
                </a:gs>
                <a:gs pos="28571">
                  <a:srgbClr val="FF7DC0">
                    <a:alpha val="24833"/>
                  </a:srgbClr>
                </a:gs>
                <a:gs pos="42857">
                  <a:srgbClr val="FF7DC0">
                    <a:alpha val="17075"/>
                  </a:srgbClr>
                </a:gs>
                <a:gs pos="57143">
                  <a:srgbClr val="FF7DC0">
                    <a:alpha val="9855"/>
                  </a:srgbClr>
                </a:gs>
                <a:gs pos="71429">
                  <a:srgbClr val="FF7DC0">
                    <a:alpha val="4740"/>
                  </a:srgbClr>
                </a:gs>
                <a:gs pos="85714">
                  <a:srgbClr val="FF7DC0">
                    <a:alpha val="1902"/>
                  </a:srgbClr>
                </a:gs>
                <a:gs pos="100000">
                  <a:srgbClr val="FF7D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5304715">
              <a:off x="3249204" y="1282741"/>
              <a:ext cx="375145" cy="371010"/>
            </a:xfrm>
            <a:prstGeom prst="ellipse">
              <a:avLst/>
            </a:prstGeom>
            <a:gradFill>
              <a:gsLst>
                <a:gs pos="0">
                  <a:srgbClr val="000000">
                    <a:alpha val="5611"/>
                  </a:srgbClr>
                </a:gs>
                <a:gs pos="14286">
                  <a:srgbClr val="000000">
                    <a:alpha val="5169"/>
                  </a:srgbClr>
                </a:gs>
                <a:gs pos="28571">
                  <a:srgbClr val="000000">
                    <a:alpha val="4038"/>
                  </a:srgbClr>
                </a:gs>
                <a:gs pos="42857">
                  <a:srgbClr val="000000">
                    <a:alpha val="2667"/>
                  </a:srgbClr>
                </a:gs>
                <a:gs pos="57143">
                  <a:srgbClr val="000000">
                    <a:alpha val="1487"/>
                  </a:srgbClr>
                </a:gs>
                <a:gs pos="71429">
                  <a:srgbClr val="000000">
                    <a:alpha val="699"/>
                  </a:srgbClr>
                </a:gs>
                <a:gs pos="85714">
                  <a:srgbClr val="000000">
                    <a:alpha val="277"/>
                  </a:srgbClr>
                </a:gs>
                <a:gs pos="100000">
                  <a:srgbClr val="0000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8094978">
              <a:off x="941909" y="922663"/>
              <a:ext cx="529594" cy="271151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6338292">
              <a:off x="1695066" y="2050254"/>
              <a:ext cx="505052" cy="253077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-10580607">
              <a:off x="3091714" y="2380277"/>
              <a:ext cx="371235" cy="367493"/>
            </a:xfrm>
            <a:prstGeom prst="ellipse">
              <a:avLst/>
            </a:prstGeom>
            <a:gradFill>
              <a:gsLst>
                <a:gs pos="0">
                  <a:srgbClr val="000000">
                    <a:alpha val="23886"/>
                  </a:srgbClr>
                </a:gs>
                <a:gs pos="14286">
                  <a:srgbClr val="000000">
                    <a:alpha val="22187"/>
                  </a:srgbClr>
                </a:gs>
                <a:gs pos="28571">
                  <a:srgbClr val="000000">
                    <a:alpha val="17698"/>
                  </a:srgbClr>
                </a:gs>
                <a:gs pos="42857">
                  <a:srgbClr val="000000">
                    <a:alpha val="11993"/>
                  </a:srgbClr>
                </a:gs>
                <a:gs pos="57143">
                  <a:srgbClr val="000000">
                    <a:alpha val="6834"/>
                  </a:srgbClr>
                </a:gs>
                <a:gs pos="71429">
                  <a:srgbClr val="000000">
                    <a:alpha val="3259"/>
                  </a:srgbClr>
                </a:gs>
                <a:gs pos="85714">
                  <a:srgbClr val="000000">
                    <a:alpha val="1302"/>
                  </a:srgbClr>
                </a:gs>
                <a:gs pos="100000">
                  <a:srgbClr val="000000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10719965">
              <a:off x="1755821" y="2029444"/>
              <a:ext cx="508232" cy="250879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9100106">
              <a:off x="752928" y="1443334"/>
              <a:ext cx="268143" cy="147297"/>
            </a:xfrm>
            <a:prstGeom prst="ellipse">
              <a:avLst/>
            </a:prstGeom>
            <a:gradFill>
              <a:gsLst>
                <a:gs pos="0">
                  <a:srgbClr val="AB35FF">
                    <a:alpha val="32968"/>
                  </a:srgbClr>
                </a:gs>
                <a:gs pos="14286">
                  <a:srgbClr val="AB35FF">
                    <a:alpha val="30764"/>
                  </a:srgbClr>
                </a:gs>
                <a:gs pos="28571">
                  <a:srgbClr val="AB35FF">
                    <a:alpha val="24833"/>
                  </a:srgbClr>
                </a:gs>
                <a:gs pos="42857">
                  <a:srgbClr val="AB35FF">
                    <a:alpha val="17075"/>
                  </a:srgbClr>
                </a:gs>
                <a:gs pos="57143">
                  <a:srgbClr val="AB35FF">
                    <a:alpha val="9855"/>
                  </a:srgbClr>
                </a:gs>
                <a:gs pos="71429">
                  <a:srgbClr val="AB35FF">
                    <a:alpha val="4740"/>
                  </a:srgbClr>
                </a:gs>
                <a:gs pos="85714">
                  <a:srgbClr val="AB35FF">
                    <a:alpha val="1902"/>
                  </a:srgbClr>
                </a:gs>
                <a:gs pos="100000">
                  <a:srgbClr val="AB3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10784275">
              <a:off x="3315641" y="1388998"/>
              <a:ext cx="363335" cy="360883"/>
            </a:xfrm>
            <a:prstGeom prst="ellipse">
              <a:avLst/>
            </a:prstGeom>
            <a:gradFill>
              <a:gsLst>
                <a:gs pos="0">
                  <a:srgbClr val="000000">
                    <a:alpha val="8243"/>
                  </a:srgbClr>
                </a:gs>
                <a:gs pos="14286">
                  <a:srgbClr val="000000">
                    <a:alpha val="7603"/>
                  </a:srgbClr>
                </a:gs>
                <a:gs pos="28571">
                  <a:srgbClr val="000000">
                    <a:alpha val="5955"/>
                  </a:srgbClr>
                </a:gs>
                <a:gs pos="42857">
                  <a:srgbClr val="000000">
                    <a:alpha val="3947"/>
                  </a:srgbClr>
                </a:gs>
                <a:gs pos="57143">
                  <a:srgbClr val="000000">
                    <a:alpha val="2207"/>
                  </a:srgbClr>
                </a:gs>
                <a:gs pos="71429">
                  <a:srgbClr val="000000">
                    <a:alpha val="1039"/>
                  </a:srgbClr>
                </a:gs>
                <a:gs pos="85714">
                  <a:srgbClr val="000000">
                    <a:alpha val="412"/>
                  </a:srgbClr>
                </a:gs>
                <a:gs pos="100000">
                  <a:srgbClr val="0000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-8368417">
              <a:off x="2137624" y="970086"/>
              <a:ext cx="504122" cy="203685"/>
            </a:xfrm>
            <a:prstGeom prst="ellipse">
              <a:avLst/>
            </a:prstGeom>
            <a:gradFill>
              <a:gsLst>
                <a:gs pos="0">
                  <a:srgbClr val="FFB700">
                    <a:alpha val="32968"/>
                  </a:srgbClr>
                </a:gs>
                <a:gs pos="14286">
                  <a:srgbClr val="FFB700">
                    <a:alpha val="30764"/>
                  </a:srgbClr>
                </a:gs>
                <a:gs pos="28571">
                  <a:srgbClr val="FFB700">
                    <a:alpha val="24833"/>
                  </a:srgbClr>
                </a:gs>
                <a:gs pos="42857">
                  <a:srgbClr val="FFB700">
                    <a:alpha val="17075"/>
                  </a:srgbClr>
                </a:gs>
                <a:gs pos="57143">
                  <a:srgbClr val="FFB700">
                    <a:alpha val="9855"/>
                  </a:srgbClr>
                </a:gs>
                <a:gs pos="71429">
                  <a:srgbClr val="FFB700">
                    <a:alpha val="4740"/>
                  </a:srgbClr>
                </a:gs>
                <a:gs pos="85714">
                  <a:srgbClr val="FFB700">
                    <a:alpha val="1902"/>
                  </a:srgbClr>
                </a:gs>
                <a:gs pos="100000">
                  <a:srgbClr val="FFB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3292101">
              <a:off x="1113892" y="1153260"/>
              <a:ext cx="579978" cy="268648"/>
            </a:xfrm>
            <a:prstGeom prst="ellipse">
              <a:avLst/>
            </a:prstGeom>
            <a:gradFill>
              <a:gsLst>
                <a:gs pos="0">
                  <a:srgbClr val="FF8100">
                    <a:alpha val="32968"/>
                  </a:srgbClr>
                </a:gs>
                <a:gs pos="14286">
                  <a:srgbClr val="FF8100">
                    <a:alpha val="30764"/>
                  </a:srgbClr>
                </a:gs>
                <a:gs pos="28571">
                  <a:srgbClr val="FF8100">
                    <a:alpha val="24833"/>
                  </a:srgbClr>
                </a:gs>
                <a:gs pos="42857">
                  <a:srgbClr val="FF8100">
                    <a:alpha val="17075"/>
                  </a:srgbClr>
                </a:gs>
                <a:gs pos="57143">
                  <a:srgbClr val="FF8100">
                    <a:alpha val="9855"/>
                  </a:srgbClr>
                </a:gs>
                <a:gs pos="71429">
                  <a:srgbClr val="FF8100">
                    <a:alpha val="4740"/>
                  </a:srgbClr>
                </a:gs>
                <a:gs pos="85714">
                  <a:srgbClr val="FF8100">
                    <a:alpha val="1902"/>
                  </a:srgbClr>
                </a:gs>
                <a:gs pos="100000">
                  <a:srgbClr val="FF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094167">
              <a:off x="1210020" y="1261211"/>
              <a:ext cx="478633" cy="230516"/>
            </a:xfrm>
            <a:prstGeom prst="ellipse">
              <a:avLst/>
            </a:prstGeom>
            <a:gradFill>
              <a:gsLst>
                <a:gs pos="0">
                  <a:srgbClr val="FF0073">
                    <a:alpha val="32968"/>
                  </a:srgbClr>
                </a:gs>
                <a:gs pos="14286">
                  <a:srgbClr val="FF0073">
                    <a:alpha val="30764"/>
                  </a:srgbClr>
                </a:gs>
                <a:gs pos="28571">
                  <a:srgbClr val="FF0073">
                    <a:alpha val="24833"/>
                  </a:srgbClr>
                </a:gs>
                <a:gs pos="42857">
                  <a:srgbClr val="FF0073">
                    <a:alpha val="17075"/>
                  </a:srgbClr>
                </a:gs>
                <a:gs pos="57143">
                  <a:srgbClr val="FF0073">
                    <a:alpha val="9855"/>
                  </a:srgbClr>
                </a:gs>
                <a:gs pos="71429">
                  <a:srgbClr val="FF0073">
                    <a:alpha val="4740"/>
                  </a:srgbClr>
                </a:gs>
                <a:gs pos="85714">
                  <a:srgbClr val="FF0073">
                    <a:alpha val="1902"/>
                  </a:srgbClr>
                </a:gs>
                <a:gs pos="100000">
                  <a:srgbClr val="FF00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9643888">
              <a:off x="1010307" y="1101321"/>
              <a:ext cx="498388" cy="251458"/>
            </a:xfrm>
            <a:prstGeom prst="ellipse">
              <a:avLst/>
            </a:prstGeom>
            <a:gradFill>
              <a:gsLst>
                <a:gs pos="0">
                  <a:srgbClr val="FF8A00">
                    <a:alpha val="32968"/>
                  </a:srgbClr>
                </a:gs>
                <a:gs pos="14286">
                  <a:srgbClr val="FF8A00">
                    <a:alpha val="30764"/>
                  </a:srgbClr>
                </a:gs>
                <a:gs pos="28571">
                  <a:srgbClr val="FF8A00">
                    <a:alpha val="24833"/>
                  </a:srgbClr>
                </a:gs>
                <a:gs pos="42857">
                  <a:srgbClr val="FF8A00">
                    <a:alpha val="17075"/>
                  </a:srgbClr>
                </a:gs>
                <a:gs pos="57143">
                  <a:srgbClr val="FF8A00">
                    <a:alpha val="9855"/>
                  </a:srgbClr>
                </a:gs>
                <a:gs pos="71429">
                  <a:srgbClr val="FF8A00">
                    <a:alpha val="4740"/>
                  </a:srgbClr>
                </a:gs>
                <a:gs pos="85714">
                  <a:srgbClr val="FF8A00">
                    <a:alpha val="1902"/>
                  </a:srgbClr>
                </a:gs>
                <a:gs pos="100000">
                  <a:srgbClr val="FF8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4148564">
              <a:off x="2523424" y="1299460"/>
              <a:ext cx="376443" cy="129779"/>
            </a:xfrm>
            <a:prstGeom prst="ellipse">
              <a:avLst/>
            </a:prstGeom>
            <a:gradFill>
              <a:gsLst>
                <a:gs pos="0">
                  <a:srgbClr val="31B700">
                    <a:alpha val="30931"/>
                  </a:srgbClr>
                </a:gs>
                <a:gs pos="14286">
                  <a:srgbClr val="31B700">
                    <a:alpha val="28832"/>
                  </a:srgbClr>
                </a:gs>
                <a:gs pos="28571">
                  <a:srgbClr val="31B700">
                    <a:alpha val="23210"/>
                  </a:srgbClr>
                </a:gs>
                <a:gs pos="42857">
                  <a:srgbClr val="31B700">
                    <a:alpha val="15905"/>
                  </a:srgbClr>
                </a:gs>
                <a:gs pos="57143">
                  <a:srgbClr val="31B700">
                    <a:alpha val="9152"/>
                  </a:srgbClr>
                </a:gs>
                <a:gs pos="71429">
                  <a:srgbClr val="31B700">
                    <a:alpha val="4394"/>
                  </a:srgbClr>
                </a:gs>
                <a:gs pos="85714">
                  <a:srgbClr val="31B700">
                    <a:alpha val="1761"/>
                  </a:srgbClr>
                </a:gs>
                <a:gs pos="100000">
                  <a:srgbClr val="31B700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10716137">
              <a:off x="-244372" y="2147377"/>
              <a:ext cx="526511" cy="523276"/>
            </a:xfrm>
            <a:prstGeom prst="ellipse">
              <a:avLst/>
            </a:prstGeom>
            <a:gradFill>
              <a:gsLst>
                <a:gs pos="0">
                  <a:srgbClr val="000000">
                    <a:alpha val="13016"/>
                  </a:srgbClr>
                </a:gs>
                <a:gs pos="14286">
                  <a:srgbClr val="000000">
                    <a:alpha val="12029"/>
                  </a:srgbClr>
                </a:gs>
                <a:gs pos="28571">
                  <a:srgbClr val="000000">
                    <a:alpha val="9472"/>
                  </a:srgbClr>
                </a:gs>
                <a:gs pos="42857">
                  <a:srgbClr val="000000">
                    <a:alpha val="6319"/>
                  </a:srgbClr>
                </a:gs>
                <a:gs pos="57143">
                  <a:srgbClr val="000000">
                    <a:alpha val="3552"/>
                  </a:srgbClr>
                </a:gs>
                <a:gs pos="71429">
                  <a:srgbClr val="000000">
                    <a:alpha val="1679"/>
                  </a:srgbClr>
                </a:gs>
                <a:gs pos="85714">
                  <a:srgbClr val="000000">
                    <a:alpha val="667"/>
                  </a:srgbClr>
                </a:gs>
                <a:gs pos="100000">
                  <a:srgbClr val="0000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4669321">
              <a:off x="999363" y="1537901"/>
              <a:ext cx="270063" cy="151967"/>
            </a:xfrm>
            <a:prstGeom prst="ellipse">
              <a:avLst/>
            </a:prstGeom>
            <a:gradFill>
              <a:gsLst>
                <a:gs pos="0">
                  <a:srgbClr val="004AFF">
                    <a:alpha val="32968"/>
                  </a:srgbClr>
                </a:gs>
                <a:gs pos="14286">
                  <a:srgbClr val="004AFF">
                    <a:alpha val="30764"/>
                  </a:srgbClr>
                </a:gs>
                <a:gs pos="28571">
                  <a:srgbClr val="004AFF">
                    <a:alpha val="24833"/>
                  </a:srgbClr>
                </a:gs>
                <a:gs pos="42857">
                  <a:srgbClr val="004AFF">
                    <a:alpha val="17075"/>
                  </a:srgbClr>
                </a:gs>
                <a:gs pos="57143">
                  <a:srgbClr val="004AFF">
                    <a:alpha val="9855"/>
                  </a:srgbClr>
                </a:gs>
                <a:gs pos="71429">
                  <a:srgbClr val="004AFF">
                    <a:alpha val="4740"/>
                  </a:srgbClr>
                </a:gs>
                <a:gs pos="85714">
                  <a:srgbClr val="004AFF">
                    <a:alpha val="1902"/>
                  </a:srgbClr>
                </a:gs>
                <a:gs pos="100000">
                  <a:srgbClr val="004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8945983">
              <a:off x="1919452" y="1172585"/>
              <a:ext cx="482020" cy="233426"/>
            </a:xfrm>
            <a:prstGeom prst="ellipse">
              <a:avLst/>
            </a:prstGeom>
            <a:gradFill>
              <a:gsLst>
                <a:gs pos="0">
                  <a:srgbClr val="FF2972">
                    <a:alpha val="32968"/>
                  </a:srgbClr>
                </a:gs>
                <a:gs pos="14286">
                  <a:srgbClr val="FF2972">
                    <a:alpha val="30764"/>
                  </a:srgbClr>
                </a:gs>
                <a:gs pos="28571">
                  <a:srgbClr val="FF2972">
                    <a:alpha val="24833"/>
                  </a:srgbClr>
                </a:gs>
                <a:gs pos="42857">
                  <a:srgbClr val="FF2972">
                    <a:alpha val="17075"/>
                  </a:srgbClr>
                </a:gs>
                <a:gs pos="57143">
                  <a:srgbClr val="FF2972">
                    <a:alpha val="9855"/>
                  </a:srgbClr>
                </a:gs>
                <a:gs pos="71429">
                  <a:srgbClr val="FF2972">
                    <a:alpha val="4740"/>
                  </a:srgbClr>
                </a:gs>
                <a:gs pos="85714">
                  <a:srgbClr val="FF2972">
                    <a:alpha val="1902"/>
                  </a:srgbClr>
                </a:gs>
                <a:gs pos="100000">
                  <a:srgbClr val="FF29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9357189">
              <a:off x="1037594" y="846979"/>
              <a:ext cx="507015" cy="235050"/>
            </a:xfrm>
            <a:prstGeom prst="ellipse">
              <a:avLst/>
            </a:prstGeom>
            <a:gradFill>
              <a:gsLst>
                <a:gs pos="0">
                  <a:srgbClr val="FF0062">
                    <a:alpha val="32968"/>
                  </a:srgbClr>
                </a:gs>
                <a:gs pos="14286">
                  <a:srgbClr val="FF0062">
                    <a:alpha val="30764"/>
                  </a:srgbClr>
                </a:gs>
                <a:gs pos="28571">
                  <a:srgbClr val="FF0062">
                    <a:alpha val="24833"/>
                  </a:srgbClr>
                </a:gs>
                <a:gs pos="42857">
                  <a:srgbClr val="FF0062">
                    <a:alpha val="17075"/>
                  </a:srgbClr>
                </a:gs>
                <a:gs pos="57143">
                  <a:srgbClr val="FF0062">
                    <a:alpha val="9855"/>
                  </a:srgbClr>
                </a:gs>
                <a:gs pos="71429">
                  <a:srgbClr val="FF0062">
                    <a:alpha val="4740"/>
                  </a:srgbClr>
                </a:gs>
                <a:gs pos="85714">
                  <a:srgbClr val="FF0062">
                    <a:alpha val="1902"/>
                  </a:srgbClr>
                </a:gs>
                <a:gs pos="100000">
                  <a:srgbClr val="FF00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6602368">
              <a:off x="934471" y="1518194"/>
              <a:ext cx="267423" cy="149369"/>
            </a:xfrm>
            <a:prstGeom prst="ellipse">
              <a:avLst/>
            </a:prstGeom>
            <a:gradFill>
              <a:gsLst>
                <a:gs pos="0">
                  <a:srgbClr val="0080FF">
                    <a:alpha val="32968"/>
                  </a:srgbClr>
                </a:gs>
                <a:gs pos="14286">
                  <a:srgbClr val="0080FF">
                    <a:alpha val="30764"/>
                  </a:srgbClr>
                </a:gs>
                <a:gs pos="28571">
                  <a:srgbClr val="0080FF">
                    <a:alpha val="24833"/>
                  </a:srgbClr>
                </a:gs>
                <a:gs pos="42857">
                  <a:srgbClr val="0080FF">
                    <a:alpha val="17075"/>
                  </a:srgbClr>
                </a:gs>
                <a:gs pos="57143">
                  <a:srgbClr val="0080FF">
                    <a:alpha val="9855"/>
                  </a:srgbClr>
                </a:gs>
                <a:gs pos="71429">
                  <a:srgbClr val="0080FF">
                    <a:alpha val="4740"/>
                  </a:srgbClr>
                </a:gs>
                <a:gs pos="85714">
                  <a:srgbClr val="0080FF">
                    <a:alpha val="1902"/>
                  </a:srgbClr>
                </a:gs>
                <a:gs pos="100000">
                  <a:srgbClr val="008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575042">
              <a:off x="947007" y="1542644"/>
              <a:ext cx="278645" cy="162176"/>
            </a:xfrm>
            <a:prstGeom prst="ellipse">
              <a:avLst/>
            </a:prstGeom>
            <a:gradFill>
              <a:gsLst>
                <a:gs pos="0">
                  <a:srgbClr val="004FFF">
                    <a:alpha val="32968"/>
                  </a:srgbClr>
                </a:gs>
                <a:gs pos="14286">
                  <a:srgbClr val="004FFF">
                    <a:alpha val="30764"/>
                  </a:srgbClr>
                </a:gs>
                <a:gs pos="28571">
                  <a:srgbClr val="004FFF">
                    <a:alpha val="24833"/>
                  </a:srgbClr>
                </a:gs>
                <a:gs pos="42857">
                  <a:srgbClr val="004FFF">
                    <a:alpha val="17075"/>
                  </a:srgbClr>
                </a:gs>
                <a:gs pos="57143">
                  <a:srgbClr val="004FFF">
                    <a:alpha val="9855"/>
                  </a:srgbClr>
                </a:gs>
                <a:gs pos="71429">
                  <a:srgbClr val="004FFF">
                    <a:alpha val="4740"/>
                  </a:srgbClr>
                </a:gs>
                <a:gs pos="85714">
                  <a:srgbClr val="004FFF">
                    <a:alpha val="1902"/>
                  </a:srgbClr>
                </a:gs>
                <a:gs pos="100000">
                  <a:srgbClr val="004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4705091">
              <a:off x="703738" y="1187134"/>
              <a:ext cx="244784" cy="75772"/>
            </a:xfrm>
            <a:prstGeom prst="ellipse">
              <a:avLst/>
            </a:prstGeom>
            <a:gradFill>
              <a:gsLst>
                <a:gs pos="0">
                  <a:srgbClr val="C200CB">
                    <a:alpha val="5191"/>
                  </a:srgbClr>
                </a:gs>
                <a:gs pos="14286">
                  <a:srgbClr val="C200CB">
                    <a:alpha val="4781"/>
                  </a:srgbClr>
                </a:gs>
                <a:gs pos="28571">
                  <a:srgbClr val="C200CB">
                    <a:alpha val="3732"/>
                  </a:srgbClr>
                </a:gs>
                <a:gs pos="42857">
                  <a:srgbClr val="C200CB">
                    <a:alpha val="2464"/>
                  </a:srgbClr>
                </a:gs>
                <a:gs pos="57143">
                  <a:srgbClr val="C200CB">
                    <a:alpha val="1373"/>
                  </a:srgbClr>
                </a:gs>
                <a:gs pos="71429">
                  <a:srgbClr val="C200CB">
                    <a:alpha val="645"/>
                  </a:srgbClr>
                </a:gs>
                <a:gs pos="85714">
                  <a:srgbClr val="C200CB">
                    <a:alpha val="256"/>
                  </a:srgbClr>
                </a:gs>
                <a:gs pos="100000">
                  <a:srgbClr val="C200CB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9122001">
              <a:off x="2088342" y="1571943"/>
              <a:ext cx="518572" cy="247928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7008086">
              <a:off x="2977733" y="2551839"/>
              <a:ext cx="594712" cy="96493"/>
            </a:xfrm>
            <a:prstGeom prst="ellipse">
              <a:avLst/>
            </a:prstGeom>
            <a:gradFill>
              <a:gsLst>
                <a:gs pos="0">
                  <a:srgbClr val="003400">
                    <a:alpha val="32968"/>
                  </a:srgbClr>
                </a:gs>
                <a:gs pos="14286">
                  <a:srgbClr val="003400">
                    <a:alpha val="30764"/>
                  </a:srgbClr>
                </a:gs>
                <a:gs pos="28571">
                  <a:srgbClr val="003400">
                    <a:alpha val="24833"/>
                  </a:srgbClr>
                </a:gs>
                <a:gs pos="42857">
                  <a:srgbClr val="003400">
                    <a:alpha val="17075"/>
                  </a:srgbClr>
                </a:gs>
                <a:gs pos="57143">
                  <a:srgbClr val="003400">
                    <a:alpha val="9855"/>
                  </a:srgbClr>
                </a:gs>
                <a:gs pos="71429">
                  <a:srgbClr val="003400">
                    <a:alpha val="4740"/>
                  </a:srgbClr>
                </a:gs>
                <a:gs pos="85714">
                  <a:srgbClr val="003400">
                    <a:alpha val="1902"/>
                  </a:srgbClr>
                </a:gs>
                <a:gs pos="100000">
                  <a:srgbClr val="003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6507903">
              <a:off x="698118" y="1418959"/>
              <a:ext cx="291604" cy="134973"/>
            </a:xfrm>
            <a:prstGeom prst="ellipse">
              <a:avLst/>
            </a:prstGeom>
            <a:gradFill>
              <a:gsLst>
                <a:gs pos="0">
                  <a:srgbClr val="B600FF">
                    <a:alpha val="32968"/>
                  </a:srgbClr>
                </a:gs>
                <a:gs pos="14286">
                  <a:srgbClr val="B600FF">
                    <a:alpha val="30764"/>
                  </a:srgbClr>
                </a:gs>
                <a:gs pos="28571">
                  <a:srgbClr val="B600FF">
                    <a:alpha val="24833"/>
                  </a:srgbClr>
                </a:gs>
                <a:gs pos="42857">
                  <a:srgbClr val="B600FF">
                    <a:alpha val="17075"/>
                  </a:srgbClr>
                </a:gs>
                <a:gs pos="57143">
                  <a:srgbClr val="B600FF">
                    <a:alpha val="9855"/>
                  </a:srgbClr>
                </a:gs>
                <a:gs pos="71429">
                  <a:srgbClr val="B600FF">
                    <a:alpha val="4740"/>
                  </a:srgbClr>
                </a:gs>
                <a:gs pos="85714">
                  <a:srgbClr val="B600FF">
                    <a:alpha val="1902"/>
                  </a:srgbClr>
                </a:gs>
                <a:gs pos="100000">
                  <a:srgbClr val="B6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9845810">
              <a:off x="1776361" y="2112023"/>
              <a:ext cx="506490" cy="253422"/>
            </a:xfrm>
            <a:prstGeom prst="ellipse">
              <a:avLst/>
            </a:prstGeom>
            <a:gradFill>
              <a:gsLst>
                <a:gs pos="0">
                  <a:srgbClr val="92FFA0">
                    <a:alpha val="32968"/>
                  </a:srgbClr>
                </a:gs>
                <a:gs pos="14286">
                  <a:srgbClr val="92FFA0">
                    <a:alpha val="30764"/>
                  </a:srgbClr>
                </a:gs>
                <a:gs pos="28571">
                  <a:srgbClr val="92FFA0">
                    <a:alpha val="24833"/>
                  </a:srgbClr>
                </a:gs>
                <a:gs pos="42857">
                  <a:srgbClr val="92FFA0">
                    <a:alpha val="17075"/>
                  </a:srgbClr>
                </a:gs>
                <a:gs pos="57143">
                  <a:srgbClr val="92FFA0">
                    <a:alpha val="9855"/>
                  </a:srgbClr>
                </a:gs>
                <a:gs pos="71429">
                  <a:srgbClr val="92FFA0">
                    <a:alpha val="4740"/>
                  </a:srgbClr>
                </a:gs>
                <a:gs pos="85714">
                  <a:srgbClr val="92FFA0">
                    <a:alpha val="1902"/>
                  </a:srgbClr>
                </a:gs>
                <a:gs pos="100000">
                  <a:srgbClr val="92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4445363">
              <a:off x="825694" y="1496016"/>
              <a:ext cx="499758" cy="241989"/>
            </a:xfrm>
            <a:prstGeom prst="ellipse">
              <a:avLst/>
            </a:prstGeom>
            <a:gradFill>
              <a:gsLst>
                <a:gs pos="0">
                  <a:srgbClr val="002BFF">
                    <a:alpha val="32968"/>
                  </a:srgbClr>
                </a:gs>
                <a:gs pos="14286">
                  <a:srgbClr val="002BFF">
                    <a:alpha val="30764"/>
                  </a:srgbClr>
                </a:gs>
                <a:gs pos="28571">
                  <a:srgbClr val="002BFF">
                    <a:alpha val="24833"/>
                  </a:srgbClr>
                </a:gs>
                <a:gs pos="42857">
                  <a:srgbClr val="002BFF">
                    <a:alpha val="17075"/>
                  </a:srgbClr>
                </a:gs>
                <a:gs pos="57143">
                  <a:srgbClr val="002BFF">
                    <a:alpha val="9855"/>
                  </a:srgbClr>
                </a:gs>
                <a:gs pos="71429">
                  <a:srgbClr val="002BFF">
                    <a:alpha val="4740"/>
                  </a:srgbClr>
                </a:gs>
                <a:gs pos="85714">
                  <a:srgbClr val="002BFF">
                    <a:alpha val="1902"/>
                  </a:srgbClr>
                </a:gs>
                <a:gs pos="100000">
                  <a:srgbClr val="002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10256390">
              <a:off x="2083069" y="1202398"/>
              <a:ext cx="231324" cy="119319"/>
            </a:xfrm>
            <a:prstGeom prst="ellipse">
              <a:avLst/>
            </a:prstGeom>
            <a:gradFill>
              <a:gsLst>
                <a:gs pos="0">
                  <a:srgbClr val="FF9D5B">
                    <a:alpha val="32968"/>
                  </a:srgbClr>
                </a:gs>
                <a:gs pos="14286">
                  <a:srgbClr val="FF9D5B">
                    <a:alpha val="30764"/>
                  </a:srgbClr>
                </a:gs>
                <a:gs pos="28571">
                  <a:srgbClr val="FF9D5B">
                    <a:alpha val="24833"/>
                  </a:srgbClr>
                </a:gs>
                <a:gs pos="42857">
                  <a:srgbClr val="FF9D5B">
                    <a:alpha val="17075"/>
                  </a:srgbClr>
                </a:gs>
                <a:gs pos="57143">
                  <a:srgbClr val="FF9D5B">
                    <a:alpha val="9855"/>
                  </a:srgbClr>
                </a:gs>
                <a:gs pos="71429">
                  <a:srgbClr val="FF9D5B">
                    <a:alpha val="4740"/>
                  </a:srgbClr>
                </a:gs>
                <a:gs pos="85714">
                  <a:srgbClr val="FF9D5B">
                    <a:alpha val="1902"/>
                  </a:srgbClr>
                </a:gs>
                <a:gs pos="100000">
                  <a:srgbClr val="FF9D5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3738930">
              <a:off x="-141797" y="1772726"/>
              <a:ext cx="387291" cy="352764"/>
            </a:xfrm>
            <a:prstGeom prst="ellipse">
              <a:avLst/>
            </a:prstGeom>
            <a:gradFill>
              <a:gsLst>
                <a:gs pos="0">
                  <a:srgbClr val="230029">
                    <a:alpha val="3199"/>
                  </a:srgbClr>
                </a:gs>
                <a:gs pos="14286">
                  <a:srgbClr val="230029">
                    <a:alpha val="2944"/>
                  </a:srgbClr>
                </a:gs>
                <a:gs pos="28571">
                  <a:srgbClr val="230029">
                    <a:alpha val="2293"/>
                  </a:srgbClr>
                </a:gs>
                <a:gs pos="42857">
                  <a:srgbClr val="230029">
                    <a:alpha val="1510"/>
                  </a:srgbClr>
                </a:gs>
                <a:gs pos="57143">
                  <a:srgbClr val="230029">
                    <a:alpha val="840"/>
                  </a:srgbClr>
                </a:gs>
                <a:gs pos="71429">
                  <a:srgbClr val="230029">
                    <a:alpha val="394"/>
                  </a:srgbClr>
                </a:gs>
                <a:gs pos="85714">
                  <a:srgbClr val="230029">
                    <a:alpha val="156"/>
                  </a:srgbClr>
                </a:gs>
                <a:gs pos="100000">
                  <a:srgbClr val="230029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5192796">
              <a:off x="2332047" y="1509796"/>
              <a:ext cx="580732" cy="285966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3276689">
              <a:off x="2087794" y="1600603"/>
              <a:ext cx="501475" cy="246034"/>
            </a:xfrm>
            <a:prstGeom prst="ellipse">
              <a:avLst/>
            </a:prstGeom>
            <a:gradFill>
              <a:gsLst>
                <a:gs pos="0">
                  <a:srgbClr val="00FFA0">
                    <a:alpha val="32968"/>
                  </a:srgbClr>
                </a:gs>
                <a:gs pos="14286">
                  <a:srgbClr val="00FFA0">
                    <a:alpha val="30764"/>
                  </a:srgbClr>
                </a:gs>
                <a:gs pos="28571">
                  <a:srgbClr val="00FFA0">
                    <a:alpha val="24833"/>
                  </a:srgbClr>
                </a:gs>
                <a:gs pos="42857">
                  <a:srgbClr val="00FFA0">
                    <a:alpha val="17075"/>
                  </a:srgbClr>
                </a:gs>
                <a:gs pos="57143">
                  <a:srgbClr val="00FFA0">
                    <a:alpha val="9855"/>
                  </a:srgbClr>
                </a:gs>
                <a:gs pos="71429">
                  <a:srgbClr val="00FFA0">
                    <a:alpha val="4740"/>
                  </a:srgbClr>
                </a:gs>
                <a:gs pos="85714">
                  <a:srgbClr val="00FFA0">
                    <a:alpha val="1902"/>
                  </a:srgbClr>
                </a:gs>
                <a:gs pos="100000">
                  <a:srgbClr val="00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5737122">
              <a:off x="2485944" y="1700752"/>
              <a:ext cx="460629" cy="178130"/>
            </a:xfrm>
            <a:prstGeom prst="ellipse">
              <a:avLst/>
            </a:prstGeom>
            <a:gradFill>
              <a:gsLst>
                <a:gs pos="0">
                  <a:srgbClr val="4DFF00">
                    <a:alpha val="32968"/>
                  </a:srgbClr>
                </a:gs>
                <a:gs pos="14286">
                  <a:srgbClr val="4DFF00">
                    <a:alpha val="30764"/>
                  </a:srgbClr>
                </a:gs>
                <a:gs pos="28571">
                  <a:srgbClr val="4DFF00">
                    <a:alpha val="24833"/>
                  </a:srgbClr>
                </a:gs>
                <a:gs pos="42857">
                  <a:srgbClr val="4DFF00">
                    <a:alpha val="17075"/>
                  </a:srgbClr>
                </a:gs>
                <a:gs pos="57143">
                  <a:srgbClr val="4DFF00">
                    <a:alpha val="9855"/>
                  </a:srgbClr>
                </a:gs>
                <a:gs pos="71429">
                  <a:srgbClr val="4DFF00">
                    <a:alpha val="4740"/>
                  </a:srgbClr>
                </a:gs>
                <a:gs pos="85714">
                  <a:srgbClr val="4DFF00">
                    <a:alpha val="1902"/>
                  </a:srgbClr>
                </a:gs>
                <a:gs pos="100000">
                  <a:srgbClr val="4D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4656472">
              <a:off x="3254463" y="1237599"/>
              <a:ext cx="409974" cy="339201"/>
            </a:xfrm>
            <a:prstGeom prst="ellipse">
              <a:avLst/>
            </a:prstGeom>
            <a:gradFill>
              <a:gsLst>
                <a:gs pos="0">
                  <a:srgbClr val="070000">
                    <a:alpha val="19105"/>
                  </a:srgbClr>
                </a:gs>
                <a:gs pos="14286">
                  <a:srgbClr val="070000">
                    <a:alpha val="17706"/>
                  </a:srgbClr>
                </a:gs>
                <a:gs pos="28571">
                  <a:srgbClr val="070000">
                    <a:alpha val="14041"/>
                  </a:srgbClr>
                </a:gs>
                <a:gs pos="42857">
                  <a:srgbClr val="070000">
                    <a:alpha val="9448"/>
                  </a:srgbClr>
                </a:gs>
                <a:gs pos="57143">
                  <a:srgbClr val="070000">
                    <a:alpha val="5351"/>
                  </a:srgbClr>
                </a:gs>
                <a:gs pos="71429">
                  <a:srgbClr val="070000">
                    <a:alpha val="2541"/>
                  </a:srgbClr>
                </a:gs>
                <a:gs pos="85714">
                  <a:srgbClr val="070000">
                    <a:alpha val="1013"/>
                  </a:srgbClr>
                </a:gs>
                <a:gs pos="100000">
                  <a:srgbClr val="07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8597456">
              <a:off x="1829978" y="1950890"/>
              <a:ext cx="507256" cy="258830"/>
            </a:xfrm>
            <a:prstGeom prst="ellipse">
              <a:avLst/>
            </a:prstGeom>
            <a:gradFill>
              <a:gsLst>
                <a:gs pos="0">
                  <a:srgbClr val="78FFC7">
                    <a:alpha val="32968"/>
                  </a:srgbClr>
                </a:gs>
                <a:gs pos="14286">
                  <a:srgbClr val="78FFC7">
                    <a:alpha val="30764"/>
                  </a:srgbClr>
                </a:gs>
                <a:gs pos="28571">
                  <a:srgbClr val="78FFC7">
                    <a:alpha val="24833"/>
                  </a:srgbClr>
                </a:gs>
                <a:gs pos="42857">
                  <a:srgbClr val="78FFC7">
                    <a:alpha val="17075"/>
                  </a:srgbClr>
                </a:gs>
                <a:gs pos="57143">
                  <a:srgbClr val="78FFC7">
                    <a:alpha val="9855"/>
                  </a:srgbClr>
                </a:gs>
                <a:gs pos="71429">
                  <a:srgbClr val="78FFC7">
                    <a:alpha val="4740"/>
                  </a:srgbClr>
                </a:gs>
                <a:gs pos="85714">
                  <a:srgbClr val="78FFC7">
                    <a:alpha val="1902"/>
                  </a:srgbClr>
                </a:gs>
                <a:gs pos="100000">
                  <a:srgbClr val="78FFC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5439619">
              <a:off x="2629258" y="1476288"/>
              <a:ext cx="226921" cy="72337"/>
            </a:xfrm>
            <a:prstGeom prst="ellipse">
              <a:avLst/>
            </a:prstGeom>
            <a:gradFill>
              <a:gsLst>
                <a:gs pos="0">
                  <a:srgbClr val="A17200">
                    <a:alpha val="13826"/>
                  </a:srgbClr>
                </a:gs>
                <a:gs pos="14286">
                  <a:srgbClr val="A17200">
                    <a:alpha val="12782"/>
                  </a:srgbClr>
                </a:gs>
                <a:gs pos="28571">
                  <a:srgbClr val="A17200">
                    <a:alpha val="10075"/>
                  </a:srgbClr>
                </a:gs>
                <a:gs pos="42857">
                  <a:srgbClr val="A17200">
                    <a:alpha val="6728"/>
                  </a:srgbClr>
                </a:gs>
                <a:gs pos="57143">
                  <a:srgbClr val="A17200">
                    <a:alpha val="3786"/>
                  </a:srgbClr>
                </a:gs>
                <a:gs pos="71429">
                  <a:srgbClr val="A17200">
                    <a:alpha val="1790"/>
                  </a:srgbClr>
                </a:gs>
                <a:gs pos="85714">
                  <a:srgbClr val="A17200">
                    <a:alpha val="712"/>
                  </a:srgbClr>
                </a:gs>
                <a:gs pos="100000">
                  <a:srgbClr val="A17200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5682248">
              <a:off x="3222008" y="756956"/>
              <a:ext cx="358911" cy="356371"/>
            </a:xfrm>
            <a:prstGeom prst="ellipse">
              <a:avLst/>
            </a:prstGeom>
            <a:gradFill>
              <a:gsLst>
                <a:gs pos="0">
                  <a:srgbClr val="000000">
                    <a:alpha val="5203"/>
                  </a:srgbClr>
                </a:gs>
                <a:gs pos="14286">
                  <a:srgbClr val="000000">
                    <a:alpha val="4793"/>
                  </a:srgbClr>
                </a:gs>
                <a:gs pos="28571">
                  <a:srgbClr val="000000">
                    <a:alpha val="3741"/>
                  </a:srgbClr>
                </a:gs>
                <a:gs pos="42857">
                  <a:srgbClr val="000000">
                    <a:alpha val="2470"/>
                  </a:srgbClr>
                </a:gs>
                <a:gs pos="57143">
                  <a:srgbClr val="000000">
                    <a:alpha val="1376"/>
                  </a:srgbClr>
                </a:gs>
                <a:gs pos="71429">
                  <a:srgbClr val="000000">
                    <a:alpha val="647"/>
                  </a:srgbClr>
                </a:gs>
                <a:gs pos="85714">
                  <a:srgbClr val="000000">
                    <a:alpha val="256"/>
                  </a:srgbClr>
                </a:gs>
                <a:gs pos="100000">
                  <a:srgbClr val="00000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7410501">
              <a:off x="1989342" y="1231747"/>
              <a:ext cx="245145" cy="138391"/>
            </a:xfrm>
            <a:prstGeom prst="ellipse">
              <a:avLst/>
            </a:prstGeom>
            <a:gradFill>
              <a:gsLst>
                <a:gs pos="0">
                  <a:srgbClr val="FF7F70">
                    <a:alpha val="32968"/>
                  </a:srgbClr>
                </a:gs>
                <a:gs pos="14286">
                  <a:srgbClr val="FF7F70">
                    <a:alpha val="30764"/>
                  </a:srgbClr>
                </a:gs>
                <a:gs pos="28571">
                  <a:srgbClr val="FF7F70">
                    <a:alpha val="24833"/>
                  </a:srgbClr>
                </a:gs>
                <a:gs pos="42857">
                  <a:srgbClr val="FF7F70">
                    <a:alpha val="17075"/>
                  </a:srgbClr>
                </a:gs>
                <a:gs pos="57143">
                  <a:srgbClr val="FF7F70">
                    <a:alpha val="9855"/>
                  </a:srgbClr>
                </a:gs>
                <a:gs pos="71429">
                  <a:srgbClr val="FF7F70">
                    <a:alpha val="4740"/>
                  </a:srgbClr>
                </a:gs>
                <a:gs pos="85714">
                  <a:srgbClr val="FF7F70">
                    <a:alpha val="1902"/>
                  </a:srgbClr>
                </a:gs>
                <a:gs pos="100000">
                  <a:srgbClr val="FF7F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8816858">
              <a:off x="973638" y="1613634"/>
              <a:ext cx="473984" cy="250858"/>
            </a:xfrm>
            <a:prstGeom prst="ellipse">
              <a:avLst/>
            </a:prstGeom>
            <a:gradFill>
              <a:gsLst>
                <a:gs pos="0">
                  <a:srgbClr val="9D6AFF">
                    <a:alpha val="32968"/>
                  </a:srgbClr>
                </a:gs>
                <a:gs pos="14286">
                  <a:srgbClr val="9D6AFF">
                    <a:alpha val="30764"/>
                  </a:srgbClr>
                </a:gs>
                <a:gs pos="28571">
                  <a:srgbClr val="9D6AFF">
                    <a:alpha val="24833"/>
                  </a:srgbClr>
                </a:gs>
                <a:gs pos="42857">
                  <a:srgbClr val="9D6AFF">
                    <a:alpha val="17075"/>
                  </a:srgbClr>
                </a:gs>
                <a:gs pos="57143">
                  <a:srgbClr val="9D6AFF">
                    <a:alpha val="9855"/>
                  </a:srgbClr>
                </a:gs>
                <a:gs pos="71429">
                  <a:srgbClr val="9D6AFF">
                    <a:alpha val="4740"/>
                  </a:srgbClr>
                </a:gs>
                <a:gs pos="85714">
                  <a:srgbClr val="9D6AFF">
                    <a:alpha val="1902"/>
                  </a:srgbClr>
                </a:gs>
                <a:gs pos="100000">
                  <a:srgbClr val="9D6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9455488">
              <a:off x="2010960" y="1125860"/>
              <a:ext cx="480916" cy="247220"/>
            </a:xfrm>
            <a:prstGeom prst="ellipse">
              <a:avLst/>
            </a:prstGeom>
            <a:gradFill>
              <a:gsLst>
                <a:gs pos="0">
                  <a:srgbClr val="FF004F">
                    <a:alpha val="32968"/>
                  </a:srgbClr>
                </a:gs>
                <a:gs pos="14286">
                  <a:srgbClr val="FF004F">
                    <a:alpha val="30764"/>
                  </a:srgbClr>
                </a:gs>
                <a:gs pos="28571">
                  <a:srgbClr val="FF004F">
                    <a:alpha val="24833"/>
                  </a:srgbClr>
                </a:gs>
                <a:gs pos="42857">
                  <a:srgbClr val="FF004F">
                    <a:alpha val="17075"/>
                  </a:srgbClr>
                </a:gs>
                <a:gs pos="57143">
                  <a:srgbClr val="FF004F">
                    <a:alpha val="9855"/>
                  </a:srgbClr>
                </a:gs>
                <a:gs pos="71429">
                  <a:srgbClr val="FF004F">
                    <a:alpha val="4740"/>
                  </a:srgbClr>
                </a:gs>
                <a:gs pos="85714">
                  <a:srgbClr val="FF004F">
                    <a:alpha val="1902"/>
                  </a:srgbClr>
                </a:gs>
                <a:gs pos="100000">
                  <a:srgbClr val="FF0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8774510">
              <a:off x="1799535" y="2080641"/>
              <a:ext cx="503642" cy="244871"/>
            </a:xfrm>
            <a:prstGeom prst="ellipse">
              <a:avLst/>
            </a:prstGeom>
            <a:gradFill>
              <a:gsLst>
                <a:gs pos="0">
                  <a:srgbClr val="69FFC2">
                    <a:alpha val="32968"/>
                  </a:srgbClr>
                </a:gs>
                <a:gs pos="14286">
                  <a:srgbClr val="69FFC2">
                    <a:alpha val="30764"/>
                  </a:srgbClr>
                </a:gs>
                <a:gs pos="28571">
                  <a:srgbClr val="69FFC2">
                    <a:alpha val="24833"/>
                  </a:srgbClr>
                </a:gs>
                <a:gs pos="42857">
                  <a:srgbClr val="69FFC2">
                    <a:alpha val="17075"/>
                  </a:srgbClr>
                </a:gs>
                <a:gs pos="57143">
                  <a:srgbClr val="69FFC2">
                    <a:alpha val="9855"/>
                  </a:srgbClr>
                </a:gs>
                <a:gs pos="71429">
                  <a:srgbClr val="69FFC2">
                    <a:alpha val="4740"/>
                  </a:srgbClr>
                </a:gs>
                <a:gs pos="85714">
                  <a:srgbClr val="69FFC2">
                    <a:alpha val="1902"/>
                  </a:srgbClr>
                </a:gs>
                <a:gs pos="100000">
                  <a:srgbClr val="69F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8878875">
              <a:off x="1967707" y="1726133"/>
              <a:ext cx="492916" cy="243868"/>
            </a:xfrm>
            <a:prstGeom prst="ellipse">
              <a:avLst/>
            </a:prstGeom>
            <a:gradFill>
              <a:gsLst>
                <a:gs pos="0">
                  <a:srgbClr val="DEFFFF">
                    <a:alpha val="32968"/>
                  </a:srgbClr>
                </a:gs>
                <a:gs pos="14286">
                  <a:srgbClr val="DEFFFF">
                    <a:alpha val="30764"/>
                  </a:srgbClr>
                </a:gs>
                <a:gs pos="28571">
                  <a:srgbClr val="DEFFFF">
                    <a:alpha val="24833"/>
                  </a:srgbClr>
                </a:gs>
                <a:gs pos="42857">
                  <a:srgbClr val="DEFFFF">
                    <a:alpha val="17075"/>
                  </a:srgbClr>
                </a:gs>
                <a:gs pos="57143">
                  <a:srgbClr val="DEFFFF">
                    <a:alpha val="9855"/>
                  </a:srgbClr>
                </a:gs>
                <a:gs pos="71429">
                  <a:srgbClr val="DEFFFF">
                    <a:alpha val="4740"/>
                  </a:srgbClr>
                </a:gs>
                <a:gs pos="85714">
                  <a:srgbClr val="DEFFFF">
                    <a:alpha val="1902"/>
                  </a:srgbClr>
                </a:gs>
                <a:gs pos="100000">
                  <a:srgbClr val="D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3669507">
              <a:off x="1282434" y="2268488"/>
              <a:ext cx="511904" cy="251719"/>
            </a:xfrm>
            <a:prstGeom prst="ellipse">
              <a:avLst/>
            </a:prstGeom>
            <a:gradFill>
              <a:gsLst>
                <a:gs pos="0">
                  <a:srgbClr val="1F5EFF">
                    <a:alpha val="32968"/>
                  </a:srgbClr>
                </a:gs>
                <a:gs pos="14286">
                  <a:srgbClr val="1F5EFF">
                    <a:alpha val="30764"/>
                  </a:srgbClr>
                </a:gs>
                <a:gs pos="28571">
                  <a:srgbClr val="1F5EFF">
                    <a:alpha val="24833"/>
                  </a:srgbClr>
                </a:gs>
                <a:gs pos="42857">
                  <a:srgbClr val="1F5EFF">
                    <a:alpha val="17075"/>
                  </a:srgbClr>
                </a:gs>
                <a:gs pos="57143">
                  <a:srgbClr val="1F5EFF">
                    <a:alpha val="9855"/>
                  </a:srgbClr>
                </a:gs>
                <a:gs pos="71429">
                  <a:srgbClr val="1F5EFF">
                    <a:alpha val="4740"/>
                  </a:srgbClr>
                </a:gs>
                <a:gs pos="85714">
                  <a:srgbClr val="1F5EFF">
                    <a:alpha val="1902"/>
                  </a:srgbClr>
                </a:gs>
                <a:gs pos="100000">
                  <a:srgbClr val="1F5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10765773">
              <a:off x="-159662" y="1923855"/>
              <a:ext cx="376185" cy="376114"/>
            </a:xfrm>
            <a:prstGeom prst="ellipse">
              <a:avLst/>
            </a:prstGeom>
            <a:gradFill>
              <a:gsLst>
                <a:gs pos="0">
                  <a:srgbClr val="000000">
                    <a:alpha val="12922"/>
                  </a:srgbClr>
                </a:gs>
                <a:gs pos="14286">
                  <a:srgbClr val="000000">
                    <a:alpha val="11942"/>
                  </a:srgbClr>
                </a:gs>
                <a:gs pos="28571">
                  <a:srgbClr val="000000">
                    <a:alpha val="9403"/>
                  </a:srgbClr>
                </a:gs>
                <a:gs pos="42857">
                  <a:srgbClr val="000000">
                    <a:alpha val="6272"/>
                  </a:srgbClr>
                </a:gs>
                <a:gs pos="57143">
                  <a:srgbClr val="000000">
                    <a:alpha val="3525"/>
                  </a:srgbClr>
                </a:gs>
                <a:gs pos="71429">
                  <a:srgbClr val="000000">
                    <a:alpha val="1666"/>
                  </a:srgbClr>
                </a:gs>
                <a:gs pos="85714">
                  <a:srgbClr val="000000">
                    <a:alpha val="662"/>
                  </a:srgbClr>
                </a:gs>
                <a:gs pos="100000">
                  <a:srgbClr val="000000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5406847">
              <a:off x="1196464" y="3329769"/>
              <a:ext cx="316876" cy="315721"/>
            </a:xfrm>
            <a:prstGeom prst="ellipse">
              <a:avLst/>
            </a:prstGeom>
            <a:gradFill>
              <a:gsLst>
                <a:gs pos="0">
                  <a:srgbClr val="000000">
                    <a:alpha val="5694"/>
                  </a:srgbClr>
                </a:gs>
                <a:gs pos="14286">
                  <a:srgbClr val="000000">
                    <a:alpha val="5246"/>
                  </a:srgbClr>
                </a:gs>
                <a:gs pos="28571">
                  <a:srgbClr val="000000">
                    <a:alpha val="4098"/>
                  </a:srgbClr>
                </a:gs>
                <a:gs pos="42857">
                  <a:srgbClr val="000000">
                    <a:alpha val="2707"/>
                  </a:srgbClr>
                </a:gs>
                <a:gs pos="57143">
                  <a:srgbClr val="000000">
                    <a:alpha val="1509"/>
                  </a:srgbClr>
                </a:gs>
                <a:gs pos="71429">
                  <a:srgbClr val="000000">
                    <a:alpha val="709"/>
                  </a:srgbClr>
                </a:gs>
                <a:gs pos="85714">
                  <a:srgbClr val="000000">
                    <a:alpha val="281"/>
                  </a:srgbClr>
                </a:gs>
                <a:gs pos="100000">
                  <a:srgbClr val="00000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-9492371">
              <a:off x="2074592" y="111360"/>
              <a:ext cx="647064" cy="135939"/>
            </a:xfrm>
            <a:prstGeom prst="ellipse">
              <a:avLst/>
            </a:prstGeom>
            <a:gradFill>
              <a:gsLst>
                <a:gs pos="0">
                  <a:srgbClr val="562800">
                    <a:alpha val="32968"/>
                  </a:srgbClr>
                </a:gs>
                <a:gs pos="14286">
                  <a:srgbClr val="562800">
                    <a:alpha val="30764"/>
                  </a:srgbClr>
                </a:gs>
                <a:gs pos="28571">
                  <a:srgbClr val="562800">
                    <a:alpha val="24833"/>
                  </a:srgbClr>
                </a:gs>
                <a:gs pos="42857">
                  <a:srgbClr val="562800">
                    <a:alpha val="17075"/>
                  </a:srgbClr>
                </a:gs>
                <a:gs pos="57143">
                  <a:srgbClr val="562800">
                    <a:alpha val="9855"/>
                  </a:srgbClr>
                </a:gs>
                <a:gs pos="71429">
                  <a:srgbClr val="562800">
                    <a:alpha val="4740"/>
                  </a:srgbClr>
                </a:gs>
                <a:gs pos="85714">
                  <a:srgbClr val="562800">
                    <a:alpha val="1902"/>
                  </a:srgbClr>
                </a:gs>
                <a:gs pos="100000">
                  <a:srgbClr val="562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10597359">
              <a:off x="2111025" y="1054336"/>
              <a:ext cx="497096" cy="241797"/>
            </a:xfrm>
            <a:prstGeom prst="ellipse">
              <a:avLst/>
            </a:prstGeom>
            <a:gradFill>
              <a:gsLst>
                <a:gs pos="0">
                  <a:srgbClr val="FF6A00">
                    <a:alpha val="32968"/>
                  </a:srgbClr>
                </a:gs>
                <a:gs pos="14286">
                  <a:srgbClr val="FF6A00">
                    <a:alpha val="30764"/>
                  </a:srgbClr>
                </a:gs>
                <a:gs pos="28571">
                  <a:srgbClr val="FF6A00">
                    <a:alpha val="24833"/>
                  </a:srgbClr>
                </a:gs>
                <a:gs pos="42857">
                  <a:srgbClr val="FF6A00">
                    <a:alpha val="17075"/>
                  </a:srgbClr>
                </a:gs>
                <a:gs pos="57143">
                  <a:srgbClr val="FF6A00">
                    <a:alpha val="9855"/>
                  </a:srgbClr>
                </a:gs>
                <a:gs pos="71429">
                  <a:srgbClr val="FF6A00">
                    <a:alpha val="4740"/>
                  </a:srgbClr>
                </a:gs>
                <a:gs pos="85714">
                  <a:srgbClr val="FF6A00">
                    <a:alpha val="1902"/>
                  </a:srgbClr>
                </a:gs>
                <a:gs pos="100000">
                  <a:srgbClr val="FF6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8786245">
              <a:off x="1082585" y="1901411"/>
              <a:ext cx="477285" cy="245153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10246771">
              <a:off x="1267449" y="1170703"/>
              <a:ext cx="486957" cy="26611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8705081">
              <a:off x="1261222" y="2582953"/>
              <a:ext cx="475921" cy="217237"/>
            </a:xfrm>
            <a:prstGeom prst="ellipse">
              <a:avLst/>
            </a:prstGeom>
            <a:gradFill>
              <a:gsLst>
                <a:gs pos="0">
                  <a:srgbClr val="008EFF">
                    <a:alpha val="32968"/>
                  </a:srgbClr>
                </a:gs>
                <a:gs pos="14286">
                  <a:srgbClr val="008EFF">
                    <a:alpha val="30764"/>
                  </a:srgbClr>
                </a:gs>
                <a:gs pos="28571">
                  <a:srgbClr val="008EFF">
                    <a:alpha val="24833"/>
                  </a:srgbClr>
                </a:gs>
                <a:gs pos="42857">
                  <a:srgbClr val="008EFF">
                    <a:alpha val="17075"/>
                  </a:srgbClr>
                </a:gs>
                <a:gs pos="57143">
                  <a:srgbClr val="008EFF">
                    <a:alpha val="9855"/>
                  </a:srgbClr>
                </a:gs>
                <a:gs pos="71429">
                  <a:srgbClr val="008EFF">
                    <a:alpha val="4740"/>
                  </a:srgbClr>
                </a:gs>
                <a:gs pos="85714">
                  <a:srgbClr val="008EFF">
                    <a:alpha val="1902"/>
                  </a:srgbClr>
                </a:gs>
                <a:gs pos="100000">
                  <a:srgbClr val="008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8012227">
              <a:off x="874250" y="942744"/>
              <a:ext cx="523012" cy="242186"/>
            </a:xfrm>
            <a:prstGeom prst="ellipse">
              <a:avLst/>
            </a:prstGeom>
            <a:gradFill>
              <a:gsLst>
                <a:gs pos="0">
                  <a:srgbClr val="FF007E">
                    <a:alpha val="32968"/>
                  </a:srgbClr>
                </a:gs>
                <a:gs pos="14286">
                  <a:srgbClr val="FF007E">
                    <a:alpha val="30764"/>
                  </a:srgbClr>
                </a:gs>
                <a:gs pos="28571">
                  <a:srgbClr val="FF007E">
                    <a:alpha val="24833"/>
                  </a:srgbClr>
                </a:gs>
                <a:gs pos="42857">
                  <a:srgbClr val="FF007E">
                    <a:alpha val="17075"/>
                  </a:srgbClr>
                </a:gs>
                <a:gs pos="57143">
                  <a:srgbClr val="FF007E">
                    <a:alpha val="9855"/>
                  </a:srgbClr>
                </a:gs>
                <a:gs pos="71429">
                  <a:srgbClr val="FF007E">
                    <a:alpha val="4740"/>
                  </a:srgbClr>
                </a:gs>
                <a:gs pos="85714">
                  <a:srgbClr val="FF007E">
                    <a:alpha val="1902"/>
                  </a:srgbClr>
                </a:gs>
                <a:gs pos="100000">
                  <a:srgbClr val="FF00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2861623">
              <a:off x="1300976" y="2373640"/>
              <a:ext cx="501206" cy="249494"/>
            </a:xfrm>
            <a:prstGeom prst="ellipse">
              <a:avLst/>
            </a:prstGeom>
            <a:gradFill>
              <a:gsLst>
                <a:gs pos="0">
                  <a:srgbClr val="7C91FF">
                    <a:alpha val="32968"/>
                  </a:srgbClr>
                </a:gs>
                <a:gs pos="14286">
                  <a:srgbClr val="7C91FF">
                    <a:alpha val="30764"/>
                  </a:srgbClr>
                </a:gs>
                <a:gs pos="28571">
                  <a:srgbClr val="7C91FF">
                    <a:alpha val="24833"/>
                  </a:srgbClr>
                </a:gs>
                <a:gs pos="42857">
                  <a:srgbClr val="7C91FF">
                    <a:alpha val="17075"/>
                  </a:srgbClr>
                </a:gs>
                <a:gs pos="57143">
                  <a:srgbClr val="7C91FF">
                    <a:alpha val="9855"/>
                  </a:srgbClr>
                </a:gs>
                <a:gs pos="71429">
                  <a:srgbClr val="7C91FF">
                    <a:alpha val="4740"/>
                  </a:srgbClr>
                </a:gs>
                <a:gs pos="85714">
                  <a:srgbClr val="7C91FF">
                    <a:alpha val="1902"/>
                  </a:srgbClr>
                </a:gs>
                <a:gs pos="100000">
                  <a:srgbClr val="7C9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7411982">
              <a:off x="707470" y="1250151"/>
              <a:ext cx="244688" cy="73718"/>
            </a:xfrm>
            <a:prstGeom prst="ellipse">
              <a:avLst/>
            </a:prstGeom>
            <a:gradFill>
              <a:gsLst>
                <a:gs pos="0">
                  <a:srgbClr val="B20000">
                    <a:alpha val="2760"/>
                  </a:srgbClr>
                </a:gs>
                <a:gs pos="14286">
                  <a:srgbClr val="B20000">
                    <a:alpha val="2539"/>
                  </a:srgbClr>
                </a:gs>
                <a:gs pos="28571">
                  <a:srgbClr val="B20000">
                    <a:alpha val="1977"/>
                  </a:srgbClr>
                </a:gs>
                <a:gs pos="42857">
                  <a:srgbClr val="B20000">
                    <a:alpha val="1301"/>
                  </a:srgbClr>
                </a:gs>
                <a:gs pos="57143">
                  <a:srgbClr val="B20000">
                    <a:alpha val="723"/>
                  </a:srgbClr>
                </a:gs>
                <a:gs pos="71429">
                  <a:srgbClr val="B20000">
                    <a:alpha val="339"/>
                  </a:srgbClr>
                </a:gs>
                <a:gs pos="85714">
                  <a:srgbClr val="B20000">
                    <a:alpha val="134"/>
                  </a:srgbClr>
                </a:gs>
                <a:gs pos="100000">
                  <a:srgbClr val="B200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10780800">
              <a:off x="1449355" y="746238"/>
              <a:ext cx="186131" cy="183211"/>
            </a:xfrm>
            <a:prstGeom prst="ellipse">
              <a:avLst/>
            </a:prstGeom>
            <a:gradFill>
              <a:gsLst>
                <a:gs pos="0">
                  <a:srgbClr val="FF0065">
                    <a:alpha val="32968"/>
                  </a:srgbClr>
                </a:gs>
                <a:gs pos="14286">
                  <a:srgbClr val="FF0065">
                    <a:alpha val="30764"/>
                  </a:srgbClr>
                </a:gs>
                <a:gs pos="28571">
                  <a:srgbClr val="FF0065">
                    <a:alpha val="24833"/>
                  </a:srgbClr>
                </a:gs>
                <a:gs pos="42857">
                  <a:srgbClr val="FF0065">
                    <a:alpha val="17075"/>
                  </a:srgbClr>
                </a:gs>
                <a:gs pos="57143">
                  <a:srgbClr val="FF0065">
                    <a:alpha val="9855"/>
                  </a:srgbClr>
                </a:gs>
                <a:gs pos="71429">
                  <a:srgbClr val="FF0065">
                    <a:alpha val="4740"/>
                  </a:srgbClr>
                </a:gs>
                <a:gs pos="85714">
                  <a:srgbClr val="FF0065">
                    <a:alpha val="1902"/>
                  </a:srgbClr>
                </a:gs>
                <a:gs pos="100000">
                  <a:srgbClr val="FF00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5135090">
              <a:off x="870670" y="2025378"/>
              <a:ext cx="277909" cy="272946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7222632">
              <a:off x="1009494" y="1767751"/>
              <a:ext cx="551610" cy="280155"/>
            </a:xfrm>
            <a:prstGeom prst="ellipse">
              <a:avLst/>
            </a:prstGeom>
            <a:gradFill>
              <a:gsLst>
                <a:gs pos="0">
                  <a:srgbClr val="0066FF">
                    <a:alpha val="32968"/>
                  </a:srgbClr>
                </a:gs>
                <a:gs pos="14286">
                  <a:srgbClr val="0066FF">
                    <a:alpha val="30764"/>
                  </a:srgbClr>
                </a:gs>
                <a:gs pos="28571">
                  <a:srgbClr val="0066FF">
                    <a:alpha val="24833"/>
                  </a:srgbClr>
                </a:gs>
                <a:gs pos="42857">
                  <a:srgbClr val="0066FF">
                    <a:alpha val="17075"/>
                  </a:srgbClr>
                </a:gs>
                <a:gs pos="57143">
                  <a:srgbClr val="0066FF">
                    <a:alpha val="9855"/>
                  </a:srgbClr>
                </a:gs>
                <a:gs pos="71429">
                  <a:srgbClr val="0066FF">
                    <a:alpha val="4740"/>
                  </a:srgbClr>
                </a:gs>
                <a:gs pos="85714">
                  <a:srgbClr val="0066FF">
                    <a:alpha val="1902"/>
                  </a:srgbClr>
                </a:gs>
                <a:gs pos="100000">
                  <a:srgbClr val="006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10568922">
              <a:off x="2086971" y="1077982"/>
              <a:ext cx="503285" cy="247773"/>
            </a:xfrm>
            <a:prstGeom prst="ellipse">
              <a:avLst/>
            </a:prstGeom>
            <a:gradFill>
              <a:gsLst>
                <a:gs pos="0">
                  <a:srgbClr val="FF7A3D">
                    <a:alpha val="32968"/>
                  </a:srgbClr>
                </a:gs>
                <a:gs pos="14286">
                  <a:srgbClr val="FF7A3D">
                    <a:alpha val="30764"/>
                  </a:srgbClr>
                </a:gs>
                <a:gs pos="28571">
                  <a:srgbClr val="FF7A3D">
                    <a:alpha val="24833"/>
                  </a:srgbClr>
                </a:gs>
                <a:gs pos="42857">
                  <a:srgbClr val="FF7A3D">
                    <a:alpha val="17075"/>
                  </a:srgbClr>
                </a:gs>
                <a:gs pos="57143">
                  <a:srgbClr val="FF7A3D">
                    <a:alpha val="9855"/>
                  </a:srgbClr>
                </a:gs>
                <a:gs pos="71429">
                  <a:srgbClr val="FF7A3D">
                    <a:alpha val="4740"/>
                  </a:srgbClr>
                </a:gs>
                <a:gs pos="85714">
                  <a:srgbClr val="FF7A3D">
                    <a:alpha val="1902"/>
                  </a:srgbClr>
                </a:gs>
                <a:gs pos="100000">
                  <a:srgbClr val="FF7A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-8163451">
              <a:off x="1256556" y="2146669"/>
              <a:ext cx="509386" cy="246505"/>
            </a:xfrm>
            <a:prstGeom prst="ellipse">
              <a:avLst/>
            </a:prstGeom>
            <a:gradFill>
              <a:gsLst>
                <a:gs pos="0">
                  <a:srgbClr val="64A3FF">
                    <a:alpha val="32968"/>
                  </a:srgbClr>
                </a:gs>
                <a:gs pos="14286">
                  <a:srgbClr val="64A3FF">
                    <a:alpha val="30764"/>
                  </a:srgbClr>
                </a:gs>
                <a:gs pos="28571">
                  <a:srgbClr val="64A3FF">
                    <a:alpha val="24833"/>
                  </a:srgbClr>
                </a:gs>
                <a:gs pos="42857">
                  <a:srgbClr val="64A3FF">
                    <a:alpha val="17075"/>
                  </a:srgbClr>
                </a:gs>
                <a:gs pos="57143">
                  <a:srgbClr val="64A3FF">
                    <a:alpha val="9855"/>
                  </a:srgbClr>
                </a:gs>
                <a:gs pos="71429">
                  <a:srgbClr val="64A3FF">
                    <a:alpha val="4740"/>
                  </a:srgbClr>
                </a:gs>
                <a:gs pos="85714">
                  <a:srgbClr val="64A3FF">
                    <a:alpha val="1902"/>
                  </a:srgbClr>
                </a:gs>
                <a:gs pos="100000">
                  <a:srgbClr val="64A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10216801">
              <a:off x="1775049" y="2479225"/>
              <a:ext cx="521960" cy="242158"/>
            </a:xfrm>
            <a:prstGeom prst="ellipse">
              <a:avLst/>
            </a:prstGeom>
            <a:gradFill>
              <a:gsLst>
                <a:gs pos="0">
                  <a:srgbClr val="00FF44">
                    <a:alpha val="32968"/>
                  </a:srgbClr>
                </a:gs>
                <a:gs pos="14286">
                  <a:srgbClr val="00FF44">
                    <a:alpha val="30764"/>
                  </a:srgbClr>
                </a:gs>
                <a:gs pos="28571">
                  <a:srgbClr val="00FF44">
                    <a:alpha val="24833"/>
                  </a:srgbClr>
                </a:gs>
                <a:gs pos="42857">
                  <a:srgbClr val="00FF44">
                    <a:alpha val="17075"/>
                  </a:srgbClr>
                </a:gs>
                <a:gs pos="57143">
                  <a:srgbClr val="00FF44">
                    <a:alpha val="9855"/>
                  </a:srgbClr>
                </a:gs>
                <a:gs pos="71429">
                  <a:srgbClr val="00FF44">
                    <a:alpha val="4740"/>
                  </a:srgbClr>
                </a:gs>
                <a:gs pos="85714">
                  <a:srgbClr val="00FF44">
                    <a:alpha val="1902"/>
                  </a:srgbClr>
                </a:gs>
                <a:gs pos="100000">
                  <a:srgbClr val="00FF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9005907">
              <a:off x="1807225" y="1257768"/>
              <a:ext cx="246003" cy="134916"/>
            </a:xfrm>
            <a:prstGeom prst="ellipse">
              <a:avLst/>
            </a:prstGeom>
            <a:gradFill>
              <a:gsLst>
                <a:gs pos="0">
                  <a:srgbClr val="FFC6B4">
                    <a:alpha val="32968"/>
                  </a:srgbClr>
                </a:gs>
                <a:gs pos="14286">
                  <a:srgbClr val="FFC6B4">
                    <a:alpha val="30764"/>
                  </a:srgbClr>
                </a:gs>
                <a:gs pos="28571">
                  <a:srgbClr val="FFC6B4">
                    <a:alpha val="24833"/>
                  </a:srgbClr>
                </a:gs>
                <a:gs pos="42857">
                  <a:srgbClr val="FFC6B4">
                    <a:alpha val="17075"/>
                  </a:srgbClr>
                </a:gs>
                <a:gs pos="57143">
                  <a:srgbClr val="FFC6B4">
                    <a:alpha val="9855"/>
                  </a:srgbClr>
                </a:gs>
                <a:gs pos="71429">
                  <a:srgbClr val="FFC6B4">
                    <a:alpha val="4740"/>
                  </a:srgbClr>
                </a:gs>
                <a:gs pos="85714">
                  <a:srgbClr val="FFC6B4">
                    <a:alpha val="1902"/>
                  </a:srgbClr>
                </a:gs>
                <a:gs pos="100000">
                  <a:srgbClr val="FFC6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5874121">
              <a:off x="618364" y="1436648"/>
              <a:ext cx="505173" cy="260641"/>
            </a:xfrm>
            <a:prstGeom prst="ellipse">
              <a:avLst/>
            </a:prstGeom>
            <a:gradFill>
              <a:gsLst>
                <a:gs pos="0">
                  <a:srgbClr val="8200FF">
                    <a:alpha val="32968"/>
                  </a:srgbClr>
                </a:gs>
                <a:gs pos="14286">
                  <a:srgbClr val="8200FF">
                    <a:alpha val="30764"/>
                  </a:srgbClr>
                </a:gs>
                <a:gs pos="28571">
                  <a:srgbClr val="8200FF">
                    <a:alpha val="24833"/>
                  </a:srgbClr>
                </a:gs>
                <a:gs pos="42857">
                  <a:srgbClr val="8200FF">
                    <a:alpha val="17075"/>
                  </a:srgbClr>
                </a:gs>
                <a:gs pos="57143">
                  <a:srgbClr val="8200FF">
                    <a:alpha val="9855"/>
                  </a:srgbClr>
                </a:gs>
                <a:gs pos="71429">
                  <a:srgbClr val="8200FF">
                    <a:alpha val="4740"/>
                  </a:srgbClr>
                </a:gs>
                <a:gs pos="85714">
                  <a:srgbClr val="8200FF">
                    <a:alpha val="1902"/>
                  </a:srgbClr>
                </a:gs>
                <a:gs pos="100000">
                  <a:srgbClr val="82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10794612">
              <a:off x="1605795" y="706156"/>
              <a:ext cx="259746" cy="238384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8705486">
              <a:off x="1727647" y="2423309"/>
              <a:ext cx="533167" cy="263472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3162989">
              <a:off x="1148828" y="2496238"/>
              <a:ext cx="415109" cy="220952"/>
            </a:xfrm>
            <a:prstGeom prst="ellipse">
              <a:avLst/>
            </a:prstGeom>
            <a:gradFill>
              <a:gsLst>
                <a:gs pos="0">
                  <a:srgbClr val="009FFF">
                    <a:alpha val="32968"/>
                  </a:srgbClr>
                </a:gs>
                <a:gs pos="14286">
                  <a:srgbClr val="009FFF">
                    <a:alpha val="30764"/>
                  </a:srgbClr>
                </a:gs>
                <a:gs pos="28571">
                  <a:srgbClr val="009FFF">
                    <a:alpha val="24833"/>
                  </a:srgbClr>
                </a:gs>
                <a:gs pos="42857">
                  <a:srgbClr val="009FFF">
                    <a:alpha val="17075"/>
                  </a:srgbClr>
                </a:gs>
                <a:gs pos="57143">
                  <a:srgbClr val="009FFF">
                    <a:alpha val="9855"/>
                  </a:srgbClr>
                </a:gs>
                <a:gs pos="71429">
                  <a:srgbClr val="009FFF">
                    <a:alpha val="4740"/>
                  </a:srgbClr>
                </a:gs>
                <a:gs pos="85714">
                  <a:srgbClr val="009FFF">
                    <a:alpha val="1902"/>
                  </a:srgbClr>
                </a:gs>
                <a:gs pos="100000">
                  <a:srgbClr val="009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3317203">
              <a:off x="2464748" y="1111589"/>
              <a:ext cx="370202" cy="154412"/>
            </a:xfrm>
            <a:prstGeom prst="ellipse">
              <a:avLst/>
            </a:prstGeom>
            <a:gradFill>
              <a:gsLst>
                <a:gs pos="0">
                  <a:srgbClr val="C38800">
                    <a:alpha val="25427"/>
                  </a:srgbClr>
                </a:gs>
                <a:gs pos="14286">
                  <a:srgbClr val="C38800">
                    <a:alpha val="23636"/>
                  </a:srgbClr>
                </a:gs>
                <a:gs pos="28571">
                  <a:srgbClr val="C38800">
                    <a:alpha val="18891"/>
                  </a:srgbClr>
                </a:gs>
                <a:gs pos="42857">
                  <a:srgbClr val="C38800">
                    <a:alpha val="12832"/>
                  </a:srgbClr>
                </a:gs>
                <a:gs pos="57143">
                  <a:srgbClr val="C38800">
                    <a:alpha val="7328"/>
                  </a:srgbClr>
                </a:gs>
                <a:gs pos="71429">
                  <a:srgbClr val="C38800">
                    <a:alpha val="3499"/>
                  </a:srgbClr>
                </a:gs>
                <a:gs pos="85714">
                  <a:srgbClr val="C38800">
                    <a:alpha val="1399"/>
                  </a:srgbClr>
                </a:gs>
                <a:gs pos="100000">
                  <a:srgbClr val="C388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10598494">
              <a:off x="1745382" y="2402457"/>
              <a:ext cx="493775" cy="270318"/>
            </a:xfrm>
            <a:prstGeom prst="ellipse">
              <a:avLst/>
            </a:prstGeom>
            <a:gradFill>
              <a:gsLst>
                <a:gs pos="0">
                  <a:srgbClr val="35FF00">
                    <a:alpha val="32968"/>
                  </a:srgbClr>
                </a:gs>
                <a:gs pos="14286">
                  <a:srgbClr val="35FF00">
                    <a:alpha val="30764"/>
                  </a:srgbClr>
                </a:gs>
                <a:gs pos="28571">
                  <a:srgbClr val="35FF00">
                    <a:alpha val="24833"/>
                  </a:srgbClr>
                </a:gs>
                <a:gs pos="42857">
                  <a:srgbClr val="35FF00">
                    <a:alpha val="17075"/>
                  </a:srgbClr>
                </a:gs>
                <a:gs pos="57143">
                  <a:srgbClr val="35FF00">
                    <a:alpha val="9855"/>
                  </a:srgbClr>
                </a:gs>
                <a:gs pos="71429">
                  <a:srgbClr val="35FF00">
                    <a:alpha val="4740"/>
                  </a:srgbClr>
                </a:gs>
                <a:gs pos="85714">
                  <a:srgbClr val="35FF00">
                    <a:alpha val="1902"/>
                  </a:srgbClr>
                </a:gs>
                <a:gs pos="100000">
                  <a:srgbClr val="35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6609588">
              <a:off x="715544" y="1135733"/>
              <a:ext cx="261611" cy="123651"/>
            </a:xfrm>
            <a:prstGeom prst="ellipse">
              <a:avLst/>
            </a:prstGeom>
            <a:gradFill>
              <a:gsLst>
                <a:gs pos="0">
                  <a:srgbClr val="DB00D5">
                    <a:alpha val="5319"/>
                  </a:srgbClr>
                </a:gs>
                <a:gs pos="14286">
                  <a:srgbClr val="DB00D5">
                    <a:alpha val="4899"/>
                  </a:srgbClr>
                </a:gs>
                <a:gs pos="28571">
                  <a:srgbClr val="DB00D5">
                    <a:alpha val="3825"/>
                  </a:srgbClr>
                </a:gs>
                <a:gs pos="42857">
                  <a:srgbClr val="DB00D5">
                    <a:alpha val="2526"/>
                  </a:srgbClr>
                </a:gs>
                <a:gs pos="57143">
                  <a:srgbClr val="DB00D5">
                    <a:alpha val="1408"/>
                  </a:srgbClr>
                </a:gs>
                <a:gs pos="71429">
                  <a:srgbClr val="DB00D5">
                    <a:alpha val="661"/>
                  </a:srgbClr>
                </a:gs>
                <a:gs pos="85714">
                  <a:srgbClr val="DB00D5">
                    <a:alpha val="262"/>
                  </a:srgbClr>
                </a:gs>
                <a:gs pos="100000">
                  <a:srgbClr val="DB00D5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5343902">
              <a:off x="2665261" y="1680631"/>
              <a:ext cx="197154" cy="42111"/>
            </a:xfrm>
            <a:prstGeom prst="ellipse">
              <a:avLst/>
            </a:prstGeom>
            <a:gradFill>
              <a:gsLst>
                <a:gs pos="0">
                  <a:srgbClr val="A1910C">
                    <a:alpha val="6006"/>
                  </a:srgbClr>
                </a:gs>
                <a:gs pos="14286">
                  <a:srgbClr val="A1910C">
                    <a:alpha val="5534"/>
                  </a:srgbClr>
                </a:gs>
                <a:gs pos="28571">
                  <a:srgbClr val="A1910C">
                    <a:alpha val="4324"/>
                  </a:srgbClr>
                </a:gs>
                <a:gs pos="42857">
                  <a:srgbClr val="A1910C">
                    <a:alpha val="2858"/>
                  </a:srgbClr>
                </a:gs>
                <a:gs pos="57143">
                  <a:srgbClr val="A1910C">
                    <a:alpha val="1594"/>
                  </a:srgbClr>
                </a:gs>
                <a:gs pos="71429">
                  <a:srgbClr val="A1910C">
                    <a:alpha val="749"/>
                  </a:srgbClr>
                </a:gs>
                <a:gs pos="85714">
                  <a:srgbClr val="A1910C">
                    <a:alpha val="297"/>
                  </a:srgbClr>
                </a:gs>
                <a:gs pos="100000">
                  <a:srgbClr val="A1910C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9671055">
              <a:off x="1038475" y="1009230"/>
              <a:ext cx="506968" cy="258568"/>
            </a:xfrm>
            <a:prstGeom prst="ellipse">
              <a:avLst/>
            </a:prstGeom>
            <a:gradFill>
              <a:gsLst>
                <a:gs pos="0">
                  <a:srgbClr val="FF91A0">
                    <a:alpha val="32968"/>
                  </a:srgbClr>
                </a:gs>
                <a:gs pos="14286">
                  <a:srgbClr val="FF91A0">
                    <a:alpha val="30764"/>
                  </a:srgbClr>
                </a:gs>
                <a:gs pos="28571">
                  <a:srgbClr val="FF91A0">
                    <a:alpha val="24833"/>
                  </a:srgbClr>
                </a:gs>
                <a:gs pos="42857">
                  <a:srgbClr val="FF91A0">
                    <a:alpha val="17075"/>
                  </a:srgbClr>
                </a:gs>
                <a:gs pos="57143">
                  <a:srgbClr val="FF91A0">
                    <a:alpha val="9855"/>
                  </a:srgbClr>
                </a:gs>
                <a:gs pos="71429">
                  <a:srgbClr val="FF91A0">
                    <a:alpha val="4740"/>
                  </a:srgbClr>
                </a:gs>
                <a:gs pos="85714">
                  <a:srgbClr val="FF91A0">
                    <a:alpha val="1902"/>
                  </a:srgbClr>
                </a:gs>
                <a:gs pos="100000">
                  <a:srgbClr val="FF91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-9249241">
              <a:off x="2122862" y="1009617"/>
              <a:ext cx="494740" cy="218520"/>
            </a:xfrm>
            <a:prstGeom prst="ellipse">
              <a:avLst/>
            </a:prstGeom>
            <a:gradFill>
              <a:gsLst>
                <a:gs pos="0">
                  <a:srgbClr val="FF1F00">
                    <a:alpha val="32968"/>
                  </a:srgbClr>
                </a:gs>
                <a:gs pos="14286">
                  <a:srgbClr val="FF1F00">
                    <a:alpha val="30764"/>
                  </a:srgbClr>
                </a:gs>
                <a:gs pos="28571">
                  <a:srgbClr val="FF1F00">
                    <a:alpha val="24833"/>
                  </a:srgbClr>
                </a:gs>
                <a:gs pos="42857">
                  <a:srgbClr val="FF1F00">
                    <a:alpha val="17075"/>
                  </a:srgbClr>
                </a:gs>
                <a:gs pos="57143">
                  <a:srgbClr val="FF1F00">
                    <a:alpha val="9855"/>
                  </a:srgbClr>
                </a:gs>
                <a:gs pos="71429">
                  <a:srgbClr val="FF1F00">
                    <a:alpha val="4740"/>
                  </a:srgbClr>
                </a:gs>
                <a:gs pos="85714">
                  <a:srgbClr val="FF1F00">
                    <a:alpha val="1902"/>
                  </a:srgbClr>
                </a:gs>
                <a:gs pos="100000">
                  <a:srgbClr val="FF1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10098280">
              <a:off x="2047475" y="1064101"/>
              <a:ext cx="436615" cy="216389"/>
            </a:xfrm>
            <a:prstGeom prst="ellipse">
              <a:avLst/>
            </a:prstGeom>
            <a:gradFill>
              <a:gsLst>
                <a:gs pos="0">
                  <a:srgbClr val="FFD66D">
                    <a:alpha val="32968"/>
                  </a:srgbClr>
                </a:gs>
                <a:gs pos="14286">
                  <a:srgbClr val="FFD66D">
                    <a:alpha val="30764"/>
                  </a:srgbClr>
                </a:gs>
                <a:gs pos="28571">
                  <a:srgbClr val="FFD66D">
                    <a:alpha val="24833"/>
                  </a:srgbClr>
                </a:gs>
                <a:gs pos="42857">
                  <a:srgbClr val="FFD66D">
                    <a:alpha val="17075"/>
                  </a:srgbClr>
                </a:gs>
                <a:gs pos="57143">
                  <a:srgbClr val="FFD66D">
                    <a:alpha val="9855"/>
                  </a:srgbClr>
                </a:gs>
                <a:gs pos="71429">
                  <a:srgbClr val="FFD66D">
                    <a:alpha val="4740"/>
                  </a:srgbClr>
                </a:gs>
                <a:gs pos="85714">
                  <a:srgbClr val="FFD66D">
                    <a:alpha val="1902"/>
                  </a:srgbClr>
                </a:gs>
                <a:gs pos="100000">
                  <a:srgbClr val="FFD66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5412311">
              <a:off x="2538081" y="119820"/>
              <a:ext cx="303388" cy="298345"/>
            </a:xfrm>
            <a:prstGeom prst="ellipse">
              <a:avLst/>
            </a:prstGeom>
            <a:gradFill>
              <a:gsLst>
                <a:gs pos="0">
                  <a:srgbClr val="000000">
                    <a:alpha val="11493"/>
                  </a:srgbClr>
                </a:gs>
                <a:gs pos="14286">
                  <a:srgbClr val="000000">
                    <a:alpha val="10615"/>
                  </a:srgbClr>
                </a:gs>
                <a:gs pos="28571">
                  <a:srgbClr val="000000">
                    <a:alpha val="8344"/>
                  </a:srgbClr>
                </a:gs>
                <a:gs pos="42857">
                  <a:srgbClr val="000000">
                    <a:alpha val="5555"/>
                  </a:srgbClr>
                </a:gs>
                <a:gs pos="57143">
                  <a:srgbClr val="000000">
                    <a:alpha val="3117"/>
                  </a:srgbClr>
                </a:gs>
                <a:gs pos="71429">
                  <a:srgbClr val="000000">
                    <a:alpha val="1471"/>
                  </a:srgbClr>
                </a:gs>
                <a:gs pos="85714">
                  <a:srgbClr val="000000">
                    <a:alpha val="584"/>
                  </a:srgbClr>
                </a:gs>
                <a:gs pos="100000">
                  <a:srgbClr val="000000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6609448">
              <a:off x="1199866" y="1938975"/>
              <a:ext cx="486368" cy="226244"/>
            </a:xfrm>
            <a:prstGeom prst="ellipse">
              <a:avLst/>
            </a:prstGeom>
            <a:gradFill>
              <a:gsLst>
                <a:gs pos="0">
                  <a:srgbClr val="A899FF">
                    <a:alpha val="32968"/>
                  </a:srgbClr>
                </a:gs>
                <a:gs pos="14286">
                  <a:srgbClr val="A899FF">
                    <a:alpha val="30764"/>
                  </a:srgbClr>
                </a:gs>
                <a:gs pos="28571">
                  <a:srgbClr val="A899FF">
                    <a:alpha val="24833"/>
                  </a:srgbClr>
                </a:gs>
                <a:gs pos="42857">
                  <a:srgbClr val="A899FF">
                    <a:alpha val="17075"/>
                  </a:srgbClr>
                </a:gs>
                <a:gs pos="57143">
                  <a:srgbClr val="A899FF">
                    <a:alpha val="9855"/>
                  </a:srgbClr>
                </a:gs>
                <a:gs pos="71429">
                  <a:srgbClr val="A899FF">
                    <a:alpha val="4740"/>
                  </a:srgbClr>
                </a:gs>
                <a:gs pos="85714">
                  <a:srgbClr val="A899FF">
                    <a:alpha val="1902"/>
                  </a:srgbClr>
                </a:gs>
                <a:gs pos="100000">
                  <a:srgbClr val="A89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8918669">
              <a:off x="1498083" y="1099371"/>
              <a:ext cx="543622" cy="315682"/>
            </a:xfrm>
            <a:prstGeom prst="ellipse">
              <a:avLst/>
            </a:prstGeom>
            <a:gradFill>
              <a:gsLst>
                <a:gs pos="0">
                  <a:srgbClr val="FF2E00">
                    <a:alpha val="32968"/>
                  </a:srgbClr>
                </a:gs>
                <a:gs pos="14286">
                  <a:srgbClr val="FF2E00">
                    <a:alpha val="30764"/>
                  </a:srgbClr>
                </a:gs>
                <a:gs pos="28571">
                  <a:srgbClr val="FF2E00">
                    <a:alpha val="24833"/>
                  </a:srgbClr>
                </a:gs>
                <a:gs pos="42857">
                  <a:srgbClr val="FF2E00">
                    <a:alpha val="17075"/>
                  </a:srgbClr>
                </a:gs>
                <a:gs pos="57143">
                  <a:srgbClr val="FF2E00">
                    <a:alpha val="9855"/>
                  </a:srgbClr>
                </a:gs>
                <a:gs pos="71429">
                  <a:srgbClr val="FF2E00">
                    <a:alpha val="4740"/>
                  </a:srgbClr>
                </a:gs>
                <a:gs pos="85714">
                  <a:srgbClr val="FF2E00">
                    <a:alpha val="1902"/>
                  </a:srgbClr>
                </a:gs>
                <a:gs pos="100000">
                  <a:srgbClr val="FF2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10423782">
              <a:off x="657162" y="24809"/>
              <a:ext cx="348856" cy="341470"/>
            </a:xfrm>
            <a:prstGeom prst="ellipse">
              <a:avLst/>
            </a:prstGeom>
            <a:gradFill>
              <a:gsLst>
                <a:gs pos="0">
                  <a:srgbClr val="000000">
                    <a:alpha val="11916"/>
                  </a:srgbClr>
                </a:gs>
                <a:gs pos="14286">
                  <a:srgbClr val="000000">
                    <a:alpha val="11008"/>
                  </a:srgbClr>
                </a:gs>
                <a:gs pos="28571">
                  <a:srgbClr val="000000">
                    <a:alpha val="8657"/>
                  </a:srgbClr>
                </a:gs>
                <a:gs pos="42857">
                  <a:srgbClr val="000000">
                    <a:alpha val="5766"/>
                  </a:srgbClr>
                </a:gs>
                <a:gs pos="57143">
                  <a:srgbClr val="000000">
                    <a:alpha val="3237"/>
                  </a:srgbClr>
                </a:gs>
                <a:gs pos="71429">
                  <a:srgbClr val="000000">
                    <a:alpha val="1529"/>
                  </a:srgbClr>
                </a:gs>
                <a:gs pos="85714">
                  <a:srgbClr val="000000">
                    <a:alpha val="607"/>
                  </a:srgbClr>
                </a:gs>
                <a:gs pos="100000">
                  <a:srgbClr val="0000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5472321">
              <a:off x="159412" y="2496610"/>
              <a:ext cx="475339" cy="474346"/>
            </a:xfrm>
            <a:prstGeom prst="ellipse">
              <a:avLst/>
            </a:prstGeom>
            <a:gradFill>
              <a:gsLst>
                <a:gs pos="0">
                  <a:srgbClr val="000000">
                    <a:alpha val="7853"/>
                  </a:srgbClr>
                </a:gs>
                <a:gs pos="14286">
                  <a:srgbClr val="000000">
                    <a:alpha val="7242"/>
                  </a:srgbClr>
                </a:gs>
                <a:gs pos="28571">
                  <a:srgbClr val="000000">
                    <a:alpha val="5670"/>
                  </a:srgbClr>
                </a:gs>
                <a:gs pos="42857">
                  <a:srgbClr val="000000">
                    <a:alpha val="3756"/>
                  </a:srgbClr>
                </a:gs>
                <a:gs pos="57143">
                  <a:srgbClr val="000000">
                    <a:alpha val="2099"/>
                  </a:srgbClr>
                </a:gs>
                <a:gs pos="71429">
                  <a:srgbClr val="000000">
                    <a:alpha val="988"/>
                  </a:srgbClr>
                </a:gs>
                <a:gs pos="85714">
                  <a:srgbClr val="000000">
                    <a:alpha val="392"/>
                  </a:srgbClr>
                </a:gs>
                <a:gs pos="100000">
                  <a:srgbClr val="000000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-8416065">
              <a:off x="1180922" y="1095943"/>
              <a:ext cx="569897" cy="278833"/>
            </a:xfrm>
            <a:prstGeom prst="ellipse">
              <a:avLst/>
            </a:prstGeom>
            <a:gradFill>
              <a:gsLst>
                <a:gs pos="0">
                  <a:srgbClr val="FF8425">
                    <a:alpha val="32968"/>
                  </a:srgbClr>
                </a:gs>
                <a:gs pos="14286">
                  <a:srgbClr val="FF8425">
                    <a:alpha val="30764"/>
                  </a:srgbClr>
                </a:gs>
                <a:gs pos="28571">
                  <a:srgbClr val="FF8425">
                    <a:alpha val="24833"/>
                  </a:srgbClr>
                </a:gs>
                <a:gs pos="42857">
                  <a:srgbClr val="FF8425">
                    <a:alpha val="17075"/>
                  </a:srgbClr>
                </a:gs>
                <a:gs pos="57143">
                  <a:srgbClr val="FF8425">
                    <a:alpha val="9855"/>
                  </a:srgbClr>
                </a:gs>
                <a:gs pos="71429">
                  <a:srgbClr val="FF8425">
                    <a:alpha val="4740"/>
                  </a:srgbClr>
                </a:gs>
                <a:gs pos="85714">
                  <a:srgbClr val="FF8425">
                    <a:alpha val="1902"/>
                  </a:srgbClr>
                </a:gs>
                <a:gs pos="100000">
                  <a:srgbClr val="FF84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6544397">
              <a:off x="2248627" y="1481594"/>
              <a:ext cx="518911" cy="267543"/>
            </a:xfrm>
            <a:prstGeom prst="ellipse">
              <a:avLst/>
            </a:prstGeom>
            <a:gradFill>
              <a:gsLst>
                <a:gs pos="0">
                  <a:srgbClr val="00FF75">
                    <a:alpha val="32968"/>
                  </a:srgbClr>
                </a:gs>
                <a:gs pos="14286">
                  <a:srgbClr val="00FF75">
                    <a:alpha val="30764"/>
                  </a:srgbClr>
                </a:gs>
                <a:gs pos="28571">
                  <a:srgbClr val="00FF75">
                    <a:alpha val="24833"/>
                  </a:srgbClr>
                </a:gs>
                <a:gs pos="42857">
                  <a:srgbClr val="00FF75">
                    <a:alpha val="17075"/>
                  </a:srgbClr>
                </a:gs>
                <a:gs pos="57143">
                  <a:srgbClr val="00FF75">
                    <a:alpha val="9855"/>
                  </a:srgbClr>
                </a:gs>
                <a:gs pos="71429">
                  <a:srgbClr val="00FF75">
                    <a:alpha val="4740"/>
                  </a:srgbClr>
                </a:gs>
                <a:gs pos="85714">
                  <a:srgbClr val="00FF75">
                    <a:alpha val="1902"/>
                  </a:srgbClr>
                </a:gs>
                <a:gs pos="100000">
                  <a:srgbClr val="00FF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5485654">
              <a:off x="-90111" y="2028829"/>
              <a:ext cx="366605" cy="364671"/>
            </a:xfrm>
            <a:prstGeom prst="ellipse">
              <a:avLst/>
            </a:prstGeom>
            <a:gradFill>
              <a:gsLst>
                <a:gs pos="0">
                  <a:srgbClr val="000000">
                    <a:alpha val="15241"/>
                  </a:srgbClr>
                </a:gs>
                <a:gs pos="14286">
                  <a:srgbClr val="000000">
                    <a:alpha val="14100"/>
                  </a:srgbClr>
                </a:gs>
                <a:gs pos="28571">
                  <a:srgbClr val="000000">
                    <a:alpha val="11131"/>
                  </a:srgbClr>
                </a:gs>
                <a:gs pos="42857">
                  <a:srgbClr val="000000">
                    <a:alpha val="7448"/>
                  </a:srgbClr>
                </a:gs>
                <a:gs pos="57143">
                  <a:srgbClr val="000000">
                    <a:alpha val="4198"/>
                  </a:srgbClr>
                </a:gs>
                <a:gs pos="71429">
                  <a:srgbClr val="000000">
                    <a:alpha val="1988"/>
                  </a:srgbClr>
                </a:gs>
                <a:gs pos="85714">
                  <a:srgbClr val="000000">
                    <a:alpha val="791"/>
                  </a:srgbClr>
                </a:gs>
                <a:gs pos="100000">
                  <a:srgbClr val="000000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6367381">
              <a:off x="2249924" y="1605110"/>
              <a:ext cx="543014" cy="258788"/>
            </a:xfrm>
            <a:prstGeom prst="ellipse">
              <a:avLst/>
            </a:prstGeom>
            <a:gradFill>
              <a:gsLst>
                <a:gs pos="0">
                  <a:srgbClr val="A6FFA7">
                    <a:alpha val="32968"/>
                  </a:srgbClr>
                </a:gs>
                <a:gs pos="14286">
                  <a:srgbClr val="A6FFA7">
                    <a:alpha val="30764"/>
                  </a:srgbClr>
                </a:gs>
                <a:gs pos="28571">
                  <a:srgbClr val="A6FFA7">
                    <a:alpha val="24833"/>
                  </a:srgbClr>
                </a:gs>
                <a:gs pos="42857">
                  <a:srgbClr val="A6FFA7">
                    <a:alpha val="17075"/>
                  </a:srgbClr>
                </a:gs>
                <a:gs pos="57143">
                  <a:srgbClr val="A6FFA7">
                    <a:alpha val="9855"/>
                  </a:srgbClr>
                </a:gs>
                <a:gs pos="71429">
                  <a:srgbClr val="A6FFA7">
                    <a:alpha val="4740"/>
                  </a:srgbClr>
                </a:gs>
                <a:gs pos="85714">
                  <a:srgbClr val="A6FFA7">
                    <a:alpha val="1902"/>
                  </a:srgbClr>
                </a:gs>
                <a:gs pos="100000">
                  <a:srgbClr val="A6FF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5429753">
              <a:off x="-105599" y="2002720"/>
              <a:ext cx="360859" cy="360136"/>
            </a:xfrm>
            <a:prstGeom prst="ellipse">
              <a:avLst/>
            </a:prstGeom>
            <a:gradFill>
              <a:gsLst>
                <a:gs pos="0">
                  <a:srgbClr val="000000">
                    <a:alpha val="18457"/>
                  </a:srgbClr>
                </a:gs>
                <a:gs pos="14286">
                  <a:srgbClr val="000000">
                    <a:alpha val="17100"/>
                  </a:srgbClr>
                </a:gs>
                <a:gs pos="28571">
                  <a:srgbClr val="000000">
                    <a:alpha val="13550"/>
                  </a:srgbClr>
                </a:gs>
                <a:gs pos="42857">
                  <a:srgbClr val="000000">
                    <a:alpha val="9109"/>
                  </a:srgbClr>
                </a:gs>
                <a:gs pos="57143">
                  <a:srgbClr val="000000">
                    <a:alpha val="5154"/>
                  </a:srgbClr>
                </a:gs>
                <a:gs pos="71429">
                  <a:srgbClr val="000000">
                    <a:alpha val="2447"/>
                  </a:srgbClr>
                </a:gs>
                <a:gs pos="85714">
                  <a:srgbClr val="000000">
                    <a:alpha val="975"/>
                  </a:srgbClr>
                </a:gs>
                <a:gs pos="100000">
                  <a:srgbClr val="000000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7215100">
              <a:off x="2127901" y="1644833"/>
              <a:ext cx="507379" cy="246157"/>
            </a:xfrm>
            <a:prstGeom prst="ellipse">
              <a:avLst/>
            </a:prstGeom>
            <a:gradFill>
              <a:gsLst>
                <a:gs pos="0">
                  <a:srgbClr val="FFFFB1">
                    <a:alpha val="32968"/>
                  </a:srgbClr>
                </a:gs>
                <a:gs pos="14286">
                  <a:srgbClr val="FFFFB1">
                    <a:alpha val="30764"/>
                  </a:srgbClr>
                </a:gs>
                <a:gs pos="28571">
                  <a:srgbClr val="FFFFB1">
                    <a:alpha val="24833"/>
                  </a:srgbClr>
                </a:gs>
                <a:gs pos="42857">
                  <a:srgbClr val="FFFFB1">
                    <a:alpha val="17075"/>
                  </a:srgbClr>
                </a:gs>
                <a:gs pos="57143">
                  <a:srgbClr val="FFFFB1">
                    <a:alpha val="9855"/>
                  </a:srgbClr>
                </a:gs>
                <a:gs pos="71429">
                  <a:srgbClr val="FFFFB1">
                    <a:alpha val="4740"/>
                  </a:srgbClr>
                </a:gs>
                <a:gs pos="85714">
                  <a:srgbClr val="FFFFB1">
                    <a:alpha val="1902"/>
                  </a:srgbClr>
                </a:gs>
                <a:gs pos="100000">
                  <a:srgbClr val="FFF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4534159">
              <a:off x="1471032" y="1024688"/>
              <a:ext cx="601421" cy="333435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3237451">
              <a:off x="2619148" y="1191300"/>
              <a:ext cx="247650" cy="74307"/>
            </a:xfrm>
            <a:prstGeom prst="ellipse">
              <a:avLst/>
            </a:prstGeom>
            <a:gradFill>
              <a:gsLst>
                <a:gs pos="0">
                  <a:srgbClr val="59CF00">
                    <a:alpha val="2691"/>
                  </a:srgbClr>
                </a:gs>
                <a:gs pos="14286">
                  <a:srgbClr val="59CF00">
                    <a:alpha val="2476"/>
                  </a:srgbClr>
                </a:gs>
                <a:gs pos="28571">
                  <a:srgbClr val="59CF00">
                    <a:alpha val="1928"/>
                  </a:srgbClr>
                </a:gs>
                <a:gs pos="42857">
                  <a:srgbClr val="59CF00">
                    <a:alpha val="1269"/>
                  </a:srgbClr>
                </a:gs>
                <a:gs pos="57143">
                  <a:srgbClr val="59CF00">
                    <a:alpha val="705"/>
                  </a:srgbClr>
                </a:gs>
                <a:gs pos="71429">
                  <a:srgbClr val="59CF00">
                    <a:alpha val="331"/>
                  </a:srgbClr>
                </a:gs>
                <a:gs pos="85714">
                  <a:srgbClr val="59CF00">
                    <a:alpha val="131"/>
                  </a:srgbClr>
                </a:gs>
                <a:gs pos="100000">
                  <a:srgbClr val="59CF00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10659010">
              <a:off x="735484" y="1579130"/>
              <a:ext cx="532877" cy="267896"/>
            </a:xfrm>
            <a:prstGeom prst="ellipse">
              <a:avLst/>
            </a:prstGeom>
            <a:gradFill>
              <a:gsLst>
                <a:gs pos="0">
                  <a:srgbClr val="C65BFF">
                    <a:alpha val="32968"/>
                  </a:srgbClr>
                </a:gs>
                <a:gs pos="14286">
                  <a:srgbClr val="C65BFF">
                    <a:alpha val="30764"/>
                  </a:srgbClr>
                </a:gs>
                <a:gs pos="28571">
                  <a:srgbClr val="C65BFF">
                    <a:alpha val="24833"/>
                  </a:srgbClr>
                </a:gs>
                <a:gs pos="42857">
                  <a:srgbClr val="C65BFF">
                    <a:alpha val="17075"/>
                  </a:srgbClr>
                </a:gs>
                <a:gs pos="57143">
                  <a:srgbClr val="C65BFF">
                    <a:alpha val="9855"/>
                  </a:srgbClr>
                </a:gs>
                <a:gs pos="71429">
                  <a:srgbClr val="C65BFF">
                    <a:alpha val="4740"/>
                  </a:srgbClr>
                </a:gs>
                <a:gs pos="85714">
                  <a:srgbClr val="C65BFF">
                    <a:alpha val="1902"/>
                  </a:srgbClr>
                </a:gs>
                <a:gs pos="100000">
                  <a:srgbClr val="C65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8707612">
              <a:off x="1755868" y="2326427"/>
              <a:ext cx="546179" cy="279156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2749709">
              <a:off x="1224520" y="2387770"/>
              <a:ext cx="537057" cy="267796"/>
            </a:xfrm>
            <a:prstGeom prst="ellipse">
              <a:avLst/>
            </a:prstGeom>
            <a:gradFill>
              <a:gsLst>
                <a:gs pos="0">
                  <a:srgbClr val="75A0FF">
                    <a:alpha val="32968"/>
                  </a:srgbClr>
                </a:gs>
                <a:gs pos="14286">
                  <a:srgbClr val="75A0FF">
                    <a:alpha val="30764"/>
                  </a:srgbClr>
                </a:gs>
                <a:gs pos="28571">
                  <a:srgbClr val="75A0FF">
                    <a:alpha val="24833"/>
                  </a:srgbClr>
                </a:gs>
                <a:gs pos="42857">
                  <a:srgbClr val="75A0FF">
                    <a:alpha val="17075"/>
                  </a:srgbClr>
                </a:gs>
                <a:gs pos="57143">
                  <a:srgbClr val="75A0FF">
                    <a:alpha val="9855"/>
                  </a:srgbClr>
                </a:gs>
                <a:gs pos="71429">
                  <a:srgbClr val="75A0FF">
                    <a:alpha val="4740"/>
                  </a:srgbClr>
                </a:gs>
                <a:gs pos="85714">
                  <a:srgbClr val="75A0FF">
                    <a:alpha val="1902"/>
                  </a:srgbClr>
                </a:gs>
                <a:gs pos="100000">
                  <a:srgbClr val="75A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8180934">
              <a:off x="2203552" y="1640994"/>
              <a:ext cx="522150" cy="256654"/>
            </a:xfrm>
            <a:prstGeom prst="ellipse">
              <a:avLst/>
            </a:prstGeom>
            <a:gradFill>
              <a:gsLst>
                <a:gs pos="0">
                  <a:srgbClr val="FFFFCA">
                    <a:alpha val="32968"/>
                  </a:srgbClr>
                </a:gs>
                <a:gs pos="14286">
                  <a:srgbClr val="FFFFCA">
                    <a:alpha val="30764"/>
                  </a:srgbClr>
                </a:gs>
                <a:gs pos="28571">
                  <a:srgbClr val="FFFFCA">
                    <a:alpha val="24833"/>
                  </a:srgbClr>
                </a:gs>
                <a:gs pos="42857">
                  <a:srgbClr val="FFFFCA">
                    <a:alpha val="17075"/>
                  </a:srgbClr>
                </a:gs>
                <a:gs pos="57143">
                  <a:srgbClr val="FFFFCA">
                    <a:alpha val="9855"/>
                  </a:srgbClr>
                </a:gs>
                <a:gs pos="71429">
                  <a:srgbClr val="FFFFCA">
                    <a:alpha val="4740"/>
                  </a:srgbClr>
                </a:gs>
                <a:gs pos="85714">
                  <a:srgbClr val="FFFFCA">
                    <a:alpha val="1902"/>
                  </a:srgbClr>
                </a:gs>
                <a:gs pos="100000">
                  <a:srgbClr val="FFFF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8669166">
              <a:off x="1936907" y="1811369"/>
              <a:ext cx="517739" cy="254812"/>
            </a:xfrm>
            <a:prstGeom prst="ellipse">
              <a:avLst/>
            </a:prstGeom>
            <a:gradFill>
              <a:gsLst>
                <a:gs pos="0">
                  <a:srgbClr val="E8FFF8">
                    <a:alpha val="32968"/>
                  </a:srgbClr>
                </a:gs>
                <a:gs pos="14286">
                  <a:srgbClr val="E8FFF8">
                    <a:alpha val="30764"/>
                  </a:srgbClr>
                </a:gs>
                <a:gs pos="28571">
                  <a:srgbClr val="E8FFF8">
                    <a:alpha val="24833"/>
                  </a:srgbClr>
                </a:gs>
                <a:gs pos="42857">
                  <a:srgbClr val="E8FFF8">
                    <a:alpha val="17075"/>
                  </a:srgbClr>
                </a:gs>
                <a:gs pos="57143">
                  <a:srgbClr val="E8FFF8">
                    <a:alpha val="9855"/>
                  </a:srgbClr>
                </a:gs>
                <a:gs pos="71429">
                  <a:srgbClr val="E8FFF8">
                    <a:alpha val="4740"/>
                  </a:srgbClr>
                </a:gs>
                <a:gs pos="85714">
                  <a:srgbClr val="E8FFF8">
                    <a:alpha val="1902"/>
                  </a:srgbClr>
                </a:gs>
                <a:gs pos="100000">
                  <a:srgbClr val="E8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10751120">
              <a:off x="262669" y="497797"/>
              <a:ext cx="320759" cy="319900"/>
            </a:xfrm>
            <a:prstGeom prst="ellipse">
              <a:avLst/>
            </a:prstGeom>
            <a:gradFill>
              <a:gsLst>
                <a:gs pos="0">
                  <a:srgbClr val="001000">
                    <a:alpha val="1207"/>
                  </a:srgbClr>
                </a:gs>
                <a:gs pos="14286">
                  <a:srgbClr val="001000">
                    <a:alpha val="1110"/>
                  </a:srgbClr>
                </a:gs>
                <a:gs pos="28571">
                  <a:srgbClr val="001000">
                    <a:alpha val="863"/>
                  </a:srgbClr>
                </a:gs>
                <a:gs pos="42857">
                  <a:srgbClr val="001000">
                    <a:alpha val="567"/>
                  </a:srgbClr>
                </a:gs>
                <a:gs pos="57143">
                  <a:srgbClr val="001000">
                    <a:alpha val="314"/>
                  </a:srgbClr>
                </a:gs>
                <a:gs pos="71429">
                  <a:srgbClr val="001000">
                    <a:alpha val="147"/>
                  </a:srgbClr>
                </a:gs>
                <a:gs pos="85714">
                  <a:srgbClr val="001000">
                    <a:alpha val="58"/>
                  </a:srgbClr>
                </a:gs>
                <a:gs pos="100000">
                  <a:srgbClr val="001000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6653695">
              <a:off x="2308102" y="2114730"/>
              <a:ext cx="496812" cy="281706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6364339">
              <a:off x="2027544" y="1749450"/>
              <a:ext cx="522926" cy="268125"/>
            </a:xfrm>
            <a:prstGeom prst="ellipse">
              <a:avLst/>
            </a:prstGeom>
            <a:gradFill>
              <a:gsLst>
                <a:gs pos="0">
                  <a:srgbClr val="FFFFE7">
                    <a:alpha val="32968"/>
                  </a:srgbClr>
                </a:gs>
                <a:gs pos="14286">
                  <a:srgbClr val="FFFFE7">
                    <a:alpha val="30764"/>
                  </a:srgbClr>
                </a:gs>
                <a:gs pos="28571">
                  <a:srgbClr val="FFFFE7">
                    <a:alpha val="24833"/>
                  </a:srgbClr>
                </a:gs>
                <a:gs pos="42857">
                  <a:srgbClr val="FFFFE7">
                    <a:alpha val="17075"/>
                  </a:srgbClr>
                </a:gs>
                <a:gs pos="57143">
                  <a:srgbClr val="FFFFE7">
                    <a:alpha val="9855"/>
                  </a:srgbClr>
                </a:gs>
                <a:gs pos="71429">
                  <a:srgbClr val="FFFFE7">
                    <a:alpha val="4740"/>
                  </a:srgbClr>
                </a:gs>
                <a:gs pos="85714">
                  <a:srgbClr val="FFFFE7">
                    <a:alpha val="1902"/>
                  </a:srgbClr>
                </a:gs>
                <a:gs pos="100000">
                  <a:srgbClr val="FFF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10775861">
              <a:off x="3314166" y="1422665"/>
              <a:ext cx="356909" cy="353991"/>
            </a:xfrm>
            <a:prstGeom prst="ellipse">
              <a:avLst/>
            </a:prstGeom>
            <a:gradFill>
              <a:gsLst>
                <a:gs pos="0">
                  <a:srgbClr val="030000">
                    <a:alpha val="7921"/>
                  </a:srgbClr>
                </a:gs>
                <a:gs pos="14286">
                  <a:srgbClr val="030000">
                    <a:alpha val="7304"/>
                  </a:srgbClr>
                </a:gs>
                <a:gs pos="28571">
                  <a:srgbClr val="030000">
                    <a:alpha val="5719"/>
                  </a:srgbClr>
                </a:gs>
                <a:gs pos="42857">
                  <a:srgbClr val="030000">
                    <a:alpha val="3789"/>
                  </a:srgbClr>
                </a:gs>
                <a:gs pos="57143">
                  <a:srgbClr val="030000">
                    <a:alpha val="2118"/>
                  </a:srgbClr>
                </a:gs>
                <a:gs pos="71429">
                  <a:srgbClr val="030000">
                    <a:alpha val="997"/>
                  </a:srgbClr>
                </a:gs>
                <a:gs pos="85714">
                  <a:srgbClr val="030000">
                    <a:alpha val="395"/>
                  </a:srgbClr>
                </a:gs>
                <a:gs pos="100000">
                  <a:srgbClr val="0300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9340662">
              <a:off x="2223322" y="3291656"/>
              <a:ext cx="590317" cy="73433"/>
            </a:xfrm>
            <a:prstGeom prst="ellipse">
              <a:avLst/>
            </a:prstGeom>
            <a:gradFill>
              <a:gsLst>
                <a:gs pos="0">
                  <a:srgbClr val="003116">
                    <a:alpha val="32968"/>
                  </a:srgbClr>
                </a:gs>
                <a:gs pos="14286">
                  <a:srgbClr val="003116">
                    <a:alpha val="30764"/>
                  </a:srgbClr>
                </a:gs>
                <a:gs pos="28571">
                  <a:srgbClr val="003116">
                    <a:alpha val="24833"/>
                  </a:srgbClr>
                </a:gs>
                <a:gs pos="42857">
                  <a:srgbClr val="003116">
                    <a:alpha val="17075"/>
                  </a:srgbClr>
                </a:gs>
                <a:gs pos="57143">
                  <a:srgbClr val="003116">
                    <a:alpha val="9855"/>
                  </a:srgbClr>
                </a:gs>
                <a:gs pos="71429">
                  <a:srgbClr val="003116">
                    <a:alpha val="4740"/>
                  </a:srgbClr>
                </a:gs>
                <a:gs pos="85714">
                  <a:srgbClr val="003116">
                    <a:alpha val="1902"/>
                  </a:srgbClr>
                </a:gs>
                <a:gs pos="100000">
                  <a:srgbClr val="0031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10796746">
              <a:off x="1256634" y="3320915"/>
              <a:ext cx="341347" cy="337500"/>
            </a:xfrm>
            <a:prstGeom prst="ellipse">
              <a:avLst/>
            </a:prstGeom>
            <a:gradFill>
              <a:gsLst>
                <a:gs pos="0">
                  <a:srgbClr val="000000">
                    <a:alpha val="12911"/>
                  </a:srgbClr>
                </a:gs>
                <a:gs pos="14286">
                  <a:srgbClr val="000000">
                    <a:alpha val="11932"/>
                  </a:srgbClr>
                </a:gs>
                <a:gs pos="28571">
                  <a:srgbClr val="000000">
                    <a:alpha val="9395"/>
                  </a:srgbClr>
                </a:gs>
                <a:gs pos="42857">
                  <a:srgbClr val="000000">
                    <a:alpha val="6266"/>
                  </a:srgbClr>
                </a:gs>
                <a:gs pos="57143">
                  <a:srgbClr val="000000">
                    <a:alpha val="3522"/>
                  </a:srgbClr>
                </a:gs>
                <a:gs pos="71429">
                  <a:srgbClr val="000000">
                    <a:alpha val="1664"/>
                  </a:srgbClr>
                </a:gs>
                <a:gs pos="85714">
                  <a:srgbClr val="000000">
                    <a:alpha val="662"/>
                  </a:srgbClr>
                </a:gs>
                <a:gs pos="100000">
                  <a:srgbClr val="0000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9932749">
              <a:off x="1986585" y="1845794"/>
              <a:ext cx="521168" cy="260377"/>
            </a:xfrm>
            <a:prstGeom prst="ellipse">
              <a:avLst/>
            </a:prstGeom>
            <a:gradFill>
              <a:gsLst>
                <a:gs pos="0">
                  <a:srgbClr val="28FFB4">
                    <a:alpha val="32968"/>
                  </a:srgbClr>
                </a:gs>
                <a:gs pos="14286">
                  <a:srgbClr val="28FFB4">
                    <a:alpha val="30764"/>
                  </a:srgbClr>
                </a:gs>
                <a:gs pos="28571">
                  <a:srgbClr val="28FFB4">
                    <a:alpha val="24833"/>
                  </a:srgbClr>
                </a:gs>
                <a:gs pos="42857">
                  <a:srgbClr val="28FFB4">
                    <a:alpha val="17075"/>
                  </a:srgbClr>
                </a:gs>
                <a:gs pos="57143">
                  <a:srgbClr val="28FFB4">
                    <a:alpha val="9855"/>
                  </a:srgbClr>
                </a:gs>
                <a:gs pos="71429">
                  <a:srgbClr val="28FFB4">
                    <a:alpha val="4740"/>
                  </a:srgbClr>
                </a:gs>
                <a:gs pos="85714">
                  <a:srgbClr val="28FFB4">
                    <a:alpha val="1902"/>
                  </a:srgbClr>
                </a:gs>
                <a:gs pos="100000">
                  <a:srgbClr val="28FF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10781454">
              <a:off x="3304438" y="1410379"/>
              <a:ext cx="353720" cy="350089"/>
            </a:xfrm>
            <a:prstGeom prst="ellipse">
              <a:avLst/>
            </a:prstGeom>
            <a:gradFill>
              <a:gsLst>
                <a:gs pos="0">
                  <a:srgbClr val="030000">
                    <a:alpha val="6451"/>
                  </a:srgbClr>
                </a:gs>
                <a:gs pos="14286">
                  <a:srgbClr val="030000">
                    <a:alpha val="5945"/>
                  </a:srgbClr>
                </a:gs>
                <a:gs pos="28571">
                  <a:srgbClr val="030000">
                    <a:alpha val="4648"/>
                  </a:srgbClr>
                </a:gs>
                <a:gs pos="42857">
                  <a:srgbClr val="030000">
                    <a:alpha val="3073"/>
                  </a:srgbClr>
                </a:gs>
                <a:gs pos="57143">
                  <a:srgbClr val="030000">
                    <a:alpha val="1715"/>
                  </a:srgbClr>
                </a:gs>
                <a:gs pos="71429">
                  <a:srgbClr val="030000">
                    <a:alpha val="806"/>
                  </a:srgbClr>
                </a:gs>
                <a:gs pos="85714">
                  <a:srgbClr val="030000">
                    <a:alpha val="320"/>
                  </a:srgbClr>
                </a:gs>
                <a:gs pos="100000">
                  <a:srgbClr val="0300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3057643">
              <a:off x="970101" y="1765617"/>
              <a:ext cx="464013" cy="215733"/>
            </a:xfrm>
            <a:prstGeom prst="ellipse">
              <a:avLst/>
            </a:prstGeom>
            <a:gradFill>
              <a:gsLst>
                <a:gs pos="0">
                  <a:srgbClr val="DBC3FF">
                    <a:alpha val="32968"/>
                  </a:srgbClr>
                </a:gs>
                <a:gs pos="14286">
                  <a:srgbClr val="DBC3FF">
                    <a:alpha val="30764"/>
                  </a:srgbClr>
                </a:gs>
                <a:gs pos="28571">
                  <a:srgbClr val="DBC3FF">
                    <a:alpha val="24833"/>
                  </a:srgbClr>
                </a:gs>
                <a:gs pos="42857">
                  <a:srgbClr val="DBC3FF">
                    <a:alpha val="17075"/>
                  </a:srgbClr>
                </a:gs>
                <a:gs pos="57143">
                  <a:srgbClr val="DBC3FF">
                    <a:alpha val="9855"/>
                  </a:srgbClr>
                </a:gs>
                <a:gs pos="71429">
                  <a:srgbClr val="DBC3FF">
                    <a:alpha val="4740"/>
                  </a:srgbClr>
                </a:gs>
                <a:gs pos="85714">
                  <a:srgbClr val="DBC3FF">
                    <a:alpha val="1902"/>
                  </a:srgbClr>
                </a:gs>
                <a:gs pos="100000">
                  <a:srgbClr val="DBC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-8337793">
              <a:off x="940572" y="1716937"/>
              <a:ext cx="515122" cy="249404"/>
            </a:xfrm>
            <a:prstGeom prst="ellipse">
              <a:avLst/>
            </a:prstGeom>
            <a:gradFill>
              <a:gsLst>
                <a:gs pos="0">
                  <a:srgbClr val="846DFF">
                    <a:alpha val="32968"/>
                  </a:srgbClr>
                </a:gs>
                <a:gs pos="14286">
                  <a:srgbClr val="846DFF">
                    <a:alpha val="30764"/>
                  </a:srgbClr>
                </a:gs>
                <a:gs pos="28571">
                  <a:srgbClr val="846DFF">
                    <a:alpha val="24833"/>
                  </a:srgbClr>
                </a:gs>
                <a:gs pos="42857">
                  <a:srgbClr val="846DFF">
                    <a:alpha val="17075"/>
                  </a:srgbClr>
                </a:gs>
                <a:gs pos="57143">
                  <a:srgbClr val="846DFF">
                    <a:alpha val="9855"/>
                  </a:srgbClr>
                </a:gs>
                <a:gs pos="71429">
                  <a:srgbClr val="846DFF">
                    <a:alpha val="4740"/>
                  </a:srgbClr>
                </a:gs>
                <a:gs pos="85714">
                  <a:srgbClr val="846DFF">
                    <a:alpha val="1902"/>
                  </a:srgbClr>
                </a:gs>
                <a:gs pos="100000">
                  <a:srgbClr val="846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4579080">
              <a:off x="1173477" y="2065294"/>
              <a:ext cx="486852" cy="243942"/>
            </a:xfrm>
            <a:prstGeom prst="ellipse">
              <a:avLst/>
            </a:prstGeom>
            <a:gradFill>
              <a:gsLst>
                <a:gs pos="0">
                  <a:srgbClr val="8788FF">
                    <a:alpha val="32968"/>
                  </a:srgbClr>
                </a:gs>
                <a:gs pos="14286">
                  <a:srgbClr val="8788FF">
                    <a:alpha val="30764"/>
                  </a:srgbClr>
                </a:gs>
                <a:gs pos="28571">
                  <a:srgbClr val="8788FF">
                    <a:alpha val="24833"/>
                  </a:srgbClr>
                </a:gs>
                <a:gs pos="42857">
                  <a:srgbClr val="8788FF">
                    <a:alpha val="17075"/>
                  </a:srgbClr>
                </a:gs>
                <a:gs pos="57143">
                  <a:srgbClr val="8788FF">
                    <a:alpha val="9855"/>
                  </a:srgbClr>
                </a:gs>
                <a:gs pos="71429">
                  <a:srgbClr val="8788FF">
                    <a:alpha val="4740"/>
                  </a:srgbClr>
                </a:gs>
                <a:gs pos="85714">
                  <a:srgbClr val="8788FF">
                    <a:alpha val="1902"/>
                  </a:srgbClr>
                </a:gs>
                <a:gs pos="100000">
                  <a:srgbClr val="878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8221041">
              <a:off x="2540113" y="2912777"/>
              <a:ext cx="635701" cy="195717"/>
            </a:xfrm>
            <a:prstGeom prst="ellipse">
              <a:avLst/>
            </a:prstGeom>
            <a:gradFill>
              <a:gsLst>
                <a:gs pos="0">
                  <a:srgbClr val="004A1C">
                    <a:alpha val="32968"/>
                  </a:srgbClr>
                </a:gs>
                <a:gs pos="14286">
                  <a:srgbClr val="004A1C">
                    <a:alpha val="30764"/>
                  </a:srgbClr>
                </a:gs>
                <a:gs pos="28571">
                  <a:srgbClr val="004A1C">
                    <a:alpha val="24833"/>
                  </a:srgbClr>
                </a:gs>
                <a:gs pos="42857">
                  <a:srgbClr val="004A1C">
                    <a:alpha val="17075"/>
                  </a:srgbClr>
                </a:gs>
                <a:gs pos="57143">
                  <a:srgbClr val="004A1C">
                    <a:alpha val="9855"/>
                  </a:srgbClr>
                </a:gs>
                <a:gs pos="71429">
                  <a:srgbClr val="004A1C">
                    <a:alpha val="4740"/>
                  </a:srgbClr>
                </a:gs>
                <a:gs pos="85714">
                  <a:srgbClr val="004A1C">
                    <a:alpha val="1902"/>
                  </a:srgbClr>
                </a:gs>
                <a:gs pos="100000">
                  <a:srgbClr val="004A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7474371">
              <a:off x="1188624" y="2168153"/>
              <a:ext cx="500617" cy="241425"/>
            </a:xfrm>
            <a:prstGeom prst="ellipse">
              <a:avLst/>
            </a:prstGeom>
            <a:gradFill>
              <a:gsLst>
                <a:gs pos="0">
                  <a:srgbClr val="736CFF">
                    <a:alpha val="32968"/>
                  </a:srgbClr>
                </a:gs>
                <a:gs pos="14286">
                  <a:srgbClr val="736CFF">
                    <a:alpha val="30764"/>
                  </a:srgbClr>
                </a:gs>
                <a:gs pos="28571">
                  <a:srgbClr val="736CFF">
                    <a:alpha val="24833"/>
                  </a:srgbClr>
                </a:gs>
                <a:gs pos="42857">
                  <a:srgbClr val="736CFF">
                    <a:alpha val="17075"/>
                  </a:srgbClr>
                </a:gs>
                <a:gs pos="57143">
                  <a:srgbClr val="736CFF">
                    <a:alpha val="9855"/>
                  </a:srgbClr>
                </a:gs>
                <a:gs pos="71429">
                  <a:srgbClr val="736CFF">
                    <a:alpha val="4740"/>
                  </a:srgbClr>
                </a:gs>
                <a:gs pos="85714">
                  <a:srgbClr val="736CFF">
                    <a:alpha val="1902"/>
                  </a:srgbClr>
                </a:gs>
                <a:gs pos="100000">
                  <a:srgbClr val="736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10297155">
              <a:off x="2004738" y="1969399"/>
              <a:ext cx="272725" cy="270744"/>
            </a:xfrm>
            <a:prstGeom prst="ellipse">
              <a:avLst/>
            </a:prstGeom>
            <a:gradFill>
              <a:gsLst>
                <a:gs pos="0">
                  <a:srgbClr val="90FFEA">
                    <a:alpha val="32968"/>
                  </a:srgbClr>
                </a:gs>
                <a:gs pos="14286">
                  <a:srgbClr val="90FFEA">
                    <a:alpha val="30764"/>
                  </a:srgbClr>
                </a:gs>
                <a:gs pos="28571">
                  <a:srgbClr val="90FFEA">
                    <a:alpha val="24833"/>
                  </a:srgbClr>
                </a:gs>
                <a:gs pos="42857">
                  <a:srgbClr val="90FFEA">
                    <a:alpha val="17075"/>
                  </a:srgbClr>
                </a:gs>
                <a:gs pos="57143">
                  <a:srgbClr val="90FFEA">
                    <a:alpha val="9855"/>
                  </a:srgbClr>
                </a:gs>
                <a:gs pos="71429">
                  <a:srgbClr val="90FFEA">
                    <a:alpha val="4740"/>
                  </a:srgbClr>
                </a:gs>
                <a:gs pos="85714">
                  <a:srgbClr val="90FFEA">
                    <a:alpha val="1902"/>
                  </a:srgbClr>
                </a:gs>
                <a:gs pos="100000">
                  <a:srgbClr val="90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7306768">
              <a:off x="1207818" y="2238463"/>
              <a:ext cx="511110" cy="239785"/>
            </a:xfrm>
            <a:prstGeom prst="ellipse">
              <a:avLst/>
            </a:prstGeom>
            <a:gradFill>
              <a:gsLst>
                <a:gs pos="0">
                  <a:srgbClr val="4B17FF">
                    <a:alpha val="32968"/>
                  </a:srgbClr>
                </a:gs>
                <a:gs pos="14286">
                  <a:srgbClr val="4B17FF">
                    <a:alpha val="30764"/>
                  </a:srgbClr>
                </a:gs>
                <a:gs pos="28571">
                  <a:srgbClr val="4B17FF">
                    <a:alpha val="24833"/>
                  </a:srgbClr>
                </a:gs>
                <a:gs pos="42857">
                  <a:srgbClr val="4B17FF">
                    <a:alpha val="17075"/>
                  </a:srgbClr>
                </a:gs>
                <a:gs pos="57143">
                  <a:srgbClr val="4B17FF">
                    <a:alpha val="9855"/>
                  </a:srgbClr>
                </a:gs>
                <a:gs pos="71429">
                  <a:srgbClr val="4B17FF">
                    <a:alpha val="4740"/>
                  </a:srgbClr>
                </a:gs>
                <a:gs pos="85714">
                  <a:srgbClr val="4B17FF">
                    <a:alpha val="1902"/>
                  </a:srgbClr>
                </a:gs>
                <a:gs pos="100000">
                  <a:srgbClr val="4B1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3155244">
              <a:off x="3139354" y="1911784"/>
              <a:ext cx="503074" cy="461684"/>
            </a:xfrm>
            <a:prstGeom prst="ellipse">
              <a:avLst/>
            </a:prstGeom>
            <a:gradFill>
              <a:gsLst>
                <a:gs pos="0">
                  <a:srgbClr val="00001D">
                    <a:alpha val="24300"/>
                  </a:srgbClr>
                </a:gs>
                <a:gs pos="14286">
                  <a:srgbClr val="00001D">
                    <a:alpha val="22576"/>
                  </a:srgbClr>
                </a:gs>
                <a:gs pos="28571">
                  <a:srgbClr val="00001D">
                    <a:alpha val="18018"/>
                  </a:srgbClr>
                </a:gs>
                <a:gs pos="42857">
                  <a:srgbClr val="00001D">
                    <a:alpha val="12218"/>
                  </a:srgbClr>
                </a:gs>
                <a:gs pos="57143">
                  <a:srgbClr val="00001D">
                    <a:alpha val="6966"/>
                  </a:srgbClr>
                </a:gs>
                <a:gs pos="71429">
                  <a:srgbClr val="00001D">
                    <a:alpha val="3324"/>
                  </a:srgbClr>
                </a:gs>
                <a:gs pos="85714">
                  <a:srgbClr val="00001D">
                    <a:alpha val="1328"/>
                  </a:srgbClr>
                </a:gs>
                <a:gs pos="100000">
                  <a:srgbClr val="00001D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-8626313">
              <a:off x="1090089" y="2460841"/>
              <a:ext cx="437813" cy="227370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6039447">
              <a:off x="1151617" y="2048147"/>
              <a:ext cx="419452" cy="203577"/>
            </a:xfrm>
            <a:prstGeom prst="ellipse">
              <a:avLst/>
            </a:prstGeom>
            <a:gradFill>
              <a:gsLst>
                <a:gs pos="0">
                  <a:srgbClr val="A9ADFF">
                    <a:alpha val="32968"/>
                  </a:srgbClr>
                </a:gs>
                <a:gs pos="14286">
                  <a:srgbClr val="A9ADFF">
                    <a:alpha val="30764"/>
                  </a:srgbClr>
                </a:gs>
                <a:gs pos="28571">
                  <a:srgbClr val="A9ADFF">
                    <a:alpha val="24833"/>
                  </a:srgbClr>
                </a:gs>
                <a:gs pos="42857">
                  <a:srgbClr val="A9ADFF">
                    <a:alpha val="17075"/>
                  </a:srgbClr>
                </a:gs>
                <a:gs pos="57143">
                  <a:srgbClr val="A9ADFF">
                    <a:alpha val="9855"/>
                  </a:srgbClr>
                </a:gs>
                <a:gs pos="71429">
                  <a:srgbClr val="A9ADFF">
                    <a:alpha val="4740"/>
                  </a:srgbClr>
                </a:gs>
                <a:gs pos="85714">
                  <a:srgbClr val="A9ADFF">
                    <a:alpha val="1902"/>
                  </a:srgbClr>
                </a:gs>
                <a:gs pos="100000">
                  <a:srgbClr val="A9A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6630437">
              <a:off x="1646975" y="1161314"/>
              <a:ext cx="484531" cy="239199"/>
            </a:xfrm>
            <a:prstGeom prst="ellipse">
              <a:avLst/>
            </a:prstGeom>
            <a:gradFill>
              <a:gsLst>
                <a:gs pos="0">
                  <a:srgbClr val="FFD9B9">
                    <a:alpha val="32968"/>
                  </a:srgbClr>
                </a:gs>
                <a:gs pos="14286">
                  <a:srgbClr val="FFD9B9">
                    <a:alpha val="30764"/>
                  </a:srgbClr>
                </a:gs>
                <a:gs pos="28571">
                  <a:srgbClr val="FFD9B9">
                    <a:alpha val="24833"/>
                  </a:srgbClr>
                </a:gs>
                <a:gs pos="42857">
                  <a:srgbClr val="FFD9B9">
                    <a:alpha val="17075"/>
                  </a:srgbClr>
                </a:gs>
                <a:gs pos="57143">
                  <a:srgbClr val="FFD9B9">
                    <a:alpha val="9855"/>
                  </a:srgbClr>
                </a:gs>
                <a:gs pos="71429">
                  <a:srgbClr val="FFD9B9">
                    <a:alpha val="4740"/>
                  </a:srgbClr>
                </a:gs>
                <a:gs pos="85714">
                  <a:srgbClr val="FFD9B9">
                    <a:alpha val="1902"/>
                  </a:srgbClr>
                </a:gs>
                <a:gs pos="100000">
                  <a:srgbClr val="FFD9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-8502865">
              <a:off x="1199090" y="2260990"/>
              <a:ext cx="486165" cy="245306"/>
            </a:xfrm>
            <a:prstGeom prst="ellipse">
              <a:avLst/>
            </a:prstGeom>
            <a:gradFill>
              <a:gsLst>
                <a:gs pos="0">
                  <a:srgbClr val="4100FF">
                    <a:alpha val="32968"/>
                  </a:srgbClr>
                </a:gs>
                <a:gs pos="14286">
                  <a:srgbClr val="4100FF">
                    <a:alpha val="30764"/>
                  </a:srgbClr>
                </a:gs>
                <a:gs pos="28571">
                  <a:srgbClr val="4100FF">
                    <a:alpha val="24833"/>
                  </a:srgbClr>
                </a:gs>
                <a:gs pos="42857">
                  <a:srgbClr val="4100FF">
                    <a:alpha val="17075"/>
                  </a:srgbClr>
                </a:gs>
                <a:gs pos="57143">
                  <a:srgbClr val="4100FF">
                    <a:alpha val="9855"/>
                  </a:srgbClr>
                </a:gs>
                <a:gs pos="71429">
                  <a:srgbClr val="4100FF">
                    <a:alpha val="4740"/>
                  </a:srgbClr>
                </a:gs>
                <a:gs pos="85714">
                  <a:srgbClr val="4100FF">
                    <a:alpha val="1902"/>
                  </a:srgbClr>
                </a:gs>
                <a:gs pos="100000">
                  <a:srgbClr val="41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6434792">
              <a:off x="2321664" y="1625946"/>
              <a:ext cx="498301" cy="250019"/>
            </a:xfrm>
            <a:prstGeom prst="ellipse">
              <a:avLst/>
            </a:prstGeom>
            <a:gradFill>
              <a:gsLst>
                <a:gs pos="0">
                  <a:srgbClr val="AAFFA0">
                    <a:alpha val="32968"/>
                  </a:srgbClr>
                </a:gs>
                <a:gs pos="14286">
                  <a:srgbClr val="AAFFA0">
                    <a:alpha val="30764"/>
                  </a:srgbClr>
                </a:gs>
                <a:gs pos="28571">
                  <a:srgbClr val="AAFFA0">
                    <a:alpha val="24833"/>
                  </a:srgbClr>
                </a:gs>
                <a:gs pos="42857">
                  <a:srgbClr val="AAFFA0">
                    <a:alpha val="17075"/>
                  </a:srgbClr>
                </a:gs>
                <a:gs pos="57143">
                  <a:srgbClr val="AAFFA0">
                    <a:alpha val="9855"/>
                  </a:srgbClr>
                </a:gs>
                <a:gs pos="71429">
                  <a:srgbClr val="AAFFA0">
                    <a:alpha val="4740"/>
                  </a:srgbClr>
                </a:gs>
                <a:gs pos="85714">
                  <a:srgbClr val="AAFFA0">
                    <a:alpha val="1902"/>
                  </a:srgbClr>
                </a:gs>
                <a:gs pos="100000">
                  <a:srgbClr val="AAFF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5850058">
              <a:off x="402495" y="2997575"/>
              <a:ext cx="455480" cy="453502"/>
            </a:xfrm>
            <a:prstGeom prst="ellipse">
              <a:avLst/>
            </a:prstGeom>
            <a:gradFill>
              <a:gsLst>
                <a:gs pos="0">
                  <a:srgbClr val="000000">
                    <a:alpha val="5733"/>
                  </a:srgbClr>
                </a:gs>
                <a:gs pos="14286">
                  <a:srgbClr val="000000">
                    <a:alpha val="5282"/>
                  </a:srgbClr>
                </a:gs>
                <a:gs pos="28571">
                  <a:srgbClr val="000000">
                    <a:alpha val="4126"/>
                  </a:srgbClr>
                </a:gs>
                <a:gs pos="42857">
                  <a:srgbClr val="000000">
                    <a:alpha val="2726"/>
                  </a:srgbClr>
                </a:gs>
                <a:gs pos="57143">
                  <a:srgbClr val="000000">
                    <a:alpha val="1520"/>
                  </a:srgbClr>
                </a:gs>
                <a:gs pos="71429">
                  <a:srgbClr val="000000">
                    <a:alpha val="714"/>
                  </a:srgbClr>
                </a:gs>
                <a:gs pos="85714">
                  <a:srgbClr val="000000">
                    <a:alpha val="283"/>
                  </a:srgbClr>
                </a:gs>
                <a:gs pos="100000">
                  <a:srgbClr val="0000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-10798155">
              <a:off x="2040143" y="930246"/>
              <a:ext cx="421135" cy="207496"/>
            </a:xfrm>
            <a:prstGeom prst="ellipse">
              <a:avLst/>
            </a:prstGeom>
            <a:gradFill>
              <a:gsLst>
                <a:gs pos="0">
                  <a:srgbClr val="FFE400">
                    <a:alpha val="32968"/>
                  </a:srgbClr>
                </a:gs>
                <a:gs pos="14286">
                  <a:srgbClr val="FFE400">
                    <a:alpha val="30764"/>
                  </a:srgbClr>
                </a:gs>
                <a:gs pos="28571">
                  <a:srgbClr val="FFE400">
                    <a:alpha val="24833"/>
                  </a:srgbClr>
                </a:gs>
                <a:gs pos="42857">
                  <a:srgbClr val="FFE400">
                    <a:alpha val="17075"/>
                  </a:srgbClr>
                </a:gs>
                <a:gs pos="57143">
                  <a:srgbClr val="FFE400">
                    <a:alpha val="9855"/>
                  </a:srgbClr>
                </a:gs>
                <a:gs pos="71429">
                  <a:srgbClr val="FFE400">
                    <a:alpha val="4740"/>
                  </a:srgbClr>
                </a:gs>
                <a:gs pos="85714">
                  <a:srgbClr val="FFE400">
                    <a:alpha val="1902"/>
                  </a:srgbClr>
                </a:gs>
                <a:gs pos="100000">
                  <a:srgbClr val="FFE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-8543014">
              <a:off x="1267498" y="1081068"/>
              <a:ext cx="538482" cy="269715"/>
            </a:xfrm>
            <a:prstGeom prst="ellipse">
              <a:avLst/>
            </a:prstGeom>
            <a:gradFill>
              <a:gsLst>
                <a:gs pos="0">
                  <a:srgbClr val="FFA4CE">
                    <a:alpha val="32968"/>
                  </a:srgbClr>
                </a:gs>
                <a:gs pos="14286">
                  <a:srgbClr val="FFA4CE">
                    <a:alpha val="30764"/>
                  </a:srgbClr>
                </a:gs>
                <a:gs pos="28571">
                  <a:srgbClr val="FFA4CE">
                    <a:alpha val="24833"/>
                  </a:srgbClr>
                </a:gs>
                <a:gs pos="42857">
                  <a:srgbClr val="FFA4CE">
                    <a:alpha val="17075"/>
                  </a:srgbClr>
                </a:gs>
                <a:gs pos="57143">
                  <a:srgbClr val="FFA4CE">
                    <a:alpha val="9855"/>
                  </a:srgbClr>
                </a:gs>
                <a:gs pos="71429">
                  <a:srgbClr val="FFA4CE">
                    <a:alpha val="4740"/>
                  </a:srgbClr>
                </a:gs>
                <a:gs pos="85714">
                  <a:srgbClr val="FFA4CE">
                    <a:alpha val="1902"/>
                  </a:srgbClr>
                </a:gs>
                <a:gs pos="100000">
                  <a:srgbClr val="FFA4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7681693">
              <a:off x="2414059" y="1965535"/>
              <a:ext cx="473947" cy="235360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5548496">
              <a:off x="2627913" y="1524441"/>
              <a:ext cx="278296" cy="87866"/>
            </a:xfrm>
            <a:prstGeom prst="ellipse">
              <a:avLst/>
            </a:prstGeom>
            <a:gradFill>
              <a:gsLst>
                <a:gs pos="0">
                  <a:srgbClr val="883600">
                    <a:alpha val="18648"/>
                  </a:srgbClr>
                </a:gs>
                <a:gs pos="14286">
                  <a:srgbClr val="883600">
                    <a:alpha val="17279"/>
                  </a:srgbClr>
                </a:gs>
                <a:gs pos="28571">
                  <a:srgbClr val="883600">
                    <a:alpha val="13696"/>
                  </a:srgbClr>
                </a:gs>
                <a:gs pos="42857">
                  <a:srgbClr val="883600">
                    <a:alpha val="9209"/>
                  </a:srgbClr>
                </a:gs>
                <a:gs pos="57143">
                  <a:srgbClr val="883600">
                    <a:alpha val="5212"/>
                  </a:srgbClr>
                </a:gs>
                <a:gs pos="71429">
                  <a:srgbClr val="883600">
                    <a:alpha val="2475"/>
                  </a:srgbClr>
                </a:gs>
                <a:gs pos="85714">
                  <a:srgbClr val="883600">
                    <a:alpha val="986"/>
                  </a:srgbClr>
                </a:gs>
                <a:gs pos="100000">
                  <a:srgbClr val="88360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5400477">
              <a:off x="1436846" y="-186633"/>
              <a:ext cx="373311" cy="373296"/>
            </a:xfrm>
            <a:prstGeom prst="ellipse">
              <a:avLst/>
            </a:prstGeom>
            <a:gradFill>
              <a:gsLst>
                <a:gs pos="0">
                  <a:srgbClr val="000000">
                    <a:alpha val="9233"/>
                  </a:srgbClr>
                </a:gs>
                <a:gs pos="14286">
                  <a:srgbClr val="000000">
                    <a:alpha val="8519"/>
                  </a:srgbClr>
                </a:gs>
                <a:gs pos="28571">
                  <a:srgbClr val="000000">
                    <a:alpha val="6680"/>
                  </a:srgbClr>
                </a:gs>
                <a:gs pos="42857">
                  <a:srgbClr val="000000">
                    <a:alpha val="4434"/>
                  </a:srgbClr>
                </a:gs>
                <a:gs pos="57143">
                  <a:srgbClr val="000000">
                    <a:alpha val="2481"/>
                  </a:srgbClr>
                </a:gs>
                <a:gs pos="71429">
                  <a:srgbClr val="000000">
                    <a:alpha val="1169"/>
                  </a:srgbClr>
                </a:gs>
                <a:gs pos="85714">
                  <a:srgbClr val="000000">
                    <a:alpha val="464"/>
                  </a:srgbClr>
                </a:gs>
                <a:gs pos="100000">
                  <a:srgbClr val="000000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9138951">
              <a:off x="1940284" y="1018036"/>
              <a:ext cx="458236" cy="235666"/>
            </a:xfrm>
            <a:prstGeom prst="ellipse">
              <a:avLst/>
            </a:prstGeom>
            <a:gradFill>
              <a:gsLst>
                <a:gs pos="0">
                  <a:srgbClr val="FFA685">
                    <a:alpha val="32968"/>
                  </a:srgbClr>
                </a:gs>
                <a:gs pos="14286">
                  <a:srgbClr val="FFA685">
                    <a:alpha val="30764"/>
                  </a:srgbClr>
                </a:gs>
                <a:gs pos="28571">
                  <a:srgbClr val="FFA685">
                    <a:alpha val="24833"/>
                  </a:srgbClr>
                </a:gs>
                <a:gs pos="42857">
                  <a:srgbClr val="FFA685">
                    <a:alpha val="17075"/>
                  </a:srgbClr>
                </a:gs>
                <a:gs pos="57143">
                  <a:srgbClr val="FFA685">
                    <a:alpha val="9855"/>
                  </a:srgbClr>
                </a:gs>
                <a:gs pos="71429">
                  <a:srgbClr val="FFA685">
                    <a:alpha val="4740"/>
                  </a:srgbClr>
                </a:gs>
                <a:gs pos="85714">
                  <a:srgbClr val="FFA685">
                    <a:alpha val="1902"/>
                  </a:srgbClr>
                </a:gs>
                <a:gs pos="100000">
                  <a:srgbClr val="FFA6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5586223">
              <a:off x="195723" y="525464"/>
              <a:ext cx="445437" cy="444947"/>
            </a:xfrm>
            <a:prstGeom prst="ellipse">
              <a:avLst/>
            </a:prstGeom>
            <a:gradFill>
              <a:gsLst>
                <a:gs pos="0">
                  <a:srgbClr val="000000">
                    <a:alpha val="2794"/>
                  </a:srgbClr>
                </a:gs>
                <a:gs pos="14286">
                  <a:srgbClr val="000000">
                    <a:alpha val="2571"/>
                  </a:srgbClr>
                </a:gs>
                <a:gs pos="28571">
                  <a:srgbClr val="000000">
                    <a:alpha val="2002"/>
                  </a:srgbClr>
                </a:gs>
                <a:gs pos="42857">
                  <a:srgbClr val="000000">
                    <a:alpha val="1318"/>
                  </a:srgbClr>
                </a:gs>
                <a:gs pos="57143">
                  <a:srgbClr val="000000">
                    <a:alpha val="732"/>
                  </a:srgbClr>
                </a:gs>
                <a:gs pos="71429">
                  <a:srgbClr val="000000">
                    <a:alpha val="343"/>
                  </a:srgbClr>
                </a:gs>
                <a:gs pos="85714">
                  <a:srgbClr val="000000">
                    <a:alpha val="136"/>
                  </a:srgbClr>
                </a:gs>
                <a:gs pos="100000">
                  <a:srgbClr val="0000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4123243">
              <a:off x="1183887" y="2399135"/>
              <a:ext cx="452108" cy="252771"/>
            </a:xfrm>
            <a:prstGeom prst="ellipse">
              <a:avLst/>
            </a:prstGeom>
            <a:gradFill>
              <a:gsLst>
                <a:gs pos="0">
                  <a:srgbClr val="5E81FF">
                    <a:alpha val="32968"/>
                  </a:srgbClr>
                </a:gs>
                <a:gs pos="14286">
                  <a:srgbClr val="5E81FF">
                    <a:alpha val="30764"/>
                  </a:srgbClr>
                </a:gs>
                <a:gs pos="28571">
                  <a:srgbClr val="5E81FF">
                    <a:alpha val="24833"/>
                  </a:srgbClr>
                </a:gs>
                <a:gs pos="42857">
                  <a:srgbClr val="5E81FF">
                    <a:alpha val="17075"/>
                  </a:srgbClr>
                </a:gs>
                <a:gs pos="57143">
                  <a:srgbClr val="5E81FF">
                    <a:alpha val="9855"/>
                  </a:srgbClr>
                </a:gs>
                <a:gs pos="71429">
                  <a:srgbClr val="5E81FF">
                    <a:alpha val="4740"/>
                  </a:srgbClr>
                </a:gs>
                <a:gs pos="85714">
                  <a:srgbClr val="5E81FF">
                    <a:alpha val="1902"/>
                  </a:srgbClr>
                </a:gs>
                <a:gs pos="100000">
                  <a:srgbClr val="5E8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-10572151">
              <a:off x="1068670" y="3140310"/>
              <a:ext cx="459730" cy="458350"/>
            </a:xfrm>
            <a:prstGeom prst="ellipse">
              <a:avLst/>
            </a:prstGeom>
            <a:gradFill>
              <a:gsLst>
                <a:gs pos="0">
                  <a:srgbClr val="000000">
                    <a:alpha val="7252"/>
                  </a:srgbClr>
                </a:gs>
                <a:gs pos="14286">
                  <a:srgbClr val="000000">
                    <a:alpha val="6685"/>
                  </a:srgbClr>
                </a:gs>
                <a:gs pos="28571">
                  <a:srgbClr val="000000">
                    <a:alpha val="5231"/>
                  </a:srgbClr>
                </a:gs>
                <a:gs pos="42857">
                  <a:srgbClr val="000000">
                    <a:alpha val="3463"/>
                  </a:srgbClr>
                </a:gs>
                <a:gs pos="57143">
                  <a:srgbClr val="000000">
                    <a:alpha val="1934"/>
                  </a:srgbClr>
                </a:gs>
                <a:gs pos="71429">
                  <a:srgbClr val="000000">
                    <a:alpha val="910"/>
                  </a:srgbClr>
                </a:gs>
                <a:gs pos="85714">
                  <a:srgbClr val="000000">
                    <a:alpha val="361"/>
                  </a:srgbClr>
                </a:gs>
                <a:gs pos="100000">
                  <a:srgbClr val="0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9506200">
              <a:off x="2253278" y="1757378"/>
              <a:ext cx="291471" cy="164593"/>
            </a:xfrm>
            <a:prstGeom prst="ellipse">
              <a:avLst/>
            </a:prstGeom>
            <a:gradFill>
              <a:gsLst>
                <a:gs pos="0">
                  <a:srgbClr val="F0FFCC">
                    <a:alpha val="32968"/>
                  </a:srgbClr>
                </a:gs>
                <a:gs pos="14286">
                  <a:srgbClr val="F0FFCC">
                    <a:alpha val="30764"/>
                  </a:srgbClr>
                </a:gs>
                <a:gs pos="28571">
                  <a:srgbClr val="F0FFCC">
                    <a:alpha val="24833"/>
                  </a:srgbClr>
                </a:gs>
                <a:gs pos="42857">
                  <a:srgbClr val="F0FFCC">
                    <a:alpha val="17075"/>
                  </a:srgbClr>
                </a:gs>
                <a:gs pos="57143">
                  <a:srgbClr val="F0FFCC">
                    <a:alpha val="9855"/>
                  </a:srgbClr>
                </a:gs>
                <a:gs pos="71429">
                  <a:srgbClr val="F0FFCC">
                    <a:alpha val="4740"/>
                  </a:srgbClr>
                </a:gs>
                <a:gs pos="85714">
                  <a:srgbClr val="F0FFCC">
                    <a:alpha val="1902"/>
                  </a:srgbClr>
                </a:gs>
                <a:gs pos="100000">
                  <a:srgbClr val="F0FF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8667685">
              <a:off x="1902315" y="2412775"/>
              <a:ext cx="505266" cy="24969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10342721">
              <a:off x="1237478" y="1003772"/>
              <a:ext cx="504776" cy="264886"/>
            </a:xfrm>
            <a:prstGeom prst="ellipse">
              <a:avLst/>
            </a:prstGeom>
            <a:gradFill>
              <a:gsLst>
                <a:gs pos="0">
                  <a:srgbClr val="FF6FC4">
                    <a:alpha val="32968"/>
                  </a:srgbClr>
                </a:gs>
                <a:gs pos="14286">
                  <a:srgbClr val="FF6FC4">
                    <a:alpha val="30764"/>
                  </a:srgbClr>
                </a:gs>
                <a:gs pos="28571">
                  <a:srgbClr val="FF6FC4">
                    <a:alpha val="24833"/>
                  </a:srgbClr>
                </a:gs>
                <a:gs pos="42857">
                  <a:srgbClr val="FF6FC4">
                    <a:alpha val="17075"/>
                  </a:srgbClr>
                </a:gs>
                <a:gs pos="57143">
                  <a:srgbClr val="FF6FC4">
                    <a:alpha val="9855"/>
                  </a:srgbClr>
                </a:gs>
                <a:gs pos="71429">
                  <a:srgbClr val="FF6FC4">
                    <a:alpha val="4740"/>
                  </a:srgbClr>
                </a:gs>
                <a:gs pos="85714">
                  <a:srgbClr val="FF6FC4">
                    <a:alpha val="1902"/>
                  </a:srgbClr>
                </a:gs>
                <a:gs pos="100000">
                  <a:srgbClr val="FF6F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-10430499">
              <a:off x="54826" y="2379072"/>
              <a:ext cx="340716" cy="340536"/>
            </a:xfrm>
            <a:prstGeom prst="ellipse">
              <a:avLst/>
            </a:prstGeom>
            <a:gradFill>
              <a:gsLst>
                <a:gs pos="0">
                  <a:srgbClr val="000000">
                    <a:alpha val="4617"/>
                  </a:srgbClr>
                </a:gs>
                <a:gs pos="14286">
                  <a:srgbClr val="000000">
                    <a:alpha val="4252"/>
                  </a:srgbClr>
                </a:gs>
                <a:gs pos="28571">
                  <a:srgbClr val="000000">
                    <a:alpha val="3317"/>
                  </a:srgbClr>
                </a:gs>
                <a:gs pos="42857">
                  <a:srgbClr val="000000">
                    <a:alpha val="2188"/>
                  </a:srgbClr>
                </a:gs>
                <a:gs pos="57143">
                  <a:srgbClr val="000000">
                    <a:alpha val="1219"/>
                  </a:srgbClr>
                </a:gs>
                <a:gs pos="71429">
                  <a:srgbClr val="000000">
                    <a:alpha val="572"/>
                  </a:srgbClr>
                </a:gs>
                <a:gs pos="85714">
                  <a:srgbClr val="000000">
                    <a:alpha val="227"/>
                  </a:srgbClr>
                </a:gs>
                <a:gs pos="100000">
                  <a:srgbClr val="0000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10500063">
              <a:off x="2079195" y="996346"/>
              <a:ext cx="405257" cy="209524"/>
            </a:xfrm>
            <a:prstGeom prst="ellipse">
              <a:avLst/>
            </a:prstGeom>
            <a:gradFill>
              <a:gsLst>
                <a:gs pos="0">
                  <a:srgbClr val="FFE952">
                    <a:alpha val="32968"/>
                  </a:srgbClr>
                </a:gs>
                <a:gs pos="14286">
                  <a:srgbClr val="FFE952">
                    <a:alpha val="30764"/>
                  </a:srgbClr>
                </a:gs>
                <a:gs pos="28571">
                  <a:srgbClr val="FFE952">
                    <a:alpha val="24833"/>
                  </a:srgbClr>
                </a:gs>
                <a:gs pos="42857">
                  <a:srgbClr val="FFE952">
                    <a:alpha val="17075"/>
                  </a:srgbClr>
                </a:gs>
                <a:gs pos="57143">
                  <a:srgbClr val="FFE952">
                    <a:alpha val="9855"/>
                  </a:srgbClr>
                </a:gs>
                <a:gs pos="71429">
                  <a:srgbClr val="FFE952">
                    <a:alpha val="4740"/>
                  </a:srgbClr>
                </a:gs>
                <a:gs pos="85714">
                  <a:srgbClr val="FFE952">
                    <a:alpha val="1902"/>
                  </a:srgbClr>
                </a:gs>
                <a:gs pos="100000">
                  <a:srgbClr val="FFE9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6676958">
              <a:off x="122516" y="821363"/>
              <a:ext cx="230675" cy="220144"/>
            </a:xfrm>
            <a:prstGeom prst="ellipse">
              <a:avLst/>
            </a:prstGeom>
            <a:gradFill>
              <a:gsLst>
                <a:gs pos="0">
                  <a:srgbClr val="250039">
                    <a:alpha val="4131"/>
                  </a:srgbClr>
                </a:gs>
                <a:gs pos="14286">
                  <a:srgbClr val="250039">
                    <a:alpha val="3803"/>
                  </a:srgbClr>
                </a:gs>
                <a:gs pos="28571">
                  <a:srgbClr val="250039">
                    <a:alpha val="2966"/>
                  </a:srgbClr>
                </a:gs>
                <a:gs pos="42857">
                  <a:srgbClr val="250039">
                    <a:alpha val="1955"/>
                  </a:srgbClr>
                </a:gs>
                <a:gs pos="57143">
                  <a:srgbClr val="250039">
                    <a:alpha val="1088"/>
                  </a:srgbClr>
                </a:gs>
                <a:gs pos="71429">
                  <a:srgbClr val="250039">
                    <a:alpha val="511"/>
                  </a:srgbClr>
                </a:gs>
                <a:gs pos="85714">
                  <a:srgbClr val="250039">
                    <a:alpha val="202"/>
                  </a:srgbClr>
                </a:gs>
                <a:gs pos="100000">
                  <a:srgbClr val="250039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8076014">
              <a:off x="829125" y="1095419"/>
              <a:ext cx="232529" cy="73311"/>
            </a:xfrm>
            <a:prstGeom prst="ellipse">
              <a:avLst/>
            </a:prstGeom>
            <a:gradFill>
              <a:gsLst>
                <a:gs pos="0">
                  <a:srgbClr val="ED0043">
                    <a:alpha val="3582"/>
                  </a:srgbClr>
                </a:gs>
                <a:gs pos="14286">
                  <a:srgbClr val="ED0043">
                    <a:alpha val="3297"/>
                  </a:srgbClr>
                </a:gs>
                <a:gs pos="28571">
                  <a:srgbClr val="ED0043">
                    <a:alpha val="2570"/>
                  </a:srgbClr>
                </a:gs>
                <a:gs pos="42857">
                  <a:srgbClr val="ED0043">
                    <a:alpha val="1693"/>
                  </a:srgbClr>
                </a:gs>
                <a:gs pos="57143">
                  <a:srgbClr val="ED0043">
                    <a:alpha val="942"/>
                  </a:srgbClr>
                </a:gs>
                <a:gs pos="71429">
                  <a:srgbClr val="ED0043">
                    <a:alpha val="442"/>
                  </a:srgbClr>
                </a:gs>
                <a:gs pos="85714">
                  <a:srgbClr val="ED0043">
                    <a:alpha val="175"/>
                  </a:srgbClr>
                </a:gs>
                <a:gs pos="100000">
                  <a:srgbClr val="ED0043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6002456">
              <a:off x="1366061" y="1046415"/>
              <a:ext cx="553329" cy="275565"/>
            </a:xfrm>
            <a:prstGeom prst="ellipse">
              <a:avLst/>
            </a:prstGeom>
            <a:gradFill>
              <a:gsLst>
                <a:gs pos="0">
                  <a:srgbClr val="FFCFA7">
                    <a:alpha val="32968"/>
                  </a:srgbClr>
                </a:gs>
                <a:gs pos="14286">
                  <a:srgbClr val="FFCFA7">
                    <a:alpha val="30764"/>
                  </a:srgbClr>
                </a:gs>
                <a:gs pos="28571">
                  <a:srgbClr val="FFCFA7">
                    <a:alpha val="24833"/>
                  </a:srgbClr>
                </a:gs>
                <a:gs pos="42857">
                  <a:srgbClr val="FFCFA7">
                    <a:alpha val="17075"/>
                  </a:srgbClr>
                </a:gs>
                <a:gs pos="57143">
                  <a:srgbClr val="FFCFA7">
                    <a:alpha val="9855"/>
                  </a:srgbClr>
                </a:gs>
                <a:gs pos="71429">
                  <a:srgbClr val="FFCFA7">
                    <a:alpha val="4740"/>
                  </a:srgbClr>
                </a:gs>
                <a:gs pos="85714">
                  <a:srgbClr val="FFCFA7">
                    <a:alpha val="1902"/>
                  </a:srgbClr>
                </a:gs>
                <a:gs pos="100000">
                  <a:srgbClr val="FFCF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-10404455">
              <a:off x="2266363" y="3152947"/>
              <a:ext cx="351637" cy="337397"/>
            </a:xfrm>
            <a:prstGeom prst="ellipse">
              <a:avLst/>
            </a:prstGeom>
            <a:gradFill>
              <a:gsLst>
                <a:gs pos="0">
                  <a:srgbClr val="000020">
                    <a:alpha val="14768"/>
                  </a:srgbClr>
                </a:gs>
                <a:gs pos="14286">
                  <a:srgbClr val="000020">
                    <a:alpha val="13659"/>
                  </a:srgbClr>
                </a:gs>
                <a:gs pos="28571">
                  <a:srgbClr val="000020">
                    <a:alpha val="10777"/>
                  </a:srgbClr>
                </a:gs>
                <a:gs pos="42857">
                  <a:srgbClr val="000020">
                    <a:alpha val="7207"/>
                  </a:srgbClr>
                </a:gs>
                <a:gs pos="57143">
                  <a:srgbClr val="000020">
                    <a:alpha val="4060"/>
                  </a:srgbClr>
                </a:gs>
                <a:gs pos="71429">
                  <a:srgbClr val="000020">
                    <a:alpha val="1921"/>
                  </a:srgbClr>
                </a:gs>
                <a:gs pos="85714">
                  <a:srgbClr val="000020">
                    <a:alpha val="764"/>
                  </a:srgbClr>
                </a:gs>
                <a:gs pos="100000">
                  <a:srgbClr val="000020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8770492">
              <a:off x="1051256" y="911729"/>
              <a:ext cx="561231" cy="279737"/>
            </a:xfrm>
            <a:prstGeom prst="ellipse">
              <a:avLst/>
            </a:prstGeom>
            <a:gradFill>
              <a:gsLst>
                <a:gs pos="0">
                  <a:srgbClr val="FF5EA7">
                    <a:alpha val="32968"/>
                  </a:srgbClr>
                </a:gs>
                <a:gs pos="14286">
                  <a:srgbClr val="FF5EA7">
                    <a:alpha val="30764"/>
                  </a:srgbClr>
                </a:gs>
                <a:gs pos="28571">
                  <a:srgbClr val="FF5EA7">
                    <a:alpha val="24833"/>
                  </a:srgbClr>
                </a:gs>
                <a:gs pos="42857">
                  <a:srgbClr val="FF5EA7">
                    <a:alpha val="17075"/>
                  </a:srgbClr>
                </a:gs>
                <a:gs pos="57143">
                  <a:srgbClr val="FF5EA7">
                    <a:alpha val="9855"/>
                  </a:srgbClr>
                </a:gs>
                <a:gs pos="71429">
                  <a:srgbClr val="FF5EA7">
                    <a:alpha val="4740"/>
                  </a:srgbClr>
                </a:gs>
                <a:gs pos="85714">
                  <a:srgbClr val="FF5EA7">
                    <a:alpha val="1902"/>
                  </a:srgbClr>
                </a:gs>
                <a:gs pos="100000">
                  <a:srgbClr val="FF5E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3207372">
              <a:off x="724286" y="1909151"/>
              <a:ext cx="561469" cy="324512"/>
            </a:xfrm>
            <a:prstGeom prst="ellipse">
              <a:avLst/>
            </a:prstGeom>
            <a:gradFill>
              <a:gsLst>
                <a:gs pos="0">
                  <a:srgbClr val="5939FF">
                    <a:alpha val="32968"/>
                  </a:srgbClr>
                </a:gs>
                <a:gs pos="14286">
                  <a:srgbClr val="5939FF">
                    <a:alpha val="30764"/>
                  </a:srgbClr>
                </a:gs>
                <a:gs pos="28571">
                  <a:srgbClr val="5939FF">
                    <a:alpha val="24833"/>
                  </a:srgbClr>
                </a:gs>
                <a:gs pos="42857">
                  <a:srgbClr val="5939FF">
                    <a:alpha val="17075"/>
                  </a:srgbClr>
                </a:gs>
                <a:gs pos="57143">
                  <a:srgbClr val="5939FF">
                    <a:alpha val="9855"/>
                  </a:srgbClr>
                </a:gs>
                <a:gs pos="71429">
                  <a:srgbClr val="5939FF">
                    <a:alpha val="4740"/>
                  </a:srgbClr>
                </a:gs>
                <a:gs pos="85714">
                  <a:srgbClr val="5939FF">
                    <a:alpha val="1902"/>
                  </a:srgbClr>
                </a:gs>
                <a:gs pos="100000">
                  <a:srgbClr val="593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5339744">
              <a:off x="-103520" y="2108123"/>
              <a:ext cx="326301" cy="322455"/>
            </a:xfrm>
            <a:prstGeom prst="ellipse">
              <a:avLst/>
            </a:prstGeom>
            <a:gradFill>
              <a:gsLst>
                <a:gs pos="0">
                  <a:srgbClr val="000000">
                    <a:alpha val="13850"/>
                  </a:srgbClr>
                </a:gs>
                <a:gs pos="14286">
                  <a:srgbClr val="000000">
                    <a:alpha val="12805"/>
                  </a:srgbClr>
                </a:gs>
                <a:gs pos="28571">
                  <a:srgbClr val="000000">
                    <a:alpha val="10093"/>
                  </a:srgbClr>
                </a:gs>
                <a:gs pos="42857">
                  <a:srgbClr val="000000">
                    <a:alpha val="6741"/>
                  </a:srgbClr>
                </a:gs>
                <a:gs pos="57143">
                  <a:srgbClr val="000000">
                    <a:alpha val="3793"/>
                  </a:srgbClr>
                </a:gs>
                <a:gs pos="71429">
                  <a:srgbClr val="000000">
                    <a:alpha val="1794"/>
                  </a:srgbClr>
                </a:gs>
                <a:gs pos="85714">
                  <a:srgbClr val="000000">
                    <a:alpha val="713"/>
                  </a:srgbClr>
                </a:gs>
                <a:gs pos="100000">
                  <a:srgbClr val="000000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8524878">
              <a:off x="1884502" y="2145361"/>
              <a:ext cx="544887" cy="284059"/>
            </a:xfrm>
            <a:prstGeom prst="ellipse">
              <a:avLst/>
            </a:prstGeom>
            <a:gradFill>
              <a:gsLst>
                <a:gs pos="0">
                  <a:srgbClr val="D0FF28">
                    <a:alpha val="32968"/>
                  </a:srgbClr>
                </a:gs>
                <a:gs pos="14286">
                  <a:srgbClr val="D0FF28">
                    <a:alpha val="30764"/>
                  </a:srgbClr>
                </a:gs>
                <a:gs pos="28571">
                  <a:srgbClr val="D0FF28">
                    <a:alpha val="24833"/>
                  </a:srgbClr>
                </a:gs>
                <a:gs pos="42857">
                  <a:srgbClr val="D0FF28">
                    <a:alpha val="17075"/>
                  </a:srgbClr>
                </a:gs>
                <a:gs pos="57143">
                  <a:srgbClr val="D0FF28">
                    <a:alpha val="9855"/>
                  </a:srgbClr>
                </a:gs>
                <a:gs pos="71429">
                  <a:srgbClr val="D0FF28">
                    <a:alpha val="4740"/>
                  </a:srgbClr>
                </a:gs>
                <a:gs pos="85714">
                  <a:srgbClr val="D0FF28">
                    <a:alpha val="1902"/>
                  </a:srgbClr>
                </a:gs>
                <a:gs pos="100000">
                  <a:srgbClr val="D0FF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9133001">
              <a:off x="2142031" y="2623282"/>
              <a:ext cx="221728" cy="67434"/>
            </a:xfrm>
            <a:prstGeom prst="ellipse">
              <a:avLst/>
            </a:prstGeom>
            <a:gradFill>
              <a:gsLst>
                <a:gs pos="0">
                  <a:srgbClr val="00C881">
                    <a:alpha val="6161"/>
                  </a:srgbClr>
                </a:gs>
                <a:gs pos="14286">
                  <a:srgbClr val="00C881">
                    <a:alpha val="5677"/>
                  </a:srgbClr>
                </a:gs>
                <a:gs pos="28571">
                  <a:srgbClr val="00C881">
                    <a:alpha val="4437"/>
                  </a:srgbClr>
                </a:gs>
                <a:gs pos="42857">
                  <a:srgbClr val="00C881">
                    <a:alpha val="2933"/>
                  </a:srgbClr>
                </a:gs>
                <a:gs pos="57143">
                  <a:srgbClr val="00C881">
                    <a:alpha val="1636"/>
                  </a:srgbClr>
                </a:gs>
                <a:gs pos="71429">
                  <a:srgbClr val="00C881">
                    <a:alpha val="769"/>
                  </a:srgbClr>
                </a:gs>
                <a:gs pos="85714">
                  <a:srgbClr val="00C881">
                    <a:alpha val="305"/>
                  </a:srgbClr>
                </a:gs>
                <a:gs pos="100000">
                  <a:srgbClr val="00C881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3564073">
              <a:off x="784520" y="2204063"/>
              <a:ext cx="493426" cy="278392"/>
            </a:xfrm>
            <a:prstGeom prst="ellipse">
              <a:avLst/>
            </a:prstGeom>
            <a:gradFill>
              <a:gsLst>
                <a:gs pos="0">
                  <a:srgbClr val="0021FF">
                    <a:alpha val="32968"/>
                  </a:srgbClr>
                </a:gs>
                <a:gs pos="14286">
                  <a:srgbClr val="0021FF">
                    <a:alpha val="30764"/>
                  </a:srgbClr>
                </a:gs>
                <a:gs pos="28571">
                  <a:srgbClr val="0021FF">
                    <a:alpha val="24833"/>
                  </a:srgbClr>
                </a:gs>
                <a:gs pos="42857">
                  <a:srgbClr val="0021FF">
                    <a:alpha val="17075"/>
                  </a:srgbClr>
                </a:gs>
                <a:gs pos="57143">
                  <a:srgbClr val="0021FF">
                    <a:alpha val="9855"/>
                  </a:srgbClr>
                </a:gs>
                <a:gs pos="71429">
                  <a:srgbClr val="0021FF">
                    <a:alpha val="4740"/>
                  </a:srgbClr>
                </a:gs>
                <a:gs pos="85714">
                  <a:srgbClr val="0021FF">
                    <a:alpha val="1902"/>
                  </a:srgbClr>
                </a:gs>
                <a:gs pos="100000">
                  <a:srgbClr val="002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9400288">
              <a:off x="1161056" y="894567"/>
              <a:ext cx="547791" cy="288299"/>
            </a:xfrm>
            <a:prstGeom prst="ellipse">
              <a:avLst/>
            </a:prstGeom>
            <a:gradFill>
              <a:gsLst>
                <a:gs pos="0">
                  <a:srgbClr val="FF38BE">
                    <a:alpha val="32968"/>
                  </a:srgbClr>
                </a:gs>
                <a:gs pos="14286">
                  <a:srgbClr val="FF38BE">
                    <a:alpha val="30764"/>
                  </a:srgbClr>
                </a:gs>
                <a:gs pos="28571">
                  <a:srgbClr val="FF38BE">
                    <a:alpha val="24833"/>
                  </a:srgbClr>
                </a:gs>
                <a:gs pos="42857">
                  <a:srgbClr val="FF38BE">
                    <a:alpha val="17075"/>
                  </a:srgbClr>
                </a:gs>
                <a:gs pos="57143">
                  <a:srgbClr val="FF38BE">
                    <a:alpha val="9855"/>
                  </a:srgbClr>
                </a:gs>
                <a:gs pos="71429">
                  <a:srgbClr val="FF38BE">
                    <a:alpha val="4740"/>
                  </a:srgbClr>
                </a:gs>
                <a:gs pos="85714">
                  <a:srgbClr val="FF38BE">
                    <a:alpha val="1902"/>
                  </a:srgbClr>
                </a:gs>
                <a:gs pos="100000">
                  <a:srgbClr val="FF38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5827889">
              <a:off x="-64083" y="2284967"/>
              <a:ext cx="322448" cy="321687"/>
            </a:xfrm>
            <a:prstGeom prst="ellipse">
              <a:avLst/>
            </a:prstGeom>
            <a:gradFill>
              <a:gsLst>
                <a:gs pos="0">
                  <a:srgbClr val="000000">
                    <a:alpha val="18204"/>
                  </a:srgbClr>
                </a:gs>
                <a:gs pos="14286">
                  <a:srgbClr val="000000">
                    <a:alpha val="16864"/>
                  </a:srgbClr>
                </a:gs>
                <a:gs pos="28571">
                  <a:srgbClr val="000000">
                    <a:alpha val="13360"/>
                  </a:srgbClr>
                </a:gs>
                <a:gs pos="42857">
                  <a:srgbClr val="000000">
                    <a:alpha val="8977"/>
                  </a:srgbClr>
                </a:gs>
                <a:gs pos="57143">
                  <a:srgbClr val="000000">
                    <a:alpha val="5078"/>
                  </a:srgbClr>
                </a:gs>
                <a:gs pos="71429">
                  <a:srgbClr val="000000">
                    <a:alpha val="2410"/>
                  </a:srgbClr>
                </a:gs>
                <a:gs pos="85714">
                  <a:srgbClr val="000000">
                    <a:alpha val="960"/>
                  </a:srgbClr>
                </a:gs>
                <a:gs pos="100000">
                  <a:srgbClr val="000000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4602635">
              <a:off x="2643962" y="1399284"/>
              <a:ext cx="334254" cy="69592"/>
            </a:xfrm>
            <a:prstGeom prst="ellipse">
              <a:avLst/>
            </a:prstGeom>
            <a:gradFill>
              <a:gsLst>
                <a:gs pos="0">
                  <a:srgbClr val="9CA300">
                    <a:alpha val="2254"/>
                  </a:srgbClr>
                </a:gs>
                <a:gs pos="14286">
                  <a:srgbClr val="9CA300">
                    <a:alpha val="2073"/>
                  </a:srgbClr>
                </a:gs>
                <a:gs pos="28571">
                  <a:srgbClr val="9CA300">
                    <a:alpha val="1614"/>
                  </a:srgbClr>
                </a:gs>
                <a:gs pos="42857">
                  <a:srgbClr val="9CA300">
                    <a:alpha val="1061"/>
                  </a:srgbClr>
                </a:gs>
                <a:gs pos="57143">
                  <a:srgbClr val="9CA300">
                    <a:alpha val="589"/>
                  </a:srgbClr>
                </a:gs>
                <a:gs pos="71429">
                  <a:srgbClr val="9CA300">
                    <a:alpha val="276"/>
                  </a:srgbClr>
                </a:gs>
                <a:gs pos="85714">
                  <a:srgbClr val="9CA300">
                    <a:alpha val="109"/>
                  </a:srgbClr>
                </a:gs>
                <a:gs pos="100000">
                  <a:srgbClr val="9CA3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9671650">
              <a:off x="648325" y="1685968"/>
              <a:ext cx="582151" cy="345230"/>
            </a:xfrm>
            <a:prstGeom prst="ellipse">
              <a:avLst/>
            </a:prstGeom>
            <a:gradFill>
              <a:gsLst>
                <a:gs pos="0">
                  <a:srgbClr val="4800FF">
                    <a:alpha val="32968"/>
                  </a:srgbClr>
                </a:gs>
                <a:gs pos="14286">
                  <a:srgbClr val="4800FF">
                    <a:alpha val="30764"/>
                  </a:srgbClr>
                </a:gs>
                <a:gs pos="28571">
                  <a:srgbClr val="4800FF">
                    <a:alpha val="24833"/>
                  </a:srgbClr>
                </a:gs>
                <a:gs pos="42857">
                  <a:srgbClr val="4800FF">
                    <a:alpha val="17075"/>
                  </a:srgbClr>
                </a:gs>
                <a:gs pos="57143">
                  <a:srgbClr val="4800FF">
                    <a:alpha val="9855"/>
                  </a:srgbClr>
                </a:gs>
                <a:gs pos="71429">
                  <a:srgbClr val="4800FF">
                    <a:alpha val="4740"/>
                  </a:srgbClr>
                </a:gs>
                <a:gs pos="85714">
                  <a:srgbClr val="4800FF">
                    <a:alpha val="1902"/>
                  </a:srgbClr>
                </a:gs>
                <a:gs pos="100000">
                  <a:srgbClr val="48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7889096">
              <a:off x="2037657" y="2321822"/>
              <a:ext cx="498789" cy="298829"/>
            </a:xfrm>
            <a:prstGeom prst="ellipse">
              <a:avLst/>
            </a:prstGeom>
            <a:gradFill>
              <a:gsLst>
                <a:gs pos="0">
                  <a:srgbClr val="00FF82">
                    <a:alpha val="32968"/>
                  </a:srgbClr>
                </a:gs>
                <a:gs pos="14286">
                  <a:srgbClr val="00FF82">
                    <a:alpha val="30764"/>
                  </a:srgbClr>
                </a:gs>
                <a:gs pos="28571">
                  <a:srgbClr val="00FF82">
                    <a:alpha val="24833"/>
                  </a:srgbClr>
                </a:gs>
                <a:gs pos="42857">
                  <a:srgbClr val="00FF82">
                    <a:alpha val="17075"/>
                  </a:srgbClr>
                </a:gs>
                <a:gs pos="57143">
                  <a:srgbClr val="00FF82">
                    <a:alpha val="9855"/>
                  </a:srgbClr>
                </a:gs>
                <a:gs pos="71429">
                  <a:srgbClr val="00FF82">
                    <a:alpha val="4740"/>
                  </a:srgbClr>
                </a:gs>
                <a:gs pos="85714">
                  <a:srgbClr val="00FF82">
                    <a:alpha val="1902"/>
                  </a:srgbClr>
                </a:gs>
                <a:gs pos="100000">
                  <a:srgbClr val="00FF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10013439">
              <a:off x="139201" y="2464381"/>
              <a:ext cx="461776" cy="459462"/>
            </a:xfrm>
            <a:prstGeom prst="ellipse">
              <a:avLst/>
            </a:prstGeom>
            <a:gradFill>
              <a:gsLst>
                <a:gs pos="0">
                  <a:srgbClr val="000000">
                    <a:alpha val="13021"/>
                  </a:srgbClr>
                </a:gs>
                <a:gs pos="14286">
                  <a:srgbClr val="000000">
                    <a:alpha val="12034"/>
                  </a:srgbClr>
                </a:gs>
                <a:gs pos="28571">
                  <a:srgbClr val="000000">
                    <a:alpha val="9476"/>
                  </a:srgbClr>
                </a:gs>
                <a:gs pos="42857">
                  <a:srgbClr val="000000">
                    <a:alpha val="6321"/>
                  </a:srgbClr>
                </a:gs>
                <a:gs pos="57143">
                  <a:srgbClr val="000000">
                    <a:alpha val="3554"/>
                  </a:srgbClr>
                </a:gs>
                <a:gs pos="71429">
                  <a:srgbClr val="000000">
                    <a:alpha val="1679"/>
                  </a:srgbClr>
                </a:gs>
                <a:gs pos="85714">
                  <a:srgbClr val="000000">
                    <a:alpha val="668"/>
                  </a:srgbClr>
                </a:gs>
                <a:gs pos="100000">
                  <a:srgbClr val="00000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8523601">
              <a:off x="1961234" y="1976144"/>
              <a:ext cx="523777" cy="264366"/>
            </a:xfrm>
            <a:prstGeom prst="ellipse">
              <a:avLst/>
            </a:prstGeom>
            <a:gradFill>
              <a:gsLst>
                <a:gs pos="0">
                  <a:srgbClr val="5EFFDA">
                    <a:alpha val="32968"/>
                  </a:srgbClr>
                </a:gs>
                <a:gs pos="14286">
                  <a:srgbClr val="5EFFDA">
                    <a:alpha val="30764"/>
                  </a:srgbClr>
                </a:gs>
                <a:gs pos="28571">
                  <a:srgbClr val="5EFFDA">
                    <a:alpha val="24833"/>
                  </a:srgbClr>
                </a:gs>
                <a:gs pos="42857">
                  <a:srgbClr val="5EFFDA">
                    <a:alpha val="17075"/>
                  </a:srgbClr>
                </a:gs>
                <a:gs pos="57143">
                  <a:srgbClr val="5EFFDA">
                    <a:alpha val="9855"/>
                  </a:srgbClr>
                </a:gs>
                <a:gs pos="71429">
                  <a:srgbClr val="5EFFDA">
                    <a:alpha val="4740"/>
                  </a:srgbClr>
                </a:gs>
                <a:gs pos="85714">
                  <a:srgbClr val="5EFFDA">
                    <a:alpha val="1902"/>
                  </a:srgbClr>
                </a:gs>
                <a:gs pos="100000">
                  <a:srgbClr val="5E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-10141751">
              <a:off x="1597000" y="794614"/>
              <a:ext cx="552873" cy="303538"/>
            </a:xfrm>
            <a:prstGeom prst="ellipse">
              <a:avLst/>
            </a:prstGeom>
            <a:gradFill>
              <a:gsLst>
                <a:gs pos="0">
                  <a:srgbClr val="FF8375">
                    <a:alpha val="32968"/>
                  </a:srgbClr>
                </a:gs>
                <a:gs pos="14286">
                  <a:srgbClr val="FF8375">
                    <a:alpha val="30764"/>
                  </a:srgbClr>
                </a:gs>
                <a:gs pos="28571">
                  <a:srgbClr val="FF8375">
                    <a:alpha val="24833"/>
                  </a:srgbClr>
                </a:gs>
                <a:gs pos="42857">
                  <a:srgbClr val="FF8375">
                    <a:alpha val="17075"/>
                  </a:srgbClr>
                </a:gs>
                <a:gs pos="57143">
                  <a:srgbClr val="FF8375">
                    <a:alpha val="9855"/>
                  </a:srgbClr>
                </a:gs>
                <a:gs pos="71429">
                  <a:srgbClr val="FF8375">
                    <a:alpha val="4740"/>
                  </a:srgbClr>
                </a:gs>
                <a:gs pos="85714">
                  <a:srgbClr val="FF8375">
                    <a:alpha val="1902"/>
                  </a:srgbClr>
                </a:gs>
                <a:gs pos="100000">
                  <a:srgbClr val="FF83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3057711">
              <a:off x="856083" y="1865208"/>
              <a:ext cx="500355" cy="271911"/>
            </a:xfrm>
            <a:prstGeom prst="ellipse">
              <a:avLst/>
            </a:prstGeom>
            <a:gradFill>
              <a:gsLst>
                <a:gs pos="0">
                  <a:srgbClr val="75B4FF">
                    <a:alpha val="32968"/>
                  </a:srgbClr>
                </a:gs>
                <a:gs pos="14286">
                  <a:srgbClr val="75B4FF">
                    <a:alpha val="30764"/>
                  </a:srgbClr>
                </a:gs>
                <a:gs pos="28571">
                  <a:srgbClr val="75B4FF">
                    <a:alpha val="24833"/>
                  </a:srgbClr>
                </a:gs>
                <a:gs pos="42857">
                  <a:srgbClr val="75B4FF">
                    <a:alpha val="17075"/>
                  </a:srgbClr>
                </a:gs>
                <a:gs pos="57143">
                  <a:srgbClr val="75B4FF">
                    <a:alpha val="9855"/>
                  </a:srgbClr>
                </a:gs>
                <a:gs pos="71429">
                  <a:srgbClr val="75B4FF">
                    <a:alpha val="4740"/>
                  </a:srgbClr>
                </a:gs>
                <a:gs pos="85714">
                  <a:srgbClr val="75B4FF">
                    <a:alpha val="1902"/>
                  </a:srgbClr>
                </a:gs>
                <a:gs pos="100000">
                  <a:srgbClr val="75B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3644313">
              <a:off x="644076" y="1960674"/>
              <a:ext cx="546761" cy="276434"/>
            </a:xfrm>
            <a:prstGeom prst="ellipse">
              <a:avLst/>
            </a:prstGeom>
            <a:gradFill>
              <a:gsLst>
                <a:gs pos="0">
                  <a:srgbClr val="1A00FF">
                    <a:alpha val="32968"/>
                  </a:srgbClr>
                </a:gs>
                <a:gs pos="14286">
                  <a:srgbClr val="1A00FF">
                    <a:alpha val="30764"/>
                  </a:srgbClr>
                </a:gs>
                <a:gs pos="28571">
                  <a:srgbClr val="1A00FF">
                    <a:alpha val="24833"/>
                  </a:srgbClr>
                </a:gs>
                <a:gs pos="42857">
                  <a:srgbClr val="1A00FF">
                    <a:alpha val="17075"/>
                  </a:srgbClr>
                </a:gs>
                <a:gs pos="57143">
                  <a:srgbClr val="1A00FF">
                    <a:alpha val="9855"/>
                  </a:srgbClr>
                </a:gs>
                <a:gs pos="71429">
                  <a:srgbClr val="1A00FF">
                    <a:alpha val="4740"/>
                  </a:srgbClr>
                </a:gs>
                <a:gs pos="85714">
                  <a:srgbClr val="1A00FF">
                    <a:alpha val="1902"/>
                  </a:srgbClr>
                </a:gs>
                <a:gs pos="100000">
                  <a:srgbClr val="1A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10180293">
              <a:off x="1932859" y="881693"/>
              <a:ext cx="460298" cy="240920"/>
            </a:xfrm>
            <a:prstGeom prst="ellipse">
              <a:avLst/>
            </a:prstGeom>
            <a:gradFill>
              <a:gsLst>
                <a:gs pos="0">
                  <a:srgbClr val="FFC16C">
                    <a:alpha val="32968"/>
                  </a:srgbClr>
                </a:gs>
                <a:gs pos="14286">
                  <a:srgbClr val="FFC16C">
                    <a:alpha val="30764"/>
                  </a:srgbClr>
                </a:gs>
                <a:gs pos="28571">
                  <a:srgbClr val="FFC16C">
                    <a:alpha val="24833"/>
                  </a:srgbClr>
                </a:gs>
                <a:gs pos="42857">
                  <a:srgbClr val="FFC16C">
                    <a:alpha val="17075"/>
                  </a:srgbClr>
                </a:gs>
                <a:gs pos="57143">
                  <a:srgbClr val="FFC16C">
                    <a:alpha val="9855"/>
                  </a:srgbClr>
                </a:gs>
                <a:gs pos="71429">
                  <a:srgbClr val="FFC16C">
                    <a:alpha val="4740"/>
                  </a:srgbClr>
                </a:gs>
                <a:gs pos="85714">
                  <a:srgbClr val="FFC16C">
                    <a:alpha val="1902"/>
                  </a:srgbClr>
                </a:gs>
                <a:gs pos="100000">
                  <a:srgbClr val="FFC1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3002784">
              <a:off x="1808024" y="989668"/>
              <a:ext cx="501458" cy="254413"/>
            </a:xfrm>
            <a:prstGeom prst="ellipse">
              <a:avLst/>
            </a:prstGeom>
            <a:gradFill>
              <a:gsLst>
                <a:gs pos="0">
                  <a:srgbClr val="FF4B6C">
                    <a:alpha val="32968"/>
                  </a:srgbClr>
                </a:gs>
                <a:gs pos="14286">
                  <a:srgbClr val="FF4B6C">
                    <a:alpha val="30764"/>
                  </a:srgbClr>
                </a:gs>
                <a:gs pos="28571">
                  <a:srgbClr val="FF4B6C">
                    <a:alpha val="24833"/>
                  </a:srgbClr>
                </a:gs>
                <a:gs pos="42857">
                  <a:srgbClr val="FF4B6C">
                    <a:alpha val="17075"/>
                  </a:srgbClr>
                </a:gs>
                <a:gs pos="57143">
                  <a:srgbClr val="FF4B6C">
                    <a:alpha val="9855"/>
                  </a:srgbClr>
                </a:gs>
                <a:gs pos="71429">
                  <a:srgbClr val="FF4B6C">
                    <a:alpha val="4740"/>
                  </a:srgbClr>
                </a:gs>
                <a:gs pos="85714">
                  <a:srgbClr val="FF4B6C">
                    <a:alpha val="1902"/>
                  </a:srgbClr>
                </a:gs>
                <a:gs pos="100000">
                  <a:srgbClr val="FF4B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8786889">
              <a:off x="1009478" y="2176373"/>
              <a:ext cx="501057" cy="259602"/>
            </a:xfrm>
            <a:prstGeom prst="ellipse">
              <a:avLst/>
            </a:prstGeom>
            <a:gradFill>
              <a:gsLst>
                <a:gs pos="0">
                  <a:srgbClr val="E096FF">
                    <a:alpha val="32968"/>
                  </a:srgbClr>
                </a:gs>
                <a:gs pos="14286">
                  <a:srgbClr val="E096FF">
                    <a:alpha val="30764"/>
                  </a:srgbClr>
                </a:gs>
                <a:gs pos="28571">
                  <a:srgbClr val="E096FF">
                    <a:alpha val="24833"/>
                  </a:srgbClr>
                </a:gs>
                <a:gs pos="42857">
                  <a:srgbClr val="E096FF">
                    <a:alpha val="17075"/>
                  </a:srgbClr>
                </a:gs>
                <a:gs pos="57143">
                  <a:srgbClr val="E096FF">
                    <a:alpha val="9855"/>
                  </a:srgbClr>
                </a:gs>
                <a:gs pos="71429">
                  <a:srgbClr val="E096FF">
                    <a:alpha val="4740"/>
                  </a:srgbClr>
                </a:gs>
                <a:gs pos="85714">
                  <a:srgbClr val="E096FF">
                    <a:alpha val="1902"/>
                  </a:srgbClr>
                </a:gs>
                <a:gs pos="100000">
                  <a:srgbClr val="E09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9427290">
              <a:off x="1080917" y="850892"/>
              <a:ext cx="539488" cy="266674"/>
            </a:xfrm>
            <a:prstGeom prst="ellipse">
              <a:avLst/>
            </a:prstGeom>
            <a:gradFill>
              <a:gsLst>
                <a:gs pos="0">
                  <a:srgbClr val="FF00CB">
                    <a:alpha val="32968"/>
                  </a:srgbClr>
                </a:gs>
                <a:gs pos="14286">
                  <a:srgbClr val="FF00CB">
                    <a:alpha val="30764"/>
                  </a:srgbClr>
                </a:gs>
                <a:gs pos="28571">
                  <a:srgbClr val="FF00CB">
                    <a:alpha val="24833"/>
                  </a:srgbClr>
                </a:gs>
                <a:gs pos="42857">
                  <a:srgbClr val="FF00CB">
                    <a:alpha val="17075"/>
                  </a:srgbClr>
                </a:gs>
                <a:gs pos="57143">
                  <a:srgbClr val="FF00CB">
                    <a:alpha val="9855"/>
                  </a:srgbClr>
                </a:gs>
                <a:gs pos="71429">
                  <a:srgbClr val="FF00CB">
                    <a:alpha val="4740"/>
                  </a:srgbClr>
                </a:gs>
                <a:gs pos="85714">
                  <a:srgbClr val="FF00CB">
                    <a:alpha val="1902"/>
                  </a:srgbClr>
                </a:gs>
                <a:gs pos="100000">
                  <a:srgbClr val="FF00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9963052">
              <a:off x="1314633" y="857467"/>
              <a:ext cx="539227" cy="312549"/>
            </a:xfrm>
            <a:prstGeom prst="ellipse">
              <a:avLst/>
            </a:prstGeom>
            <a:gradFill>
              <a:gsLst>
                <a:gs pos="0">
                  <a:srgbClr val="FFAAED">
                    <a:alpha val="32968"/>
                  </a:srgbClr>
                </a:gs>
                <a:gs pos="14286">
                  <a:srgbClr val="FFAAED">
                    <a:alpha val="30764"/>
                  </a:srgbClr>
                </a:gs>
                <a:gs pos="28571">
                  <a:srgbClr val="FFAAED">
                    <a:alpha val="24833"/>
                  </a:srgbClr>
                </a:gs>
                <a:gs pos="42857">
                  <a:srgbClr val="FFAAED">
                    <a:alpha val="17075"/>
                  </a:srgbClr>
                </a:gs>
                <a:gs pos="57143">
                  <a:srgbClr val="FFAAED">
                    <a:alpha val="9855"/>
                  </a:srgbClr>
                </a:gs>
                <a:gs pos="71429">
                  <a:srgbClr val="FFAAED">
                    <a:alpha val="4740"/>
                  </a:srgbClr>
                </a:gs>
                <a:gs pos="85714">
                  <a:srgbClr val="FFAAED">
                    <a:alpha val="1902"/>
                  </a:srgbClr>
                </a:gs>
                <a:gs pos="100000">
                  <a:srgbClr val="FFAA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10147133">
              <a:off x="1911450" y="2116980"/>
              <a:ext cx="539483" cy="263357"/>
            </a:xfrm>
            <a:prstGeom prst="ellipse">
              <a:avLst/>
            </a:prstGeom>
            <a:gradFill>
              <a:gsLst>
                <a:gs pos="0">
                  <a:srgbClr val="DAFFFE">
                    <a:alpha val="32968"/>
                  </a:srgbClr>
                </a:gs>
                <a:gs pos="14286">
                  <a:srgbClr val="DAFFFE">
                    <a:alpha val="30764"/>
                  </a:srgbClr>
                </a:gs>
                <a:gs pos="28571">
                  <a:srgbClr val="DAFFFE">
                    <a:alpha val="24833"/>
                  </a:srgbClr>
                </a:gs>
                <a:gs pos="42857">
                  <a:srgbClr val="DAFFFE">
                    <a:alpha val="17075"/>
                  </a:srgbClr>
                </a:gs>
                <a:gs pos="57143">
                  <a:srgbClr val="DAFFFE">
                    <a:alpha val="9855"/>
                  </a:srgbClr>
                </a:gs>
                <a:gs pos="71429">
                  <a:srgbClr val="DAFFFE">
                    <a:alpha val="4740"/>
                  </a:srgbClr>
                </a:gs>
                <a:gs pos="85714">
                  <a:srgbClr val="DAFFFE">
                    <a:alpha val="1902"/>
                  </a:srgbClr>
                </a:gs>
                <a:gs pos="100000">
                  <a:srgbClr val="DA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5335222">
              <a:off x="1598924" y="996942"/>
              <a:ext cx="555291" cy="271455"/>
            </a:xfrm>
            <a:prstGeom prst="ellipse">
              <a:avLst/>
            </a:prstGeom>
            <a:gradFill>
              <a:gsLst>
                <a:gs pos="0">
                  <a:srgbClr val="FFAFB1">
                    <a:alpha val="32968"/>
                  </a:srgbClr>
                </a:gs>
                <a:gs pos="14286">
                  <a:srgbClr val="FFAFB1">
                    <a:alpha val="30764"/>
                  </a:srgbClr>
                </a:gs>
                <a:gs pos="28571">
                  <a:srgbClr val="FFAFB1">
                    <a:alpha val="24833"/>
                  </a:srgbClr>
                </a:gs>
                <a:gs pos="42857">
                  <a:srgbClr val="FFAFB1">
                    <a:alpha val="17075"/>
                  </a:srgbClr>
                </a:gs>
                <a:gs pos="57143">
                  <a:srgbClr val="FFAFB1">
                    <a:alpha val="9855"/>
                  </a:srgbClr>
                </a:gs>
                <a:gs pos="71429">
                  <a:srgbClr val="FFAFB1">
                    <a:alpha val="4740"/>
                  </a:srgbClr>
                </a:gs>
                <a:gs pos="85714">
                  <a:srgbClr val="FFAFB1">
                    <a:alpha val="1902"/>
                  </a:srgbClr>
                </a:gs>
                <a:gs pos="100000">
                  <a:srgbClr val="FFAF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8081731">
              <a:off x="1714914" y="988774"/>
              <a:ext cx="537508" cy="272202"/>
            </a:xfrm>
            <a:prstGeom prst="ellipse">
              <a:avLst/>
            </a:prstGeom>
            <a:gradFill>
              <a:gsLst>
                <a:gs pos="0">
                  <a:srgbClr val="FF9595">
                    <a:alpha val="32968"/>
                  </a:srgbClr>
                </a:gs>
                <a:gs pos="14286">
                  <a:srgbClr val="FF9595">
                    <a:alpha val="30764"/>
                  </a:srgbClr>
                </a:gs>
                <a:gs pos="28571">
                  <a:srgbClr val="FF9595">
                    <a:alpha val="24833"/>
                  </a:srgbClr>
                </a:gs>
                <a:gs pos="42857">
                  <a:srgbClr val="FF9595">
                    <a:alpha val="17075"/>
                  </a:srgbClr>
                </a:gs>
                <a:gs pos="57143">
                  <a:srgbClr val="FF9595">
                    <a:alpha val="9855"/>
                  </a:srgbClr>
                </a:gs>
                <a:gs pos="71429">
                  <a:srgbClr val="FF9595">
                    <a:alpha val="4740"/>
                  </a:srgbClr>
                </a:gs>
                <a:gs pos="85714">
                  <a:srgbClr val="FF9595">
                    <a:alpha val="1902"/>
                  </a:srgbClr>
                </a:gs>
                <a:gs pos="100000">
                  <a:srgbClr val="FF95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9148167">
              <a:off x="1383875" y="954905"/>
              <a:ext cx="484906" cy="272539"/>
            </a:xfrm>
            <a:prstGeom prst="ellipse">
              <a:avLst/>
            </a:prstGeom>
            <a:gradFill>
              <a:gsLst>
                <a:gs pos="0">
                  <a:srgbClr val="FFB18F">
                    <a:alpha val="32968"/>
                  </a:srgbClr>
                </a:gs>
                <a:gs pos="14286">
                  <a:srgbClr val="FFB18F">
                    <a:alpha val="30764"/>
                  </a:srgbClr>
                </a:gs>
                <a:gs pos="28571">
                  <a:srgbClr val="FFB18F">
                    <a:alpha val="24833"/>
                  </a:srgbClr>
                </a:gs>
                <a:gs pos="42857">
                  <a:srgbClr val="FFB18F">
                    <a:alpha val="17075"/>
                  </a:srgbClr>
                </a:gs>
                <a:gs pos="57143">
                  <a:srgbClr val="FFB18F">
                    <a:alpha val="9855"/>
                  </a:srgbClr>
                </a:gs>
                <a:gs pos="71429">
                  <a:srgbClr val="FFB18F">
                    <a:alpha val="4740"/>
                  </a:srgbClr>
                </a:gs>
                <a:gs pos="85714">
                  <a:srgbClr val="FFB18F">
                    <a:alpha val="1902"/>
                  </a:srgbClr>
                </a:gs>
                <a:gs pos="100000">
                  <a:srgbClr val="FFB1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5473250">
              <a:off x="1091222" y="2090947"/>
              <a:ext cx="427465" cy="200092"/>
            </a:xfrm>
            <a:prstGeom prst="ellipse">
              <a:avLst/>
            </a:prstGeom>
            <a:gradFill>
              <a:gsLst>
                <a:gs pos="0">
                  <a:srgbClr val="BBBDFF">
                    <a:alpha val="32968"/>
                  </a:srgbClr>
                </a:gs>
                <a:gs pos="14286">
                  <a:srgbClr val="BBBDFF">
                    <a:alpha val="30764"/>
                  </a:srgbClr>
                </a:gs>
                <a:gs pos="28571">
                  <a:srgbClr val="BBBDFF">
                    <a:alpha val="24833"/>
                  </a:srgbClr>
                </a:gs>
                <a:gs pos="42857">
                  <a:srgbClr val="BBBDFF">
                    <a:alpha val="17075"/>
                  </a:srgbClr>
                </a:gs>
                <a:gs pos="57143">
                  <a:srgbClr val="BBBDFF">
                    <a:alpha val="9855"/>
                  </a:srgbClr>
                </a:gs>
                <a:gs pos="71429">
                  <a:srgbClr val="BBBDFF">
                    <a:alpha val="4740"/>
                  </a:srgbClr>
                </a:gs>
                <a:gs pos="85714">
                  <a:srgbClr val="BBBDFF">
                    <a:alpha val="1902"/>
                  </a:srgbClr>
                </a:gs>
                <a:gs pos="100000">
                  <a:srgbClr val="BBB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-8766593">
              <a:off x="2230739" y="956002"/>
              <a:ext cx="462308" cy="229395"/>
            </a:xfrm>
            <a:prstGeom prst="ellipse">
              <a:avLst/>
            </a:prstGeom>
            <a:gradFill>
              <a:gsLst>
                <a:gs pos="0">
                  <a:srgbClr val="FF0200">
                    <a:alpha val="29374"/>
                  </a:srgbClr>
                </a:gs>
                <a:gs pos="14286">
                  <a:srgbClr val="FF0200">
                    <a:alpha val="27359"/>
                  </a:srgbClr>
                </a:gs>
                <a:gs pos="28571">
                  <a:srgbClr val="FF0200">
                    <a:alpha val="21979"/>
                  </a:srgbClr>
                </a:gs>
                <a:gs pos="42857">
                  <a:srgbClr val="FF0200">
                    <a:alpha val="15023"/>
                  </a:srgbClr>
                </a:gs>
                <a:gs pos="57143">
                  <a:srgbClr val="FF0200">
                    <a:alpha val="8625"/>
                  </a:srgbClr>
                </a:gs>
                <a:gs pos="71429">
                  <a:srgbClr val="FF0200">
                    <a:alpha val="4134"/>
                  </a:srgbClr>
                </a:gs>
                <a:gs pos="85714">
                  <a:srgbClr val="FF0200">
                    <a:alpha val="1656"/>
                  </a:srgbClr>
                </a:gs>
                <a:gs pos="100000">
                  <a:srgbClr val="FF0200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9452026">
              <a:off x="1989505" y="2172833"/>
              <a:ext cx="530618" cy="272132"/>
            </a:xfrm>
            <a:prstGeom prst="ellipse">
              <a:avLst/>
            </a:prstGeom>
            <a:gradFill>
              <a:gsLst>
                <a:gs pos="0">
                  <a:srgbClr val="E4FFD0">
                    <a:alpha val="32968"/>
                  </a:srgbClr>
                </a:gs>
                <a:gs pos="14286">
                  <a:srgbClr val="E4FFD0">
                    <a:alpha val="30764"/>
                  </a:srgbClr>
                </a:gs>
                <a:gs pos="28571">
                  <a:srgbClr val="E4FFD0">
                    <a:alpha val="24833"/>
                  </a:srgbClr>
                </a:gs>
                <a:gs pos="42857">
                  <a:srgbClr val="E4FFD0">
                    <a:alpha val="17075"/>
                  </a:srgbClr>
                </a:gs>
                <a:gs pos="57143">
                  <a:srgbClr val="E4FFD0">
                    <a:alpha val="9855"/>
                  </a:srgbClr>
                </a:gs>
                <a:gs pos="71429">
                  <a:srgbClr val="E4FFD0">
                    <a:alpha val="4740"/>
                  </a:srgbClr>
                </a:gs>
                <a:gs pos="85714">
                  <a:srgbClr val="E4FFD0">
                    <a:alpha val="1902"/>
                  </a:srgbClr>
                </a:gs>
                <a:gs pos="100000">
                  <a:srgbClr val="E4FF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8935916">
              <a:off x="2222291" y="1756541"/>
              <a:ext cx="503969" cy="265981"/>
            </a:xfrm>
            <a:prstGeom prst="ellipse">
              <a:avLst/>
            </a:prstGeom>
            <a:gradFill>
              <a:gsLst>
                <a:gs pos="0">
                  <a:srgbClr val="D6FFC6">
                    <a:alpha val="32968"/>
                  </a:srgbClr>
                </a:gs>
                <a:gs pos="14286">
                  <a:srgbClr val="D6FFC6">
                    <a:alpha val="30764"/>
                  </a:srgbClr>
                </a:gs>
                <a:gs pos="28571">
                  <a:srgbClr val="D6FFC6">
                    <a:alpha val="24833"/>
                  </a:srgbClr>
                </a:gs>
                <a:gs pos="42857">
                  <a:srgbClr val="D6FFC6">
                    <a:alpha val="17075"/>
                  </a:srgbClr>
                </a:gs>
                <a:gs pos="57143">
                  <a:srgbClr val="D6FFC6">
                    <a:alpha val="9855"/>
                  </a:srgbClr>
                </a:gs>
                <a:gs pos="71429">
                  <a:srgbClr val="D6FFC6">
                    <a:alpha val="4740"/>
                  </a:srgbClr>
                </a:gs>
                <a:gs pos="85714">
                  <a:srgbClr val="D6FFC6">
                    <a:alpha val="1902"/>
                  </a:srgbClr>
                </a:gs>
                <a:gs pos="100000">
                  <a:srgbClr val="D6FF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5854371">
              <a:off x="2669387" y="1633362"/>
              <a:ext cx="231350" cy="50079"/>
            </a:xfrm>
            <a:prstGeom prst="ellipse">
              <a:avLst/>
            </a:prstGeom>
            <a:gradFill>
              <a:gsLst>
                <a:gs pos="0">
                  <a:srgbClr val="9DC024">
                    <a:alpha val="2374"/>
                  </a:srgbClr>
                </a:gs>
                <a:gs pos="14286">
                  <a:srgbClr val="9DC024">
                    <a:alpha val="2184"/>
                  </a:srgbClr>
                </a:gs>
                <a:gs pos="28571">
                  <a:srgbClr val="9DC024">
                    <a:alpha val="1700"/>
                  </a:srgbClr>
                </a:gs>
                <a:gs pos="42857">
                  <a:srgbClr val="9DC024">
                    <a:alpha val="1119"/>
                  </a:srgbClr>
                </a:gs>
                <a:gs pos="57143">
                  <a:srgbClr val="9DC024">
                    <a:alpha val="621"/>
                  </a:srgbClr>
                </a:gs>
                <a:gs pos="71429">
                  <a:srgbClr val="9DC024">
                    <a:alpha val="291"/>
                  </a:srgbClr>
                </a:gs>
                <a:gs pos="85714">
                  <a:srgbClr val="9DC024">
                    <a:alpha val="115"/>
                  </a:srgbClr>
                </a:gs>
                <a:gs pos="100000">
                  <a:srgbClr val="9DC024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9640727">
              <a:off x="979580" y="2130964"/>
              <a:ext cx="494501" cy="270471"/>
            </a:xfrm>
            <a:prstGeom prst="ellipse">
              <a:avLst/>
            </a:prstGeom>
            <a:gradFill>
              <a:gsLst>
                <a:gs pos="0">
                  <a:srgbClr val="7BB0FF">
                    <a:alpha val="32968"/>
                  </a:srgbClr>
                </a:gs>
                <a:gs pos="14286">
                  <a:srgbClr val="7BB0FF">
                    <a:alpha val="30764"/>
                  </a:srgbClr>
                </a:gs>
                <a:gs pos="28571">
                  <a:srgbClr val="7BB0FF">
                    <a:alpha val="24833"/>
                  </a:srgbClr>
                </a:gs>
                <a:gs pos="42857">
                  <a:srgbClr val="7BB0FF">
                    <a:alpha val="17075"/>
                  </a:srgbClr>
                </a:gs>
                <a:gs pos="57143">
                  <a:srgbClr val="7BB0FF">
                    <a:alpha val="9855"/>
                  </a:srgbClr>
                </a:gs>
                <a:gs pos="71429">
                  <a:srgbClr val="7BB0FF">
                    <a:alpha val="4740"/>
                  </a:srgbClr>
                </a:gs>
                <a:gs pos="85714">
                  <a:srgbClr val="7BB0FF">
                    <a:alpha val="1902"/>
                  </a:srgbClr>
                </a:gs>
                <a:gs pos="100000">
                  <a:srgbClr val="7BB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-8746546">
              <a:off x="1483147" y="2885299"/>
              <a:ext cx="351872" cy="95519"/>
            </a:xfrm>
            <a:prstGeom prst="ellipse">
              <a:avLst/>
            </a:prstGeom>
            <a:gradFill>
              <a:gsLst>
                <a:gs pos="0">
                  <a:srgbClr val="0078AF">
                    <a:alpha val="2256"/>
                  </a:srgbClr>
                </a:gs>
                <a:gs pos="14286">
                  <a:srgbClr val="0078AF">
                    <a:alpha val="2075"/>
                  </a:srgbClr>
                </a:gs>
                <a:gs pos="28571">
                  <a:srgbClr val="0078AF">
                    <a:alpha val="1615"/>
                  </a:srgbClr>
                </a:gs>
                <a:gs pos="42857">
                  <a:srgbClr val="0078AF">
                    <a:alpha val="1062"/>
                  </a:srgbClr>
                </a:gs>
                <a:gs pos="57143">
                  <a:srgbClr val="0078AF">
                    <a:alpha val="590"/>
                  </a:srgbClr>
                </a:gs>
                <a:gs pos="71429">
                  <a:srgbClr val="0078AF">
                    <a:alpha val="277"/>
                  </a:srgbClr>
                </a:gs>
                <a:gs pos="85714">
                  <a:srgbClr val="0078AF">
                    <a:alpha val="109"/>
                  </a:srgbClr>
                </a:gs>
                <a:gs pos="100000">
                  <a:srgbClr val="0078AF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10041626">
              <a:off x="2011192" y="2014629"/>
              <a:ext cx="525933" cy="258684"/>
            </a:xfrm>
            <a:prstGeom prst="ellipse">
              <a:avLst/>
            </a:prstGeom>
            <a:gradFill>
              <a:gsLst>
                <a:gs pos="0">
                  <a:srgbClr val="E3FFFF">
                    <a:alpha val="32968"/>
                  </a:srgbClr>
                </a:gs>
                <a:gs pos="14286">
                  <a:srgbClr val="E3FFFF">
                    <a:alpha val="30764"/>
                  </a:srgbClr>
                </a:gs>
                <a:gs pos="28571">
                  <a:srgbClr val="E3FFFF">
                    <a:alpha val="24833"/>
                  </a:srgbClr>
                </a:gs>
                <a:gs pos="42857">
                  <a:srgbClr val="E3FFFF">
                    <a:alpha val="17075"/>
                  </a:srgbClr>
                </a:gs>
                <a:gs pos="57143">
                  <a:srgbClr val="E3FFFF">
                    <a:alpha val="9855"/>
                  </a:srgbClr>
                </a:gs>
                <a:gs pos="71429">
                  <a:srgbClr val="E3FFFF">
                    <a:alpha val="4740"/>
                  </a:srgbClr>
                </a:gs>
                <a:gs pos="85714">
                  <a:srgbClr val="E3FFFF">
                    <a:alpha val="1902"/>
                  </a:srgbClr>
                </a:gs>
                <a:gs pos="100000">
                  <a:srgbClr val="E3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8210552">
              <a:off x="2170728" y="2371277"/>
              <a:ext cx="477437" cy="215397"/>
            </a:xfrm>
            <a:prstGeom prst="ellipse">
              <a:avLst/>
            </a:prstGeom>
            <a:gradFill>
              <a:gsLst>
                <a:gs pos="0">
                  <a:srgbClr val="00FF56">
                    <a:alpha val="32968"/>
                  </a:srgbClr>
                </a:gs>
                <a:gs pos="14286">
                  <a:srgbClr val="00FF56">
                    <a:alpha val="30764"/>
                  </a:srgbClr>
                </a:gs>
                <a:gs pos="28571">
                  <a:srgbClr val="00FF56">
                    <a:alpha val="24833"/>
                  </a:srgbClr>
                </a:gs>
                <a:gs pos="42857">
                  <a:srgbClr val="00FF56">
                    <a:alpha val="17075"/>
                  </a:srgbClr>
                </a:gs>
                <a:gs pos="57143">
                  <a:srgbClr val="00FF56">
                    <a:alpha val="9855"/>
                  </a:srgbClr>
                </a:gs>
                <a:gs pos="71429">
                  <a:srgbClr val="00FF56">
                    <a:alpha val="4740"/>
                  </a:srgbClr>
                </a:gs>
                <a:gs pos="85714">
                  <a:srgbClr val="00FF56">
                    <a:alpha val="1902"/>
                  </a:srgbClr>
                </a:gs>
                <a:gs pos="100000">
                  <a:srgbClr val="00FF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-10705308">
              <a:off x="1560834" y="719623"/>
              <a:ext cx="543906" cy="274050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9653030">
              <a:off x="2066693" y="1870892"/>
              <a:ext cx="541279" cy="278181"/>
            </a:xfrm>
            <a:prstGeom prst="ellipse">
              <a:avLst/>
            </a:prstGeom>
            <a:gradFill>
              <a:gsLst>
                <a:gs pos="0">
                  <a:srgbClr val="00FFBD">
                    <a:alpha val="32968"/>
                  </a:srgbClr>
                </a:gs>
                <a:gs pos="14286">
                  <a:srgbClr val="00FFBD">
                    <a:alpha val="30764"/>
                  </a:srgbClr>
                </a:gs>
                <a:gs pos="28571">
                  <a:srgbClr val="00FFBD">
                    <a:alpha val="24833"/>
                  </a:srgbClr>
                </a:gs>
                <a:gs pos="42857">
                  <a:srgbClr val="00FFBD">
                    <a:alpha val="17075"/>
                  </a:srgbClr>
                </a:gs>
                <a:gs pos="57143">
                  <a:srgbClr val="00FFBD">
                    <a:alpha val="9855"/>
                  </a:srgbClr>
                </a:gs>
                <a:gs pos="71429">
                  <a:srgbClr val="00FFBD">
                    <a:alpha val="4740"/>
                  </a:srgbClr>
                </a:gs>
                <a:gs pos="85714">
                  <a:srgbClr val="00FFBD">
                    <a:alpha val="1902"/>
                  </a:srgbClr>
                </a:gs>
                <a:gs pos="100000">
                  <a:srgbClr val="00FF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6359424">
              <a:off x="1058234" y="2206763"/>
              <a:ext cx="484970" cy="225277"/>
            </a:xfrm>
            <a:prstGeom prst="ellipse">
              <a:avLst/>
            </a:prstGeom>
            <a:gradFill>
              <a:gsLst>
                <a:gs pos="0">
                  <a:srgbClr val="7FA2FF">
                    <a:alpha val="32968"/>
                  </a:srgbClr>
                </a:gs>
                <a:gs pos="14286">
                  <a:srgbClr val="7FA2FF">
                    <a:alpha val="30764"/>
                  </a:srgbClr>
                </a:gs>
                <a:gs pos="28571">
                  <a:srgbClr val="7FA2FF">
                    <a:alpha val="24833"/>
                  </a:srgbClr>
                </a:gs>
                <a:gs pos="42857">
                  <a:srgbClr val="7FA2FF">
                    <a:alpha val="17075"/>
                  </a:srgbClr>
                </a:gs>
                <a:gs pos="57143">
                  <a:srgbClr val="7FA2FF">
                    <a:alpha val="9855"/>
                  </a:srgbClr>
                </a:gs>
                <a:gs pos="71429">
                  <a:srgbClr val="7FA2FF">
                    <a:alpha val="4740"/>
                  </a:srgbClr>
                </a:gs>
                <a:gs pos="85714">
                  <a:srgbClr val="7FA2FF">
                    <a:alpha val="1902"/>
                  </a:srgbClr>
                </a:gs>
                <a:gs pos="100000">
                  <a:srgbClr val="7FA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-8755182">
              <a:off x="964730" y="2249304"/>
              <a:ext cx="527328" cy="255342"/>
            </a:xfrm>
            <a:prstGeom prst="ellipse">
              <a:avLst/>
            </a:prstGeom>
            <a:gradFill>
              <a:gsLst>
                <a:gs pos="0">
                  <a:srgbClr val="8CBEFF">
                    <a:alpha val="32968"/>
                  </a:srgbClr>
                </a:gs>
                <a:gs pos="14286">
                  <a:srgbClr val="8CBEFF">
                    <a:alpha val="30764"/>
                  </a:srgbClr>
                </a:gs>
                <a:gs pos="28571">
                  <a:srgbClr val="8CBEFF">
                    <a:alpha val="24833"/>
                  </a:srgbClr>
                </a:gs>
                <a:gs pos="42857">
                  <a:srgbClr val="8CBEFF">
                    <a:alpha val="17075"/>
                  </a:srgbClr>
                </a:gs>
                <a:gs pos="57143">
                  <a:srgbClr val="8CBEFF">
                    <a:alpha val="9855"/>
                  </a:srgbClr>
                </a:gs>
                <a:gs pos="71429">
                  <a:srgbClr val="8CBEFF">
                    <a:alpha val="4740"/>
                  </a:srgbClr>
                </a:gs>
                <a:gs pos="85714">
                  <a:srgbClr val="8CBEFF">
                    <a:alpha val="1902"/>
                  </a:srgbClr>
                </a:gs>
                <a:gs pos="100000">
                  <a:srgbClr val="8CB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6640847">
              <a:off x="1128514" y="2236815"/>
              <a:ext cx="449251" cy="209556"/>
            </a:xfrm>
            <a:prstGeom prst="ellipse">
              <a:avLst/>
            </a:prstGeom>
            <a:gradFill>
              <a:gsLst>
                <a:gs pos="0">
                  <a:srgbClr val="6C9EFF">
                    <a:alpha val="31316"/>
                  </a:srgbClr>
                </a:gs>
                <a:gs pos="14286">
                  <a:srgbClr val="6C9EFF">
                    <a:alpha val="29197"/>
                  </a:srgbClr>
                </a:gs>
                <a:gs pos="28571">
                  <a:srgbClr val="6C9EFF">
                    <a:alpha val="23516"/>
                  </a:srgbClr>
                </a:gs>
                <a:gs pos="42857">
                  <a:srgbClr val="6C9EFF">
                    <a:alpha val="16125"/>
                  </a:srgbClr>
                </a:gs>
                <a:gs pos="57143">
                  <a:srgbClr val="6C9EFF">
                    <a:alpha val="9284"/>
                  </a:srgbClr>
                </a:gs>
                <a:gs pos="71429">
                  <a:srgbClr val="6C9EFF">
                    <a:alpha val="4458"/>
                  </a:srgbClr>
                </a:gs>
                <a:gs pos="85714">
                  <a:srgbClr val="6C9EFF">
                    <a:alpha val="1787"/>
                  </a:srgbClr>
                </a:gs>
                <a:gs pos="100000">
                  <a:srgbClr val="6C9EFF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8551178">
              <a:off x="402425" y="322591"/>
              <a:ext cx="661244" cy="144838"/>
            </a:xfrm>
            <a:prstGeom prst="ellipse">
              <a:avLst/>
            </a:prstGeom>
            <a:gradFill>
              <a:gsLst>
                <a:gs pos="0">
                  <a:srgbClr val="470031">
                    <a:alpha val="32968"/>
                  </a:srgbClr>
                </a:gs>
                <a:gs pos="14286">
                  <a:srgbClr val="470031">
                    <a:alpha val="30764"/>
                  </a:srgbClr>
                </a:gs>
                <a:gs pos="28571">
                  <a:srgbClr val="470031">
                    <a:alpha val="24833"/>
                  </a:srgbClr>
                </a:gs>
                <a:gs pos="42857">
                  <a:srgbClr val="470031">
                    <a:alpha val="17075"/>
                  </a:srgbClr>
                </a:gs>
                <a:gs pos="57143">
                  <a:srgbClr val="470031">
                    <a:alpha val="9855"/>
                  </a:srgbClr>
                </a:gs>
                <a:gs pos="71429">
                  <a:srgbClr val="470031">
                    <a:alpha val="4740"/>
                  </a:srgbClr>
                </a:gs>
                <a:gs pos="85714">
                  <a:srgbClr val="470031">
                    <a:alpha val="1902"/>
                  </a:srgbClr>
                </a:gs>
                <a:gs pos="100000">
                  <a:srgbClr val="4700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-8258858">
              <a:off x="984802" y="2406985"/>
              <a:ext cx="464201" cy="200203"/>
            </a:xfrm>
            <a:prstGeom prst="ellipse">
              <a:avLst/>
            </a:prstGeom>
            <a:gradFill>
              <a:gsLst>
                <a:gs pos="0">
                  <a:srgbClr val="1988FF">
                    <a:alpha val="32968"/>
                  </a:srgbClr>
                </a:gs>
                <a:gs pos="14286">
                  <a:srgbClr val="1988FF">
                    <a:alpha val="30764"/>
                  </a:srgbClr>
                </a:gs>
                <a:gs pos="28571">
                  <a:srgbClr val="1988FF">
                    <a:alpha val="24833"/>
                  </a:srgbClr>
                </a:gs>
                <a:gs pos="42857">
                  <a:srgbClr val="1988FF">
                    <a:alpha val="17075"/>
                  </a:srgbClr>
                </a:gs>
                <a:gs pos="57143">
                  <a:srgbClr val="1988FF">
                    <a:alpha val="9855"/>
                  </a:srgbClr>
                </a:gs>
                <a:gs pos="71429">
                  <a:srgbClr val="1988FF">
                    <a:alpha val="4740"/>
                  </a:srgbClr>
                </a:gs>
                <a:gs pos="85714">
                  <a:srgbClr val="1988FF">
                    <a:alpha val="1902"/>
                  </a:srgbClr>
                </a:gs>
                <a:gs pos="100000">
                  <a:srgbClr val="198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5649977">
              <a:off x="2227480" y="2202946"/>
              <a:ext cx="479736" cy="249158"/>
            </a:xfrm>
            <a:prstGeom prst="ellipse">
              <a:avLst/>
            </a:prstGeom>
            <a:gradFill>
              <a:gsLst>
                <a:gs pos="0">
                  <a:srgbClr val="00FF2C">
                    <a:alpha val="32968"/>
                  </a:srgbClr>
                </a:gs>
                <a:gs pos="14286">
                  <a:srgbClr val="00FF2C">
                    <a:alpha val="30764"/>
                  </a:srgbClr>
                </a:gs>
                <a:gs pos="28571">
                  <a:srgbClr val="00FF2C">
                    <a:alpha val="24833"/>
                  </a:srgbClr>
                </a:gs>
                <a:gs pos="42857">
                  <a:srgbClr val="00FF2C">
                    <a:alpha val="17075"/>
                  </a:srgbClr>
                </a:gs>
                <a:gs pos="57143">
                  <a:srgbClr val="00FF2C">
                    <a:alpha val="9855"/>
                  </a:srgbClr>
                </a:gs>
                <a:gs pos="71429">
                  <a:srgbClr val="00FF2C">
                    <a:alpha val="4740"/>
                  </a:srgbClr>
                </a:gs>
                <a:gs pos="85714">
                  <a:srgbClr val="00FF2C">
                    <a:alpha val="1902"/>
                  </a:srgbClr>
                </a:gs>
                <a:gs pos="100000">
                  <a:srgbClr val="00FF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8998793">
              <a:off x="1978208" y="2219000"/>
              <a:ext cx="544575" cy="272326"/>
            </a:xfrm>
            <a:prstGeom prst="ellipse">
              <a:avLst/>
            </a:prstGeom>
            <a:gradFill>
              <a:gsLst>
                <a:gs pos="0">
                  <a:srgbClr val="C1FFA1">
                    <a:alpha val="32968"/>
                  </a:srgbClr>
                </a:gs>
                <a:gs pos="14286">
                  <a:srgbClr val="C1FFA1">
                    <a:alpha val="30764"/>
                  </a:srgbClr>
                </a:gs>
                <a:gs pos="28571">
                  <a:srgbClr val="C1FFA1">
                    <a:alpha val="24833"/>
                  </a:srgbClr>
                </a:gs>
                <a:gs pos="42857">
                  <a:srgbClr val="C1FFA1">
                    <a:alpha val="17075"/>
                  </a:srgbClr>
                </a:gs>
                <a:gs pos="57143">
                  <a:srgbClr val="C1FFA1">
                    <a:alpha val="9855"/>
                  </a:srgbClr>
                </a:gs>
                <a:gs pos="71429">
                  <a:srgbClr val="C1FFA1">
                    <a:alpha val="4740"/>
                  </a:srgbClr>
                </a:gs>
                <a:gs pos="85714">
                  <a:srgbClr val="C1FFA1">
                    <a:alpha val="1902"/>
                  </a:srgbClr>
                </a:gs>
                <a:gs pos="100000">
                  <a:srgbClr val="C1FF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-8464627">
              <a:off x="2275573" y="67444"/>
              <a:ext cx="429433" cy="393848"/>
            </a:xfrm>
            <a:prstGeom prst="ellipse">
              <a:avLst/>
            </a:prstGeom>
            <a:gradFill>
              <a:gsLst>
                <a:gs pos="0">
                  <a:srgbClr val="000000">
                    <a:alpha val="8200"/>
                  </a:srgbClr>
                </a:gs>
                <a:gs pos="14286">
                  <a:srgbClr val="000000">
                    <a:alpha val="7563"/>
                  </a:srgbClr>
                </a:gs>
                <a:gs pos="28571">
                  <a:srgbClr val="000000">
                    <a:alpha val="5923"/>
                  </a:srgbClr>
                </a:gs>
                <a:gs pos="42857">
                  <a:srgbClr val="000000">
                    <a:alpha val="3926"/>
                  </a:srgbClr>
                </a:gs>
                <a:gs pos="57143">
                  <a:srgbClr val="000000">
                    <a:alpha val="2195"/>
                  </a:srgbClr>
                </a:gs>
                <a:gs pos="71429">
                  <a:srgbClr val="000000">
                    <a:alpha val="1033"/>
                  </a:srgbClr>
                </a:gs>
                <a:gs pos="85714">
                  <a:srgbClr val="000000">
                    <a:alpha val="410"/>
                  </a:srgbClr>
                </a:gs>
                <a:gs pos="100000">
                  <a:srgbClr val="00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-8396088">
              <a:off x="1026805" y="2304505"/>
              <a:ext cx="508995" cy="223345"/>
            </a:xfrm>
            <a:prstGeom prst="ellipse">
              <a:avLst/>
            </a:prstGeom>
            <a:gradFill>
              <a:gsLst>
                <a:gs pos="0">
                  <a:srgbClr val="93B6FF">
                    <a:alpha val="32968"/>
                  </a:srgbClr>
                </a:gs>
                <a:gs pos="14286">
                  <a:srgbClr val="93B6FF">
                    <a:alpha val="30764"/>
                  </a:srgbClr>
                </a:gs>
                <a:gs pos="28571">
                  <a:srgbClr val="93B6FF">
                    <a:alpha val="24833"/>
                  </a:srgbClr>
                </a:gs>
                <a:gs pos="42857">
                  <a:srgbClr val="93B6FF">
                    <a:alpha val="17075"/>
                  </a:srgbClr>
                </a:gs>
                <a:gs pos="57143">
                  <a:srgbClr val="93B6FF">
                    <a:alpha val="9855"/>
                  </a:srgbClr>
                </a:gs>
                <a:gs pos="71429">
                  <a:srgbClr val="93B6FF">
                    <a:alpha val="4740"/>
                  </a:srgbClr>
                </a:gs>
                <a:gs pos="85714">
                  <a:srgbClr val="93B6FF">
                    <a:alpha val="1902"/>
                  </a:srgbClr>
                </a:gs>
                <a:gs pos="100000">
                  <a:srgbClr val="93B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9418090">
              <a:off x="1114877" y="804935"/>
              <a:ext cx="536410" cy="222989"/>
            </a:xfrm>
            <a:prstGeom prst="ellipse">
              <a:avLst/>
            </a:prstGeom>
            <a:gradFill>
              <a:gsLst>
                <a:gs pos="0">
                  <a:srgbClr val="FF0067">
                    <a:alpha val="32968"/>
                  </a:srgbClr>
                </a:gs>
                <a:gs pos="14286">
                  <a:srgbClr val="FF0067">
                    <a:alpha val="30764"/>
                  </a:srgbClr>
                </a:gs>
                <a:gs pos="28571">
                  <a:srgbClr val="FF0067">
                    <a:alpha val="24833"/>
                  </a:srgbClr>
                </a:gs>
                <a:gs pos="42857">
                  <a:srgbClr val="FF0067">
                    <a:alpha val="17075"/>
                  </a:srgbClr>
                </a:gs>
                <a:gs pos="57143">
                  <a:srgbClr val="FF0067">
                    <a:alpha val="9855"/>
                  </a:srgbClr>
                </a:gs>
                <a:gs pos="71429">
                  <a:srgbClr val="FF0067">
                    <a:alpha val="4740"/>
                  </a:srgbClr>
                </a:gs>
                <a:gs pos="85714">
                  <a:srgbClr val="FF0067">
                    <a:alpha val="1902"/>
                  </a:srgbClr>
                </a:gs>
                <a:gs pos="100000">
                  <a:srgbClr val="FF006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-8576943">
              <a:off x="984655" y="2348800"/>
              <a:ext cx="527344" cy="221499"/>
            </a:xfrm>
            <a:prstGeom prst="ellipse">
              <a:avLst/>
            </a:prstGeom>
            <a:gradFill>
              <a:gsLst>
                <a:gs pos="0">
                  <a:srgbClr val="62B6FF">
                    <a:alpha val="32968"/>
                  </a:srgbClr>
                </a:gs>
                <a:gs pos="14286">
                  <a:srgbClr val="62B6FF">
                    <a:alpha val="30764"/>
                  </a:srgbClr>
                </a:gs>
                <a:gs pos="28571">
                  <a:srgbClr val="62B6FF">
                    <a:alpha val="24833"/>
                  </a:srgbClr>
                </a:gs>
                <a:gs pos="42857">
                  <a:srgbClr val="62B6FF">
                    <a:alpha val="17075"/>
                  </a:srgbClr>
                </a:gs>
                <a:gs pos="57143">
                  <a:srgbClr val="62B6FF">
                    <a:alpha val="9855"/>
                  </a:srgbClr>
                </a:gs>
                <a:gs pos="71429">
                  <a:srgbClr val="62B6FF">
                    <a:alpha val="4740"/>
                  </a:srgbClr>
                </a:gs>
                <a:gs pos="85714">
                  <a:srgbClr val="62B6FF">
                    <a:alpha val="1902"/>
                  </a:srgbClr>
                </a:gs>
                <a:gs pos="100000">
                  <a:srgbClr val="62B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-9029110">
              <a:off x="2465011" y="1077080"/>
              <a:ext cx="252910" cy="58026"/>
            </a:xfrm>
            <a:prstGeom prst="ellipse">
              <a:avLst/>
            </a:prstGeom>
            <a:gradFill>
              <a:gsLst>
                <a:gs pos="0">
                  <a:srgbClr val="EF8E00">
                    <a:alpha val="4849"/>
                  </a:srgbClr>
                </a:gs>
                <a:gs pos="14286">
                  <a:srgbClr val="EF8E00">
                    <a:alpha val="4465"/>
                  </a:srgbClr>
                </a:gs>
                <a:gs pos="28571">
                  <a:srgbClr val="EF8E00">
                    <a:alpha val="3485"/>
                  </a:srgbClr>
                </a:gs>
                <a:gs pos="42857">
                  <a:srgbClr val="EF8E00">
                    <a:alpha val="2300"/>
                  </a:srgbClr>
                </a:gs>
                <a:gs pos="57143">
                  <a:srgbClr val="EF8E00">
                    <a:alpha val="1281"/>
                  </a:srgbClr>
                </a:gs>
                <a:gs pos="71429">
                  <a:srgbClr val="EF8E00">
                    <a:alpha val="602"/>
                  </a:srgbClr>
                </a:gs>
                <a:gs pos="85714">
                  <a:srgbClr val="EF8E00">
                    <a:alpha val="238"/>
                  </a:srgbClr>
                </a:gs>
                <a:gs pos="100000">
                  <a:srgbClr val="EF8E0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7444827">
              <a:off x="2156253" y="2054066"/>
              <a:ext cx="527358" cy="271291"/>
            </a:xfrm>
            <a:prstGeom prst="ellipse">
              <a:avLst/>
            </a:prstGeom>
            <a:gradFill>
              <a:gsLst>
                <a:gs pos="0">
                  <a:srgbClr val="B1FFA8">
                    <a:alpha val="32968"/>
                  </a:srgbClr>
                </a:gs>
                <a:gs pos="14286">
                  <a:srgbClr val="B1FFA8">
                    <a:alpha val="30764"/>
                  </a:srgbClr>
                </a:gs>
                <a:gs pos="28571">
                  <a:srgbClr val="B1FFA8">
                    <a:alpha val="24833"/>
                  </a:srgbClr>
                </a:gs>
                <a:gs pos="42857">
                  <a:srgbClr val="B1FFA8">
                    <a:alpha val="17075"/>
                  </a:srgbClr>
                </a:gs>
                <a:gs pos="57143">
                  <a:srgbClr val="B1FFA8">
                    <a:alpha val="9855"/>
                  </a:srgbClr>
                </a:gs>
                <a:gs pos="71429">
                  <a:srgbClr val="B1FFA8">
                    <a:alpha val="4740"/>
                  </a:srgbClr>
                </a:gs>
                <a:gs pos="85714">
                  <a:srgbClr val="B1FFA8">
                    <a:alpha val="1902"/>
                  </a:srgbClr>
                </a:gs>
                <a:gs pos="100000">
                  <a:srgbClr val="B1FF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3405408">
              <a:off x="2666060" y="1166759"/>
              <a:ext cx="214648" cy="43490"/>
            </a:xfrm>
            <a:prstGeom prst="ellipse">
              <a:avLst/>
            </a:prstGeom>
            <a:gradFill>
              <a:gsLst>
                <a:gs pos="0">
                  <a:srgbClr val="C8821B">
                    <a:alpha val="2471"/>
                  </a:srgbClr>
                </a:gs>
                <a:gs pos="14286">
                  <a:srgbClr val="C8821B">
                    <a:alpha val="2273"/>
                  </a:srgbClr>
                </a:gs>
                <a:gs pos="28571">
                  <a:srgbClr val="C8821B">
                    <a:alpha val="1770"/>
                  </a:srgbClr>
                </a:gs>
                <a:gs pos="42857">
                  <a:srgbClr val="C8821B">
                    <a:alpha val="1164"/>
                  </a:srgbClr>
                </a:gs>
                <a:gs pos="57143">
                  <a:srgbClr val="C8821B">
                    <a:alpha val="647"/>
                  </a:srgbClr>
                </a:gs>
                <a:gs pos="71429">
                  <a:srgbClr val="C8821B">
                    <a:alpha val="303"/>
                  </a:srgbClr>
                </a:gs>
                <a:gs pos="85714">
                  <a:srgbClr val="C8821B">
                    <a:alpha val="120"/>
                  </a:srgbClr>
                </a:gs>
                <a:gs pos="100000">
                  <a:srgbClr val="C8821B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9882346">
              <a:off x="1072387" y="906497"/>
              <a:ext cx="218794" cy="62561"/>
            </a:xfrm>
            <a:prstGeom prst="ellipse">
              <a:avLst/>
            </a:prstGeom>
            <a:gradFill>
              <a:gsLst>
                <a:gs pos="0">
                  <a:srgbClr val="990046">
                    <a:alpha val="6748"/>
                  </a:srgbClr>
                </a:gs>
                <a:gs pos="14286">
                  <a:srgbClr val="990046">
                    <a:alpha val="6219"/>
                  </a:srgbClr>
                </a:gs>
                <a:gs pos="28571">
                  <a:srgbClr val="990046">
                    <a:alpha val="4863"/>
                  </a:srgbClr>
                </a:gs>
                <a:gs pos="42857">
                  <a:srgbClr val="990046">
                    <a:alpha val="3217"/>
                  </a:srgbClr>
                </a:gs>
                <a:gs pos="57143">
                  <a:srgbClr val="990046">
                    <a:alpha val="1796"/>
                  </a:srgbClr>
                </a:gs>
                <a:gs pos="71429">
                  <a:srgbClr val="990046">
                    <a:alpha val="845"/>
                  </a:srgbClr>
                </a:gs>
                <a:gs pos="85714">
                  <a:srgbClr val="990046">
                    <a:alpha val="335"/>
                  </a:srgbClr>
                </a:gs>
                <a:gs pos="100000">
                  <a:srgbClr val="990046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-8932465">
              <a:off x="1452911" y="2842216"/>
              <a:ext cx="337963" cy="89926"/>
            </a:xfrm>
            <a:prstGeom prst="ellipse">
              <a:avLst/>
            </a:prstGeom>
            <a:gradFill>
              <a:gsLst>
                <a:gs pos="0">
                  <a:srgbClr val="0082AA">
                    <a:alpha val="1730"/>
                  </a:srgbClr>
                </a:gs>
                <a:gs pos="14286">
                  <a:srgbClr val="0082AA">
                    <a:alpha val="1591"/>
                  </a:srgbClr>
                </a:gs>
                <a:gs pos="28571">
                  <a:srgbClr val="0082AA">
                    <a:alpha val="1238"/>
                  </a:srgbClr>
                </a:gs>
                <a:gs pos="42857">
                  <a:srgbClr val="0082AA">
                    <a:alpha val="814"/>
                  </a:srgbClr>
                </a:gs>
                <a:gs pos="57143">
                  <a:srgbClr val="0082AA">
                    <a:alpha val="452"/>
                  </a:srgbClr>
                </a:gs>
                <a:gs pos="71429">
                  <a:srgbClr val="0082AA">
                    <a:alpha val="212"/>
                  </a:srgbClr>
                </a:gs>
                <a:gs pos="85714">
                  <a:srgbClr val="0082AA">
                    <a:alpha val="84"/>
                  </a:srgbClr>
                </a:gs>
                <a:gs pos="100000">
                  <a:srgbClr val="0082AA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8664923">
              <a:off x="2181345" y="1899865"/>
              <a:ext cx="526289" cy="283570"/>
            </a:xfrm>
            <a:prstGeom prst="ellipse">
              <a:avLst/>
            </a:prstGeom>
            <a:gradFill>
              <a:gsLst>
                <a:gs pos="0">
                  <a:srgbClr val="6EFFDC">
                    <a:alpha val="32968"/>
                  </a:srgbClr>
                </a:gs>
                <a:gs pos="14286">
                  <a:srgbClr val="6EFFDC">
                    <a:alpha val="30764"/>
                  </a:srgbClr>
                </a:gs>
                <a:gs pos="28571">
                  <a:srgbClr val="6EFFDC">
                    <a:alpha val="24833"/>
                  </a:srgbClr>
                </a:gs>
                <a:gs pos="42857">
                  <a:srgbClr val="6EFFDC">
                    <a:alpha val="17075"/>
                  </a:srgbClr>
                </a:gs>
                <a:gs pos="57143">
                  <a:srgbClr val="6EFFDC">
                    <a:alpha val="9855"/>
                  </a:srgbClr>
                </a:gs>
                <a:gs pos="71429">
                  <a:srgbClr val="6EFFDC">
                    <a:alpha val="4740"/>
                  </a:srgbClr>
                </a:gs>
                <a:gs pos="85714">
                  <a:srgbClr val="6EFFDC">
                    <a:alpha val="1902"/>
                  </a:srgbClr>
                </a:gs>
                <a:gs pos="100000">
                  <a:srgbClr val="6EFF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8344916">
              <a:off x="2005294" y="2268228"/>
              <a:ext cx="516729" cy="285507"/>
            </a:xfrm>
            <a:prstGeom prst="ellipse">
              <a:avLst/>
            </a:prstGeom>
            <a:gradFill>
              <a:gsLst>
                <a:gs pos="0">
                  <a:srgbClr val="67FF9E">
                    <a:alpha val="32968"/>
                  </a:srgbClr>
                </a:gs>
                <a:gs pos="14286">
                  <a:srgbClr val="67FF9E">
                    <a:alpha val="30764"/>
                  </a:srgbClr>
                </a:gs>
                <a:gs pos="28571">
                  <a:srgbClr val="67FF9E">
                    <a:alpha val="24833"/>
                  </a:srgbClr>
                </a:gs>
                <a:gs pos="42857">
                  <a:srgbClr val="67FF9E">
                    <a:alpha val="17075"/>
                  </a:srgbClr>
                </a:gs>
                <a:gs pos="57143">
                  <a:srgbClr val="67FF9E">
                    <a:alpha val="9855"/>
                  </a:srgbClr>
                </a:gs>
                <a:gs pos="71429">
                  <a:srgbClr val="67FF9E">
                    <a:alpha val="4740"/>
                  </a:srgbClr>
                </a:gs>
                <a:gs pos="85714">
                  <a:srgbClr val="67FF9E">
                    <a:alpha val="1902"/>
                  </a:srgbClr>
                </a:gs>
                <a:gs pos="100000">
                  <a:srgbClr val="67F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10322568">
              <a:off x="1890941" y="830548"/>
              <a:ext cx="490592" cy="215193"/>
            </a:xfrm>
            <a:prstGeom prst="ellipse">
              <a:avLst/>
            </a:prstGeom>
            <a:gradFill>
              <a:gsLst>
                <a:gs pos="0">
                  <a:srgbClr val="FFFF39">
                    <a:alpha val="32968"/>
                  </a:srgbClr>
                </a:gs>
                <a:gs pos="14286">
                  <a:srgbClr val="FFFF39">
                    <a:alpha val="30764"/>
                  </a:srgbClr>
                </a:gs>
                <a:gs pos="28571">
                  <a:srgbClr val="FFFF39">
                    <a:alpha val="24833"/>
                  </a:srgbClr>
                </a:gs>
                <a:gs pos="42857">
                  <a:srgbClr val="FFFF39">
                    <a:alpha val="17075"/>
                  </a:srgbClr>
                </a:gs>
                <a:gs pos="57143">
                  <a:srgbClr val="FFFF39">
                    <a:alpha val="9855"/>
                  </a:srgbClr>
                </a:gs>
                <a:gs pos="71429">
                  <a:srgbClr val="FFFF39">
                    <a:alpha val="4740"/>
                  </a:srgbClr>
                </a:gs>
                <a:gs pos="85714">
                  <a:srgbClr val="FFFF39">
                    <a:alpha val="1902"/>
                  </a:srgbClr>
                </a:gs>
                <a:gs pos="100000">
                  <a:srgbClr val="FFFF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6329136">
              <a:off x="2444367" y="1786324"/>
              <a:ext cx="266207" cy="246017"/>
            </a:xfrm>
            <a:prstGeom prst="ellipse">
              <a:avLst/>
            </a:prstGeom>
            <a:gradFill>
              <a:gsLst>
                <a:gs pos="0">
                  <a:srgbClr val="92FF75">
                    <a:alpha val="32968"/>
                  </a:srgbClr>
                </a:gs>
                <a:gs pos="14286">
                  <a:srgbClr val="92FF75">
                    <a:alpha val="30764"/>
                  </a:srgbClr>
                </a:gs>
                <a:gs pos="28571">
                  <a:srgbClr val="92FF75">
                    <a:alpha val="24833"/>
                  </a:srgbClr>
                </a:gs>
                <a:gs pos="42857">
                  <a:srgbClr val="92FF75">
                    <a:alpha val="17075"/>
                  </a:srgbClr>
                </a:gs>
                <a:gs pos="57143">
                  <a:srgbClr val="92FF75">
                    <a:alpha val="9855"/>
                  </a:srgbClr>
                </a:gs>
                <a:gs pos="71429">
                  <a:srgbClr val="92FF75">
                    <a:alpha val="4740"/>
                  </a:srgbClr>
                </a:gs>
                <a:gs pos="85714">
                  <a:srgbClr val="92FF75">
                    <a:alpha val="1902"/>
                  </a:srgbClr>
                </a:gs>
                <a:gs pos="100000">
                  <a:srgbClr val="92FF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3978479">
              <a:off x="619546" y="1974495"/>
              <a:ext cx="513073" cy="212707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5955016">
              <a:off x="2263035" y="2134447"/>
              <a:ext cx="510754" cy="262587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9003223">
              <a:off x="1489175" y="2772936"/>
              <a:ext cx="333135" cy="116100"/>
            </a:xfrm>
            <a:prstGeom prst="ellipse">
              <a:avLst/>
            </a:prstGeom>
            <a:gradFill>
              <a:gsLst>
                <a:gs pos="0">
                  <a:srgbClr val="0054A3">
                    <a:alpha val="16892"/>
                  </a:srgbClr>
                </a:gs>
                <a:gs pos="14286">
                  <a:srgbClr val="0054A3">
                    <a:alpha val="15638"/>
                  </a:srgbClr>
                </a:gs>
                <a:gs pos="28571">
                  <a:srgbClr val="0054A3">
                    <a:alpha val="12369"/>
                  </a:srgbClr>
                </a:gs>
                <a:gs pos="42857">
                  <a:srgbClr val="0054A3">
                    <a:alpha val="8296"/>
                  </a:srgbClr>
                </a:gs>
                <a:gs pos="57143">
                  <a:srgbClr val="0054A3">
                    <a:alpha val="4686"/>
                  </a:srgbClr>
                </a:gs>
                <a:gs pos="71429">
                  <a:srgbClr val="0054A3">
                    <a:alpha val="2221"/>
                  </a:srgbClr>
                </a:gs>
                <a:gs pos="85714">
                  <a:srgbClr val="0054A3">
                    <a:alpha val="884"/>
                  </a:srgbClr>
                </a:gs>
                <a:gs pos="100000">
                  <a:srgbClr val="0054A3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4095512">
              <a:off x="2500568" y="1096826"/>
              <a:ext cx="383762" cy="138462"/>
            </a:xfrm>
            <a:prstGeom prst="ellipse">
              <a:avLst/>
            </a:prstGeom>
            <a:gradFill>
              <a:gsLst>
                <a:gs pos="0">
                  <a:srgbClr val="9A7500">
                    <a:alpha val="25666"/>
                  </a:srgbClr>
                </a:gs>
                <a:gs pos="14286">
                  <a:srgbClr val="9A7500">
                    <a:alpha val="23861"/>
                  </a:srgbClr>
                </a:gs>
                <a:gs pos="28571">
                  <a:srgbClr val="9A7500">
                    <a:alpha val="19076"/>
                  </a:srgbClr>
                </a:gs>
                <a:gs pos="42857">
                  <a:srgbClr val="9A7500">
                    <a:alpha val="12963"/>
                  </a:srgbClr>
                </a:gs>
                <a:gs pos="57143">
                  <a:srgbClr val="9A7500">
                    <a:alpha val="7404"/>
                  </a:srgbClr>
                </a:gs>
                <a:gs pos="71429">
                  <a:srgbClr val="9A7500">
                    <a:alpha val="3537"/>
                  </a:srgbClr>
                </a:gs>
                <a:gs pos="85714">
                  <a:srgbClr val="9A7500">
                    <a:alpha val="1414"/>
                  </a:srgbClr>
                </a:gs>
                <a:gs pos="100000">
                  <a:srgbClr val="9A7500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10323246">
              <a:off x="1744443" y="765815"/>
              <a:ext cx="541758" cy="26792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7555737">
              <a:off x="1288698" y="782859"/>
              <a:ext cx="510341" cy="268559"/>
            </a:xfrm>
            <a:prstGeom prst="ellipse">
              <a:avLst/>
            </a:prstGeom>
            <a:gradFill>
              <a:gsLst>
                <a:gs pos="0">
                  <a:srgbClr val="FF37BB">
                    <a:alpha val="32968"/>
                  </a:srgbClr>
                </a:gs>
                <a:gs pos="14286">
                  <a:srgbClr val="FF37BB">
                    <a:alpha val="30764"/>
                  </a:srgbClr>
                </a:gs>
                <a:gs pos="28571">
                  <a:srgbClr val="FF37BB">
                    <a:alpha val="24833"/>
                  </a:srgbClr>
                </a:gs>
                <a:gs pos="42857">
                  <a:srgbClr val="FF37BB">
                    <a:alpha val="17075"/>
                  </a:srgbClr>
                </a:gs>
                <a:gs pos="57143">
                  <a:srgbClr val="FF37BB">
                    <a:alpha val="9855"/>
                  </a:srgbClr>
                </a:gs>
                <a:gs pos="71429">
                  <a:srgbClr val="FF37BB">
                    <a:alpha val="4740"/>
                  </a:srgbClr>
                </a:gs>
                <a:gs pos="85714">
                  <a:srgbClr val="FF37BB">
                    <a:alpha val="1902"/>
                  </a:srgbClr>
                </a:gs>
                <a:gs pos="100000">
                  <a:srgbClr val="FF37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5400495">
              <a:off x="-130472" y="2011282"/>
              <a:ext cx="260943" cy="259827"/>
            </a:xfrm>
            <a:prstGeom prst="ellipse">
              <a:avLst/>
            </a:prstGeom>
            <a:gradFill>
              <a:gsLst>
                <a:gs pos="0">
                  <a:srgbClr val="000200">
                    <a:alpha val="8445"/>
                  </a:srgbClr>
                </a:gs>
                <a:gs pos="14286">
                  <a:srgbClr val="000200">
                    <a:alpha val="7789"/>
                  </a:srgbClr>
                </a:gs>
                <a:gs pos="28571">
                  <a:srgbClr val="000200">
                    <a:alpha val="6102"/>
                  </a:srgbClr>
                </a:gs>
                <a:gs pos="42857">
                  <a:srgbClr val="000200">
                    <a:alpha val="4046"/>
                  </a:srgbClr>
                </a:gs>
                <a:gs pos="57143">
                  <a:srgbClr val="000200">
                    <a:alpha val="2262"/>
                  </a:srgbClr>
                </a:gs>
                <a:gs pos="71429">
                  <a:srgbClr val="000200">
                    <a:alpha val="1065"/>
                  </a:srgbClr>
                </a:gs>
                <a:gs pos="85714">
                  <a:srgbClr val="000200">
                    <a:alpha val="423"/>
                  </a:srgbClr>
                </a:gs>
                <a:gs pos="100000">
                  <a:srgbClr val="000200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7382056">
              <a:off x="2144252" y="2217266"/>
              <a:ext cx="495941" cy="253698"/>
            </a:xfrm>
            <a:prstGeom prst="ellipse">
              <a:avLst/>
            </a:prstGeom>
            <a:gradFill>
              <a:gsLst>
                <a:gs pos="0">
                  <a:srgbClr val="4CFF74">
                    <a:alpha val="32968"/>
                  </a:srgbClr>
                </a:gs>
                <a:gs pos="14286">
                  <a:srgbClr val="4CFF74">
                    <a:alpha val="30764"/>
                  </a:srgbClr>
                </a:gs>
                <a:gs pos="28571">
                  <a:srgbClr val="4CFF74">
                    <a:alpha val="24833"/>
                  </a:srgbClr>
                </a:gs>
                <a:gs pos="42857">
                  <a:srgbClr val="4CFF74">
                    <a:alpha val="17075"/>
                  </a:srgbClr>
                </a:gs>
                <a:gs pos="57143">
                  <a:srgbClr val="4CFF74">
                    <a:alpha val="9855"/>
                  </a:srgbClr>
                </a:gs>
                <a:gs pos="71429">
                  <a:srgbClr val="4CFF74">
                    <a:alpha val="4740"/>
                  </a:srgbClr>
                </a:gs>
                <a:gs pos="85714">
                  <a:srgbClr val="4CFF74">
                    <a:alpha val="1902"/>
                  </a:srgbClr>
                </a:gs>
                <a:gs pos="100000">
                  <a:srgbClr val="4CFF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2726730">
              <a:off x="1392324" y="2865597"/>
              <a:ext cx="368178" cy="93929"/>
            </a:xfrm>
            <a:prstGeom prst="ellipse">
              <a:avLst/>
            </a:prstGeom>
            <a:gradFill>
              <a:gsLst>
                <a:gs pos="0">
                  <a:srgbClr val="0079A7">
                    <a:alpha val="2349"/>
                  </a:srgbClr>
                </a:gs>
                <a:gs pos="14286">
                  <a:srgbClr val="0079A7">
                    <a:alpha val="2161"/>
                  </a:srgbClr>
                </a:gs>
                <a:gs pos="28571">
                  <a:srgbClr val="0079A7">
                    <a:alpha val="1682"/>
                  </a:srgbClr>
                </a:gs>
                <a:gs pos="42857">
                  <a:srgbClr val="0079A7">
                    <a:alpha val="1107"/>
                  </a:srgbClr>
                </a:gs>
                <a:gs pos="57143">
                  <a:srgbClr val="0079A7">
                    <a:alpha val="615"/>
                  </a:srgbClr>
                </a:gs>
                <a:gs pos="71429">
                  <a:srgbClr val="0079A7">
                    <a:alpha val="288"/>
                  </a:srgbClr>
                </a:gs>
                <a:gs pos="85714">
                  <a:srgbClr val="0079A7">
                    <a:alpha val="114"/>
                  </a:srgbClr>
                </a:gs>
                <a:gs pos="100000">
                  <a:srgbClr val="0079A7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3719962">
              <a:off x="2548078" y="1236945"/>
              <a:ext cx="405280" cy="161022"/>
            </a:xfrm>
            <a:prstGeom prst="ellipse">
              <a:avLst/>
            </a:prstGeom>
            <a:gradFill>
              <a:gsLst>
                <a:gs pos="0">
                  <a:srgbClr val="009F00">
                    <a:alpha val="26994"/>
                  </a:srgbClr>
                </a:gs>
                <a:gs pos="14286">
                  <a:srgbClr val="009F00">
                    <a:alpha val="25112"/>
                  </a:srgbClr>
                </a:gs>
                <a:gs pos="28571">
                  <a:srgbClr val="009F00">
                    <a:alpha val="20111"/>
                  </a:srgbClr>
                </a:gs>
                <a:gs pos="42857">
                  <a:srgbClr val="009F00">
                    <a:alpha val="13694"/>
                  </a:srgbClr>
                </a:gs>
                <a:gs pos="57143">
                  <a:srgbClr val="009F00">
                    <a:alpha val="7836"/>
                  </a:srgbClr>
                </a:gs>
                <a:gs pos="71429">
                  <a:srgbClr val="009F00">
                    <a:alpha val="3748"/>
                  </a:srgbClr>
                </a:gs>
                <a:gs pos="85714">
                  <a:srgbClr val="009F00">
                    <a:alpha val="1499"/>
                  </a:srgbClr>
                </a:gs>
                <a:gs pos="100000">
                  <a:srgbClr val="009F00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9837873">
              <a:off x="1804959" y="2726862"/>
              <a:ext cx="351349" cy="126991"/>
            </a:xfrm>
            <a:prstGeom prst="ellipse">
              <a:avLst/>
            </a:prstGeom>
            <a:gradFill>
              <a:gsLst>
                <a:gs pos="0">
                  <a:srgbClr val="00CB5F">
                    <a:alpha val="15629"/>
                  </a:srgbClr>
                </a:gs>
                <a:gs pos="14286">
                  <a:srgbClr val="00CB5F">
                    <a:alpha val="14462"/>
                  </a:srgbClr>
                </a:gs>
                <a:gs pos="28571">
                  <a:srgbClr val="00CB5F">
                    <a:alpha val="11422"/>
                  </a:srgbClr>
                </a:gs>
                <a:gs pos="42857">
                  <a:srgbClr val="00CB5F">
                    <a:alpha val="7647"/>
                  </a:srgbClr>
                </a:gs>
                <a:gs pos="57143">
                  <a:srgbClr val="00CB5F">
                    <a:alpha val="4312"/>
                  </a:srgbClr>
                </a:gs>
                <a:gs pos="71429">
                  <a:srgbClr val="00CB5F">
                    <a:alpha val="2042"/>
                  </a:srgbClr>
                </a:gs>
                <a:gs pos="85714">
                  <a:srgbClr val="00CB5F">
                    <a:alpha val="813"/>
                  </a:srgbClr>
                </a:gs>
                <a:gs pos="100000">
                  <a:srgbClr val="00CB5F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10695342">
              <a:off x="-65391" y="1018761"/>
              <a:ext cx="332434" cy="332079"/>
            </a:xfrm>
            <a:prstGeom prst="ellipse">
              <a:avLst/>
            </a:prstGeom>
            <a:gradFill>
              <a:gsLst>
                <a:gs pos="0">
                  <a:srgbClr val="000400">
                    <a:alpha val="3810"/>
                  </a:srgbClr>
                </a:gs>
                <a:gs pos="14286">
                  <a:srgbClr val="000400">
                    <a:alpha val="3507"/>
                  </a:srgbClr>
                </a:gs>
                <a:gs pos="28571">
                  <a:srgbClr val="000400">
                    <a:alpha val="2734"/>
                  </a:srgbClr>
                </a:gs>
                <a:gs pos="42857">
                  <a:srgbClr val="000400">
                    <a:alpha val="1802"/>
                  </a:srgbClr>
                </a:gs>
                <a:gs pos="57143">
                  <a:srgbClr val="000400">
                    <a:alpha val="1002"/>
                  </a:srgbClr>
                </a:gs>
                <a:gs pos="71429">
                  <a:srgbClr val="000400">
                    <a:alpha val="470"/>
                  </a:srgbClr>
                </a:gs>
                <a:gs pos="85714">
                  <a:srgbClr val="000400">
                    <a:alpha val="186"/>
                  </a:srgbClr>
                </a:gs>
                <a:gs pos="100000">
                  <a:srgbClr val="00040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-10713751">
              <a:off x="3320370" y="1471315"/>
              <a:ext cx="347586" cy="342454"/>
            </a:xfrm>
            <a:prstGeom prst="ellipse">
              <a:avLst/>
            </a:prstGeom>
            <a:gradFill>
              <a:gsLst>
                <a:gs pos="0">
                  <a:srgbClr val="181100">
                    <a:alpha val="4518"/>
                  </a:srgbClr>
                </a:gs>
                <a:gs pos="14286">
                  <a:srgbClr val="181100">
                    <a:alpha val="4160"/>
                  </a:srgbClr>
                </a:gs>
                <a:gs pos="28571">
                  <a:srgbClr val="181100">
                    <a:alpha val="3245"/>
                  </a:srgbClr>
                </a:gs>
                <a:gs pos="42857">
                  <a:srgbClr val="181100">
                    <a:alpha val="2141"/>
                  </a:srgbClr>
                </a:gs>
                <a:gs pos="57143">
                  <a:srgbClr val="181100">
                    <a:alpha val="1192"/>
                  </a:srgbClr>
                </a:gs>
                <a:gs pos="71429">
                  <a:srgbClr val="181100">
                    <a:alpha val="560"/>
                  </a:srgbClr>
                </a:gs>
                <a:gs pos="85714">
                  <a:srgbClr val="181100">
                    <a:alpha val="222"/>
                  </a:srgbClr>
                </a:gs>
                <a:gs pos="100000">
                  <a:srgbClr val="1811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-8428178">
              <a:off x="1511336" y="2852598"/>
              <a:ext cx="321155" cy="85011"/>
            </a:xfrm>
            <a:prstGeom prst="ellipse">
              <a:avLst/>
            </a:prstGeom>
            <a:gradFill>
              <a:gsLst>
                <a:gs pos="0">
                  <a:srgbClr val="2691AD">
                    <a:alpha val="1731"/>
                  </a:srgbClr>
                </a:gs>
                <a:gs pos="14286">
                  <a:srgbClr val="2691AD">
                    <a:alpha val="1592"/>
                  </a:srgbClr>
                </a:gs>
                <a:gs pos="28571">
                  <a:srgbClr val="2691AD">
                    <a:alpha val="1238"/>
                  </a:srgbClr>
                </a:gs>
                <a:gs pos="42857">
                  <a:srgbClr val="2691AD">
                    <a:alpha val="814"/>
                  </a:srgbClr>
                </a:gs>
                <a:gs pos="57143">
                  <a:srgbClr val="2691AD">
                    <a:alpha val="452"/>
                  </a:srgbClr>
                </a:gs>
                <a:gs pos="71429">
                  <a:srgbClr val="2691AD">
                    <a:alpha val="212"/>
                  </a:srgbClr>
                </a:gs>
                <a:gs pos="85714">
                  <a:srgbClr val="2691AD">
                    <a:alpha val="84"/>
                  </a:srgbClr>
                </a:gs>
                <a:gs pos="100000">
                  <a:srgbClr val="2691AD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-10122660">
              <a:off x="1739398" y="-55774"/>
              <a:ext cx="480061" cy="311149"/>
            </a:xfrm>
            <a:prstGeom prst="ellipse">
              <a:avLst/>
            </a:prstGeom>
            <a:gradFill>
              <a:gsLst>
                <a:gs pos="0">
                  <a:srgbClr val="561D00">
                    <a:alpha val="4743"/>
                  </a:srgbClr>
                </a:gs>
                <a:gs pos="14286">
                  <a:srgbClr val="561D00">
                    <a:alpha val="4367"/>
                  </a:srgbClr>
                </a:gs>
                <a:gs pos="28571">
                  <a:srgbClr val="561D00">
                    <a:alpha val="3408"/>
                  </a:srgbClr>
                </a:gs>
                <a:gs pos="42857">
                  <a:srgbClr val="561D00">
                    <a:alpha val="2249"/>
                  </a:srgbClr>
                </a:gs>
                <a:gs pos="57143">
                  <a:srgbClr val="561D00">
                    <a:alpha val="1252"/>
                  </a:srgbClr>
                </a:gs>
                <a:gs pos="71429">
                  <a:srgbClr val="561D00">
                    <a:alpha val="588"/>
                  </a:srgbClr>
                </a:gs>
                <a:gs pos="85714">
                  <a:srgbClr val="561D00">
                    <a:alpha val="233"/>
                  </a:srgbClr>
                </a:gs>
                <a:gs pos="100000">
                  <a:srgbClr val="561D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-8217548">
              <a:off x="1540685" y="2870398"/>
              <a:ext cx="321208" cy="85983"/>
            </a:xfrm>
            <a:prstGeom prst="ellipse">
              <a:avLst/>
            </a:prstGeom>
            <a:gradFill>
              <a:gsLst>
                <a:gs pos="0">
                  <a:srgbClr val="0094AE">
                    <a:alpha val="3472"/>
                  </a:srgbClr>
                </a:gs>
                <a:gs pos="14286">
                  <a:srgbClr val="0094AE">
                    <a:alpha val="3196"/>
                  </a:srgbClr>
                </a:gs>
                <a:gs pos="28571">
                  <a:srgbClr val="0094AE">
                    <a:alpha val="2491"/>
                  </a:srgbClr>
                </a:gs>
                <a:gs pos="42857">
                  <a:srgbClr val="0094AE">
                    <a:alpha val="1641"/>
                  </a:srgbClr>
                </a:gs>
                <a:gs pos="57143">
                  <a:srgbClr val="0094AE">
                    <a:alpha val="912"/>
                  </a:srgbClr>
                </a:gs>
                <a:gs pos="71429">
                  <a:srgbClr val="0094AE">
                    <a:alpha val="428"/>
                  </a:srgbClr>
                </a:gs>
                <a:gs pos="85714">
                  <a:srgbClr val="0094AE">
                    <a:alpha val="170"/>
                  </a:srgbClr>
                </a:gs>
                <a:gs pos="100000">
                  <a:srgbClr val="0094AE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9113447">
              <a:off x="1873689" y="2773552"/>
              <a:ext cx="224597" cy="45372"/>
            </a:xfrm>
            <a:prstGeom prst="ellipse">
              <a:avLst/>
            </a:prstGeom>
            <a:gradFill>
              <a:gsLst>
                <a:gs pos="0">
                  <a:srgbClr val="27B8BA">
                    <a:alpha val="2459"/>
                  </a:srgbClr>
                </a:gs>
                <a:gs pos="14286">
                  <a:srgbClr val="27B8BA">
                    <a:alpha val="2263"/>
                  </a:srgbClr>
                </a:gs>
                <a:gs pos="28571">
                  <a:srgbClr val="27B8BA">
                    <a:alpha val="1761"/>
                  </a:srgbClr>
                </a:gs>
                <a:gs pos="42857">
                  <a:srgbClr val="27B8BA">
                    <a:alpha val="1159"/>
                  </a:srgbClr>
                </a:gs>
                <a:gs pos="57143">
                  <a:srgbClr val="27B8BA">
                    <a:alpha val="644"/>
                  </a:srgbClr>
                </a:gs>
                <a:gs pos="71429">
                  <a:srgbClr val="27B8BA">
                    <a:alpha val="302"/>
                  </a:srgbClr>
                </a:gs>
                <a:gs pos="85714">
                  <a:srgbClr val="27B8BA">
                    <a:alpha val="119"/>
                  </a:srgbClr>
                </a:gs>
                <a:gs pos="100000">
                  <a:srgbClr val="27B8BA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5830668">
              <a:off x="2692278" y="1565231"/>
              <a:ext cx="317570" cy="63399"/>
            </a:xfrm>
            <a:prstGeom prst="ellipse">
              <a:avLst/>
            </a:prstGeom>
            <a:gradFill>
              <a:gsLst>
                <a:gs pos="0">
                  <a:srgbClr val="6FA606">
                    <a:alpha val="2046"/>
                  </a:srgbClr>
                </a:gs>
                <a:gs pos="14286">
                  <a:srgbClr val="6FA606">
                    <a:alpha val="1882"/>
                  </a:srgbClr>
                </a:gs>
                <a:gs pos="28571">
                  <a:srgbClr val="6FA606">
                    <a:alpha val="1464"/>
                  </a:srgbClr>
                </a:gs>
                <a:gs pos="42857">
                  <a:srgbClr val="6FA606">
                    <a:alpha val="963"/>
                  </a:srgbClr>
                </a:gs>
                <a:gs pos="57143">
                  <a:srgbClr val="6FA606">
                    <a:alpha val="535"/>
                  </a:srgbClr>
                </a:gs>
                <a:gs pos="71429">
                  <a:srgbClr val="6FA606">
                    <a:alpha val="251"/>
                  </a:srgbClr>
                </a:gs>
                <a:gs pos="85714">
                  <a:srgbClr val="6FA606">
                    <a:alpha val="99"/>
                  </a:srgbClr>
                </a:gs>
                <a:gs pos="100000">
                  <a:srgbClr val="6FA606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5413020">
              <a:off x="521676" y="1562523"/>
              <a:ext cx="607342" cy="253108"/>
            </a:xfrm>
            <a:prstGeom prst="ellipse">
              <a:avLst/>
            </a:prstGeom>
            <a:gradFill>
              <a:gsLst>
                <a:gs pos="0">
                  <a:srgbClr val="5500FF">
                    <a:alpha val="32968"/>
                  </a:srgbClr>
                </a:gs>
                <a:gs pos="14286">
                  <a:srgbClr val="5500FF">
                    <a:alpha val="30764"/>
                  </a:srgbClr>
                </a:gs>
                <a:gs pos="28571">
                  <a:srgbClr val="5500FF">
                    <a:alpha val="24833"/>
                  </a:srgbClr>
                </a:gs>
                <a:gs pos="42857">
                  <a:srgbClr val="5500FF">
                    <a:alpha val="17075"/>
                  </a:srgbClr>
                </a:gs>
                <a:gs pos="57143">
                  <a:srgbClr val="5500FF">
                    <a:alpha val="9855"/>
                  </a:srgbClr>
                </a:gs>
                <a:gs pos="71429">
                  <a:srgbClr val="5500FF">
                    <a:alpha val="4740"/>
                  </a:srgbClr>
                </a:gs>
                <a:gs pos="85714">
                  <a:srgbClr val="5500FF">
                    <a:alpha val="1902"/>
                  </a:srgbClr>
                </a:gs>
                <a:gs pos="100000">
                  <a:srgbClr val="55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-10433159">
              <a:off x="1938613" y="2732164"/>
              <a:ext cx="239245" cy="61760"/>
            </a:xfrm>
            <a:prstGeom prst="ellipse">
              <a:avLst/>
            </a:prstGeom>
            <a:gradFill>
              <a:gsLst>
                <a:gs pos="0">
                  <a:srgbClr val="1BE5A6">
                    <a:alpha val="3419"/>
                  </a:srgbClr>
                </a:gs>
                <a:gs pos="14286">
                  <a:srgbClr val="1BE5A6">
                    <a:alpha val="3147"/>
                  </a:srgbClr>
                </a:gs>
                <a:gs pos="28571">
                  <a:srgbClr val="1BE5A6">
                    <a:alpha val="2452"/>
                  </a:srgbClr>
                </a:gs>
                <a:gs pos="42857">
                  <a:srgbClr val="1BE5A6">
                    <a:alpha val="1615"/>
                  </a:srgbClr>
                </a:gs>
                <a:gs pos="57143">
                  <a:srgbClr val="1BE5A6">
                    <a:alpha val="898"/>
                  </a:srgbClr>
                </a:gs>
                <a:gs pos="71429">
                  <a:srgbClr val="1BE5A6">
                    <a:alpha val="421"/>
                  </a:srgbClr>
                </a:gs>
                <a:gs pos="85714">
                  <a:srgbClr val="1BE5A6">
                    <a:alpha val="167"/>
                  </a:srgbClr>
                </a:gs>
                <a:gs pos="100000">
                  <a:srgbClr val="1BE5A6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5898829">
              <a:off x="2720811" y="1579157"/>
              <a:ext cx="330394" cy="90032"/>
            </a:xfrm>
            <a:prstGeom prst="ellipse">
              <a:avLst/>
            </a:prstGeom>
            <a:gradFill>
              <a:gsLst>
                <a:gs pos="0">
                  <a:srgbClr val="5F9B13">
                    <a:alpha val="2603"/>
                  </a:srgbClr>
                </a:gs>
                <a:gs pos="14286">
                  <a:srgbClr val="5F9B13">
                    <a:alpha val="2395"/>
                  </a:srgbClr>
                </a:gs>
                <a:gs pos="28571">
                  <a:srgbClr val="5F9B13">
                    <a:alpha val="1865"/>
                  </a:srgbClr>
                </a:gs>
                <a:gs pos="42857">
                  <a:srgbClr val="5F9B13">
                    <a:alpha val="1227"/>
                  </a:srgbClr>
                </a:gs>
                <a:gs pos="57143">
                  <a:srgbClr val="5F9B13">
                    <a:alpha val="682"/>
                  </a:srgbClr>
                </a:gs>
                <a:gs pos="71429">
                  <a:srgbClr val="5F9B13">
                    <a:alpha val="320"/>
                  </a:srgbClr>
                </a:gs>
                <a:gs pos="85714">
                  <a:srgbClr val="5F9B13">
                    <a:alpha val="127"/>
                  </a:srgbClr>
                </a:gs>
                <a:gs pos="100000">
                  <a:srgbClr val="5F9B13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-9321771">
              <a:off x="1965207" y="817438"/>
              <a:ext cx="518669" cy="213428"/>
            </a:xfrm>
            <a:prstGeom prst="ellipse">
              <a:avLst/>
            </a:prstGeom>
            <a:gradFill>
              <a:gsLst>
                <a:gs pos="0">
                  <a:srgbClr val="FF3900">
                    <a:alpha val="32968"/>
                  </a:srgbClr>
                </a:gs>
                <a:gs pos="14286">
                  <a:srgbClr val="FF3900">
                    <a:alpha val="30764"/>
                  </a:srgbClr>
                </a:gs>
                <a:gs pos="28571">
                  <a:srgbClr val="FF3900">
                    <a:alpha val="24833"/>
                  </a:srgbClr>
                </a:gs>
                <a:gs pos="42857">
                  <a:srgbClr val="FF3900">
                    <a:alpha val="17075"/>
                  </a:srgbClr>
                </a:gs>
                <a:gs pos="57143">
                  <a:srgbClr val="FF3900">
                    <a:alpha val="9855"/>
                  </a:srgbClr>
                </a:gs>
                <a:gs pos="71429">
                  <a:srgbClr val="FF3900">
                    <a:alpha val="4740"/>
                  </a:srgbClr>
                </a:gs>
                <a:gs pos="85714">
                  <a:srgbClr val="FF3900">
                    <a:alpha val="1902"/>
                  </a:srgbClr>
                </a:gs>
                <a:gs pos="100000">
                  <a:srgbClr val="FF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-9289402">
              <a:off x="2490901" y="1061324"/>
              <a:ext cx="251005" cy="60969"/>
            </a:xfrm>
            <a:prstGeom prst="ellipse">
              <a:avLst/>
            </a:prstGeom>
            <a:gradFill>
              <a:gsLst>
                <a:gs pos="0">
                  <a:srgbClr val="B7B000">
                    <a:alpha val="5134"/>
                  </a:srgbClr>
                </a:gs>
                <a:gs pos="14286">
                  <a:srgbClr val="B7B000">
                    <a:alpha val="4729"/>
                  </a:srgbClr>
                </a:gs>
                <a:gs pos="28571">
                  <a:srgbClr val="B7B000">
                    <a:alpha val="3691"/>
                  </a:srgbClr>
                </a:gs>
                <a:gs pos="42857">
                  <a:srgbClr val="B7B000">
                    <a:alpha val="2437"/>
                  </a:srgbClr>
                </a:gs>
                <a:gs pos="57143">
                  <a:srgbClr val="B7B000">
                    <a:alpha val="1358"/>
                  </a:srgbClr>
                </a:gs>
                <a:gs pos="71429">
                  <a:srgbClr val="B7B000">
                    <a:alpha val="638"/>
                  </a:srgbClr>
                </a:gs>
                <a:gs pos="85714">
                  <a:srgbClr val="B7B000">
                    <a:alpha val="253"/>
                  </a:srgbClr>
                </a:gs>
                <a:gs pos="100000">
                  <a:srgbClr val="B7B0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3649557">
              <a:off x="2639115" y="1362572"/>
              <a:ext cx="257154" cy="65271"/>
            </a:xfrm>
            <a:prstGeom prst="ellipse">
              <a:avLst/>
            </a:prstGeom>
            <a:gradFill>
              <a:gsLst>
                <a:gs pos="0">
                  <a:srgbClr val="70AE00">
                    <a:alpha val="5977"/>
                  </a:srgbClr>
                </a:gs>
                <a:gs pos="14286">
                  <a:srgbClr val="70AE00">
                    <a:alpha val="5507"/>
                  </a:srgbClr>
                </a:gs>
                <a:gs pos="28571">
                  <a:srgbClr val="70AE00">
                    <a:alpha val="4303"/>
                  </a:srgbClr>
                </a:gs>
                <a:gs pos="42857">
                  <a:srgbClr val="70AE00">
                    <a:alpha val="2844"/>
                  </a:srgbClr>
                </a:gs>
                <a:gs pos="57143">
                  <a:srgbClr val="70AE00">
                    <a:alpha val="1586"/>
                  </a:srgbClr>
                </a:gs>
                <a:gs pos="71429">
                  <a:srgbClr val="70AE00">
                    <a:alpha val="745"/>
                  </a:srgbClr>
                </a:gs>
                <a:gs pos="85714">
                  <a:srgbClr val="70AE00">
                    <a:alpha val="295"/>
                  </a:srgbClr>
                </a:gs>
                <a:gs pos="100000">
                  <a:srgbClr val="70AE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3506903">
              <a:off x="618583" y="1306916"/>
              <a:ext cx="339771" cy="132217"/>
            </a:xfrm>
            <a:prstGeom prst="ellipse">
              <a:avLst/>
            </a:prstGeom>
            <a:gradFill>
              <a:gsLst>
                <a:gs pos="0">
                  <a:srgbClr val="4700C9">
                    <a:alpha val="6027"/>
                  </a:srgbClr>
                </a:gs>
                <a:gs pos="14286">
                  <a:srgbClr val="4700C9">
                    <a:alpha val="5553"/>
                  </a:srgbClr>
                </a:gs>
                <a:gs pos="28571">
                  <a:srgbClr val="4700C9">
                    <a:alpha val="4339"/>
                  </a:srgbClr>
                </a:gs>
                <a:gs pos="42857">
                  <a:srgbClr val="4700C9">
                    <a:alpha val="2868"/>
                  </a:srgbClr>
                </a:gs>
                <a:gs pos="57143">
                  <a:srgbClr val="4700C9">
                    <a:alpha val="1599"/>
                  </a:srgbClr>
                </a:gs>
                <a:gs pos="71429">
                  <a:srgbClr val="4700C9">
                    <a:alpha val="752"/>
                  </a:srgbClr>
                </a:gs>
                <a:gs pos="85714">
                  <a:srgbClr val="4700C9">
                    <a:alpha val="298"/>
                  </a:srgbClr>
                </a:gs>
                <a:gs pos="100000">
                  <a:srgbClr val="4700C9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5394576">
              <a:off x="-104605" y="1251004"/>
              <a:ext cx="306165" cy="304879"/>
            </a:xfrm>
            <a:prstGeom prst="ellipse">
              <a:avLst/>
            </a:prstGeom>
            <a:gradFill>
              <a:gsLst>
                <a:gs pos="0">
                  <a:srgbClr val="000000">
                    <a:alpha val="11177"/>
                  </a:srgbClr>
                </a:gs>
                <a:gs pos="14286">
                  <a:srgbClr val="000000">
                    <a:alpha val="10321"/>
                  </a:srgbClr>
                </a:gs>
                <a:gs pos="28571">
                  <a:srgbClr val="000000">
                    <a:alpha val="8111"/>
                  </a:srgbClr>
                </a:gs>
                <a:gs pos="42857">
                  <a:srgbClr val="000000">
                    <a:alpha val="5397"/>
                  </a:srgbClr>
                </a:gs>
                <a:gs pos="57143">
                  <a:srgbClr val="000000">
                    <a:alpha val="3027"/>
                  </a:srgbClr>
                </a:gs>
                <a:gs pos="71429">
                  <a:srgbClr val="000000">
                    <a:alpha val="1429"/>
                  </a:srgbClr>
                </a:gs>
                <a:gs pos="85714">
                  <a:srgbClr val="000000">
                    <a:alpha val="567"/>
                  </a:srgbClr>
                </a:gs>
                <a:gs pos="100000">
                  <a:srgbClr val="0000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5798114">
              <a:off x="611943" y="1128588"/>
              <a:ext cx="342361" cy="183532"/>
            </a:xfrm>
            <a:prstGeom prst="ellipse">
              <a:avLst/>
            </a:prstGeom>
            <a:gradFill>
              <a:gsLst>
                <a:gs pos="0">
                  <a:srgbClr val="8D008F">
                    <a:alpha val="21761"/>
                  </a:srgbClr>
                </a:gs>
                <a:gs pos="14286">
                  <a:srgbClr val="8D008F">
                    <a:alpha val="20193"/>
                  </a:srgbClr>
                </a:gs>
                <a:gs pos="28571">
                  <a:srgbClr val="8D008F">
                    <a:alpha val="16065"/>
                  </a:srgbClr>
                </a:gs>
                <a:gs pos="42857">
                  <a:srgbClr val="8D008F">
                    <a:alpha val="10852"/>
                  </a:srgbClr>
                </a:gs>
                <a:gs pos="57143">
                  <a:srgbClr val="8D008F">
                    <a:alpha val="6167"/>
                  </a:srgbClr>
                </a:gs>
                <a:gs pos="71429">
                  <a:srgbClr val="8D008F">
                    <a:alpha val="2936"/>
                  </a:srgbClr>
                </a:gs>
                <a:gs pos="85714">
                  <a:srgbClr val="8D008F">
                    <a:alpha val="1171"/>
                  </a:srgbClr>
                </a:gs>
                <a:gs pos="100000">
                  <a:srgbClr val="8D008F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10799423">
              <a:off x="-166505" y="2086773"/>
              <a:ext cx="333149" cy="332391"/>
            </a:xfrm>
            <a:prstGeom prst="ellipse">
              <a:avLst/>
            </a:prstGeom>
            <a:gradFill>
              <a:gsLst>
                <a:gs pos="0">
                  <a:srgbClr val="000000">
                    <a:alpha val="12301"/>
                  </a:srgbClr>
                </a:gs>
                <a:gs pos="14286">
                  <a:srgbClr val="000000">
                    <a:alpha val="11365"/>
                  </a:srgbClr>
                </a:gs>
                <a:gs pos="28571">
                  <a:srgbClr val="000000">
                    <a:alpha val="8942"/>
                  </a:srgbClr>
                </a:gs>
                <a:gs pos="42857">
                  <a:srgbClr val="000000">
                    <a:alpha val="5959"/>
                  </a:srgbClr>
                </a:gs>
                <a:gs pos="57143">
                  <a:srgbClr val="000000">
                    <a:alpha val="3347"/>
                  </a:srgbClr>
                </a:gs>
                <a:gs pos="71429">
                  <a:srgbClr val="000000">
                    <a:alpha val="1581"/>
                  </a:srgbClr>
                </a:gs>
                <a:gs pos="85714">
                  <a:srgbClr val="000000">
                    <a:alpha val="628"/>
                  </a:srgbClr>
                </a:gs>
                <a:gs pos="100000">
                  <a:srgbClr val="000000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3289046">
              <a:off x="670079" y="2096125"/>
              <a:ext cx="494543" cy="232737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-8163581">
              <a:off x="1437918" y="2789436"/>
              <a:ext cx="349934" cy="96363"/>
            </a:xfrm>
            <a:prstGeom prst="ellipse">
              <a:avLst/>
            </a:prstGeom>
            <a:gradFill>
              <a:gsLst>
                <a:gs pos="0">
                  <a:srgbClr val="0B4999">
                    <a:alpha val="10124"/>
                  </a:srgbClr>
                </a:gs>
                <a:gs pos="14286">
                  <a:srgbClr val="0B4999">
                    <a:alpha val="9345"/>
                  </a:srgbClr>
                </a:gs>
                <a:gs pos="28571">
                  <a:srgbClr val="0B4999">
                    <a:alpha val="7335"/>
                  </a:srgbClr>
                </a:gs>
                <a:gs pos="42857">
                  <a:srgbClr val="0B4999">
                    <a:alpha val="4874"/>
                  </a:srgbClr>
                </a:gs>
                <a:gs pos="57143">
                  <a:srgbClr val="0B4999">
                    <a:alpha val="2731"/>
                  </a:srgbClr>
                </a:gs>
                <a:gs pos="71429">
                  <a:srgbClr val="0B4999">
                    <a:alpha val="1288"/>
                  </a:srgbClr>
                </a:gs>
                <a:gs pos="85714">
                  <a:srgbClr val="0B4999">
                    <a:alpha val="511"/>
                  </a:srgbClr>
                </a:gs>
                <a:gs pos="100000">
                  <a:srgbClr val="0B4999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5745582">
              <a:off x="-34841" y="982177"/>
              <a:ext cx="403757" cy="391402"/>
            </a:xfrm>
            <a:prstGeom prst="ellipse">
              <a:avLst/>
            </a:prstGeom>
            <a:gradFill>
              <a:gsLst>
                <a:gs pos="0">
                  <a:srgbClr val="000500">
                    <a:alpha val="13433"/>
                  </a:srgbClr>
                </a:gs>
                <a:gs pos="14286">
                  <a:srgbClr val="000500">
                    <a:alpha val="12417"/>
                  </a:srgbClr>
                </a:gs>
                <a:gs pos="28571">
                  <a:srgbClr val="000500">
                    <a:alpha val="9782"/>
                  </a:srgbClr>
                </a:gs>
                <a:gs pos="42857">
                  <a:srgbClr val="000500">
                    <a:alpha val="6529"/>
                  </a:srgbClr>
                </a:gs>
                <a:gs pos="57143">
                  <a:srgbClr val="000500">
                    <a:alpha val="3672"/>
                  </a:srgbClr>
                </a:gs>
                <a:gs pos="71429">
                  <a:srgbClr val="000500">
                    <a:alpha val="1736"/>
                  </a:srgbClr>
                </a:gs>
                <a:gs pos="85714">
                  <a:srgbClr val="000500">
                    <a:alpha val="690"/>
                  </a:srgbClr>
                </a:gs>
                <a:gs pos="100000">
                  <a:srgbClr val="000500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-10043548">
              <a:off x="2096288" y="-38312"/>
              <a:ext cx="428470" cy="402928"/>
            </a:xfrm>
            <a:prstGeom prst="ellipse">
              <a:avLst/>
            </a:prstGeom>
            <a:gradFill>
              <a:gsLst>
                <a:gs pos="0">
                  <a:srgbClr val="000000">
                    <a:alpha val="17573"/>
                  </a:srgbClr>
                </a:gs>
                <a:gs pos="14286">
                  <a:srgbClr val="000000">
                    <a:alpha val="16274"/>
                  </a:srgbClr>
                </a:gs>
                <a:gs pos="28571">
                  <a:srgbClr val="000000">
                    <a:alpha val="12883"/>
                  </a:srgbClr>
                </a:gs>
                <a:gs pos="42857">
                  <a:srgbClr val="000000">
                    <a:alpha val="8649"/>
                  </a:srgbClr>
                </a:gs>
                <a:gs pos="57143">
                  <a:srgbClr val="000000">
                    <a:alpha val="4889"/>
                  </a:srgbClr>
                </a:gs>
                <a:gs pos="71429">
                  <a:srgbClr val="000000">
                    <a:alpha val="2319"/>
                  </a:srgbClr>
                </a:gs>
                <a:gs pos="85714">
                  <a:srgbClr val="000000">
                    <a:alpha val="924"/>
                  </a:srgbClr>
                </a:gs>
                <a:gs pos="100000">
                  <a:srgbClr val="00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8467059">
              <a:off x="2332034" y="2387724"/>
              <a:ext cx="403384" cy="101022"/>
            </a:xfrm>
            <a:prstGeom prst="ellipse">
              <a:avLst/>
            </a:prstGeom>
            <a:gradFill>
              <a:gsLst>
                <a:gs pos="0">
                  <a:srgbClr val="007858">
                    <a:alpha val="19508"/>
                  </a:srgbClr>
                </a:gs>
                <a:gs pos="14286">
                  <a:srgbClr val="007858">
                    <a:alpha val="18082"/>
                  </a:srgbClr>
                </a:gs>
                <a:gs pos="28571">
                  <a:srgbClr val="007858">
                    <a:alpha val="14347"/>
                  </a:srgbClr>
                </a:gs>
                <a:gs pos="42857">
                  <a:srgbClr val="007858">
                    <a:alpha val="9659"/>
                  </a:srgbClr>
                </a:gs>
                <a:gs pos="57143">
                  <a:srgbClr val="007858">
                    <a:alpha val="5473"/>
                  </a:srgbClr>
                </a:gs>
                <a:gs pos="71429">
                  <a:srgbClr val="007858">
                    <a:alpha val="2600"/>
                  </a:srgbClr>
                </a:gs>
                <a:gs pos="85714">
                  <a:srgbClr val="007858">
                    <a:alpha val="1036"/>
                  </a:srgbClr>
                </a:gs>
                <a:gs pos="100000">
                  <a:srgbClr val="007858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10653894">
              <a:off x="1119051" y="791256"/>
              <a:ext cx="479087" cy="175638"/>
            </a:xfrm>
            <a:prstGeom prst="ellipse">
              <a:avLst/>
            </a:prstGeom>
            <a:gradFill>
              <a:gsLst>
                <a:gs pos="0">
                  <a:srgbClr val="FF0000">
                    <a:alpha val="13124"/>
                  </a:srgbClr>
                </a:gs>
                <a:gs pos="14286">
                  <a:srgbClr val="FF0000">
                    <a:alpha val="12130"/>
                  </a:srgbClr>
                </a:gs>
                <a:gs pos="28571">
                  <a:srgbClr val="FF0000">
                    <a:alpha val="9553"/>
                  </a:srgbClr>
                </a:gs>
                <a:gs pos="42857">
                  <a:srgbClr val="FF0000">
                    <a:alpha val="6374"/>
                  </a:srgbClr>
                </a:gs>
                <a:gs pos="57143">
                  <a:srgbClr val="FF0000">
                    <a:alpha val="3583"/>
                  </a:srgbClr>
                </a:gs>
                <a:gs pos="71429">
                  <a:srgbClr val="FF0000">
                    <a:alpha val="1694"/>
                  </a:srgbClr>
                </a:gs>
                <a:gs pos="85714">
                  <a:srgbClr val="FF0000">
                    <a:alpha val="673"/>
                  </a:srgbClr>
                </a:gs>
                <a:gs pos="100000">
                  <a:srgbClr val="FF000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10787752">
              <a:off x="2163449" y="2660434"/>
              <a:ext cx="317298" cy="121739"/>
            </a:xfrm>
            <a:prstGeom prst="ellipse">
              <a:avLst/>
            </a:prstGeom>
            <a:gradFill>
              <a:gsLst>
                <a:gs pos="0">
                  <a:srgbClr val="00A448">
                    <a:alpha val="5694"/>
                  </a:srgbClr>
                </a:gs>
                <a:gs pos="14286">
                  <a:srgbClr val="00A448">
                    <a:alpha val="5245"/>
                  </a:srgbClr>
                </a:gs>
                <a:gs pos="28571">
                  <a:srgbClr val="00A448">
                    <a:alpha val="4097"/>
                  </a:srgbClr>
                </a:gs>
                <a:gs pos="42857">
                  <a:srgbClr val="00A448">
                    <a:alpha val="2707"/>
                  </a:srgbClr>
                </a:gs>
                <a:gs pos="57143">
                  <a:srgbClr val="00A448">
                    <a:alpha val="1509"/>
                  </a:srgbClr>
                </a:gs>
                <a:gs pos="71429">
                  <a:srgbClr val="00A448">
                    <a:alpha val="709"/>
                  </a:srgbClr>
                </a:gs>
                <a:gs pos="85714">
                  <a:srgbClr val="00A448">
                    <a:alpha val="281"/>
                  </a:srgbClr>
                </a:gs>
                <a:gs pos="100000">
                  <a:srgbClr val="00A448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4403436">
              <a:off x="559784" y="1356257"/>
              <a:ext cx="387788" cy="122897"/>
            </a:xfrm>
            <a:prstGeom prst="ellipse">
              <a:avLst/>
            </a:prstGeom>
            <a:gradFill>
              <a:gsLst>
                <a:gs pos="0">
                  <a:srgbClr val="850074">
                    <a:alpha val="5994"/>
                  </a:srgbClr>
                </a:gs>
                <a:gs pos="14286">
                  <a:srgbClr val="850074">
                    <a:alpha val="5523"/>
                  </a:srgbClr>
                </a:gs>
                <a:gs pos="28571">
                  <a:srgbClr val="850074">
                    <a:alpha val="4315"/>
                  </a:srgbClr>
                </a:gs>
                <a:gs pos="42857">
                  <a:srgbClr val="850074">
                    <a:alpha val="2852"/>
                  </a:srgbClr>
                </a:gs>
                <a:gs pos="57143">
                  <a:srgbClr val="850074">
                    <a:alpha val="1590"/>
                  </a:srgbClr>
                </a:gs>
                <a:gs pos="71429">
                  <a:srgbClr val="850074">
                    <a:alpha val="748"/>
                  </a:srgbClr>
                </a:gs>
                <a:gs pos="85714">
                  <a:srgbClr val="850074">
                    <a:alpha val="296"/>
                  </a:srgbClr>
                </a:gs>
                <a:gs pos="100000">
                  <a:srgbClr val="850074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9702373">
              <a:off x="1926583" y="2756473"/>
              <a:ext cx="238021" cy="63007"/>
            </a:xfrm>
            <a:prstGeom prst="ellipse">
              <a:avLst/>
            </a:prstGeom>
            <a:gradFill>
              <a:gsLst>
                <a:gs pos="0">
                  <a:srgbClr val="00B7B2">
                    <a:alpha val="3868"/>
                  </a:srgbClr>
                </a:gs>
                <a:gs pos="14286">
                  <a:srgbClr val="00B7B2">
                    <a:alpha val="3561"/>
                  </a:srgbClr>
                </a:gs>
                <a:gs pos="28571">
                  <a:srgbClr val="00B7B2">
                    <a:alpha val="2776"/>
                  </a:srgbClr>
                </a:gs>
                <a:gs pos="42857">
                  <a:srgbClr val="00B7B2">
                    <a:alpha val="1829"/>
                  </a:srgbClr>
                </a:gs>
                <a:gs pos="57143">
                  <a:srgbClr val="00B7B2">
                    <a:alpha val="1018"/>
                  </a:srgbClr>
                </a:gs>
                <a:gs pos="71429">
                  <a:srgbClr val="00B7B2">
                    <a:alpha val="478"/>
                  </a:srgbClr>
                </a:gs>
                <a:gs pos="85714">
                  <a:srgbClr val="00B7B2">
                    <a:alpha val="189"/>
                  </a:srgbClr>
                </a:gs>
                <a:gs pos="100000">
                  <a:srgbClr val="00B7B2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10046231">
              <a:off x="1897181" y="2679203"/>
              <a:ext cx="386764" cy="118674"/>
            </a:xfrm>
            <a:prstGeom prst="ellipse">
              <a:avLst/>
            </a:prstGeom>
            <a:gradFill>
              <a:gsLst>
                <a:gs pos="0">
                  <a:srgbClr val="00AF8D">
                    <a:alpha val="24565"/>
                  </a:srgbClr>
                </a:gs>
                <a:gs pos="14286">
                  <a:srgbClr val="00AF8D">
                    <a:alpha val="22825"/>
                  </a:srgbClr>
                </a:gs>
                <a:gs pos="28571">
                  <a:srgbClr val="00AF8D">
                    <a:alpha val="18223"/>
                  </a:srgbClr>
                </a:gs>
                <a:gs pos="42857">
                  <a:srgbClr val="00AF8D">
                    <a:alpha val="12362"/>
                  </a:srgbClr>
                </a:gs>
                <a:gs pos="57143">
                  <a:srgbClr val="00AF8D">
                    <a:alpha val="7051"/>
                  </a:srgbClr>
                </a:gs>
                <a:gs pos="71429">
                  <a:srgbClr val="00AF8D">
                    <a:alpha val="3365"/>
                  </a:srgbClr>
                </a:gs>
                <a:gs pos="85714">
                  <a:srgbClr val="00AF8D">
                    <a:alpha val="1344"/>
                  </a:srgbClr>
                </a:gs>
                <a:gs pos="100000">
                  <a:srgbClr val="00AF8D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-9746824">
              <a:off x="970802" y="3416932"/>
              <a:ext cx="422316" cy="46402"/>
            </a:xfrm>
            <a:prstGeom prst="ellipse">
              <a:avLst/>
            </a:prstGeom>
            <a:gradFill>
              <a:gsLst>
                <a:gs pos="0">
                  <a:srgbClr val="060000">
                    <a:alpha val="2664"/>
                  </a:srgbClr>
                </a:gs>
                <a:gs pos="14286">
                  <a:srgbClr val="060000">
                    <a:alpha val="2451"/>
                  </a:srgbClr>
                </a:gs>
                <a:gs pos="28571">
                  <a:srgbClr val="060000">
                    <a:alpha val="1909"/>
                  </a:srgbClr>
                </a:gs>
                <a:gs pos="42857">
                  <a:srgbClr val="060000">
                    <a:alpha val="1256"/>
                  </a:srgbClr>
                </a:gs>
                <a:gs pos="57143">
                  <a:srgbClr val="060000">
                    <a:alpha val="698"/>
                  </a:srgbClr>
                </a:gs>
                <a:gs pos="71429">
                  <a:srgbClr val="060000">
                    <a:alpha val="327"/>
                  </a:srgbClr>
                </a:gs>
                <a:gs pos="85714">
                  <a:srgbClr val="060000">
                    <a:alpha val="130"/>
                  </a:srgbClr>
                </a:gs>
                <a:gs pos="100000">
                  <a:srgbClr val="0600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7011307">
              <a:off x="2632266" y="2092098"/>
              <a:ext cx="313130" cy="66358"/>
            </a:xfrm>
            <a:prstGeom prst="ellipse">
              <a:avLst/>
            </a:prstGeom>
            <a:gradFill>
              <a:gsLst>
                <a:gs pos="0">
                  <a:srgbClr val="67A900">
                    <a:alpha val="2420"/>
                  </a:srgbClr>
                </a:gs>
                <a:gs pos="14286">
                  <a:srgbClr val="67A900">
                    <a:alpha val="2227"/>
                  </a:srgbClr>
                </a:gs>
                <a:gs pos="28571">
                  <a:srgbClr val="67A900">
                    <a:alpha val="1733"/>
                  </a:srgbClr>
                </a:gs>
                <a:gs pos="42857">
                  <a:srgbClr val="67A900">
                    <a:alpha val="1140"/>
                  </a:srgbClr>
                </a:gs>
                <a:gs pos="57143">
                  <a:srgbClr val="67A900">
                    <a:alpha val="633"/>
                  </a:srgbClr>
                </a:gs>
                <a:gs pos="71429">
                  <a:srgbClr val="67A900">
                    <a:alpha val="297"/>
                  </a:srgbClr>
                </a:gs>
                <a:gs pos="85714">
                  <a:srgbClr val="67A900">
                    <a:alpha val="118"/>
                  </a:srgbClr>
                </a:gs>
                <a:gs pos="100000">
                  <a:srgbClr val="67A9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10103142">
              <a:off x="1102098" y="847531"/>
              <a:ext cx="258293" cy="69781"/>
            </a:xfrm>
            <a:prstGeom prst="ellipse">
              <a:avLst/>
            </a:prstGeom>
            <a:gradFill>
              <a:gsLst>
                <a:gs pos="0">
                  <a:srgbClr val="80004A">
                    <a:alpha val="6525"/>
                  </a:srgbClr>
                </a:gs>
                <a:gs pos="14286">
                  <a:srgbClr val="80004A">
                    <a:alpha val="6013"/>
                  </a:srgbClr>
                </a:gs>
                <a:gs pos="28571">
                  <a:srgbClr val="80004A">
                    <a:alpha val="4701"/>
                  </a:srgbClr>
                </a:gs>
                <a:gs pos="42857">
                  <a:srgbClr val="80004A">
                    <a:alpha val="3109"/>
                  </a:srgbClr>
                </a:gs>
                <a:gs pos="57143">
                  <a:srgbClr val="80004A">
                    <a:alpha val="1735"/>
                  </a:srgbClr>
                </a:gs>
                <a:gs pos="71429">
                  <a:srgbClr val="80004A">
                    <a:alpha val="816"/>
                  </a:srgbClr>
                </a:gs>
                <a:gs pos="85714">
                  <a:srgbClr val="80004A">
                    <a:alpha val="323"/>
                  </a:srgbClr>
                </a:gs>
                <a:gs pos="100000">
                  <a:srgbClr val="80004A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9721331">
              <a:off x="2133302" y="2585955"/>
              <a:ext cx="395598" cy="144972"/>
            </a:xfrm>
            <a:prstGeom prst="ellipse">
              <a:avLst/>
            </a:prstGeom>
            <a:gradFill>
              <a:gsLst>
                <a:gs pos="0">
                  <a:srgbClr val="009A43">
                    <a:alpha val="21910"/>
                  </a:srgbClr>
                </a:gs>
                <a:gs pos="14286">
                  <a:srgbClr val="009A43">
                    <a:alpha val="20332"/>
                  </a:srgbClr>
                </a:gs>
                <a:gs pos="28571">
                  <a:srgbClr val="009A43">
                    <a:alpha val="16179"/>
                  </a:srgbClr>
                </a:gs>
                <a:gs pos="42857">
                  <a:srgbClr val="009A43">
                    <a:alpha val="10931"/>
                  </a:srgbClr>
                </a:gs>
                <a:gs pos="57143">
                  <a:srgbClr val="009A43">
                    <a:alpha val="6213"/>
                  </a:srgbClr>
                </a:gs>
                <a:gs pos="71429">
                  <a:srgbClr val="009A43">
                    <a:alpha val="2958"/>
                  </a:srgbClr>
                </a:gs>
                <a:gs pos="85714">
                  <a:srgbClr val="009A43">
                    <a:alpha val="1180"/>
                  </a:srgbClr>
                </a:gs>
                <a:gs pos="100000">
                  <a:srgbClr val="009A43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7763292">
              <a:off x="2505413" y="2171191"/>
              <a:ext cx="354808" cy="102053"/>
            </a:xfrm>
            <a:prstGeom prst="ellipse">
              <a:avLst/>
            </a:prstGeom>
            <a:gradFill>
              <a:gsLst>
                <a:gs pos="0">
                  <a:srgbClr val="308000">
                    <a:alpha val="6958"/>
                  </a:srgbClr>
                </a:gs>
                <a:gs pos="14286">
                  <a:srgbClr val="308000">
                    <a:alpha val="6413"/>
                  </a:srgbClr>
                </a:gs>
                <a:gs pos="28571">
                  <a:srgbClr val="308000">
                    <a:alpha val="5016"/>
                  </a:srgbClr>
                </a:gs>
                <a:gs pos="42857">
                  <a:srgbClr val="308000">
                    <a:alpha val="3319"/>
                  </a:srgbClr>
                </a:gs>
                <a:gs pos="57143">
                  <a:srgbClr val="308000">
                    <a:alpha val="1853"/>
                  </a:srgbClr>
                </a:gs>
                <a:gs pos="71429">
                  <a:srgbClr val="308000">
                    <a:alpha val="872"/>
                  </a:srgbClr>
                </a:gs>
                <a:gs pos="85714">
                  <a:srgbClr val="308000">
                    <a:alpha val="346"/>
                  </a:srgbClr>
                </a:gs>
                <a:gs pos="100000">
                  <a:srgbClr val="3080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9379983">
              <a:off x="1887518" y="2788047"/>
              <a:ext cx="225540" cy="59806"/>
            </a:xfrm>
            <a:prstGeom prst="ellipse">
              <a:avLst/>
            </a:prstGeom>
            <a:gradFill>
              <a:gsLst>
                <a:gs pos="0">
                  <a:srgbClr val="19C4A7">
                    <a:alpha val="5513"/>
                  </a:srgbClr>
                </a:gs>
                <a:gs pos="14286">
                  <a:srgbClr val="19C4A7">
                    <a:alpha val="5079"/>
                  </a:srgbClr>
                </a:gs>
                <a:gs pos="28571">
                  <a:srgbClr val="19C4A7">
                    <a:alpha val="3966"/>
                  </a:srgbClr>
                </a:gs>
                <a:gs pos="42857">
                  <a:srgbClr val="19C4A7">
                    <a:alpha val="2620"/>
                  </a:srgbClr>
                </a:gs>
                <a:gs pos="57143">
                  <a:srgbClr val="19C4A7">
                    <a:alpha val="1460"/>
                  </a:srgbClr>
                </a:gs>
                <a:gs pos="71429">
                  <a:srgbClr val="19C4A7">
                    <a:alpha val="686"/>
                  </a:srgbClr>
                </a:gs>
                <a:gs pos="85714">
                  <a:srgbClr val="19C4A7">
                    <a:alpha val="272"/>
                  </a:srgbClr>
                </a:gs>
                <a:gs pos="100000">
                  <a:srgbClr val="19C4A7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9690271">
              <a:off x="2145576" y="2507064"/>
              <a:ext cx="465912" cy="166469"/>
            </a:xfrm>
            <a:prstGeom prst="ellipse">
              <a:avLst/>
            </a:prstGeom>
            <a:gradFill>
              <a:gsLst>
                <a:gs pos="0">
                  <a:srgbClr val="00F686">
                    <a:alpha val="9523"/>
                  </a:srgbClr>
                </a:gs>
                <a:gs pos="14286">
                  <a:srgbClr val="00F686">
                    <a:alpha val="8788"/>
                  </a:srgbClr>
                </a:gs>
                <a:gs pos="28571">
                  <a:srgbClr val="00F686">
                    <a:alpha val="6893"/>
                  </a:srgbClr>
                </a:gs>
                <a:gs pos="42857">
                  <a:srgbClr val="00F686">
                    <a:alpha val="4577"/>
                  </a:srgbClr>
                </a:gs>
                <a:gs pos="57143">
                  <a:srgbClr val="00F686">
                    <a:alpha val="2562"/>
                  </a:srgbClr>
                </a:gs>
                <a:gs pos="71429">
                  <a:srgbClr val="00F686">
                    <a:alpha val="1208"/>
                  </a:srgbClr>
                </a:gs>
                <a:gs pos="85714">
                  <a:srgbClr val="00F686">
                    <a:alpha val="479"/>
                  </a:srgbClr>
                </a:gs>
                <a:gs pos="100000">
                  <a:srgbClr val="00F686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-10176740">
              <a:off x="1927436" y="2710822"/>
              <a:ext cx="331603" cy="162632"/>
            </a:xfrm>
            <a:prstGeom prst="ellipse">
              <a:avLst/>
            </a:prstGeom>
            <a:gradFill>
              <a:gsLst>
                <a:gs pos="0">
                  <a:srgbClr val="008872">
                    <a:alpha val="13402"/>
                  </a:srgbClr>
                </a:gs>
                <a:gs pos="14286">
                  <a:srgbClr val="008872">
                    <a:alpha val="12388"/>
                  </a:srgbClr>
                </a:gs>
                <a:gs pos="28571">
                  <a:srgbClr val="008872">
                    <a:alpha val="9759"/>
                  </a:srgbClr>
                </a:gs>
                <a:gs pos="42857">
                  <a:srgbClr val="008872">
                    <a:alpha val="6514"/>
                  </a:srgbClr>
                </a:gs>
                <a:gs pos="57143">
                  <a:srgbClr val="008872">
                    <a:alpha val="3663"/>
                  </a:srgbClr>
                </a:gs>
                <a:gs pos="71429">
                  <a:srgbClr val="008872">
                    <a:alpha val="1732"/>
                  </a:srgbClr>
                </a:gs>
                <a:gs pos="85714">
                  <a:srgbClr val="008872">
                    <a:alpha val="688"/>
                  </a:srgbClr>
                </a:gs>
                <a:gs pos="100000">
                  <a:srgbClr val="008872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8716864">
              <a:off x="2099194" y="2711956"/>
              <a:ext cx="314245" cy="83663"/>
            </a:xfrm>
            <a:prstGeom prst="ellipse">
              <a:avLst/>
            </a:prstGeom>
            <a:gradFill>
              <a:gsLst>
                <a:gs pos="0">
                  <a:srgbClr val="23A47D">
                    <a:alpha val="1288"/>
                  </a:srgbClr>
                </a:gs>
                <a:gs pos="14286">
                  <a:srgbClr val="23A47D">
                    <a:alpha val="1185"/>
                  </a:srgbClr>
                </a:gs>
                <a:gs pos="28571">
                  <a:srgbClr val="23A47D">
                    <a:alpha val="921"/>
                  </a:srgbClr>
                </a:gs>
                <a:gs pos="42857">
                  <a:srgbClr val="23A47D">
                    <a:alpha val="605"/>
                  </a:srgbClr>
                </a:gs>
                <a:gs pos="57143">
                  <a:srgbClr val="23A47D">
                    <a:alpha val="336"/>
                  </a:srgbClr>
                </a:gs>
                <a:gs pos="71429">
                  <a:srgbClr val="23A47D">
                    <a:alpha val="157"/>
                  </a:srgbClr>
                </a:gs>
                <a:gs pos="85714">
                  <a:srgbClr val="23A47D">
                    <a:alpha val="62"/>
                  </a:srgbClr>
                </a:gs>
                <a:gs pos="100000">
                  <a:srgbClr val="23A47D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6142797">
              <a:off x="3161382" y="2176325"/>
              <a:ext cx="394317" cy="276966"/>
            </a:xfrm>
            <a:prstGeom prst="ellipse">
              <a:avLst/>
            </a:prstGeom>
            <a:gradFill>
              <a:gsLst>
                <a:gs pos="0">
                  <a:srgbClr val="000019">
                    <a:alpha val="31052"/>
                  </a:srgbClr>
                </a:gs>
                <a:gs pos="14286">
                  <a:srgbClr val="000019">
                    <a:alpha val="28947"/>
                  </a:srgbClr>
                </a:gs>
                <a:gs pos="28571">
                  <a:srgbClr val="000019">
                    <a:alpha val="23306"/>
                  </a:srgbClr>
                </a:gs>
                <a:gs pos="42857">
                  <a:srgbClr val="000019">
                    <a:alpha val="15974"/>
                  </a:srgbClr>
                </a:gs>
                <a:gs pos="57143">
                  <a:srgbClr val="000019">
                    <a:alpha val="9193"/>
                  </a:srgbClr>
                </a:gs>
                <a:gs pos="71429">
                  <a:srgbClr val="000019">
                    <a:alpha val="4414"/>
                  </a:srgbClr>
                </a:gs>
                <a:gs pos="85714">
                  <a:srgbClr val="000019">
                    <a:alpha val="1769"/>
                  </a:srgbClr>
                </a:gs>
                <a:gs pos="100000">
                  <a:srgbClr val="000019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505675">
              <a:off x="388157" y="3001432"/>
              <a:ext cx="407636" cy="407298"/>
            </a:xfrm>
            <a:prstGeom prst="ellipse">
              <a:avLst/>
            </a:prstGeom>
            <a:gradFill>
              <a:gsLst>
                <a:gs pos="0">
                  <a:srgbClr val="160000">
                    <a:alpha val="2463"/>
                  </a:srgbClr>
                </a:gs>
                <a:gs pos="14286">
                  <a:srgbClr val="160000">
                    <a:alpha val="2266"/>
                  </a:srgbClr>
                </a:gs>
                <a:gs pos="28571">
                  <a:srgbClr val="160000">
                    <a:alpha val="1764"/>
                  </a:srgbClr>
                </a:gs>
                <a:gs pos="42857">
                  <a:srgbClr val="160000">
                    <a:alpha val="1161"/>
                  </a:srgbClr>
                </a:gs>
                <a:gs pos="57143">
                  <a:srgbClr val="160000">
                    <a:alpha val="645"/>
                  </a:srgbClr>
                </a:gs>
                <a:gs pos="71429">
                  <a:srgbClr val="160000">
                    <a:alpha val="302"/>
                  </a:srgbClr>
                </a:gs>
                <a:gs pos="85714">
                  <a:srgbClr val="160000">
                    <a:alpha val="120"/>
                  </a:srgbClr>
                </a:gs>
                <a:gs pos="100000">
                  <a:srgbClr val="1600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4604040">
              <a:off x="626281" y="1480593"/>
              <a:ext cx="246805" cy="73567"/>
            </a:xfrm>
            <a:prstGeom prst="ellipse">
              <a:avLst/>
            </a:prstGeom>
            <a:gradFill>
              <a:gsLst>
                <a:gs pos="0">
                  <a:srgbClr val="B2007A">
                    <a:alpha val="3285"/>
                  </a:srgbClr>
                </a:gs>
                <a:gs pos="14286">
                  <a:srgbClr val="B2007A">
                    <a:alpha val="3023"/>
                  </a:srgbClr>
                </a:gs>
                <a:gs pos="28571">
                  <a:srgbClr val="B2007A">
                    <a:alpha val="2356"/>
                  </a:srgbClr>
                </a:gs>
                <a:gs pos="42857">
                  <a:srgbClr val="B2007A">
                    <a:alpha val="1551"/>
                  </a:srgbClr>
                </a:gs>
                <a:gs pos="57143">
                  <a:srgbClr val="B2007A">
                    <a:alpha val="863"/>
                  </a:srgbClr>
                </a:gs>
                <a:gs pos="71429">
                  <a:srgbClr val="B2007A">
                    <a:alpha val="405"/>
                  </a:srgbClr>
                </a:gs>
                <a:gs pos="85714">
                  <a:srgbClr val="B2007A">
                    <a:alpha val="160"/>
                  </a:srgbClr>
                </a:gs>
                <a:gs pos="100000">
                  <a:srgbClr val="B2007A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10065173">
              <a:off x="2294178" y="923593"/>
              <a:ext cx="266280" cy="73714"/>
            </a:xfrm>
            <a:prstGeom prst="ellipse">
              <a:avLst/>
            </a:prstGeom>
            <a:gradFill>
              <a:gsLst>
                <a:gs pos="0">
                  <a:srgbClr val="F00000">
                    <a:alpha val="4079"/>
                  </a:srgbClr>
                </a:gs>
                <a:gs pos="14286">
                  <a:srgbClr val="F00000">
                    <a:alpha val="3755"/>
                  </a:srgbClr>
                </a:gs>
                <a:gs pos="28571">
                  <a:srgbClr val="F00000">
                    <a:alpha val="2928"/>
                  </a:srgbClr>
                </a:gs>
                <a:gs pos="42857">
                  <a:srgbClr val="F00000">
                    <a:alpha val="1930"/>
                  </a:srgbClr>
                </a:gs>
                <a:gs pos="57143">
                  <a:srgbClr val="F00000">
                    <a:alpha val="1074"/>
                  </a:srgbClr>
                </a:gs>
                <a:gs pos="71429">
                  <a:srgbClr val="F00000">
                    <a:alpha val="504"/>
                  </a:srgbClr>
                </a:gs>
                <a:gs pos="85714">
                  <a:srgbClr val="F00000">
                    <a:alpha val="200"/>
                  </a:srgbClr>
                </a:gs>
                <a:gs pos="100000">
                  <a:srgbClr val="F00000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5480043">
              <a:off x="2903567" y="2734502"/>
              <a:ext cx="311652" cy="285069"/>
            </a:xfrm>
            <a:prstGeom prst="ellipse">
              <a:avLst/>
            </a:prstGeom>
            <a:gradFill>
              <a:gsLst>
                <a:gs pos="0">
                  <a:srgbClr val="000000">
                    <a:alpha val="13327"/>
                  </a:srgbClr>
                </a:gs>
                <a:gs pos="14286">
                  <a:srgbClr val="000000">
                    <a:alpha val="12319"/>
                  </a:srgbClr>
                </a:gs>
                <a:gs pos="28571">
                  <a:srgbClr val="000000">
                    <a:alpha val="9704"/>
                  </a:srgbClr>
                </a:gs>
                <a:gs pos="42857">
                  <a:srgbClr val="000000">
                    <a:alpha val="6476"/>
                  </a:srgbClr>
                </a:gs>
                <a:gs pos="57143">
                  <a:srgbClr val="000000">
                    <a:alpha val="3642"/>
                  </a:srgbClr>
                </a:gs>
                <a:gs pos="71429">
                  <a:srgbClr val="000000">
                    <a:alpha val="1722"/>
                  </a:srgbClr>
                </a:gs>
                <a:gs pos="85714">
                  <a:srgbClr val="000000">
                    <a:alpha val="684"/>
                  </a:srgbClr>
                </a:gs>
                <a:gs pos="100000">
                  <a:srgbClr val="0000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-9706327">
              <a:off x="1060938" y="3356003"/>
              <a:ext cx="679084" cy="157208"/>
            </a:xfrm>
            <a:prstGeom prst="ellipse">
              <a:avLst/>
            </a:prstGeom>
            <a:gradFill>
              <a:gsLst>
                <a:gs pos="0">
                  <a:srgbClr val="003844">
                    <a:alpha val="32968"/>
                  </a:srgbClr>
                </a:gs>
                <a:gs pos="14286">
                  <a:srgbClr val="003844">
                    <a:alpha val="30764"/>
                  </a:srgbClr>
                </a:gs>
                <a:gs pos="28571">
                  <a:srgbClr val="003844">
                    <a:alpha val="24833"/>
                  </a:srgbClr>
                </a:gs>
                <a:gs pos="42857">
                  <a:srgbClr val="003844">
                    <a:alpha val="17075"/>
                  </a:srgbClr>
                </a:gs>
                <a:gs pos="57143">
                  <a:srgbClr val="003844">
                    <a:alpha val="9855"/>
                  </a:srgbClr>
                </a:gs>
                <a:gs pos="71429">
                  <a:srgbClr val="003844">
                    <a:alpha val="4740"/>
                  </a:srgbClr>
                </a:gs>
                <a:gs pos="85714">
                  <a:srgbClr val="003844">
                    <a:alpha val="1902"/>
                  </a:srgbClr>
                </a:gs>
                <a:gs pos="100000">
                  <a:srgbClr val="00384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8763026">
              <a:off x="1010967" y="2479633"/>
              <a:ext cx="433174" cy="176825"/>
            </a:xfrm>
            <a:prstGeom prst="ellipse">
              <a:avLst/>
            </a:prstGeom>
            <a:gradFill>
              <a:gsLst>
                <a:gs pos="0">
                  <a:srgbClr val="0044FF">
                    <a:alpha val="32657"/>
                  </a:srgbClr>
                </a:gs>
                <a:gs pos="14286">
                  <a:srgbClr val="0044FF">
                    <a:alpha val="30469"/>
                  </a:srgbClr>
                </a:gs>
                <a:gs pos="28571">
                  <a:srgbClr val="0044FF">
                    <a:alpha val="24584"/>
                  </a:srgbClr>
                </a:gs>
                <a:gs pos="42857">
                  <a:srgbClr val="0044FF">
                    <a:alpha val="16896"/>
                  </a:srgbClr>
                </a:gs>
                <a:gs pos="57143">
                  <a:srgbClr val="0044FF">
                    <a:alpha val="9747"/>
                  </a:srgbClr>
                </a:gs>
                <a:gs pos="71429">
                  <a:srgbClr val="0044FF">
                    <a:alpha val="4687"/>
                  </a:srgbClr>
                </a:gs>
                <a:gs pos="85714">
                  <a:srgbClr val="0044FF">
                    <a:alpha val="1880"/>
                  </a:srgbClr>
                </a:gs>
                <a:gs pos="100000">
                  <a:srgbClr val="0044FF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5713271">
              <a:off x="2939737" y="2490821"/>
              <a:ext cx="399365" cy="396273"/>
            </a:xfrm>
            <a:prstGeom prst="ellipse">
              <a:avLst/>
            </a:prstGeom>
            <a:gradFill>
              <a:gsLst>
                <a:gs pos="0">
                  <a:srgbClr val="0B0000">
                    <a:alpha val="5128"/>
                  </a:srgbClr>
                </a:gs>
                <a:gs pos="14286">
                  <a:srgbClr val="0B0000">
                    <a:alpha val="4723"/>
                  </a:srgbClr>
                </a:gs>
                <a:gs pos="28571">
                  <a:srgbClr val="0B0000">
                    <a:alpha val="3687"/>
                  </a:srgbClr>
                </a:gs>
                <a:gs pos="42857">
                  <a:srgbClr val="0B0000">
                    <a:alpha val="2434"/>
                  </a:srgbClr>
                </a:gs>
                <a:gs pos="57143">
                  <a:srgbClr val="0B0000">
                    <a:alpha val="1356"/>
                  </a:srgbClr>
                </a:gs>
                <a:gs pos="71429">
                  <a:srgbClr val="0B0000">
                    <a:alpha val="637"/>
                  </a:srgbClr>
                </a:gs>
                <a:gs pos="85714">
                  <a:srgbClr val="0B0000">
                    <a:alpha val="252"/>
                  </a:srgbClr>
                </a:gs>
                <a:gs pos="100000">
                  <a:srgbClr val="0B00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10000416">
              <a:off x="1878731" y="3405629"/>
              <a:ext cx="531032" cy="91211"/>
            </a:xfrm>
            <a:prstGeom prst="ellipse">
              <a:avLst/>
            </a:prstGeom>
            <a:gradFill>
              <a:gsLst>
                <a:gs pos="0">
                  <a:srgbClr val="002A22">
                    <a:alpha val="32968"/>
                  </a:srgbClr>
                </a:gs>
                <a:gs pos="14286">
                  <a:srgbClr val="002A22">
                    <a:alpha val="30764"/>
                  </a:srgbClr>
                </a:gs>
                <a:gs pos="28571">
                  <a:srgbClr val="002A22">
                    <a:alpha val="24833"/>
                  </a:srgbClr>
                </a:gs>
                <a:gs pos="42857">
                  <a:srgbClr val="002A22">
                    <a:alpha val="17075"/>
                  </a:srgbClr>
                </a:gs>
                <a:gs pos="57143">
                  <a:srgbClr val="002A22">
                    <a:alpha val="9855"/>
                  </a:srgbClr>
                </a:gs>
                <a:gs pos="71429">
                  <a:srgbClr val="002A22">
                    <a:alpha val="4740"/>
                  </a:srgbClr>
                </a:gs>
                <a:gs pos="85714">
                  <a:srgbClr val="002A22">
                    <a:alpha val="1902"/>
                  </a:srgbClr>
                </a:gs>
                <a:gs pos="100000">
                  <a:srgbClr val="002A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8640198">
              <a:off x="2477211" y="2391946"/>
              <a:ext cx="311689" cy="96651"/>
            </a:xfrm>
            <a:prstGeom prst="ellipse">
              <a:avLst/>
            </a:prstGeom>
            <a:gradFill>
              <a:gsLst>
                <a:gs pos="0">
                  <a:srgbClr val="007F73">
                    <a:alpha val="3705"/>
                  </a:srgbClr>
                </a:gs>
                <a:gs pos="14286">
                  <a:srgbClr val="007F73">
                    <a:alpha val="3410"/>
                  </a:srgbClr>
                </a:gs>
                <a:gs pos="28571">
                  <a:srgbClr val="007F73">
                    <a:alpha val="2658"/>
                  </a:srgbClr>
                </a:gs>
                <a:gs pos="42857">
                  <a:srgbClr val="007F73">
                    <a:alpha val="1752"/>
                  </a:srgbClr>
                </a:gs>
                <a:gs pos="57143">
                  <a:srgbClr val="007F73">
                    <a:alpha val="974"/>
                  </a:srgbClr>
                </a:gs>
                <a:gs pos="71429">
                  <a:srgbClr val="007F73">
                    <a:alpha val="457"/>
                  </a:srgbClr>
                </a:gs>
                <a:gs pos="85714">
                  <a:srgbClr val="007F73">
                    <a:alpha val="181"/>
                  </a:srgbClr>
                </a:gs>
                <a:gs pos="100000">
                  <a:srgbClr val="007F73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-9557791">
              <a:off x="2415001" y="987641"/>
              <a:ext cx="349889" cy="168892"/>
            </a:xfrm>
            <a:prstGeom prst="ellipse">
              <a:avLst/>
            </a:prstGeom>
            <a:gradFill>
              <a:gsLst>
                <a:gs pos="0">
                  <a:srgbClr val="B34900">
                    <a:alpha val="21318"/>
                  </a:srgbClr>
                </a:gs>
                <a:gs pos="14286">
                  <a:srgbClr val="B34900">
                    <a:alpha val="19777"/>
                  </a:srgbClr>
                </a:gs>
                <a:gs pos="28571">
                  <a:srgbClr val="B34900">
                    <a:alpha val="15726"/>
                  </a:srgbClr>
                </a:gs>
                <a:gs pos="42857">
                  <a:srgbClr val="B34900">
                    <a:alpha val="10616"/>
                  </a:srgbClr>
                </a:gs>
                <a:gs pos="57143">
                  <a:srgbClr val="B34900">
                    <a:alpha val="6029"/>
                  </a:srgbClr>
                </a:gs>
                <a:gs pos="71429">
                  <a:srgbClr val="B34900">
                    <a:alpha val="2869"/>
                  </a:srgbClr>
                </a:gs>
                <a:gs pos="85714">
                  <a:srgbClr val="B34900">
                    <a:alpha val="1144"/>
                  </a:srgbClr>
                </a:gs>
                <a:gs pos="100000">
                  <a:srgbClr val="B34900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6908556">
              <a:off x="2600438" y="2086855"/>
              <a:ext cx="271376" cy="60680"/>
            </a:xfrm>
            <a:prstGeom prst="ellipse">
              <a:avLst/>
            </a:prstGeom>
            <a:gradFill>
              <a:gsLst>
                <a:gs pos="0">
                  <a:srgbClr val="70B700">
                    <a:alpha val="4678"/>
                  </a:srgbClr>
                </a:gs>
                <a:gs pos="14286">
                  <a:srgbClr val="70B700">
                    <a:alpha val="4308"/>
                  </a:srgbClr>
                </a:gs>
                <a:gs pos="28571">
                  <a:srgbClr val="70B700">
                    <a:alpha val="3361"/>
                  </a:srgbClr>
                </a:gs>
                <a:gs pos="42857">
                  <a:srgbClr val="70B700">
                    <a:alpha val="2218"/>
                  </a:srgbClr>
                </a:gs>
                <a:gs pos="57143">
                  <a:srgbClr val="70B700">
                    <a:alpha val="1235"/>
                  </a:srgbClr>
                </a:gs>
                <a:gs pos="71429">
                  <a:srgbClr val="70B700">
                    <a:alpha val="580"/>
                  </a:srgbClr>
                </a:gs>
                <a:gs pos="85714">
                  <a:srgbClr val="70B700">
                    <a:alpha val="230"/>
                  </a:srgbClr>
                </a:gs>
                <a:gs pos="100000">
                  <a:srgbClr val="70B7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10638658">
              <a:off x="1791086" y="2775187"/>
              <a:ext cx="408974" cy="107486"/>
            </a:xfrm>
            <a:prstGeom prst="ellipse">
              <a:avLst/>
            </a:prstGeom>
            <a:gradFill>
              <a:gsLst>
                <a:gs pos="0">
                  <a:srgbClr val="00692F">
                    <a:alpha val="25340"/>
                  </a:srgbClr>
                </a:gs>
                <a:gs pos="14286">
                  <a:srgbClr val="00692F">
                    <a:alpha val="23554"/>
                  </a:srgbClr>
                </a:gs>
                <a:gs pos="28571">
                  <a:srgbClr val="00692F">
                    <a:alpha val="18823"/>
                  </a:srgbClr>
                </a:gs>
                <a:gs pos="42857">
                  <a:srgbClr val="00692F">
                    <a:alpha val="12784"/>
                  </a:srgbClr>
                </a:gs>
                <a:gs pos="57143">
                  <a:srgbClr val="00692F">
                    <a:alpha val="7299"/>
                  </a:srgbClr>
                </a:gs>
                <a:gs pos="71429">
                  <a:srgbClr val="00692F">
                    <a:alpha val="3486"/>
                  </a:srgbClr>
                </a:gs>
                <a:gs pos="85714">
                  <a:srgbClr val="00692F">
                    <a:alpha val="1393"/>
                  </a:srgbClr>
                </a:gs>
                <a:gs pos="100000">
                  <a:srgbClr val="00692F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3635129">
              <a:off x="2692190" y="1065772"/>
              <a:ext cx="411608" cy="114695"/>
            </a:xfrm>
            <a:prstGeom prst="ellipse">
              <a:avLst/>
            </a:prstGeom>
            <a:gradFill>
              <a:gsLst>
                <a:gs pos="0">
                  <a:srgbClr val="4E0014">
                    <a:alpha val="3295"/>
                  </a:srgbClr>
                </a:gs>
                <a:gs pos="14286">
                  <a:srgbClr val="4E0014">
                    <a:alpha val="3033"/>
                  </a:srgbClr>
                </a:gs>
                <a:gs pos="28571">
                  <a:srgbClr val="4E0014">
                    <a:alpha val="2363"/>
                  </a:srgbClr>
                </a:gs>
                <a:gs pos="42857">
                  <a:srgbClr val="4E0014">
                    <a:alpha val="1556"/>
                  </a:srgbClr>
                </a:gs>
                <a:gs pos="57143">
                  <a:srgbClr val="4E0014">
                    <a:alpha val="865"/>
                  </a:srgbClr>
                </a:gs>
                <a:gs pos="71429">
                  <a:srgbClr val="4E0014">
                    <a:alpha val="406"/>
                  </a:srgbClr>
                </a:gs>
                <a:gs pos="85714">
                  <a:srgbClr val="4E0014">
                    <a:alpha val="161"/>
                  </a:srgbClr>
                </a:gs>
                <a:gs pos="100000">
                  <a:srgbClr val="4E0014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9779821">
              <a:off x="1282041" y="771262"/>
              <a:ext cx="222978" cy="64338"/>
            </a:xfrm>
            <a:prstGeom prst="ellipse">
              <a:avLst/>
            </a:prstGeom>
            <a:gradFill>
              <a:gsLst>
                <a:gs pos="0">
                  <a:srgbClr val="C60070">
                    <a:alpha val="6503"/>
                  </a:srgbClr>
                </a:gs>
                <a:gs pos="14286">
                  <a:srgbClr val="C60070">
                    <a:alpha val="5993"/>
                  </a:srgbClr>
                </a:gs>
                <a:gs pos="28571">
                  <a:srgbClr val="C60070">
                    <a:alpha val="4685"/>
                  </a:srgbClr>
                </a:gs>
                <a:gs pos="42857">
                  <a:srgbClr val="C60070">
                    <a:alpha val="3098"/>
                  </a:srgbClr>
                </a:gs>
                <a:gs pos="57143">
                  <a:srgbClr val="C60070">
                    <a:alpha val="1729"/>
                  </a:srgbClr>
                </a:gs>
                <a:gs pos="71429">
                  <a:srgbClr val="C60070">
                    <a:alpha val="813"/>
                  </a:srgbClr>
                </a:gs>
                <a:gs pos="85714">
                  <a:srgbClr val="C60070">
                    <a:alpha val="322"/>
                  </a:srgbClr>
                </a:gs>
                <a:gs pos="100000">
                  <a:srgbClr val="C6007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10053655">
              <a:off x="2673954" y="1093058"/>
              <a:ext cx="236604" cy="159908"/>
            </a:xfrm>
            <a:prstGeom prst="ellipse">
              <a:avLst/>
            </a:prstGeom>
            <a:gradFill>
              <a:gsLst>
                <a:gs pos="0">
                  <a:srgbClr val="747100">
                    <a:alpha val="28917"/>
                  </a:srgbClr>
                </a:gs>
                <a:gs pos="14286">
                  <a:srgbClr val="747100">
                    <a:alpha val="26927"/>
                  </a:srgbClr>
                </a:gs>
                <a:gs pos="28571">
                  <a:srgbClr val="747100">
                    <a:alpha val="21619"/>
                  </a:srgbClr>
                </a:gs>
                <a:gs pos="42857">
                  <a:srgbClr val="747100">
                    <a:alpha val="14766"/>
                  </a:srgbClr>
                </a:gs>
                <a:gs pos="57143">
                  <a:srgbClr val="747100">
                    <a:alpha val="8472"/>
                  </a:srgbClr>
                </a:gs>
                <a:gs pos="71429">
                  <a:srgbClr val="747100">
                    <a:alpha val="4059"/>
                  </a:srgbClr>
                </a:gs>
                <a:gs pos="85714">
                  <a:srgbClr val="747100">
                    <a:alpha val="1625"/>
                  </a:srgbClr>
                </a:gs>
                <a:gs pos="100000">
                  <a:srgbClr val="747100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5646008">
              <a:off x="2898359" y="2552669"/>
              <a:ext cx="396700" cy="394354"/>
            </a:xfrm>
            <a:prstGeom prst="ellipse">
              <a:avLst/>
            </a:prstGeom>
            <a:gradFill>
              <a:gsLst>
                <a:gs pos="0">
                  <a:srgbClr val="010000">
                    <a:alpha val="7574"/>
                  </a:srgbClr>
                </a:gs>
                <a:gs pos="14286">
                  <a:srgbClr val="010000">
                    <a:alpha val="6983"/>
                  </a:srgbClr>
                </a:gs>
                <a:gs pos="28571">
                  <a:srgbClr val="010000">
                    <a:alpha val="5465"/>
                  </a:srgbClr>
                </a:gs>
                <a:gs pos="42857">
                  <a:srgbClr val="010000">
                    <a:alpha val="3619"/>
                  </a:srgbClr>
                </a:gs>
                <a:gs pos="57143">
                  <a:srgbClr val="010000">
                    <a:alpha val="2022"/>
                  </a:srgbClr>
                </a:gs>
                <a:gs pos="71429">
                  <a:srgbClr val="010000">
                    <a:alpha val="952"/>
                  </a:srgbClr>
                </a:gs>
                <a:gs pos="85714">
                  <a:srgbClr val="010000">
                    <a:alpha val="377"/>
                  </a:srgbClr>
                </a:gs>
                <a:gs pos="100000">
                  <a:srgbClr val="010000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10655209">
              <a:off x="2513895" y="3040649"/>
              <a:ext cx="318985" cy="313383"/>
            </a:xfrm>
            <a:prstGeom prst="ellipse">
              <a:avLst/>
            </a:prstGeom>
            <a:gradFill>
              <a:gsLst>
                <a:gs pos="0">
                  <a:srgbClr val="000000">
                    <a:alpha val="16024"/>
                  </a:srgbClr>
                </a:gs>
                <a:gs pos="14286">
                  <a:srgbClr val="000000">
                    <a:alpha val="14829"/>
                  </a:srgbClr>
                </a:gs>
                <a:gs pos="28571">
                  <a:srgbClr val="000000">
                    <a:alpha val="11717"/>
                  </a:srgbClr>
                </a:gs>
                <a:gs pos="42857">
                  <a:srgbClr val="000000">
                    <a:alpha val="7849"/>
                  </a:srgbClr>
                </a:gs>
                <a:gs pos="57143">
                  <a:srgbClr val="000000">
                    <a:alpha val="4429"/>
                  </a:srgbClr>
                </a:gs>
                <a:gs pos="71429">
                  <a:srgbClr val="000000">
                    <a:alpha val="2098"/>
                  </a:srgbClr>
                </a:gs>
                <a:gs pos="85714">
                  <a:srgbClr val="000000">
                    <a:alpha val="835"/>
                  </a:srgbClr>
                </a:gs>
                <a:gs pos="100000">
                  <a:srgbClr val="00000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-10112189">
              <a:off x="1607184" y="2980152"/>
              <a:ext cx="331324" cy="90739"/>
            </a:xfrm>
            <a:prstGeom prst="ellipse">
              <a:avLst/>
            </a:prstGeom>
            <a:gradFill>
              <a:gsLst>
                <a:gs pos="0">
                  <a:srgbClr val="009265">
                    <a:alpha val="4130"/>
                  </a:srgbClr>
                </a:gs>
                <a:gs pos="14286">
                  <a:srgbClr val="009265">
                    <a:alpha val="3802"/>
                  </a:srgbClr>
                </a:gs>
                <a:gs pos="28571">
                  <a:srgbClr val="009265">
                    <a:alpha val="2965"/>
                  </a:srgbClr>
                </a:gs>
                <a:gs pos="42857">
                  <a:srgbClr val="009265">
                    <a:alpha val="1955"/>
                  </a:srgbClr>
                </a:gs>
                <a:gs pos="57143">
                  <a:srgbClr val="009265">
                    <a:alpha val="1088"/>
                  </a:srgbClr>
                </a:gs>
                <a:gs pos="71429">
                  <a:srgbClr val="009265">
                    <a:alpha val="511"/>
                  </a:srgbClr>
                </a:gs>
                <a:gs pos="85714">
                  <a:srgbClr val="009265">
                    <a:alpha val="202"/>
                  </a:srgbClr>
                </a:gs>
                <a:gs pos="100000">
                  <a:srgbClr val="009265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-10017473">
              <a:off x="1225197" y="2670644"/>
              <a:ext cx="368244" cy="108791"/>
            </a:xfrm>
            <a:prstGeom prst="ellipse">
              <a:avLst/>
            </a:prstGeom>
            <a:gradFill>
              <a:gsLst>
                <a:gs pos="0">
                  <a:srgbClr val="004256">
                    <a:alpha val="20488"/>
                  </a:srgbClr>
                </a:gs>
                <a:gs pos="14286">
                  <a:srgbClr val="004256">
                    <a:alpha val="18999"/>
                  </a:srgbClr>
                </a:gs>
                <a:gs pos="28571">
                  <a:srgbClr val="004256">
                    <a:alpha val="15093"/>
                  </a:srgbClr>
                </a:gs>
                <a:gs pos="42857">
                  <a:srgbClr val="004256">
                    <a:alpha val="10176"/>
                  </a:srgbClr>
                </a:gs>
                <a:gs pos="57143">
                  <a:srgbClr val="004256">
                    <a:alpha val="5773"/>
                  </a:srgbClr>
                </a:gs>
                <a:gs pos="71429">
                  <a:srgbClr val="004256">
                    <a:alpha val="2745"/>
                  </a:srgbClr>
                </a:gs>
                <a:gs pos="85714">
                  <a:srgbClr val="004256">
                    <a:alpha val="1095"/>
                  </a:srgbClr>
                </a:gs>
                <a:gs pos="100000">
                  <a:srgbClr val="004256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-10516753">
              <a:off x="2144307" y="806277"/>
              <a:ext cx="346491" cy="122110"/>
            </a:xfrm>
            <a:prstGeom prst="ellipse">
              <a:avLst/>
            </a:prstGeom>
            <a:gradFill>
              <a:gsLst>
                <a:gs pos="0">
                  <a:srgbClr val="732900">
                    <a:alpha val="32968"/>
                  </a:srgbClr>
                </a:gs>
                <a:gs pos="14286">
                  <a:srgbClr val="732900">
                    <a:alpha val="30764"/>
                  </a:srgbClr>
                </a:gs>
                <a:gs pos="28571">
                  <a:srgbClr val="732900">
                    <a:alpha val="24833"/>
                  </a:srgbClr>
                </a:gs>
                <a:gs pos="42857">
                  <a:srgbClr val="732900">
                    <a:alpha val="17075"/>
                  </a:srgbClr>
                </a:gs>
                <a:gs pos="57143">
                  <a:srgbClr val="732900">
                    <a:alpha val="9855"/>
                  </a:srgbClr>
                </a:gs>
                <a:gs pos="71429">
                  <a:srgbClr val="732900">
                    <a:alpha val="4740"/>
                  </a:srgbClr>
                </a:gs>
                <a:gs pos="85714">
                  <a:srgbClr val="732900">
                    <a:alpha val="1902"/>
                  </a:srgbClr>
                </a:gs>
                <a:gs pos="100000">
                  <a:srgbClr val="73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4870350">
              <a:off x="2617158" y="1206743"/>
              <a:ext cx="357090" cy="117588"/>
            </a:xfrm>
            <a:prstGeom prst="ellipse">
              <a:avLst/>
            </a:prstGeom>
            <a:gradFill>
              <a:gsLst>
                <a:gs pos="0">
                  <a:srgbClr val="5AAD00">
                    <a:alpha val="12664"/>
                  </a:srgbClr>
                </a:gs>
                <a:gs pos="14286">
                  <a:srgbClr val="5AAD00">
                    <a:alpha val="11702"/>
                  </a:srgbClr>
                </a:gs>
                <a:gs pos="28571">
                  <a:srgbClr val="5AAD00">
                    <a:alpha val="9211"/>
                  </a:srgbClr>
                </a:gs>
                <a:gs pos="42857">
                  <a:srgbClr val="5AAD00">
                    <a:alpha val="6142"/>
                  </a:srgbClr>
                </a:gs>
                <a:gs pos="57143">
                  <a:srgbClr val="5AAD00">
                    <a:alpha val="3451"/>
                  </a:srgbClr>
                </a:gs>
                <a:gs pos="71429">
                  <a:srgbClr val="5AAD00">
                    <a:alpha val="1631"/>
                  </a:srgbClr>
                </a:gs>
                <a:gs pos="85714">
                  <a:srgbClr val="5AAD00">
                    <a:alpha val="648"/>
                  </a:srgbClr>
                </a:gs>
                <a:gs pos="100000">
                  <a:srgbClr val="5AAD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2867627">
              <a:off x="1373931" y="2770197"/>
              <a:ext cx="339206" cy="91645"/>
            </a:xfrm>
            <a:prstGeom prst="ellipse">
              <a:avLst/>
            </a:prstGeom>
            <a:gradFill>
              <a:gsLst>
                <a:gs pos="0">
                  <a:srgbClr val="0067B4">
                    <a:alpha val="6351"/>
                  </a:srgbClr>
                </a:gs>
                <a:gs pos="14286">
                  <a:srgbClr val="0067B4">
                    <a:alpha val="5853"/>
                  </a:srgbClr>
                </a:gs>
                <a:gs pos="28571">
                  <a:srgbClr val="0067B4">
                    <a:alpha val="4575"/>
                  </a:srgbClr>
                </a:gs>
                <a:gs pos="42857">
                  <a:srgbClr val="0067B4">
                    <a:alpha val="3025"/>
                  </a:srgbClr>
                </a:gs>
                <a:gs pos="57143">
                  <a:srgbClr val="0067B4">
                    <a:alpha val="1688"/>
                  </a:srgbClr>
                </a:gs>
                <a:gs pos="71429">
                  <a:srgbClr val="0067B4">
                    <a:alpha val="793"/>
                  </a:srgbClr>
                </a:gs>
                <a:gs pos="85714">
                  <a:srgbClr val="0067B4">
                    <a:alpha val="315"/>
                  </a:srgbClr>
                </a:gs>
                <a:gs pos="100000">
                  <a:srgbClr val="0067B4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-9392175">
              <a:off x="2301409" y="885701"/>
              <a:ext cx="302421" cy="83811"/>
            </a:xfrm>
            <a:prstGeom prst="ellipse">
              <a:avLst/>
            </a:prstGeom>
            <a:gradFill>
              <a:gsLst>
                <a:gs pos="0">
                  <a:srgbClr val="B00003">
                    <a:alpha val="3745"/>
                  </a:srgbClr>
                </a:gs>
                <a:gs pos="14286">
                  <a:srgbClr val="B00003">
                    <a:alpha val="3447"/>
                  </a:srgbClr>
                </a:gs>
                <a:gs pos="28571">
                  <a:srgbClr val="B00003">
                    <a:alpha val="2687"/>
                  </a:srgbClr>
                </a:gs>
                <a:gs pos="42857">
                  <a:srgbClr val="B00003">
                    <a:alpha val="1771"/>
                  </a:srgbClr>
                </a:gs>
                <a:gs pos="57143">
                  <a:srgbClr val="B00003">
                    <a:alpha val="985"/>
                  </a:srgbClr>
                </a:gs>
                <a:gs pos="71429">
                  <a:srgbClr val="B00003">
                    <a:alpha val="462"/>
                  </a:srgbClr>
                </a:gs>
                <a:gs pos="85714">
                  <a:srgbClr val="B00003">
                    <a:alpha val="183"/>
                  </a:srgbClr>
                </a:gs>
                <a:gs pos="100000">
                  <a:srgbClr val="B00003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5518316">
              <a:off x="2655217" y="1933666"/>
              <a:ext cx="280392" cy="113936"/>
            </a:xfrm>
            <a:prstGeom prst="ellipse">
              <a:avLst/>
            </a:prstGeom>
            <a:gradFill>
              <a:gsLst>
                <a:gs pos="0">
                  <a:srgbClr val="00C600">
                    <a:alpha val="5402"/>
                  </a:srgbClr>
                </a:gs>
                <a:gs pos="14286">
                  <a:srgbClr val="00C600">
                    <a:alpha val="4976"/>
                  </a:srgbClr>
                </a:gs>
                <a:gs pos="28571">
                  <a:srgbClr val="00C600">
                    <a:alpha val="3886"/>
                  </a:srgbClr>
                </a:gs>
                <a:gs pos="42857">
                  <a:srgbClr val="00C600">
                    <a:alpha val="2566"/>
                  </a:srgbClr>
                </a:gs>
                <a:gs pos="57143">
                  <a:srgbClr val="00C600">
                    <a:alpha val="1430"/>
                  </a:srgbClr>
                </a:gs>
                <a:gs pos="71429">
                  <a:srgbClr val="00C600">
                    <a:alpha val="672"/>
                  </a:srgbClr>
                </a:gs>
                <a:gs pos="85714">
                  <a:srgbClr val="00C600">
                    <a:alpha val="266"/>
                  </a:srgbClr>
                </a:gs>
                <a:gs pos="100000">
                  <a:srgbClr val="00C6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5210212">
              <a:off x="2701304" y="1303169"/>
              <a:ext cx="417560" cy="115261"/>
            </a:xfrm>
            <a:prstGeom prst="ellipse">
              <a:avLst/>
            </a:prstGeom>
            <a:gradFill>
              <a:gsLst>
                <a:gs pos="0">
                  <a:srgbClr val="007C00">
                    <a:alpha val="4130"/>
                  </a:srgbClr>
                </a:gs>
                <a:gs pos="14286">
                  <a:srgbClr val="007C00">
                    <a:alpha val="3802"/>
                  </a:srgbClr>
                </a:gs>
                <a:gs pos="28571">
                  <a:srgbClr val="007C00">
                    <a:alpha val="2965"/>
                  </a:srgbClr>
                </a:gs>
                <a:gs pos="42857">
                  <a:srgbClr val="007C00">
                    <a:alpha val="1955"/>
                  </a:srgbClr>
                </a:gs>
                <a:gs pos="57143">
                  <a:srgbClr val="007C00">
                    <a:alpha val="1088"/>
                  </a:srgbClr>
                </a:gs>
                <a:gs pos="71429">
                  <a:srgbClr val="007C00">
                    <a:alpha val="511"/>
                  </a:srgbClr>
                </a:gs>
                <a:gs pos="85714">
                  <a:srgbClr val="007C00">
                    <a:alpha val="202"/>
                  </a:srgbClr>
                </a:gs>
                <a:gs pos="100000">
                  <a:srgbClr val="007C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9546844">
              <a:off x="2115738" y="112694"/>
              <a:ext cx="573174" cy="1251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-9023689">
              <a:off x="2595837" y="1049612"/>
              <a:ext cx="401242" cy="77415"/>
            </a:xfrm>
            <a:prstGeom prst="ellipse">
              <a:avLst/>
            </a:prstGeom>
            <a:gradFill>
              <a:gsLst>
                <a:gs pos="0">
                  <a:srgbClr val="7B5500">
                    <a:alpha val="3318"/>
                  </a:srgbClr>
                </a:gs>
                <a:gs pos="14286">
                  <a:srgbClr val="7B5500">
                    <a:alpha val="3054"/>
                  </a:srgbClr>
                </a:gs>
                <a:gs pos="28571">
                  <a:srgbClr val="7B5500">
                    <a:alpha val="2379"/>
                  </a:srgbClr>
                </a:gs>
                <a:gs pos="42857">
                  <a:srgbClr val="7B5500">
                    <a:alpha val="1567"/>
                  </a:srgbClr>
                </a:gs>
                <a:gs pos="57143">
                  <a:srgbClr val="7B5500">
                    <a:alpha val="871"/>
                  </a:srgbClr>
                </a:gs>
                <a:gs pos="71429">
                  <a:srgbClr val="7B5500">
                    <a:alpha val="409"/>
                  </a:srgbClr>
                </a:gs>
                <a:gs pos="85714">
                  <a:srgbClr val="7B5500">
                    <a:alpha val="162"/>
                  </a:srgbClr>
                </a:gs>
                <a:gs pos="100000">
                  <a:srgbClr val="7B55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3000677">
              <a:off x="1347470" y="2775507"/>
              <a:ext cx="302223" cy="86539"/>
            </a:xfrm>
            <a:prstGeom prst="ellipse">
              <a:avLst/>
            </a:prstGeom>
            <a:gradFill>
              <a:gsLst>
                <a:gs pos="0">
                  <a:srgbClr val="0081BE">
                    <a:alpha val="2729"/>
                  </a:srgbClr>
                </a:gs>
                <a:gs pos="14286">
                  <a:srgbClr val="0081BE">
                    <a:alpha val="2511"/>
                  </a:srgbClr>
                </a:gs>
                <a:gs pos="28571">
                  <a:srgbClr val="0081BE">
                    <a:alpha val="1955"/>
                  </a:srgbClr>
                </a:gs>
                <a:gs pos="42857">
                  <a:srgbClr val="0081BE">
                    <a:alpha val="1287"/>
                  </a:srgbClr>
                </a:gs>
                <a:gs pos="57143">
                  <a:srgbClr val="0081BE">
                    <a:alpha val="715"/>
                  </a:srgbClr>
                </a:gs>
                <a:gs pos="71429">
                  <a:srgbClr val="0081BE">
                    <a:alpha val="335"/>
                  </a:srgbClr>
                </a:gs>
                <a:gs pos="85714">
                  <a:srgbClr val="0081BE">
                    <a:alpha val="133"/>
                  </a:srgbClr>
                </a:gs>
                <a:gs pos="100000">
                  <a:srgbClr val="0081BE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10226738">
              <a:off x="1194214" y="797536"/>
              <a:ext cx="246650" cy="63761"/>
            </a:xfrm>
            <a:prstGeom prst="ellipse">
              <a:avLst/>
            </a:prstGeom>
            <a:gradFill>
              <a:gsLst>
                <a:gs pos="0">
                  <a:srgbClr val="BC0032">
                    <a:alpha val="1634"/>
                  </a:srgbClr>
                </a:gs>
                <a:gs pos="14286">
                  <a:srgbClr val="BC0032">
                    <a:alpha val="1503"/>
                  </a:srgbClr>
                </a:gs>
                <a:gs pos="28571">
                  <a:srgbClr val="BC0032">
                    <a:alpha val="1169"/>
                  </a:srgbClr>
                </a:gs>
                <a:gs pos="42857">
                  <a:srgbClr val="BC0032">
                    <a:alpha val="768"/>
                  </a:srgbClr>
                </a:gs>
                <a:gs pos="57143">
                  <a:srgbClr val="BC0032">
                    <a:alpha val="426"/>
                  </a:srgbClr>
                </a:gs>
                <a:gs pos="71429">
                  <a:srgbClr val="BC0032">
                    <a:alpha val="200"/>
                  </a:srgbClr>
                </a:gs>
                <a:gs pos="85714">
                  <a:srgbClr val="BC0032">
                    <a:alpha val="79"/>
                  </a:srgbClr>
                </a:gs>
                <a:gs pos="100000">
                  <a:srgbClr val="BC0032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-10639586">
              <a:off x="1942306" y="745084"/>
              <a:ext cx="226960" cy="64566"/>
            </a:xfrm>
            <a:prstGeom prst="ellipse">
              <a:avLst/>
            </a:prstGeom>
            <a:gradFill>
              <a:gsLst>
                <a:gs pos="0">
                  <a:srgbClr val="C10000">
                    <a:alpha val="3693"/>
                  </a:srgbClr>
                </a:gs>
                <a:gs pos="14286">
                  <a:srgbClr val="C10000">
                    <a:alpha val="3400"/>
                  </a:srgbClr>
                </a:gs>
                <a:gs pos="28571">
                  <a:srgbClr val="C10000">
                    <a:alpha val="2650"/>
                  </a:srgbClr>
                </a:gs>
                <a:gs pos="42857">
                  <a:srgbClr val="C10000">
                    <a:alpha val="1746"/>
                  </a:srgbClr>
                </a:gs>
                <a:gs pos="57143">
                  <a:srgbClr val="C10000">
                    <a:alpha val="971"/>
                  </a:srgbClr>
                </a:gs>
                <a:gs pos="71429">
                  <a:srgbClr val="C10000">
                    <a:alpha val="456"/>
                  </a:srgbClr>
                </a:gs>
                <a:gs pos="85714">
                  <a:srgbClr val="C10000">
                    <a:alpha val="180"/>
                  </a:srgbClr>
                </a:gs>
                <a:gs pos="100000">
                  <a:srgbClr val="C1000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8898976">
              <a:off x="2242204" y="3138884"/>
              <a:ext cx="524014" cy="193769"/>
            </a:xfrm>
            <a:prstGeom prst="ellipse">
              <a:avLst/>
            </a:prstGeom>
            <a:gradFill>
              <a:gsLst>
                <a:gs pos="0">
                  <a:srgbClr val="004324">
                    <a:alpha val="32968"/>
                  </a:srgbClr>
                </a:gs>
                <a:gs pos="14286">
                  <a:srgbClr val="004324">
                    <a:alpha val="30764"/>
                  </a:srgbClr>
                </a:gs>
                <a:gs pos="28571">
                  <a:srgbClr val="004324">
                    <a:alpha val="24833"/>
                  </a:srgbClr>
                </a:gs>
                <a:gs pos="42857">
                  <a:srgbClr val="004324">
                    <a:alpha val="17075"/>
                  </a:srgbClr>
                </a:gs>
                <a:gs pos="57143">
                  <a:srgbClr val="004324">
                    <a:alpha val="9855"/>
                  </a:srgbClr>
                </a:gs>
                <a:gs pos="71429">
                  <a:srgbClr val="004324">
                    <a:alpha val="4740"/>
                  </a:srgbClr>
                </a:gs>
                <a:gs pos="85714">
                  <a:srgbClr val="004324">
                    <a:alpha val="1902"/>
                  </a:srgbClr>
                </a:gs>
                <a:gs pos="100000">
                  <a:srgbClr val="0043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2802145">
              <a:off x="1941862" y="744484"/>
              <a:ext cx="383135" cy="182642"/>
            </a:xfrm>
            <a:prstGeom prst="ellipse">
              <a:avLst/>
            </a:prstGeom>
            <a:gradFill>
              <a:gsLst>
                <a:gs pos="0">
                  <a:srgbClr val="FF3600">
                    <a:alpha val="3766"/>
                  </a:srgbClr>
                </a:gs>
                <a:gs pos="14286">
                  <a:srgbClr val="FF3600">
                    <a:alpha val="3467"/>
                  </a:srgbClr>
                </a:gs>
                <a:gs pos="28571">
                  <a:srgbClr val="FF3600">
                    <a:alpha val="2703"/>
                  </a:srgbClr>
                </a:gs>
                <a:gs pos="42857">
                  <a:srgbClr val="FF3600">
                    <a:alpha val="1781"/>
                  </a:srgbClr>
                </a:gs>
                <a:gs pos="57143">
                  <a:srgbClr val="FF3600">
                    <a:alpha val="991"/>
                  </a:srgbClr>
                </a:gs>
                <a:gs pos="71429">
                  <a:srgbClr val="FF3600">
                    <a:alpha val="465"/>
                  </a:srgbClr>
                </a:gs>
                <a:gs pos="85714">
                  <a:srgbClr val="FF3600">
                    <a:alpha val="184"/>
                  </a:srgbClr>
                </a:gs>
                <a:gs pos="100000">
                  <a:srgbClr val="FF360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9031481">
              <a:off x="2438685" y="3262530"/>
              <a:ext cx="467915" cy="696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5570888">
              <a:off x="2694246" y="1543824"/>
              <a:ext cx="258143" cy="52328"/>
            </a:xfrm>
            <a:prstGeom prst="ellipse">
              <a:avLst/>
            </a:prstGeom>
            <a:gradFill>
              <a:gsLst>
                <a:gs pos="0">
                  <a:srgbClr val="83B700">
                    <a:alpha val="1985"/>
                  </a:srgbClr>
                </a:gs>
                <a:gs pos="14286">
                  <a:srgbClr val="83B700">
                    <a:alpha val="1826"/>
                  </a:srgbClr>
                </a:gs>
                <a:gs pos="28571">
                  <a:srgbClr val="83B700">
                    <a:alpha val="1421"/>
                  </a:srgbClr>
                </a:gs>
                <a:gs pos="42857">
                  <a:srgbClr val="83B700">
                    <a:alpha val="934"/>
                  </a:srgbClr>
                </a:gs>
                <a:gs pos="57143">
                  <a:srgbClr val="83B700">
                    <a:alpha val="519"/>
                  </a:srgbClr>
                </a:gs>
                <a:gs pos="71429">
                  <a:srgbClr val="83B700">
                    <a:alpha val="243"/>
                  </a:srgbClr>
                </a:gs>
                <a:gs pos="85714">
                  <a:srgbClr val="83B700">
                    <a:alpha val="96"/>
                  </a:srgbClr>
                </a:gs>
                <a:gs pos="100000">
                  <a:srgbClr val="83B70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7104961">
              <a:off x="2617222" y="2068801"/>
              <a:ext cx="311043" cy="65070"/>
            </a:xfrm>
            <a:prstGeom prst="ellipse">
              <a:avLst/>
            </a:prstGeom>
            <a:gradFill>
              <a:gsLst>
                <a:gs pos="0">
                  <a:srgbClr val="64B100">
                    <a:alpha val="3203"/>
                  </a:srgbClr>
                </a:gs>
                <a:gs pos="14286">
                  <a:srgbClr val="64B100">
                    <a:alpha val="2947"/>
                  </a:srgbClr>
                </a:gs>
                <a:gs pos="28571">
                  <a:srgbClr val="64B100">
                    <a:alpha val="2296"/>
                  </a:srgbClr>
                </a:gs>
                <a:gs pos="42857">
                  <a:srgbClr val="64B100">
                    <a:alpha val="1512"/>
                  </a:srgbClr>
                </a:gs>
                <a:gs pos="57143">
                  <a:srgbClr val="64B100">
                    <a:alpha val="841"/>
                  </a:srgbClr>
                </a:gs>
                <a:gs pos="71429">
                  <a:srgbClr val="64B100">
                    <a:alpha val="394"/>
                  </a:srgbClr>
                </a:gs>
                <a:gs pos="85714">
                  <a:srgbClr val="64B100">
                    <a:alpha val="156"/>
                  </a:srgbClr>
                </a:gs>
                <a:gs pos="100000">
                  <a:srgbClr val="64B1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9330118">
              <a:off x="2453795" y="2254537"/>
              <a:ext cx="402812" cy="164093"/>
            </a:xfrm>
            <a:prstGeom prst="ellipse">
              <a:avLst/>
            </a:prstGeom>
            <a:gradFill>
              <a:gsLst>
                <a:gs pos="0">
                  <a:srgbClr val="00FE00">
                    <a:alpha val="5610"/>
                  </a:srgbClr>
                </a:gs>
                <a:gs pos="14286">
                  <a:srgbClr val="00FE00">
                    <a:alpha val="5168"/>
                  </a:srgbClr>
                </a:gs>
                <a:gs pos="28571">
                  <a:srgbClr val="00FE00">
                    <a:alpha val="4036"/>
                  </a:srgbClr>
                </a:gs>
                <a:gs pos="42857">
                  <a:srgbClr val="00FE00">
                    <a:alpha val="2666"/>
                  </a:srgbClr>
                </a:gs>
                <a:gs pos="57143">
                  <a:srgbClr val="00FE00">
                    <a:alpha val="1486"/>
                  </a:srgbClr>
                </a:gs>
                <a:gs pos="71429">
                  <a:srgbClr val="00FE00">
                    <a:alpha val="698"/>
                  </a:srgbClr>
                </a:gs>
                <a:gs pos="85714">
                  <a:srgbClr val="00FE00">
                    <a:alpha val="277"/>
                  </a:srgbClr>
                </a:gs>
                <a:gs pos="100000">
                  <a:srgbClr val="00FE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8928214">
              <a:off x="1604808" y="2859786"/>
              <a:ext cx="381014" cy="148587"/>
            </a:xfrm>
            <a:prstGeom prst="ellipse">
              <a:avLst/>
            </a:prstGeom>
            <a:gradFill>
              <a:gsLst>
                <a:gs pos="0">
                  <a:srgbClr val="006966">
                    <a:alpha val="21217"/>
                  </a:srgbClr>
                </a:gs>
                <a:gs pos="14286">
                  <a:srgbClr val="006966">
                    <a:alpha val="19682"/>
                  </a:srgbClr>
                </a:gs>
                <a:gs pos="28571">
                  <a:srgbClr val="006966">
                    <a:alpha val="15649"/>
                  </a:srgbClr>
                </a:gs>
                <a:gs pos="42857">
                  <a:srgbClr val="006966">
                    <a:alpha val="10562"/>
                  </a:srgbClr>
                </a:gs>
                <a:gs pos="57143">
                  <a:srgbClr val="006966">
                    <a:alpha val="5998"/>
                  </a:srgbClr>
                </a:gs>
                <a:gs pos="71429">
                  <a:srgbClr val="006966">
                    <a:alpha val="2854"/>
                  </a:srgbClr>
                </a:gs>
                <a:gs pos="85714">
                  <a:srgbClr val="006966">
                    <a:alpha val="1138"/>
                  </a:srgbClr>
                </a:gs>
                <a:gs pos="100000">
                  <a:srgbClr val="006966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5141942">
              <a:off x="2622440" y="1624188"/>
              <a:ext cx="382177" cy="139530"/>
            </a:xfrm>
            <a:prstGeom prst="ellipse">
              <a:avLst/>
            </a:prstGeom>
            <a:gradFill>
              <a:gsLst>
                <a:gs pos="0">
                  <a:srgbClr val="648400">
                    <a:alpha val="14070"/>
                  </a:srgbClr>
                </a:gs>
                <a:gs pos="14286">
                  <a:srgbClr val="648400">
                    <a:alpha val="13010"/>
                  </a:srgbClr>
                </a:gs>
                <a:gs pos="28571">
                  <a:srgbClr val="648400">
                    <a:alpha val="10257"/>
                  </a:srgbClr>
                </a:gs>
                <a:gs pos="42857">
                  <a:srgbClr val="648400">
                    <a:alpha val="6852"/>
                  </a:srgbClr>
                </a:gs>
                <a:gs pos="57143">
                  <a:srgbClr val="648400">
                    <a:alpha val="3857"/>
                  </a:srgbClr>
                </a:gs>
                <a:gs pos="71429">
                  <a:srgbClr val="648400">
                    <a:alpha val="1824"/>
                  </a:srgbClr>
                </a:gs>
                <a:gs pos="85714">
                  <a:srgbClr val="648400">
                    <a:alpha val="725"/>
                  </a:srgbClr>
                </a:gs>
                <a:gs pos="100000">
                  <a:srgbClr val="64840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-9588729">
              <a:off x="2177652" y="861008"/>
              <a:ext cx="338487" cy="113158"/>
            </a:xfrm>
            <a:prstGeom prst="ellipse">
              <a:avLst/>
            </a:prstGeom>
            <a:gradFill>
              <a:gsLst>
                <a:gs pos="0">
                  <a:srgbClr val="9A2E00">
                    <a:alpha val="22728"/>
                  </a:srgbClr>
                </a:gs>
                <a:gs pos="14286">
                  <a:srgbClr val="9A2E00">
                    <a:alpha val="21099"/>
                  </a:srgbClr>
                </a:gs>
                <a:gs pos="28571">
                  <a:srgbClr val="9A2E00">
                    <a:alpha val="16806"/>
                  </a:srgbClr>
                </a:gs>
                <a:gs pos="42857">
                  <a:srgbClr val="9A2E00">
                    <a:alpha val="11369"/>
                  </a:srgbClr>
                </a:gs>
                <a:gs pos="57143">
                  <a:srgbClr val="9A2E00">
                    <a:alpha val="6469"/>
                  </a:srgbClr>
                </a:gs>
                <a:gs pos="71429">
                  <a:srgbClr val="9A2E00">
                    <a:alpha val="3082"/>
                  </a:srgbClr>
                </a:gs>
                <a:gs pos="85714">
                  <a:srgbClr val="9A2E00">
                    <a:alpha val="1230"/>
                  </a:srgbClr>
                </a:gs>
                <a:gs pos="100000">
                  <a:srgbClr val="9A2E00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4580132">
              <a:off x="2674384" y="1221829"/>
              <a:ext cx="258930" cy="56645"/>
            </a:xfrm>
            <a:prstGeom prst="ellipse">
              <a:avLst/>
            </a:prstGeom>
            <a:gradFill>
              <a:gsLst>
                <a:gs pos="0">
                  <a:srgbClr val="C28700">
                    <a:alpha val="3305"/>
                  </a:srgbClr>
                </a:gs>
                <a:gs pos="14286">
                  <a:srgbClr val="C28700">
                    <a:alpha val="3042"/>
                  </a:srgbClr>
                </a:gs>
                <a:gs pos="28571">
                  <a:srgbClr val="C28700">
                    <a:alpha val="2370"/>
                  </a:srgbClr>
                </a:gs>
                <a:gs pos="42857">
                  <a:srgbClr val="C28700">
                    <a:alpha val="1561"/>
                  </a:srgbClr>
                </a:gs>
                <a:gs pos="57143">
                  <a:srgbClr val="C28700">
                    <a:alpha val="868"/>
                  </a:srgbClr>
                </a:gs>
                <a:gs pos="71429">
                  <a:srgbClr val="C28700">
                    <a:alpha val="407"/>
                  </a:srgbClr>
                </a:gs>
                <a:gs pos="85714">
                  <a:srgbClr val="C28700">
                    <a:alpha val="161"/>
                  </a:srgbClr>
                </a:gs>
                <a:gs pos="100000">
                  <a:srgbClr val="C287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9933951">
              <a:off x="2039688" y="2725303"/>
              <a:ext cx="285897" cy="74517"/>
            </a:xfrm>
            <a:prstGeom prst="ellipse">
              <a:avLst/>
            </a:prstGeom>
            <a:gradFill>
              <a:gsLst>
                <a:gs pos="0">
                  <a:srgbClr val="00B398">
                    <a:alpha val="2910"/>
                  </a:srgbClr>
                </a:gs>
                <a:gs pos="14286">
                  <a:srgbClr val="00B398">
                    <a:alpha val="2678"/>
                  </a:srgbClr>
                </a:gs>
                <a:gs pos="28571">
                  <a:srgbClr val="00B398">
                    <a:alpha val="2085"/>
                  </a:srgbClr>
                </a:gs>
                <a:gs pos="42857">
                  <a:srgbClr val="00B398">
                    <a:alpha val="1373"/>
                  </a:srgbClr>
                </a:gs>
                <a:gs pos="57143">
                  <a:srgbClr val="00B398">
                    <a:alpha val="763"/>
                  </a:srgbClr>
                </a:gs>
                <a:gs pos="71429">
                  <a:srgbClr val="00B398">
                    <a:alpha val="358"/>
                  </a:srgbClr>
                </a:gs>
                <a:gs pos="85714">
                  <a:srgbClr val="00B398">
                    <a:alpha val="142"/>
                  </a:srgbClr>
                </a:gs>
                <a:gs pos="100000">
                  <a:srgbClr val="00B398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8261091">
              <a:off x="2234765" y="2641875"/>
              <a:ext cx="309480" cy="91101"/>
            </a:xfrm>
            <a:prstGeom prst="ellipse">
              <a:avLst/>
            </a:prstGeom>
            <a:gradFill>
              <a:gsLst>
                <a:gs pos="0">
                  <a:srgbClr val="00AD5E">
                    <a:alpha val="4701"/>
                  </a:srgbClr>
                </a:gs>
                <a:gs pos="14286">
                  <a:srgbClr val="00AD5E">
                    <a:alpha val="4329"/>
                  </a:srgbClr>
                </a:gs>
                <a:gs pos="28571">
                  <a:srgbClr val="00AD5E">
                    <a:alpha val="3378"/>
                  </a:srgbClr>
                </a:gs>
                <a:gs pos="42857">
                  <a:srgbClr val="00AD5E">
                    <a:alpha val="2228"/>
                  </a:srgbClr>
                </a:gs>
                <a:gs pos="57143">
                  <a:srgbClr val="00AD5E">
                    <a:alpha val="1241"/>
                  </a:srgbClr>
                </a:gs>
                <a:gs pos="71429">
                  <a:srgbClr val="00AD5E">
                    <a:alpha val="583"/>
                  </a:srgbClr>
                </a:gs>
                <a:gs pos="85714">
                  <a:srgbClr val="00AD5E">
                    <a:alpha val="231"/>
                  </a:srgbClr>
                </a:gs>
                <a:gs pos="100000">
                  <a:srgbClr val="00AD5E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9377807">
              <a:off x="1939431" y="2770455"/>
              <a:ext cx="257834" cy="68571"/>
            </a:xfrm>
            <a:prstGeom prst="ellipse">
              <a:avLst/>
            </a:prstGeom>
            <a:gradFill>
              <a:gsLst>
                <a:gs pos="0">
                  <a:srgbClr val="00BBA2">
                    <a:alpha val="5088"/>
                  </a:srgbClr>
                </a:gs>
                <a:gs pos="14286">
                  <a:srgbClr val="00BBA2">
                    <a:alpha val="4686"/>
                  </a:srgbClr>
                </a:gs>
                <a:gs pos="28571">
                  <a:srgbClr val="00BBA2">
                    <a:alpha val="3658"/>
                  </a:srgbClr>
                </a:gs>
                <a:gs pos="42857">
                  <a:srgbClr val="00BBA2">
                    <a:alpha val="2415"/>
                  </a:srgbClr>
                </a:gs>
                <a:gs pos="57143">
                  <a:srgbClr val="00BBA2">
                    <a:alpha val="1345"/>
                  </a:srgbClr>
                </a:gs>
                <a:gs pos="71429">
                  <a:srgbClr val="00BBA2">
                    <a:alpha val="632"/>
                  </a:srgbClr>
                </a:gs>
                <a:gs pos="85714">
                  <a:srgbClr val="00BBA2">
                    <a:alpha val="250"/>
                  </a:srgbClr>
                </a:gs>
                <a:gs pos="100000">
                  <a:srgbClr val="00BBA2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-9192547">
              <a:off x="2475234" y="1024241"/>
              <a:ext cx="244062" cy="53574"/>
            </a:xfrm>
            <a:prstGeom prst="ellipse">
              <a:avLst/>
            </a:prstGeom>
            <a:gradFill>
              <a:gsLst>
                <a:gs pos="0">
                  <a:srgbClr val="729F00">
                    <a:alpha val="5026"/>
                  </a:srgbClr>
                </a:gs>
                <a:gs pos="14286">
                  <a:srgbClr val="729F00">
                    <a:alpha val="4629"/>
                  </a:srgbClr>
                </a:gs>
                <a:gs pos="28571">
                  <a:srgbClr val="729F00">
                    <a:alpha val="3613"/>
                  </a:srgbClr>
                </a:gs>
                <a:gs pos="42857">
                  <a:srgbClr val="729F00">
                    <a:alpha val="2385"/>
                  </a:srgbClr>
                </a:gs>
                <a:gs pos="57143">
                  <a:srgbClr val="729F00">
                    <a:alpha val="1329"/>
                  </a:srgbClr>
                </a:gs>
                <a:gs pos="71429">
                  <a:srgbClr val="729F00">
                    <a:alpha val="624"/>
                  </a:srgbClr>
                </a:gs>
                <a:gs pos="85714">
                  <a:srgbClr val="729F00">
                    <a:alpha val="247"/>
                  </a:srgbClr>
                </a:gs>
                <a:gs pos="100000">
                  <a:srgbClr val="729F0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-10776198">
              <a:off x="2543561" y="191829"/>
              <a:ext cx="292120" cy="291986"/>
            </a:xfrm>
            <a:prstGeom prst="ellipse">
              <a:avLst/>
            </a:prstGeom>
            <a:gradFill>
              <a:gsLst>
                <a:gs pos="0">
                  <a:srgbClr val="000000">
                    <a:alpha val="3799"/>
                  </a:srgbClr>
                </a:gs>
                <a:gs pos="14286">
                  <a:srgbClr val="000000">
                    <a:alpha val="3497"/>
                  </a:srgbClr>
                </a:gs>
                <a:gs pos="28571">
                  <a:srgbClr val="000000">
                    <a:alpha val="2726"/>
                  </a:srgbClr>
                </a:gs>
                <a:gs pos="42857">
                  <a:srgbClr val="000000">
                    <a:alpha val="1797"/>
                  </a:srgbClr>
                </a:gs>
                <a:gs pos="57143">
                  <a:srgbClr val="000000">
                    <a:alpha val="1000"/>
                  </a:srgbClr>
                </a:gs>
                <a:gs pos="71429">
                  <a:srgbClr val="000000">
                    <a:alpha val="469"/>
                  </a:srgbClr>
                </a:gs>
                <a:gs pos="85714">
                  <a:srgbClr val="000000">
                    <a:alpha val="186"/>
                  </a:srgbClr>
                </a:gs>
                <a:gs pos="100000">
                  <a:srgbClr val="00000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9914505">
              <a:off x="2089757" y="775071"/>
              <a:ext cx="261907" cy="79321"/>
            </a:xfrm>
            <a:prstGeom prst="ellipse">
              <a:avLst/>
            </a:prstGeom>
            <a:gradFill>
              <a:gsLst>
                <a:gs pos="0">
                  <a:srgbClr val="A80700">
                    <a:alpha val="6689"/>
                  </a:srgbClr>
                </a:gs>
                <a:gs pos="14286">
                  <a:srgbClr val="A80700">
                    <a:alpha val="6165"/>
                  </a:srgbClr>
                </a:gs>
                <a:gs pos="28571">
                  <a:srgbClr val="A80700">
                    <a:alpha val="4821"/>
                  </a:srgbClr>
                </a:gs>
                <a:gs pos="42857">
                  <a:srgbClr val="A80700">
                    <a:alpha val="3189"/>
                  </a:srgbClr>
                </a:gs>
                <a:gs pos="57143">
                  <a:srgbClr val="A80700">
                    <a:alpha val="1780"/>
                  </a:srgbClr>
                </a:gs>
                <a:gs pos="71429">
                  <a:srgbClr val="A80700">
                    <a:alpha val="837"/>
                  </a:srgbClr>
                </a:gs>
                <a:gs pos="85714">
                  <a:srgbClr val="A80700">
                    <a:alpha val="332"/>
                  </a:srgbClr>
                </a:gs>
                <a:gs pos="100000">
                  <a:srgbClr val="A80700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5488169">
              <a:off x="2656211" y="1471139"/>
              <a:ext cx="341126" cy="107215"/>
            </a:xfrm>
            <a:prstGeom prst="ellipse">
              <a:avLst/>
            </a:prstGeom>
            <a:gradFill>
              <a:gsLst>
                <a:gs pos="0">
                  <a:srgbClr val="540001">
                    <a:alpha val="21986"/>
                  </a:srgbClr>
                </a:gs>
                <a:gs pos="14286">
                  <a:srgbClr val="540001">
                    <a:alpha val="20403"/>
                  </a:srgbClr>
                </a:gs>
                <a:gs pos="28571">
                  <a:srgbClr val="540001">
                    <a:alpha val="16237"/>
                  </a:srgbClr>
                </a:gs>
                <a:gs pos="42857">
                  <a:srgbClr val="540001">
                    <a:alpha val="10972"/>
                  </a:srgbClr>
                </a:gs>
                <a:gs pos="57143">
                  <a:srgbClr val="540001">
                    <a:alpha val="6237"/>
                  </a:srgbClr>
                </a:gs>
                <a:gs pos="71429">
                  <a:srgbClr val="540001">
                    <a:alpha val="2969"/>
                  </a:srgbClr>
                </a:gs>
                <a:gs pos="85714">
                  <a:srgbClr val="540001">
                    <a:alpha val="1185"/>
                  </a:srgbClr>
                </a:gs>
                <a:gs pos="100000">
                  <a:srgbClr val="540001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2735642">
              <a:off x="2734188" y="538653"/>
              <a:ext cx="556718" cy="92677"/>
            </a:xfrm>
            <a:prstGeom prst="ellipse">
              <a:avLst/>
            </a:prstGeom>
            <a:gradFill>
              <a:gsLst>
                <a:gs pos="0">
                  <a:srgbClr val="463900">
                    <a:alpha val="32968"/>
                  </a:srgbClr>
                </a:gs>
                <a:gs pos="14286">
                  <a:srgbClr val="463900">
                    <a:alpha val="30764"/>
                  </a:srgbClr>
                </a:gs>
                <a:gs pos="28571">
                  <a:srgbClr val="463900">
                    <a:alpha val="24833"/>
                  </a:srgbClr>
                </a:gs>
                <a:gs pos="42857">
                  <a:srgbClr val="463900">
                    <a:alpha val="17075"/>
                  </a:srgbClr>
                </a:gs>
                <a:gs pos="57143">
                  <a:srgbClr val="463900">
                    <a:alpha val="9855"/>
                  </a:srgbClr>
                </a:gs>
                <a:gs pos="71429">
                  <a:srgbClr val="463900">
                    <a:alpha val="4740"/>
                  </a:srgbClr>
                </a:gs>
                <a:gs pos="85714">
                  <a:srgbClr val="463900">
                    <a:alpha val="1902"/>
                  </a:srgbClr>
                </a:gs>
                <a:gs pos="100000">
                  <a:srgbClr val="463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6248296">
              <a:off x="-49440" y="683769"/>
              <a:ext cx="392443" cy="382903"/>
            </a:xfrm>
            <a:prstGeom prst="ellipse">
              <a:avLst/>
            </a:prstGeom>
            <a:gradFill>
              <a:gsLst>
                <a:gs pos="0">
                  <a:srgbClr val="000000">
                    <a:alpha val="26818"/>
                  </a:srgbClr>
                </a:gs>
                <a:gs pos="14286">
                  <a:srgbClr val="000000">
                    <a:alpha val="24947"/>
                  </a:srgbClr>
                </a:gs>
                <a:gs pos="28571">
                  <a:srgbClr val="000000">
                    <a:alpha val="19974"/>
                  </a:srgbClr>
                </a:gs>
                <a:gs pos="42857">
                  <a:srgbClr val="000000">
                    <a:alpha val="13597"/>
                  </a:srgbClr>
                </a:gs>
                <a:gs pos="57143">
                  <a:srgbClr val="000000">
                    <a:alpha val="7779"/>
                  </a:srgbClr>
                </a:gs>
                <a:gs pos="71429">
                  <a:srgbClr val="000000">
                    <a:alpha val="3720"/>
                  </a:srgbClr>
                </a:gs>
                <a:gs pos="85714">
                  <a:srgbClr val="000000">
                    <a:alpha val="1488"/>
                  </a:srgbClr>
                </a:gs>
                <a:gs pos="100000">
                  <a:srgbClr val="00000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5186223">
              <a:off x="2676407" y="1253724"/>
              <a:ext cx="286772" cy="68722"/>
            </a:xfrm>
            <a:prstGeom prst="ellipse">
              <a:avLst/>
            </a:prstGeom>
            <a:gradFill>
              <a:gsLst>
                <a:gs pos="0">
                  <a:srgbClr val="009F00">
                    <a:alpha val="4436"/>
                  </a:srgbClr>
                </a:gs>
                <a:gs pos="14286">
                  <a:srgbClr val="009F00">
                    <a:alpha val="4085"/>
                  </a:srgbClr>
                </a:gs>
                <a:gs pos="28571">
                  <a:srgbClr val="009F00">
                    <a:alpha val="3186"/>
                  </a:srgbClr>
                </a:gs>
                <a:gs pos="42857">
                  <a:srgbClr val="009F00">
                    <a:alpha val="2102"/>
                  </a:srgbClr>
                </a:gs>
                <a:gs pos="57143">
                  <a:srgbClr val="009F00">
                    <a:alpha val="1170"/>
                  </a:srgbClr>
                </a:gs>
                <a:gs pos="71429">
                  <a:srgbClr val="009F00">
                    <a:alpha val="549"/>
                  </a:srgbClr>
                </a:gs>
                <a:gs pos="85714">
                  <a:srgbClr val="009F00">
                    <a:alpha val="218"/>
                  </a:srgbClr>
                </a:gs>
                <a:gs pos="100000">
                  <a:srgbClr val="009F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8066982">
              <a:off x="2721632" y="2948546"/>
              <a:ext cx="527503" cy="82697"/>
            </a:xfrm>
            <a:prstGeom prst="ellipse">
              <a:avLst/>
            </a:prstGeom>
            <a:gradFill>
              <a:gsLst>
                <a:gs pos="0">
                  <a:srgbClr val="000010">
                    <a:alpha val="32968"/>
                  </a:srgbClr>
                </a:gs>
                <a:gs pos="14286">
                  <a:srgbClr val="000010">
                    <a:alpha val="30764"/>
                  </a:srgbClr>
                </a:gs>
                <a:gs pos="28571">
                  <a:srgbClr val="000010">
                    <a:alpha val="24833"/>
                  </a:srgbClr>
                </a:gs>
                <a:gs pos="42857">
                  <a:srgbClr val="000010">
                    <a:alpha val="17075"/>
                  </a:srgbClr>
                </a:gs>
                <a:gs pos="57143">
                  <a:srgbClr val="000010">
                    <a:alpha val="9855"/>
                  </a:srgbClr>
                </a:gs>
                <a:gs pos="71429">
                  <a:srgbClr val="000010">
                    <a:alpha val="4740"/>
                  </a:srgbClr>
                </a:gs>
                <a:gs pos="85714">
                  <a:srgbClr val="000010">
                    <a:alpha val="1902"/>
                  </a:srgbClr>
                </a:gs>
                <a:gs pos="100000">
                  <a:srgbClr val="00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9536822">
              <a:off x="1997104" y="2764920"/>
              <a:ext cx="284281" cy="78179"/>
            </a:xfrm>
            <a:prstGeom prst="ellipse">
              <a:avLst/>
            </a:prstGeom>
            <a:gradFill>
              <a:gsLst>
                <a:gs pos="0">
                  <a:srgbClr val="00AB93">
                    <a:alpha val="2538"/>
                  </a:srgbClr>
                </a:gs>
                <a:gs pos="14286">
                  <a:srgbClr val="00AB93">
                    <a:alpha val="2335"/>
                  </a:srgbClr>
                </a:gs>
                <a:gs pos="28571">
                  <a:srgbClr val="00AB93">
                    <a:alpha val="1818"/>
                  </a:srgbClr>
                </a:gs>
                <a:gs pos="42857">
                  <a:srgbClr val="00AB93">
                    <a:alpha val="1196"/>
                  </a:srgbClr>
                </a:gs>
                <a:gs pos="57143">
                  <a:srgbClr val="00AB93">
                    <a:alpha val="665"/>
                  </a:srgbClr>
                </a:gs>
                <a:gs pos="71429">
                  <a:srgbClr val="00AB93">
                    <a:alpha val="312"/>
                  </a:srgbClr>
                </a:gs>
                <a:gs pos="85714">
                  <a:srgbClr val="00AB93">
                    <a:alpha val="123"/>
                  </a:srgbClr>
                </a:gs>
                <a:gs pos="100000">
                  <a:srgbClr val="00AB93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-10395455">
              <a:off x="2357875" y="947456"/>
              <a:ext cx="371458" cy="141474"/>
            </a:xfrm>
            <a:prstGeom prst="ellipse">
              <a:avLst/>
            </a:prstGeom>
            <a:gradFill>
              <a:gsLst>
                <a:gs pos="0">
                  <a:srgbClr val="8E0000">
                    <a:alpha val="23488"/>
                  </a:srgbClr>
                </a:gs>
                <a:gs pos="14286">
                  <a:srgbClr val="8E0000">
                    <a:alpha val="21813"/>
                  </a:srgbClr>
                </a:gs>
                <a:gs pos="28571">
                  <a:srgbClr val="8E0000">
                    <a:alpha val="17391"/>
                  </a:srgbClr>
                </a:gs>
                <a:gs pos="42857">
                  <a:srgbClr val="8E0000">
                    <a:alpha val="11778"/>
                  </a:srgbClr>
                </a:gs>
                <a:gs pos="57143">
                  <a:srgbClr val="8E0000">
                    <a:alpha val="6708"/>
                  </a:srgbClr>
                </a:gs>
                <a:gs pos="71429">
                  <a:srgbClr val="8E0000">
                    <a:alpha val="3198"/>
                  </a:srgbClr>
                </a:gs>
                <a:gs pos="85714">
                  <a:srgbClr val="8E0000">
                    <a:alpha val="1277"/>
                  </a:srgbClr>
                </a:gs>
                <a:gs pos="100000">
                  <a:srgbClr val="8E0000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-10763836">
              <a:off x="3266505" y="1368810"/>
              <a:ext cx="350305" cy="348184"/>
            </a:xfrm>
            <a:prstGeom prst="ellipse">
              <a:avLst/>
            </a:prstGeom>
            <a:gradFill>
              <a:gsLst>
                <a:gs pos="0">
                  <a:srgbClr val="100000">
                    <a:alpha val="2269"/>
                  </a:srgbClr>
                </a:gs>
                <a:gs pos="14286">
                  <a:srgbClr val="100000">
                    <a:alpha val="2088"/>
                  </a:srgbClr>
                </a:gs>
                <a:gs pos="28571">
                  <a:srgbClr val="100000">
                    <a:alpha val="1625"/>
                  </a:srgbClr>
                </a:gs>
                <a:gs pos="42857">
                  <a:srgbClr val="100000">
                    <a:alpha val="1069"/>
                  </a:srgbClr>
                </a:gs>
                <a:gs pos="57143">
                  <a:srgbClr val="100000">
                    <a:alpha val="594"/>
                  </a:srgbClr>
                </a:gs>
                <a:gs pos="71429">
                  <a:srgbClr val="100000">
                    <a:alpha val="278"/>
                  </a:srgbClr>
                </a:gs>
                <a:gs pos="85714">
                  <a:srgbClr val="100000">
                    <a:alpha val="110"/>
                  </a:srgbClr>
                </a:gs>
                <a:gs pos="100000">
                  <a:srgbClr val="1000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-8605375">
              <a:off x="989226" y="2561573"/>
              <a:ext cx="372836" cy="112782"/>
            </a:xfrm>
            <a:prstGeom prst="ellipse">
              <a:avLst/>
            </a:prstGeom>
            <a:gradFill>
              <a:gsLst>
                <a:gs pos="0">
                  <a:srgbClr val="002AB7">
                    <a:alpha val="11302"/>
                  </a:srgbClr>
                </a:gs>
                <a:gs pos="14286">
                  <a:srgbClr val="002AB7">
                    <a:alpha val="10438"/>
                  </a:srgbClr>
                </a:gs>
                <a:gs pos="28571">
                  <a:srgbClr val="002AB7">
                    <a:alpha val="8203"/>
                  </a:srgbClr>
                </a:gs>
                <a:gs pos="42857">
                  <a:srgbClr val="002AB7">
                    <a:alpha val="5460"/>
                  </a:srgbClr>
                </a:gs>
                <a:gs pos="57143">
                  <a:srgbClr val="002AB7">
                    <a:alpha val="3063"/>
                  </a:srgbClr>
                </a:gs>
                <a:gs pos="71429">
                  <a:srgbClr val="002AB7">
                    <a:alpha val="1446"/>
                  </a:srgbClr>
                </a:gs>
                <a:gs pos="85714">
                  <a:srgbClr val="002AB7">
                    <a:alpha val="574"/>
                  </a:srgbClr>
                </a:gs>
                <a:gs pos="100000">
                  <a:srgbClr val="002AB7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5219762">
              <a:off x="2689547" y="1861966"/>
              <a:ext cx="260688" cy="70594"/>
            </a:xfrm>
            <a:prstGeom prst="ellipse">
              <a:avLst/>
            </a:prstGeom>
            <a:gradFill>
              <a:gsLst>
                <a:gs pos="0">
                  <a:srgbClr val="9AAE00">
                    <a:alpha val="2125"/>
                  </a:srgbClr>
                </a:gs>
                <a:gs pos="14286">
                  <a:srgbClr val="9AAE00">
                    <a:alpha val="1954"/>
                  </a:srgbClr>
                </a:gs>
                <a:gs pos="28571">
                  <a:srgbClr val="9AAE00">
                    <a:alpha val="1521"/>
                  </a:srgbClr>
                </a:gs>
                <a:gs pos="42857">
                  <a:srgbClr val="9AAE00">
                    <a:alpha val="1000"/>
                  </a:srgbClr>
                </a:gs>
                <a:gs pos="57143">
                  <a:srgbClr val="9AAE00">
                    <a:alpha val="555"/>
                  </a:srgbClr>
                </a:gs>
                <a:gs pos="71429">
                  <a:srgbClr val="9AAE00">
                    <a:alpha val="260"/>
                  </a:srgbClr>
                </a:gs>
                <a:gs pos="85714">
                  <a:srgbClr val="9AAE00">
                    <a:alpha val="103"/>
                  </a:srgbClr>
                </a:gs>
                <a:gs pos="100000">
                  <a:srgbClr val="9AAE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5905243">
              <a:off x="-38271" y="1062714"/>
              <a:ext cx="356422" cy="345849"/>
            </a:xfrm>
            <a:prstGeom prst="ellipse">
              <a:avLst/>
            </a:prstGeom>
            <a:gradFill>
              <a:gsLst>
                <a:gs pos="0">
                  <a:srgbClr val="000700">
                    <a:alpha val="11481"/>
                  </a:srgbClr>
                </a:gs>
                <a:gs pos="14286">
                  <a:srgbClr val="000700">
                    <a:alpha val="10603"/>
                  </a:srgbClr>
                </a:gs>
                <a:gs pos="28571">
                  <a:srgbClr val="000700">
                    <a:alpha val="8335"/>
                  </a:srgbClr>
                </a:gs>
                <a:gs pos="42857">
                  <a:srgbClr val="000700">
                    <a:alpha val="5548"/>
                  </a:srgbClr>
                </a:gs>
                <a:gs pos="57143">
                  <a:srgbClr val="000700">
                    <a:alpha val="3114"/>
                  </a:srgbClr>
                </a:gs>
                <a:gs pos="71429">
                  <a:srgbClr val="000700">
                    <a:alpha val="1470"/>
                  </a:srgbClr>
                </a:gs>
                <a:gs pos="85714">
                  <a:srgbClr val="000700">
                    <a:alpha val="584"/>
                  </a:srgbClr>
                </a:gs>
                <a:gs pos="100000">
                  <a:srgbClr val="000700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10079467">
              <a:off x="1182898" y="775711"/>
              <a:ext cx="266138" cy="69120"/>
            </a:xfrm>
            <a:prstGeom prst="ellipse">
              <a:avLst/>
            </a:prstGeom>
            <a:gradFill>
              <a:gsLst>
                <a:gs pos="0">
                  <a:srgbClr val="B8003C">
                    <a:alpha val="3369"/>
                  </a:srgbClr>
                </a:gs>
                <a:gs pos="14286">
                  <a:srgbClr val="B8003C">
                    <a:alpha val="3101"/>
                  </a:srgbClr>
                </a:gs>
                <a:gs pos="28571">
                  <a:srgbClr val="B8003C">
                    <a:alpha val="2416"/>
                  </a:srgbClr>
                </a:gs>
                <a:gs pos="42857">
                  <a:srgbClr val="B8003C">
                    <a:alpha val="1592"/>
                  </a:srgbClr>
                </a:gs>
                <a:gs pos="57143">
                  <a:srgbClr val="B8003C">
                    <a:alpha val="885"/>
                  </a:srgbClr>
                </a:gs>
                <a:gs pos="71429">
                  <a:srgbClr val="B8003C">
                    <a:alpha val="415"/>
                  </a:srgbClr>
                </a:gs>
                <a:gs pos="85714">
                  <a:srgbClr val="B8003C">
                    <a:alpha val="164"/>
                  </a:srgbClr>
                </a:gs>
                <a:gs pos="100000">
                  <a:srgbClr val="B8003C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4334177">
              <a:off x="2677170" y="1219062"/>
              <a:ext cx="369713" cy="74669"/>
            </a:xfrm>
            <a:prstGeom prst="ellipse">
              <a:avLst/>
            </a:prstGeom>
            <a:gradFill>
              <a:gsLst>
                <a:gs pos="0">
                  <a:srgbClr val="6B7B00">
                    <a:alpha val="2739"/>
                  </a:srgbClr>
                </a:gs>
                <a:gs pos="14286">
                  <a:srgbClr val="6B7B00">
                    <a:alpha val="2520"/>
                  </a:srgbClr>
                </a:gs>
                <a:gs pos="28571">
                  <a:srgbClr val="6B7B00">
                    <a:alpha val="1962"/>
                  </a:srgbClr>
                </a:gs>
                <a:gs pos="42857">
                  <a:srgbClr val="6B7B00">
                    <a:alpha val="1291"/>
                  </a:srgbClr>
                </a:gs>
                <a:gs pos="57143">
                  <a:srgbClr val="6B7B00">
                    <a:alpha val="718"/>
                  </a:srgbClr>
                </a:gs>
                <a:gs pos="71429">
                  <a:srgbClr val="6B7B00">
                    <a:alpha val="337"/>
                  </a:srgbClr>
                </a:gs>
                <a:gs pos="85714">
                  <a:srgbClr val="6B7B00">
                    <a:alpha val="133"/>
                  </a:srgbClr>
                </a:gs>
                <a:gs pos="100000">
                  <a:srgbClr val="6B7B00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-9610894">
              <a:off x="2419806" y="903503"/>
              <a:ext cx="380293" cy="104827"/>
            </a:xfrm>
            <a:prstGeom prst="ellipse">
              <a:avLst/>
            </a:prstGeom>
            <a:gradFill>
              <a:gsLst>
                <a:gs pos="0">
                  <a:srgbClr val="006F00">
                    <a:alpha val="4749"/>
                  </a:srgbClr>
                </a:gs>
                <a:gs pos="14286">
                  <a:srgbClr val="006F00">
                    <a:alpha val="4374"/>
                  </a:srgbClr>
                </a:gs>
                <a:gs pos="28571">
                  <a:srgbClr val="006F00">
                    <a:alpha val="3413"/>
                  </a:srgbClr>
                </a:gs>
                <a:gs pos="42857">
                  <a:srgbClr val="006F00">
                    <a:alpha val="2252"/>
                  </a:srgbClr>
                </a:gs>
                <a:gs pos="57143">
                  <a:srgbClr val="006F00">
                    <a:alpha val="1254"/>
                  </a:srgbClr>
                </a:gs>
                <a:gs pos="71429">
                  <a:srgbClr val="006F00">
                    <a:alpha val="589"/>
                  </a:srgbClr>
                </a:gs>
                <a:gs pos="85714">
                  <a:srgbClr val="006F00">
                    <a:alpha val="233"/>
                  </a:srgbClr>
                </a:gs>
                <a:gs pos="100000">
                  <a:srgbClr val="006F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7413547">
              <a:off x="2478042" y="2383666"/>
              <a:ext cx="260472" cy="77841"/>
            </a:xfrm>
            <a:prstGeom prst="ellipse">
              <a:avLst/>
            </a:prstGeom>
            <a:gradFill>
              <a:gsLst>
                <a:gs pos="0">
                  <a:srgbClr val="03C077">
                    <a:alpha val="2960"/>
                  </a:srgbClr>
                </a:gs>
                <a:gs pos="14286">
                  <a:srgbClr val="03C077">
                    <a:alpha val="2724"/>
                  </a:srgbClr>
                </a:gs>
                <a:gs pos="28571">
                  <a:srgbClr val="03C077">
                    <a:alpha val="2121"/>
                  </a:srgbClr>
                </a:gs>
                <a:gs pos="42857">
                  <a:srgbClr val="03C077">
                    <a:alpha val="1397"/>
                  </a:srgbClr>
                </a:gs>
                <a:gs pos="57143">
                  <a:srgbClr val="03C077">
                    <a:alpha val="776"/>
                  </a:srgbClr>
                </a:gs>
                <a:gs pos="71429">
                  <a:srgbClr val="03C077">
                    <a:alpha val="364"/>
                  </a:srgbClr>
                </a:gs>
                <a:gs pos="85714">
                  <a:srgbClr val="03C077">
                    <a:alpha val="144"/>
                  </a:srgbClr>
                </a:gs>
                <a:gs pos="100000">
                  <a:srgbClr val="03C077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9837979">
              <a:off x="1350747" y="622075"/>
              <a:ext cx="371230" cy="246679"/>
            </a:xfrm>
            <a:prstGeom prst="ellipse">
              <a:avLst/>
            </a:prstGeom>
            <a:gradFill>
              <a:gsLst>
                <a:gs pos="0">
                  <a:srgbClr val="0000A3">
                    <a:alpha val="30450"/>
                  </a:srgbClr>
                </a:gs>
                <a:gs pos="14286">
                  <a:srgbClr val="0000A3">
                    <a:alpha val="28377"/>
                  </a:srgbClr>
                </a:gs>
                <a:gs pos="28571">
                  <a:srgbClr val="0000A3">
                    <a:alpha val="22829"/>
                  </a:srgbClr>
                </a:gs>
                <a:gs pos="42857">
                  <a:srgbClr val="0000A3">
                    <a:alpha val="15632"/>
                  </a:srgbClr>
                </a:gs>
                <a:gs pos="57143">
                  <a:srgbClr val="0000A3">
                    <a:alpha val="8989"/>
                  </a:srgbClr>
                </a:gs>
                <a:gs pos="71429">
                  <a:srgbClr val="0000A3">
                    <a:alpha val="4313"/>
                  </a:srgbClr>
                </a:gs>
                <a:gs pos="85714">
                  <a:srgbClr val="0000A3">
                    <a:alpha val="1728"/>
                  </a:srgbClr>
                </a:gs>
                <a:gs pos="100000">
                  <a:srgbClr val="0000A3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10628950">
              <a:off x="133570" y="2502516"/>
              <a:ext cx="241636" cy="239729"/>
            </a:xfrm>
            <a:prstGeom prst="ellipse">
              <a:avLst/>
            </a:prstGeom>
            <a:gradFill>
              <a:gsLst>
                <a:gs pos="0">
                  <a:srgbClr val="040000">
                    <a:alpha val="14374"/>
                  </a:srgbClr>
                </a:gs>
                <a:gs pos="14286">
                  <a:srgbClr val="040000">
                    <a:alpha val="13293"/>
                  </a:srgbClr>
                </a:gs>
                <a:gs pos="28571">
                  <a:srgbClr val="040000">
                    <a:alpha val="10483"/>
                  </a:srgbClr>
                </a:gs>
                <a:gs pos="42857">
                  <a:srgbClr val="040000">
                    <a:alpha val="7006"/>
                  </a:srgbClr>
                </a:gs>
                <a:gs pos="57143">
                  <a:srgbClr val="040000">
                    <a:alpha val="3945"/>
                  </a:srgbClr>
                </a:gs>
                <a:gs pos="71429">
                  <a:srgbClr val="040000">
                    <a:alpha val="1866"/>
                  </a:srgbClr>
                </a:gs>
                <a:gs pos="85714">
                  <a:srgbClr val="040000">
                    <a:alpha val="742"/>
                  </a:srgbClr>
                </a:gs>
                <a:gs pos="100000">
                  <a:srgbClr val="040000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5642786">
              <a:off x="2976113" y="2741077"/>
              <a:ext cx="300982" cy="298864"/>
            </a:xfrm>
            <a:prstGeom prst="ellipse">
              <a:avLst/>
            </a:prstGeom>
            <a:gradFill>
              <a:gsLst>
                <a:gs pos="0">
                  <a:srgbClr val="000000">
                    <a:alpha val="16926"/>
                  </a:srgbClr>
                </a:gs>
                <a:gs pos="14286">
                  <a:srgbClr val="000000">
                    <a:alpha val="15671"/>
                  </a:srgbClr>
                </a:gs>
                <a:gs pos="28571">
                  <a:srgbClr val="000000">
                    <a:alpha val="12396"/>
                  </a:srgbClr>
                </a:gs>
                <a:gs pos="42857">
                  <a:srgbClr val="000000">
                    <a:alpha val="8314"/>
                  </a:srgbClr>
                </a:gs>
                <a:gs pos="57143">
                  <a:srgbClr val="000000">
                    <a:alpha val="4696"/>
                  </a:srgbClr>
                </a:gs>
                <a:gs pos="71429">
                  <a:srgbClr val="000000">
                    <a:alpha val="2226"/>
                  </a:srgbClr>
                </a:gs>
                <a:gs pos="85714">
                  <a:srgbClr val="000000">
                    <a:alpha val="886"/>
                  </a:srgbClr>
                </a:gs>
                <a:gs pos="100000">
                  <a:srgbClr val="000000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10696225">
              <a:off x="1769799" y="2797355"/>
              <a:ext cx="342745" cy="143015"/>
            </a:xfrm>
            <a:prstGeom prst="ellipse">
              <a:avLst/>
            </a:prstGeom>
            <a:gradFill>
              <a:gsLst>
                <a:gs pos="0">
                  <a:srgbClr val="005B00">
                    <a:alpha val="22158"/>
                  </a:srgbClr>
                </a:gs>
                <a:gs pos="14286">
                  <a:srgbClr val="005B00">
                    <a:alpha val="20565"/>
                  </a:srgbClr>
                </a:gs>
                <a:gs pos="28571">
                  <a:srgbClr val="005B00">
                    <a:alpha val="16369"/>
                  </a:srgbClr>
                </a:gs>
                <a:gs pos="42857">
                  <a:srgbClr val="005B00">
                    <a:alpha val="11064"/>
                  </a:srgbClr>
                </a:gs>
                <a:gs pos="57143">
                  <a:srgbClr val="005B00">
                    <a:alpha val="6290"/>
                  </a:srgbClr>
                </a:gs>
                <a:gs pos="71429">
                  <a:srgbClr val="005B00">
                    <a:alpha val="2995"/>
                  </a:srgbClr>
                </a:gs>
                <a:gs pos="85714">
                  <a:srgbClr val="005B00">
                    <a:alpha val="1195"/>
                  </a:srgbClr>
                </a:gs>
                <a:gs pos="100000">
                  <a:srgbClr val="005B00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4903177">
              <a:off x="580559" y="1473640"/>
              <a:ext cx="256367" cy="67629"/>
            </a:xfrm>
            <a:prstGeom prst="ellipse">
              <a:avLst/>
            </a:prstGeom>
            <a:gradFill>
              <a:gsLst>
                <a:gs pos="0">
                  <a:srgbClr val="90007B">
                    <a:alpha val="1306"/>
                  </a:srgbClr>
                </a:gs>
                <a:gs pos="14286">
                  <a:srgbClr val="90007B">
                    <a:alpha val="1201"/>
                  </a:srgbClr>
                </a:gs>
                <a:gs pos="28571">
                  <a:srgbClr val="90007B">
                    <a:alpha val="934"/>
                  </a:srgbClr>
                </a:gs>
                <a:gs pos="42857">
                  <a:srgbClr val="90007B">
                    <a:alpha val="613"/>
                  </a:srgbClr>
                </a:gs>
                <a:gs pos="57143">
                  <a:srgbClr val="90007B">
                    <a:alpha val="340"/>
                  </a:srgbClr>
                </a:gs>
                <a:gs pos="71429">
                  <a:srgbClr val="90007B">
                    <a:alpha val="159"/>
                  </a:srgbClr>
                </a:gs>
                <a:gs pos="85714">
                  <a:srgbClr val="90007B">
                    <a:alpha val="63"/>
                  </a:srgbClr>
                </a:gs>
                <a:gs pos="100000">
                  <a:srgbClr val="90007B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-9622630">
              <a:off x="1592355" y="2915161"/>
              <a:ext cx="312543" cy="119074"/>
            </a:xfrm>
            <a:prstGeom prst="ellipse">
              <a:avLst/>
            </a:prstGeom>
            <a:gradFill>
              <a:gsLst>
                <a:gs pos="0">
                  <a:srgbClr val="00736A">
                    <a:alpha val="17128"/>
                  </a:srgbClr>
                </a:gs>
                <a:gs pos="14286">
                  <a:srgbClr val="00736A">
                    <a:alpha val="15859"/>
                  </a:srgbClr>
                </a:gs>
                <a:gs pos="28571">
                  <a:srgbClr val="00736A">
                    <a:alpha val="12547"/>
                  </a:srgbClr>
                </a:gs>
                <a:gs pos="42857">
                  <a:srgbClr val="00736A">
                    <a:alpha val="8418"/>
                  </a:srgbClr>
                </a:gs>
                <a:gs pos="57143">
                  <a:srgbClr val="00736A">
                    <a:alpha val="4756"/>
                  </a:srgbClr>
                </a:gs>
                <a:gs pos="71429">
                  <a:srgbClr val="00736A">
                    <a:alpha val="2255"/>
                  </a:srgbClr>
                </a:gs>
                <a:gs pos="85714">
                  <a:srgbClr val="00736A">
                    <a:alpha val="898"/>
                  </a:srgbClr>
                </a:gs>
                <a:gs pos="100000">
                  <a:srgbClr val="00736A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10023582">
              <a:off x="2260852" y="847159"/>
              <a:ext cx="239197" cy="74508"/>
            </a:xfrm>
            <a:prstGeom prst="ellipse">
              <a:avLst/>
            </a:prstGeom>
            <a:gradFill>
              <a:gsLst>
                <a:gs pos="0">
                  <a:srgbClr val="851C00">
                    <a:alpha val="4915"/>
                  </a:srgbClr>
                </a:gs>
                <a:gs pos="14286">
                  <a:srgbClr val="851C00">
                    <a:alpha val="4526"/>
                  </a:srgbClr>
                </a:gs>
                <a:gs pos="28571">
                  <a:srgbClr val="851C00">
                    <a:alpha val="3533"/>
                  </a:srgbClr>
                </a:gs>
                <a:gs pos="42857">
                  <a:srgbClr val="851C00">
                    <a:alpha val="2331"/>
                  </a:srgbClr>
                </a:gs>
                <a:gs pos="57143">
                  <a:srgbClr val="851C00">
                    <a:alpha val="1299"/>
                  </a:srgbClr>
                </a:gs>
                <a:gs pos="71429">
                  <a:srgbClr val="851C00">
                    <a:alpha val="610"/>
                  </a:srgbClr>
                </a:gs>
                <a:gs pos="85714">
                  <a:srgbClr val="851C00">
                    <a:alpha val="242"/>
                  </a:srgbClr>
                </a:gs>
                <a:gs pos="100000">
                  <a:srgbClr val="851C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8902895">
              <a:off x="849388" y="953738"/>
              <a:ext cx="266373" cy="73994"/>
            </a:xfrm>
            <a:prstGeom prst="ellipse">
              <a:avLst/>
            </a:prstGeom>
            <a:gradFill>
              <a:gsLst>
                <a:gs pos="0">
                  <a:srgbClr val="3400BA">
                    <a:alpha val="3121"/>
                  </a:srgbClr>
                </a:gs>
                <a:gs pos="14286">
                  <a:srgbClr val="3400BA">
                    <a:alpha val="2872"/>
                  </a:srgbClr>
                </a:gs>
                <a:gs pos="28571">
                  <a:srgbClr val="3400BA">
                    <a:alpha val="2237"/>
                  </a:srgbClr>
                </a:gs>
                <a:gs pos="42857">
                  <a:srgbClr val="3400BA">
                    <a:alpha val="1473"/>
                  </a:srgbClr>
                </a:gs>
                <a:gs pos="57143">
                  <a:srgbClr val="3400BA">
                    <a:alpha val="819"/>
                  </a:srgbClr>
                </a:gs>
                <a:gs pos="71429">
                  <a:srgbClr val="3400BA">
                    <a:alpha val="384"/>
                  </a:srgbClr>
                </a:gs>
                <a:gs pos="85714">
                  <a:srgbClr val="3400BA">
                    <a:alpha val="152"/>
                  </a:srgbClr>
                </a:gs>
                <a:gs pos="100000">
                  <a:srgbClr val="3400BA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10525031">
              <a:off x="1836403" y="3329226"/>
              <a:ext cx="296380" cy="292997"/>
            </a:xfrm>
            <a:prstGeom prst="ellipse">
              <a:avLst/>
            </a:prstGeom>
            <a:gradFill>
              <a:gsLst>
                <a:gs pos="0">
                  <a:srgbClr val="000302">
                    <a:alpha val="2067"/>
                  </a:srgbClr>
                </a:gs>
                <a:gs pos="14286">
                  <a:srgbClr val="000302">
                    <a:alpha val="1901"/>
                  </a:srgbClr>
                </a:gs>
                <a:gs pos="28571">
                  <a:srgbClr val="000302">
                    <a:alpha val="1479"/>
                  </a:srgbClr>
                </a:gs>
                <a:gs pos="42857">
                  <a:srgbClr val="000302">
                    <a:alpha val="973"/>
                  </a:srgbClr>
                </a:gs>
                <a:gs pos="57143">
                  <a:srgbClr val="000302">
                    <a:alpha val="540"/>
                  </a:srgbClr>
                </a:gs>
                <a:gs pos="71429">
                  <a:srgbClr val="000302">
                    <a:alpha val="253"/>
                  </a:srgbClr>
                </a:gs>
                <a:gs pos="85714">
                  <a:srgbClr val="000302">
                    <a:alpha val="100"/>
                  </a:srgbClr>
                </a:gs>
                <a:gs pos="100000">
                  <a:srgbClr val="000302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9887198">
              <a:off x="1915841" y="2820007"/>
              <a:ext cx="279578" cy="76901"/>
            </a:xfrm>
            <a:prstGeom prst="ellipse">
              <a:avLst/>
            </a:prstGeom>
            <a:gradFill>
              <a:gsLst>
                <a:gs pos="0">
                  <a:srgbClr val="169CA0">
                    <a:alpha val="2961"/>
                  </a:srgbClr>
                </a:gs>
                <a:gs pos="14286">
                  <a:srgbClr val="169CA0">
                    <a:alpha val="2724"/>
                  </a:srgbClr>
                </a:gs>
                <a:gs pos="28571">
                  <a:srgbClr val="169CA0">
                    <a:alpha val="2122"/>
                  </a:srgbClr>
                </a:gs>
                <a:gs pos="42857">
                  <a:srgbClr val="169CA0">
                    <a:alpha val="1397"/>
                  </a:srgbClr>
                </a:gs>
                <a:gs pos="57143">
                  <a:srgbClr val="169CA0">
                    <a:alpha val="776"/>
                  </a:srgbClr>
                </a:gs>
                <a:gs pos="71429">
                  <a:srgbClr val="169CA0">
                    <a:alpha val="364"/>
                  </a:srgbClr>
                </a:gs>
                <a:gs pos="85714">
                  <a:srgbClr val="169CA0">
                    <a:alpha val="144"/>
                  </a:srgbClr>
                </a:gs>
                <a:gs pos="100000">
                  <a:srgbClr val="169CA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8153924">
              <a:off x="494631" y="211668"/>
              <a:ext cx="412410" cy="136775"/>
            </a:xfrm>
            <a:prstGeom prst="ellipse">
              <a:avLst/>
            </a:prstGeom>
            <a:gradFill>
              <a:gsLst>
                <a:gs pos="0">
                  <a:srgbClr val="000000">
                    <a:alpha val="5696"/>
                  </a:srgbClr>
                </a:gs>
                <a:gs pos="14286">
                  <a:srgbClr val="000000">
                    <a:alpha val="5247"/>
                  </a:srgbClr>
                </a:gs>
                <a:gs pos="28571">
                  <a:srgbClr val="000000">
                    <a:alpha val="4099"/>
                  </a:srgbClr>
                </a:gs>
                <a:gs pos="42857">
                  <a:srgbClr val="000000">
                    <a:alpha val="2708"/>
                  </a:srgbClr>
                </a:gs>
                <a:gs pos="57143">
                  <a:srgbClr val="000000">
                    <a:alpha val="1510"/>
                  </a:srgbClr>
                </a:gs>
                <a:gs pos="71429">
                  <a:srgbClr val="000000">
                    <a:alpha val="709"/>
                  </a:srgbClr>
                </a:gs>
                <a:gs pos="85714">
                  <a:srgbClr val="000000">
                    <a:alpha val="281"/>
                  </a:srgbClr>
                </a:gs>
                <a:gs pos="100000">
                  <a:srgbClr val="00000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-8111317">
              <a:off x="1371840" y="2900998"/>
              <a:ext cx="370293" cy="104997"/>
            </a:xfrm>
            <a:prstGeom prst="ellipse">
              <a:avLst/>
            </a:prstGeom>
            <a:gradFill>
              <a:gsLst>
                <a:gs pos="0">
                  <a:srgbClr val="007670">
                    <a:alpha val="1540"/>
                  </a:srgbClr>
                </a:gs>
                <a:gs pos="14286">
                  <a:srgbClr val="007670">
                    <a:alpha val="1416"/>
                  </a:srgbClr>
                </a:gs>
                <a:gs pos="28571">
                  <a:srgbClr val="007670">
                    <a:alpha val="1101"/>
                  </a:srgbClr>
                </a:gs>
                <a:gs pos="42857">
                  <a:srgbClr val="007670">
                    <a:alpha val="724"/>
                  </a:srgbClr>
                </a:gs>
                <a:gs pos="57143">
                  <a:srgbClr val="007670">
                    <a:alpha val="402"/>
                  </a:srgbClr>
                </a:gs>
                <a:gs pos="71429">
                  <a:srgbClr val="007670">
                    <a:alpha val="188"/>
                  </a:srgbClr>
                </a:gs>
                <a:gs pos="85714">
                  <a:srgbClr val="007670">
                    <a:alpha val="74"/>
                  </a:srgbClr>
                </a:gs>
                <a:gs pos="100000">
                  <a:srgbClr val="00767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5146492">
              <a:off x="566716" y="1983067"/>
              <a:ext cx="432151" cy="238156"/>
            </a:xfrm>
            <a:prstGeom prst="ellipse">
              <a:avLst/>
            </a:prstGeom>
            <a:gradFill>
              <a:gsLst>
                <a:gs pos="0">
                  <a:srgbClr val="0000FB">
                    <a:alpha val="10386"/>
                  </a:srgbClr>
                </a:gs>
                <a:gs pos="14286">
                  <a:srgbClr val="0000FB">
                    <a:alpha val="9588"/>
                  </a:srgbClr>
                </a:gs>
                <a:gs pos="28571">
                  <a:srgbClr val="0000FB">
                    <a:alpha val="7528"/>
                  </a:srgbClr>
                </a:gs>
                <a:gs pos="42857">
                  <a:srgbClr val="0000FB">
                    <a:alpha val="5004"/>
                  </a:srgbClr>
                </a:gs>
                <a:gs pos="57143">
                  <a:srgbClr val="0000FB">
                    <a:alpha val="2804"/>
                  </a:srgbClr>
                </a:gs>
                <a:gs pos="71429">
                  <a:srgbClr val="0000FB">
                    <a:alpha val="1323"/>
                  </a:srgbClr>
                </a:gs>
                <a:gs pos="85714">
                  <a:srgbClr val="0000FB">
                    <a:alpha val="525"/>
                  </a:srgbClr>
                </a:gs>
                <a:gs pos="100000">
                  <a:srgbClr val="0000FB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6649414">
              <a:off x="2655081" y="1180832"/>
              <a:ext cx="344467" cy="120165"/>
            </a:xfrm>
            <a:prstGeom prst="ellipse">
              <a:avLst/>
            </a:prstGeom>
            <a:gradFill>
              <a:gsLst>
                <a:gs pos="0">
                  <a:srgbClr val="164500">
                    <a:alpha val="23876"/>
                  </a:srgbClr>
                </a:gs>
                <a:gs pos="14286">
                  <a:srgbClr val="164500">
                    <a:alpha val="22177"/>
                  </a:srgbClr>
                </a:gs>
                <a:gs pos="28571">
                  <a:srgbClr val="164500">
                    <a:alpha val="17691"/>
                  </a:srgbClr>
                </a:gs>
                <a:gs pos="42857">
                  <a:srgbClr val="164500">
                    <a:alpha val="11988"/>
                  </a:srgbClr>
                </a:gs>
                <a:gs pos="57143">
                  <a:srgbClr val="164500">
                    <a:alpha val="6831"/>
                  </a:srgbClr>
                </a:gs>
                <a:gs pos="71429">
                  <a:srgbClr val="164500">
                    <a:alpha val="3258"/>
                  </a:srgbClr>
                </a:gs>
                <a:gs pos="85714">
                  <a:srgbClr val="164500">
                    <a:alpha val="1301"/>
                  </a:srgbClr>
                </a:gs>
                <a:gs pos="100000">
                  <a:srgbClr val="164500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9953899">
              <a:off x="1236853" y="736066"/>
              <a:ext cx="255300" cy="67503"/>
            </a:xfrm>
            <a:prstGeom prst="ellipse">
              <a:avLst/>
            </a:prstGeom>
            <a:gradFill>
              <a:gsLst>
                <a:gs pos="0">
                  <a:srgbClr val="A7005F">
                    <a:alpha val="1804"/>
                  </a:srgbClr>
                </a:gs>
                <a:gs pos="14286">
                  <a:srgbClr val="A7005F">
                    <a:alpha val="1659"/>
                  </a:srgbClr>
                </a:gs>
                <a:gs pos="28571">
                  <a:srgbClr val="A7005F">
                    <a:alpha val="1291"/>
                  </a:srgbClr>
                </a:gs>
                <a:gs pos="42857">
                  <a:srgbClr val="A7005F">
                    <a:alpha val="849"/>
                  </a:srgbClr>
                </a:gs>
                <a:gs pos="57143">
                  <a:srgbClr val="A7005F">
                    <a:alpha val="471"/>
                  </a:srgbClr>
                </a:gs>
                <a:gs pos="71429">
                  <a:srgbClr val="A7005F">
                    <a:alpha val="221"/>
                  </a:srgbClr>
                </a:gs>
                <a:gs pos="85714">
                  <a:srgbClr val="A7005F">
                    <a:alpha val="87"/>
                  </a:srgbClr>
                </a:gs>
                <a:gs pos="100000">
                  <a:srgbClr val="A7005F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9914708">
              <a:off x="2483230" y="939317"/>
              <a:ext cx="352128" cy="97780"/>
            </a:xfrm>
            <a:prstGeom prst="ellipse">
              <a:avLst/>
            </a:prstGeom>
            <a:gradFill>
              <a:gsLst>
                <a:gs pos="0">
                  <a:srgbClr val="8A0000">
                    <a:alpha val="4766"/>
                  </a:srgbClr>
                </a:gs>
                <a:gs pos="14286">
                  <a:srgbClr val="8A0000">
                    <a:alpha val="4390"/>
                  </a:srgbClr>
                </a:gs>
                <a:gs pos="28571">
                  <a:srgbClr val="8A0000">
                    <a:alpha val="3425"/>
                  </a:srgbClr>
                </a:gs>
                <a:gs pos="42857">
                  <a:srgbClr val="8A0000">
                    <a:alpha val="2260"/>
                  </a:srgbClr>
                </a:gs>
                <a:gs pos="57143">
                  <a:srgbClr val="8A0000">
                    <a:alpha val="1259"/>
                  </a:srgbClr>
                </a:gs>
                <a:gs pos="71429">
                  <a:srgbClr val="8A0000">
                    <a:alpha val="591"/>
                  </a:srgbClr>
                </a:gs>
                <a:gs pos="85714">
                  <a:srgbClr val="8A0000">
                    <a:alpha val="234"/>
                  </a:srgbClr>
                </a:gs>
                <a:gs pos="100000">
                  <a:srgbClr val="8A00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9934134">
              <a:off x="1804231" y="2897811"/>
              <a:ext cx="361159" cy="105615"/>
            </a:xfrm>
            <a:prstGeom prst="ellipse">
              <a:avLst/>
            </a:prstGeom>
            <a:gradFill>
              <a:gsLst>
                <a:gs pos="0">
                  <a:srgbClr val="0000AF">
                    <a:alpha val="1425"/>
                  </a:srgbClr>
                </a:gs>
                <a:gs pos="14286">
                  <a:srgbClr val="0000AF">
                    <a:alpha val="1310"/>
                  </a:srgbClr>
                </a:gs>
                <a:gs pos="28571">
                  <a:srgbClr val="0000AF">
                    <a:alpha val="1019"/>
                  </a:srgbClr>
                </a:gs>
                <a:gs pos="42857">
                  <a:srgbClr val="0000AF">
                    <a:alpha val="669"/>
                  </a:srgbClr>
                </a:gs>
                <a:gs pos="57143">
                  <a:srgbClr val="0000AF">
                    <a:alpha val="371"/>
                  </a:srgbClr>
                </a:gs>
                <a:gs pos="71429">
                  <a:srgbClr val="0000AF">
                    <a:alpha val="174"/>
                  </a:srgbClr>
                </a:gs>
                <a:gs pos="85714">
                  <a:srgbClr val="0000AF">
                    <a:alpha val="69"/>
                  </a:srgbClr>
                </a:gs>
                <a:gs pos="100000">
                  <a:srgbClr val="0000AF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-10796750">
              <a:off x="2530358" y="188749"/>
              <a:ext cx="278976" cy="278954"/>
            </a:xfrm>
            <a:prstGeom prst="ellipse">
              <a:avLst/>
            </a:prstGeom>
            <a:gradFill>
              <a:gsLst>
                <a:gs pos="0">
                  <a:srgbClr val="000000">
                    <a:alpha val="3736"/>
                  </a:srgbClr>
                </a:gs>
                <a:gs pos="14286">
                  <a:srgbClr val="000000">
                    <a:alpha val="3439"/>
                  </a:srgbClr>
                </a:gs>
                <a:gs pos="28571">
                  <a:srgbClr val="000000">
                    <a:alpha val="2681"/>
                  </a:srgbClr>
                </a:gs>
                <a:gs pos="42857">
                  <a:srgbClr val="000000">
                    <a:alpha val="1767"/>
                  </a:srgbClr>
                </a:gs>
                <a:gs pos="57143">
                  <a:srgbClr val="000000">
                    <a:alpha val="983"/>
                  </a:srgbClr>
                </a:gs>
                <a:gs pos="71429">
                  <a:srgbClr val="000000">
                    <a:alpha val="461"/>
                  </a:srgbClr>
                </a:gs>
                <a:gs pos="85714">
                  <a:srgbClr val="000000">
                    <a:alpha val="183"/>
                  </a:srgbClr>
                </a:gs>
                <a:gs pos="100000">
                  <a:srgbClr val="0000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4378552">
              <a:off x="3254965" y="1134148"/>
              <a:ext cx="274873" cy="267930"/>
            </a:xfrm>
            <a:prstGeom prst="ellipse">
              <a:avLst/>
            </a:prstGeom>
            <a:gradFill>
              <a:gsLst>
                <a:gs pos="0">
                  <a:srgbClr val="000019">
                    <a:alpha val="11629"/>
                  </a:srgbClr>
                </a:gs>
                <a:gs pos="14286">
                  <a:srgbClr val="000019">
                    <a:alpha val="10741"/>
                  </a:srgbClr>
                </a:gs>
                <a:gs pos="28571">
                  <a:srgbClr val="000019">
                    <a:alpha val="8445"/>
                  </a:srgbClr>
                </a:gs>
                <a:gs pos="42857">
                  <a:srgbClr val="000019">
                    <a:alpha val="5623"/>
                  </a:srgbClr>
                </a:gs>
                <a:gs pos="57143">
                  <a:srgbClr val="000019">
                    <a:alpha val="3156"/>
                  </a:srgbClr>
                </a:gs>
                <a:gs pos="71429">
                  <a:srgbClr val="000019">
                    <a:alpha val="1490"/>
                  </a:srgbClr>
                </a:gs>
                <a:gs pos="85714">
                  <a:srgbClr val="000019">
                    <a:alpha val="592"/>
                  </a:srgbClr>
                </a:gs>
                <a:gs pos="100000">
                  <a:srgbClr val="000019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9549963">
              <a:off x="650366" y="1036922"/>
              <a:ext cx="310908" cy="120780"/>
            </a:xfrm>
            <a:prstGeom prst="ellipse">
              <a:avLst/>
            </a:prstGeom>
            <a:gradFill>
              <a:gsLst>
                <a:gs pos="0">
                  <a:srgbClr val="1C0146">
                    <a:alpha val="21001"/>
                  </a:srgbClr>
                </a:gs>
                <a:gs pos="14286">
                  <a:srgbClr val="1C0146">
                    <a:alpha val="19480"/>
                  </a:srgbClr>
                </a:gs>
                <a:gs pos="28571">
                  <a:srgbClr val="1C0146">
                    <a:alpha val="15484"/>
                  </a:srgbClr>
                </a:gs>
                <a:gs pos="42857">
                  <a:srgbClr val="1C0146">
                    <a:alpha val="10447"/>
                  </a:srgbClr>
                </a:gs>
                <a:gs pos="57143">
                  <a:srgbClr val="1C0146">
                    <a:alpha val="5931"/>
                  </a:srgbClr>
                </a:gs>
                <a:gs pos="71429">
                  <a:srgbClr val="1C0146">
                    <a:alpha val="2821"/>
                  </a:srgbClr>
                </a:gs>
                <a:gs pos="85714">
                  <a:srgbClr val="1C0146">
                    <a:alpha val="1125"/>
                  </a:srgbClr>
                </a:gs>
                <a:gs pos="100000">
                  <a:srgbClr val="1C0146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5181879">
              <a:off x="569375" y="1339050"/>
              <a:ext cx="259862" cy="70577"/>
            </a:xfrm>
            <a:prstGeom prst="ellipse">
              <a:avLst/>
            </a:prstGeom>
            <a:gradFill>
              <a:gsLst>
                <a:gs pos="0">
                  <a:srgbClr val="A20061">
                    <a:alpha val="2178"/>
                  </a:srgbClr>
                </a:gs>
                <a:gs pos="14286">
                  <a:srgbClr val="A20061">
                    <a:alpha val="2003"/>
                  </a:srgbClr>
                </a:gs>
                <a:gs pos="28571">
                  <a:srgbClr val="A20061">
                    <a:alpha val="1559"/>
                  </a:srgbClr>
                </a:gs>
                <a:gs pos="42857">
                  <a:srgbClr val="A20061">
                    <a:alpha val="1025"/>
                  </a:srgbClr>
                </a:gs>
                <a:gs pos="57143">
                  <a:srgbClr val="A20061">
                    <a:alpha val="569"/>
                  </a:srgbClr>
                </a:gs>
                <a:gs pos="71429">
                  <a:srgbClr val="A20061">
                    <a:alpha val="267"/>
                  </a:srgbClr>
                </a:gs>
                <a:gs pos="85714">
                  <a:srgbClr val="A20061">
                    <a:alpha val="106"/>
                  </a:srgbClr>
                </a:gs>
                <a:gs pos="100000">
                  <a:srgbClr val="A20061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10795316">
              <a:off x="669873" y="2091385"/>
              <a:ext cx="267826" cy="266868"/>
            </a:xfrm>
            <a:prstGeom prst="ellipse">
              <a:avLst/>
            </a:prstGeom>
            <a:gradFill>
              <a:gsLst>
                <a:gs pos="0">
                  <a:srgbClr val="0000BA">
                    <a:alpha val="3575"/>
                  </a:srgbClr>
                </a:gs>
                <a:gs pos="14286">
                  <a:srgbClr val="0000BA">
                    <a:alpha val="3290"/>
                  </a:srgbClr>
                </a:gs>
                <a:gs pos="28571">
                  <a:srgbClr val="0000BA">
                    <a:alpha val="2564"/>
                  </a:srgbClr>
                </a:gs>
                <a:gs pos="42857">
                  <a:srgbClr val="0000BA">
                    <a:alpha val="1689"/>
                  </a:srgbClr>
                </a:gs>
                <a:gs pos="57143">
                  <a:srgbClr val="0000BA">
                    <a:alpha val="940"/>
                  </a:srgbClr>
                </a:gs>
                <a:gs pos="71429">
                  <a:srgbClr val="0000BA">
                    <a:alpha val="441"/>
                  </a:srgbClr>
                </a:gs>
                <a:gs pos="85714">
                  <a:srgbClr val="0000BA">
                    <a:alpha val="175"/>
                  </a:srgbClr>
                </a:gs>
                <a:gs pos="100000">
                  <a:srgbClr val="0000BA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7016946">
              <a:off x="2628842" y="2147937"/>
              <a:ext cx="349911" cy="96312"/>
            </a:xfrm>
            <a:prstGeom prst="ellipse">
              <a:avLst/>
            </a:prstGeom>
            <a:gradFill>
              <a:gsLst>
                <a:gs pos="0">
                  <a:srgbClr val="589100">
                    <a:alpha val="2304"/>
                  </a:srgbClr>
                </a:gs>
                <a:gs pos="14286">
                  <a:srgbClr val="589100">
                    <a:alpha val="2120"/>
                  </a:srgbClr>
                </a:gs>
                <a:gs pos="28571">
                  <a:srgbClr val="589100">
                    <a:alpha val="1650"/>
                  </a:srgbClr>
                </a:gs>
                <a:gs pos="42857">
                  <a:srgbClr val="589100">
                    <a:alpha val="1085"/>
                  </a:srgbClr>
                </a:gs>
                <a:gs pos="57143">
                  <a:srgbClr val="589100">
                    <a:alpha val="603"/>
                  </a:srgbClr>
                </a:gs>
                <a:gs pos="71429">
                  <a:srgbClr val="589100">
                    <a:alpha val="283"/>
                  </a:srgbClr>
                </a:gs>
                <a:gs pos="85714">
                  <a:srgbClr val="589100">
                    <a:alpha val="112"/>
                  </a:srgbClr>
                </a:gs>
                <a:gs pos="100000">
                  <a:srgbClr val="5891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9498615">
              <a:off x="2844563" y="459570"/>
              <a:ext cx="272242" cy="257600"/>
            </a:xfrm>
            <a:prstGeom prst="ellipse">
              <a:avLst/>
            </a:prstGeom>
            <a:gradFill>
              <a:gsLst>
                <a:gs pos="0">
                  <a:srgbClr val="000000">
                    <a:alpha val="6060"/>
                  </a:srgbClr>
                </a:gs>
                <a:gs pos="14286">
                  <a:srgbClr val="000000">
                    <a:alpha val="5584"/>
                  </a:srgbClr>
                </a:gs>
                <a:gs pos="28571">
                  <a:srgbClr val="000000">
                    <a:alpha val="4363"/>
                  </a:srgbClr>
                </a:gs>
                <a:gs pos="42857">
                  <a:srgbClr val="000000">
                    <a:alpha val="2884"/>
                  </a:srgbClr>
                </a:gs>
                <a:gs pos="57143">
                  <a:srgbClr val="000000">
                    <a:alpha val="1608"/>
                  </a:srgbClr>
                </a:gs>
                <a:gs pos="71429">
                  <a:srgbClr val="000000">
                    <a:alpha val="756"/>
                  </a:srgbClr>
                </a:gs>
                <a:gs pos="85714">
                  <a:srgbClr val="000000">
                    <a:alpha val="300"/>
                  </a:srgbClr>
                </a:gs>
                <a:gs pos="100000">
                  <a:srgbClr val="000000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5826645">
              <a:off x="873366" y="2389057"/>
              <a:ext cx="247722" cy="235485"/>
            </a:xfrm>
            <a:prstGeom prst="ellipse">
              <a:avLst/>
            </a:prstGeom>
            <a:gradFill>
              <a:gsLst>
                <a:gs pos="0">
                  <a:srgbClr val="000066">
                    <a:alpha val="5272"/>
                  </a:srgbClr>
                </a:gs>
                <a:gs pos="14286">
                  <a:srgbClr val="000066">
                    <a:alpha val="4856"/>
                  </a:srgbClr>
                </a:gs>
                <a:gs pos="28571">
                  <a:srgbClr val="000066">
                    <a:alpha val="3791"/>
                  </a:srgbClr>
                </a:gs>
                <a:gs pos="42857">
                  <a:srgbClr val="000066">
                    <a:alpha val="2503"/>
                  </a:srgbClr>
                </a:gs>
                <a:gs pos="57143">
                  <a:srgbClr val="000066">
                    <a:alpha val="1395"/>
                  </a:srgbClr>
                </a:gs>
                <a:gs pos="71429">
                  <a:srgbClr val="000066">
                    <a:alpha val="655"/>
                  </a:srgbClr>
                </a:gs>
                <a:gs pos="85714">
                  <a:srgbClr val="000066">
                    <a:alpha val="260"/>
                  </a:srgbClr>
                </a:gs>
                <a:gs pos="100000">
                  <a:srgbClr val="000066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486535">
              <a:off x="597768" y="2989250"/>
              <a:ext cx="269692" cy="265517"/>
            </a:xfrm>
            <a:prstGeom prst="ellipse">
              <a:avLst/>
            </a:prstGeom>
            <a:gradFill>
              <a:gsLst>
                <a:gs pos="0">
                  <a:srgbClr val="020000">
                    <a:alpha val="2413"/>
                  </a:srgbClr>
                </a:gs>
                <a:gs pos="14286">
                  <a:srgbClr val="020000">
                    <a:alpha val="2220"/>
                  </a:srgbClr>
                </a:gs>
                <a:gs pos="28571">
                  <a:srgbClr val="020000">
                    <a:alpha val="1728"/>
                  </a:srgbClr>
                </a:gs>
                <a:gs pos="42857">
                  <a:srgbClr val="020000">
                    <a:alpha val="1137"/>
                  </a:srgbClr>
                </a:gs>
                <a:gs pos="57143">
                  <a:srgbClr val="020000">
                    <a:alpha val="632"/>
                  </a:srgbClr>
                </a:gs>
                <a:gs pos="71429">
                  <a:srgbClr val="020000">
                    <a:alpha val="296"/>
                  </a:srgbClr>
                </a:gs>
                <a:gs pos="85714">
                  <a:srgbClr val="020000">
                    <a:alpha val="117"/>
                  </a:srgbClr>
                </a:gs>
                <a:gs pos="100000">
                  <a:srgbClr val="02000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4357038">
              <a:off x="1148950" y="2676327"/>
              <a:ext cx="345047" cy="169444"/>
            </a:xfrm>
            <a:prstGeom prst="ellipse">
              <a:avLst/>
            </a:prstGeom>
            <a:gradFill>
              <a:gsLst>
                <a:gs pos="0">
                  <a:srgbClr val="017000">
                    <a:alpha val="5875"/>
                  </a:srgbClr>
                </a:gs>
                <a:gs pos="14286">
                  <a:srgbClr val="017000">
                    <a:alpha val="5413"/>
                  </a:srgbClr>
                </a:gs>
                <a:gs pos="28571">
                  <a:srgbClr val="017000">
                    <a:alpha val="4229"/>
                  </a:srgbClr>
                </a:gs>
                <a:gs pos="42857">
                  <a:srgbClr val="017000">
                    <a:alpha val="2794"/>
                  </a:srgbClr>
                </a:gs>
                <a:gs pos="57143">
                  <a:srgbClr val="017000">
                    <a:alpha val="1558"/>
                  </a:srgbClr>
                </a:gs>
                <a:gs pos="71429">
                  <a:srgbClr val="017000">
                    <a:alpha val="732"/>
                  </a:srgbClr>
                </a:gs>
                <a:gs pos="85714">
                  <a:srgbClr val="017000">
                    <a:alpha val="290"/>
                  </a:srgbClr>
                </a:gs>
                <a:gs pos="100000">
                  <a:srgbClr val="017000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3705401">
              <a:off x="816941" y="2333534"/>
              <a:ext cx="290399" cy="256112"/>
            </a:xfrm>
            <a:prstGeom prst="ellipse">
              <a:avLst/>
            </a:prstGeom>
            <a:gradFill>
              <a:gsLst>
                <a:gs pos="0">
                  <a:srgbClr val="007300">
                    <a:alpha val="3869"/>
                  </a:srgbClr>
                </a:gs>
                <a:gs pos="14286">
                  <a:srgbClr val="007300">
                    <a:alpha val="3562"/>
                  </a:srgbClr>
                </a:gs>
                <a:gs pos="28571">
                  <a:srgbClr val="007300">
                    <a:alpha val="2777"/>
                  </a:srgbClr>
                </a:gs>
                <a:gs pos="42857">
                  <a:srgbClr val="007300">
                    <a:alpha val="1830"/>
                  </a:srgbClr>
                </a:gs>
                <a:gs pos="57143">
                  <a:srgbClr val="007300">
                    <a:alpha val="1018"/>
                  </a:srgbClr>
                </a:gs>
                <a:gs pos="71429">
                  <a:srgbClr val="007300">
                    <a:alpha val="478"/>
                  </a:srgbClr>
                </a:gs>
                <a:gs pos="85714">
                  <a:srgbClr val="007300">
                    <a:alpha val="189"/>
                  </a:srgbClr>
                </a:gs>
                <a:gs pos="100000">
                  <a:srgbClr val="007300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8037232">
              <a:off x="203596" y="553505"/>
              <a:ext cx="585186" cy="166686"/>
            </a:xfrm>
            <a:prstGeom prst="ellipse">
              <a:avLst/>
            </a:prstGeom>
            <a:gradFill>
              <a:gsLst>
                <a:gs pos="0">
                  <a:srgbClr val="49003E">
                    <a:alpha val="32968"/>
                  </a:srgbClr>
                </a:gs>
                <a:gs pos="14286">
                  <a:srgbClr val="49003E">
                    <a:alpha val="30764"/>
                  </a:srgbClr>
                </a:gs>
                <a:gs pos="28571">
                  <a:srgbClr val="49003E">
                    <a:alpha val="24833"/>
                  </a:srgbClr>
                </a:gs>
                <a:gs pos="42857">
                  <a:srgbClr val="49003E">
                    <a:alpha val="17075"/>
                  </a:srgbClr>
                </a:gs>
                <a:gs pos="57143">
                  <a:srgbClr val="49003E">
                    <a:alpha val="9855"/>
                  </a:srgbClr>
                </a:gs>
                <a:gs pos="71429">
                  <a:srgbClr val="49003E">
                    <a:alpha val="4740"/>
                  </a:srgbClr>
                </a:gs>
                <a:gs pos="85714">
                  <a:srgbClr val="49003E">
                    <a:alpha val="1902"/>
                  </a:srgbClr>
                </a:gs>
                <a:gs pos="100000">
                  <a:srgbClr val="4900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-8402263">
              <a:off x="2547885" y="1041221"/>
              <a:ext cx="399932" cy="149238"/>
            </a:xfrm>
            <a:prstGeom prst="ellipse">
              <a:avLst/>
            </a:prstGeom>
            <a:gradFill>
              <a:gsLst>
                <a:gs pos="0">
                  <a:srgbClr val="6B5E00">
                    <a:alpha val="26887"/>
                  </a:srgbClr>
                </a:gs>
                <a:gs pos="14286">
                  <a:srgbClr val="6B5E00">
                    <a:alpha val="25012"/>
                  </a:srgbClr>
                </a:gs>
                <a:gs pos="28571">
                  <a:srgbClr val="6B5E00">
                    <a:alpha val="20028"/>
                  </a:srgbClr>
                </a:gs>
                <a:gs pos="42857">
                  <a:srgbClr val="6B5E00">
                    <a:alpha val="13635"/>
                  </a:srgbClr>
                </a:gs>
                <a:gs pos="57143">
                  <a:srgbClr val="6B5E00">
                    <a:alpha val="7802"/>
                  </a:srgbClr>
                </a:gs>
                <a:gs pos="71429">
                  <a:srgbClr val="6B5E00">
                    <a:alpha val="3731"/>
                  </a:srgbClr>
                </a:gs>
                <a:gs pos="85714">
                  <a:srgbClr val="6B5E00">
                    <a:alpha val="1492"/>
                  </a:srgbClr>
                </a:gs>
                <a:gs pos="100000">
                  <a:srgbClr val="6B5E00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-10223047">
              <a:off x="2048074" y="723734"/>
              <a:ext cx="266470" cy="73090"/>
            </a:xfrm>
            <a:prstGeom prst="ellipse">
              <a:avLst/>
            </a:prstGeom>
            <a:gradFill>
              <a:gsLst>
                <a:gs pos="0">
                  <a:srgbClr val="A80000">
                    <a:alpha val="2187"/>
                  </a:srgbClr>
                </a:gs>
                <a:gs pos="14286">
                  <a:srgbClr val="A80000">
                    <a:alpha val="2012"/>
                  </a:srgbClr>
                </a:gs>
                <a:gs pos="28571">
                  <a:srgbClr val="A80000">
                    <a:alpha val="1566"/>
                  </a:srgbClr>
                </a:gs>
                <a:gs pos="42857">
                  <a:srgbClr val="A80000">
                    <a:alpha val="1030"/>
                  </a:srgbClr>
                </a:gs>
                <a:gs pos="57143">
                  <a:srgbClr val="A80000">
                    <a:alpha val="572"/>
                  </a:srgbClr>
                </a:gs>
                <a:gs pos="71429">
                  <a:srgbClr val="A80000">
                    <a:alpha val="268"/>
                  </a:srgbClr>
                </a:gs>
                <a:gs pos="85714">
                  <a:srgbClr val="A80000">
                    <a:alpha val="106"/>
                  </a:srgbClr>
                </a:gs>
                <a:gs pos="100000">
                  <a:srgbClr val="A80000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8893869">
              <a:off x="2441513" y="2457877"/>
              <a:ext cx="334723" cy="90125"/>
            </a:xfrm>
            <a:prstGeom prst="ellipse">
              <a:avLst/>
            </a:prstGeom>
            <a:gradFill>
              <a:gsLst>
                <a:gs pos="0">
                  <a:srgbClr val="004297">
                    <a:alpha val="2101"/>
                  </a:srgbClr>
                </a:gs>
                <a:gs pos="14286">
                  <a:srgbClr val="004297">
                    <a:alpha val="1933"/>
                  </a:srgbClr>
                </a:gs>
                <a:gs pos="28571">
                  <a:srgbClr val="004297">
                    <a:alpha val="1504"/>
                  </a:srgbClr>
                </a:gs>
                <a:gs pos="42857">
                  <a:srgbClr val="004297">
                    <a:alpha val="989"/>
                  </a:srgbClr>
                </a:gs>
                <a:gs pos="57143">
                  <a:srgbClr val="004297">
                    <a:alpha val="549"/>
                  </a:srgbClr>
                </a:gs>
                <a:gs pos="71429">
                  <a:srgbClr val="004297">
                    <a:alpha val="258"/>
                  </a:srgbClr>
                </a:gs>
                <a:gs pos="85714">
                  <a:srgbClr val="004297">
                    <a:alpha val="102"/>
                  </a:srgbClr>
                </a:gs>
                <a:gs pos="100000">
                  <a:srgbClr val="004297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7998315">
              <a:off x="766718" y="994830"/>
              <a:ext cx="267776" cy="72095"/>
            </a:xfrm>
            <a:prstGeom prst="ellipse">
              <a:avLst/>
            </a:prstGeom>
            <a:gradFill>
              <a:gsLst>
                <a:gs pos="0">
                  <a:srgbClr val="950083">
                    <a:alpha val="3505"/>
                  </a:srgbClr>
                </a:gs>
                <a:gs pos="14286">
                  <a:srgbClr val="950083">
                    <a:alpha val="3227"/>
                  </a:srgbClr>
                </a:gs>
                <a:gs pos="28571">
                  <a:srgbClr val="950083">
                    <a:alpha val="2514"/>
                  </a:srgbClr>
                </a:gs>
                <a:gs pos="42857">
                  <a:srgbClr val="950083">
                    <a:alpha val="1656"/>
                  </a:srgbClr>
                </a:gs>
                <a:gs pos="57143">
                  <a:srgbClr val="950083">
                    <a:alpha val="921"/>
                  </a:srgbClr>
                </a:gs>
                <a:gs pos="71429">
                  <a:srgbClr val="950083">
                    <a:alpha val="432"/>
                  </a:srgbClr>
                </a:gs>
                <a:gs pos="85714">
                  <a:srgbClr val="950083">
                    <a:alpha val="171"/>
                  </a:srgbClr>
                </a:gs>
                <a:gs pos="100000">
                  <a:srgbClr val="950083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-10297550">
              <a:off x="1213777" y="3493693"/>
              <a:ext cx="502453" cy="397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9749995">
              <a:off x="2355952" y="824805"/>
              <a:ext cx="346323" cy="97885"/>
            </a:xfrm>
            <a:prstGeom prst="ellipse">
              <a:avLst/>
            </a:prstGeom>
            <a:gradFill>
              <a:gsLst>
                <a:gs pos="0">
                  <a:srgbClr val="007504">
                    <a:alpha val="4537"/>
                  </a:srgbClr>
                </a:gs>
                <a:gs pos="14286">
                  <a:srgbClr val="007504">
                    <a:alpha val="4178"/>
                  </a:srgbClr>
                </a:gs>
                <a:gs pos="28571">
                  <a:srgbClr val="007504">
                    <a:alpha val="3259"/>
                  </a:srgbClr>
                </a:gs>
                <a:gs pos="42857">
                  <a:srgbClr val="007504">
                    <a:alpha val="2150"/>
                  </a:srgbClr>
                </a:gs>
                <a:gs pos="57143">
                  <a:srgbClr val="007504">
                    <a:alpha val="1197"/>
                  </a:srgbClr>
                </a:gs>
                <a:gs pos="71429">
                  <a:srgbClr val="007504">
                    <a:alpha val="562"/>
                  </a:srgbClr>
                </a:gs>
                <a:gs pos="85714">
                  <a:srgbClr val="007504">
                    <a:alpha val="223"/>
                  </a:srgbClr>
                </a:gs>
                <a:gs pos="100000">
                  <a:srgbClr val="007504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6653402">
              <a:off x="2697733" y="1796987"/>
              <a:ext cx="324410" cy="102669"/>
            </a:xfrm>
            <a:prstGeom prst="ellipse">
              <a:avLst/>
            </a:prstGeom>
            <a:gradFill>
              <a:gsLst>
                <a:gs pos="0">
                  <a:srgbClr val="20000F">
                    <a:alpha val="16381"/>
                  </a:srgbClr>
                </a:gs>
                <a:gs pos="14286">
                  <a:srgbClr val="20000F">
                    <a:alpha val="15162"/>
                  </a:srgbClr>
                </a:gs>
                <a:gs pos="28571">
                  <a:srgbClr val="20000F">
                    <a:alpha val="11986"/>
                  </a:srgbClr>
                </a:gs>
                <a:gs pos="42857">
                  <a:srgbClr val="20000F">
                    <a:alpha val="8033"/>
                  </a:srgbClr>
                </a:gs>
                <a:gs pos="57143">
                  <a:srgbClr val="20000F">
                    <a:alpha val="4534"/>
                  </a:srgbClr>
                </a:gs>
                <a:gs pos="71429">
                  <a:srgbClr val="20000F">
                    <a:alpha val="2149"/>
                  </a:srgbClr>
                </a:gs>
                <a:gs pos="85714">
                  <a:srgbClr val="20000F">
                    <a:alpha val="855"/>
                  </a:srgbClr>
                </a:gs>
                <a:gs pos="100000">
                  <a:srgbClr val="20000F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8247579">
              <a:off x="808008" y="904668"/>
              <a:ext cx="272648" cy="90354"/>
            </a:xfrm>
            <a:prstGeom prst="ellipse">
              <a:avLst/>
            </a:prstGeom>
            <a:gradFill>
              <a:gsLst>
                <a:gs pos="0">
                  <a:srgbClr val="B1007B">
                    <a:alpha val="6876"/>
                  </a:srgbClr>
                </a:gs>
                <a:gs pos="14286">
                  <a:srgbClr val="B1007B">
                    <a:alpha val="6338"/>
                  </a:srgbClr>
                </a:gs>
                <a:gs pos="28571">
                  <a:srgbClr val="B1007B">
                    <a:alpha val="4957"/>
                  </a:srgbClr>
                </a:gs>
                <a:gs pos="42857">
                  <a:srgbClr val="B1007B">
                    <a:alpha val="3280"/>
                  </a:srgbClr>
                </a:gs>
                <a:gs pos="57143">
                  <a:srgbClr val="B1007B">
                    <a:alpha val="1831"/>
                  </a:srgbClr>
                </a:gs>
                <a:gs pos="71429">
                  <a:srgbClr val="B1007B">
                    <a:alpha val="861"/>
                  </a:srgbClr>
                </a:gs>
                <a:gs pos="85714">
                  <a:srgbClr val="B1007B">
                    <a:alpha val="341"/>
                  </a:srgbClr>
                </a:gs>
                <a:gs pos="100000">
                  <a:srgbClr val="B1007B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7712156">
              <a:off x="2608181" y="2236356"/>
              <a:ext cx="343859" cy="93494"/>
            </a:xfrm>
            <a:prstGeom prst="ellipse">
              <a:avLst/>
            </a:prstGeom>
            <a:gradFill>
              <a:gsLst>
                <a:gs pos="0">
                  <a:srgbClr val="009800">
                    <a:alpha val="2170"/>
                  </a:srgbClr>
                </a:gs>
                <a:gs pos="14286">
                  <a:srgbClr val="009800">
                    <a:alpha val="1996"/>
                  </a:srgbClr>
                </a:gs>
                <a:gs pos="28571">
                  <a:srgbClr val="009800">
                    <a:alpha val="1553"/>
                  </a:srgbClr>
                </a:gs>
                <a:gs pos="42857">
                  <a:srgbClr val="009800">
                    <a:alpha val="1022"/>
                  </a:srgbClr>
                </a:gs>
                <a:gs pos="57143">
                  <a:srgbClr val="009800">
                    <a:alpha val="567"/>
                  </a:srgbClr>
                </a:gs>
                <a:gs pos="71429">
                  <a:srgbClr val="009800">
                    <a:alpha val="266"/>
                  </a:srgbClr>
                </a:gs>
                <a:gs pos="85714">
                  <a:srgbClr val="009800">
                    <a:alpha val="105"/>
                  </a:srgbClr>
                </a:gs>
                <a:gs pos="100000">
                  <a:srgbClr val="009800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4917182">
              <a:off x="430137" y="1725997"/>
              <a:ext cx="528363" cy="239989"/>
            </a:xfrm>
            <a:prstGeom prst="ellipse">
              <a:avLst/>
            </a:prstGeom>
            <a:gradFill>
              <a:gsLst>
                <a:gs pos="0">
                  <a:srgbClr val="6B0000">
                    <a:alpha val="32968"/>
                  </a:srgbClr>
                </a:gs>
                <a:gs pos="14286">
                  <a:srgbClr val="6B0000">
                    <a:alpha val="30764"/>
                  </a:srgbClr>
                </a:gs>
                <a:gs pos="28571">
                  <a:srgbClr val="6B0000">
                    <a:alpha val="24833"/>
                  </a:srgbClr>
                </a:gs>
                <a:gs pos="42857">
                  <a:srgbClr val="6B0000">
                    <a:alpha val="17075"/>
                  </a:srgbClr>
                </a:gs>
                <a:gs pos="57143">
                  <a:srgbClr val="6B0000">
                    <a:alpha val="9855"/>
                  </a:srgbClr>
                </a:gs>
                <a:gs pos="71429">
                  <a:srgbClr val="6B0000">
                    <a:alpha val="4740"/>
                  </a:srgbClr>
                </a:gs>
                <a:gs pos="85714">
                  <a:srgbClr val="6B0000">
                    <a:alpha val="1902"/>
                  </a:srgbClr>
                </a:gs>
                <a:gs pos="100000">
                  <a:srgbClr val="6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7376871">
              <a:off x="584571" y="2086932"/>
              <a:ext cx="338904" cy="294688"/>
            </a:xfrm>
            <a:prstGeom prst="ellipse">
              <a:avLst/>
            </a:prstGeom>
            <a:gradFill>
              <a:gsLst>
                <a:gs pos="0">
                  <a:srgbClr val="31009D">
                    <a:alpha val="3230"/>
                  </a:srgbClr>
                </a:gs>
                <a:gs pos="14286">
                  <a:srgbClr val="31009D">
                    <a:alpha val="2972"/>
                  </a:srgbClr>
                </a:gs>
                <a:gs pos="28571">
                  <a:srgbClr val="31009D">
                    <a:alpha val="2316"/>
                  </a:srgbClr>
                </a:gs>
                <a:gs pos="42857">
                  <a:srgbClr val="31009D">
                    <a:alpha val="1525"/>
                  </a:srgbClr>
                </a:gs>
                <a:gs pos="57143">
                  <a:srgbClr val="31009D">
                    <a:alpha val="848"/>
                  </a:srgbClr>
                </a:gs>
                <a:gs pos="71429">
                  <a:srgbClr val="31009D">
                    <a:alpha val="398"/>
                  </a:srgbClr>
                </a:gs>
                <a:gs pos="85714">
                  <a:srgbClr val="31009D">
                    <a:alpha val="157"/>
                  </a:srgbClr>
                </a:gs>
                <a:gs pos="100000">
                  <a:srgbClr val="31009D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10612097">
              <a:off x="2189409" y="740193"/>
              <a:ext cx="349395" cy="154960"/>
            </a:xfrm>
            <a:prstGeom prst="ellipse">
              <a:avLst/>
            </a:prstGeom>
            <a:gradFill>
              <a:gsLst>
                <a:gs pos="0">
                  <a:srgbClr val="724C00">
                    <a:alpha val="15502"/>
                  </a:srgbClr>
                </a:gs>
                <a:gs pos="14286">
                  <a:srgbClr val="724C00">
                    <a:alpha val="14343"/>
                  </a:srgbClr>
                </a:gs>
                <a:gs pos="28571">
                  <a:srgbClr val="724C00">
                    <a:alpha val="11326"/>
                  </a:srgbClr>
                </a:gs>
                <a:gs pos="42857">
                  <a:srgbClr val="724C00">
                    <a:alpha val="7582"/>
                  </a:srgbClr>
                </a:gs>
                <a:gs pos="57143">
                  <a:srgbClr val="724C00">
                    <a:alpha val="4275"/>
                  </a:srgbClr>
                </a:gs>
                <a:gs pos="71429">
                  <a:srgbClr val="724C00">
                    <a:alpha val="2024"/>
                  </a:srgbClr>
                </a:gs>
                <a:gs pos="85714">
                  <a:srgbClr val="724C00">
                    <a:alpha val="805"/>
                  </a:srgbClr>
                </a:gs>
                <a:gs pos="100000">
                  <a:srgbClr val="724C00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10588797">
              <a:off x="3037186" y="445100"/>
              <a:ext cx="313245" cy="310307"/>
            </a:xfrm>
            <a:prstGeom prst="ellipse">
              <a:avLst/>
            </a:prstGeom>
            <a:gradFill>
              <a:gsLst>
                <a:gs pos="0">
                  <a:srgbClr val="000000">
                    <a:alpha val="4376"/>
                  </a:srgbClr>
                </a:gs>
                <a:gs pos="14286">
                  <a:srgbClr val="000000">
                    <a:alpha val="4030"/>
                  </a:srgbClr>
                </a:gs>
                <a:gs pos="28571">
                  <a:srgbClr val="000000">
                    <a:alpha val="3143"/>
                  </a:srgbClr>
                </a:gs>
                <a:gs pos="42857">
                  <a:srgbClr val="000000">
                    <a:alpha val="2073"/>
                  </a:srgbClr>
                </a:gs>
                <a:gs pos="57143">
                  <a:srgbClr val="000000">
                    <a:alpha val="1154"/>
                  </a:srgbClr>
                </a:gs>
                <a:gs pos="71429">
                  <a:srgbClr val="000000">
                    <a:alpha val="542"/>
                  </a:srgbClr>
                </a:gs>
                <a:gs pos="85714">
                  <a:srgbClr val="000000">
                    <a:alpha val="215"/>
                  </a:srgbClr>
                </a:gs>
                <a:gs pos="100000">
                  <a:srgbClr val="000000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8518626">
              <a:off x="2455314" y="309446"/>
              <a:ext cx="616517" cy="91825"/>
            </a:xfrm>
            <a:prstGeom prst="ellipse">
              <a:avLst/>
            </a:prstGeom>
            <a:gradFill>
              <a:gsLst>
                <a:gs pos="0">
                  <a:srgbClr val="3A2600">
                    <a:alpha val="32968"/>
                  </a:srgbClr>
                </a:gs>
                <a:gs pos="14286">
                  <a:srgbClr val="3A2600">
                    <a:alpha val="30764"/>
                  </a:srgbClr>
                </a:gs>
                <a:gs pos="28571">
                  <a:srgbClr val="3A2600">
                    <a:alpha val="24833"/>
                  </a:srgbClr>
                </a:gs>
                <a:gs pos="42857">
                  <a:srgbClr val="3A2600">
                    <a:alpha val="17075"/>
                  </a:srgbClr>
                </a:gs>
                <a:gs pos="57143">
                  <a:srgbClr val="3A2600">
                    <a:alpha val="9855"/>
                  </a:srgbClr>
                </a:gs>
                <a:gs pos="71429">
                  <a:srgbClr val="3A2600">
                    <a:alpha val="4740"/>
                  </a:srgbClr>
                </a:gs>
                <a:gs pos="85714">
                  <a:srgbClr val="3A2600">
                    <a:alpha val="1902"/>
                  </a:srgbClr>
                </a:gs>
                <a:gs pos="100000">
                  <a:srgbClr val="3A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5371931">
              <a:off x="-122969" y="1965018"/>
              <a:ext cx="329132" cy="328577"/>
            </a:xfrm>
            <a:prstGeom prst="ellipse">
              <a:avLst/>
            </a:prstGeom>
            <a:gradFill>
              <a:gsLst>
                <a:gs pos="0">
                  <a:srgbClr val="000000">
                    <a:alpha val="15480"/>
                  </a:srgbClr>
                </a:gs>
                <a:gs pos="14286">
                  <a:srgbClr val="000000">
                    <a:alpha val="14322"/>
                  </a:srgbClr>
                </a:gs>
                <a:gs pos="28571">
                  <a:srgbClr val="000000">
                    <a:alpha val="11310"/>
                  </a:srgbClr>
                </a:gs>
                <a:gs pos="42857">
                  <a:srgbClr val="000000">
                    <a:alpha val="7571"/>
                  </a:srgbClr>
                </a:gs>
                <a:gs pos="57143">
                  <a:srgbClr val="000000">
                    <a:alpha val="4268"/>
                  </a:srgbClr>
                </a:gs>
                <a:gs pos="71429">
                  <a:srgbClr val="000000">
                    <a:alpha val="2021"/>
                  </a:srgbClr>
                </a:gs>
                <a:gs pos="85714">
                  <a:srgbClr val="000000">
                    <a:alpha val="804"/>
                  </a:srgbClr>
                </a:gs>
                <a:gs pos="100000">
                  <a:srgbClr val="000000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8374288">
              <a:off x="2799603" y="2734364"/>
              <a:ext cx="537903" cy="175374"/>
            </a:xfrm>
            <a:prstGeom prst="ellipse">
              <a:avLst/>
            </a:prstGeom>
            <a:gradFill>
              <a:gsLst>
                <a:gs pos="0">
                  <a:srgbClr val="003C09">
                    <a:alpha val="32958"/>
                  </a:srgbClr>
                </a:gs>
                <a:gs pos="14286">
                  <a:srgbClr val="003C09">
                    <a:alpha val="30754"/>
                  </a:srgbClr>
                </a:gs>
                <a:gs pos="28571">
                  <a:srgbClr val="003C09">
                    <a:alpha val="24825"/>
                  </a:srgbClr>
                </a:gs>
                <a:gs pos="42857">
                  <a:srgbClr val="003C09">
                    <a:alpha val="17070"/>
                  </a:srgbClr>
                </a:gs>
                <a:gs pos="57143">
                  <a:srgbClr val="003C09">
                    <a:alpha val="9851"/>
                  </a:srgbClr>
                </a:gs>
                <a:gs pos="71429">
                  <a:srgbClr val="003C09">
                    <a:alpha val="4739"/>
                  </a:srgbClr>
                </a:gs>
                <a:gs pos="85714">
                  <a:srgbClr val="003C09">
                    <a:alpha val="1901"/>
                  </a:srgbClr>
                </a:gs>
                <a:gs pos="100000">
                  <a:srgbClr val="003C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3707976">
              <a:off x="1029379" y="2725152"/>
              <a:ext cx="349821" cy="97018"/>
            </a:xfrm>
            <a:prstGeom prst="ellipse">
              <a:avLst/>
            </a:prstGeom>
            <a:gradFill>
              <a:gsLst>
                <a:gs pos="0">
                  <a:srgbClr val="0B3591">
                    <a:alpha val="2198"/>
                  </a:srgbClr>
                </a:gs>
                <a:gs pos="14286">
                  <a:srgbClr val="0B3591">
                    <a:alpha val="2022"/>
                  </a:srgbClr>
                </a:gs>
                <a:gs pos="28571">
                  <a:srgbClr val="0B3591">
                    <a:alpha val="1574"/>
                  </a:srgbClr>
                </a:gs>
                <a:gs pos="42857">
                  <a:srgbClr val="0B3591">
                    <a:alpha val="1035"/>
                  </a:srgbClr>
                </a:gs>
                <a:gs pos="57143">
                  <a:srgbClr val="0B3591">
                    <a:alpha val="575"/>
                  </a:srgbClr>
                </a:gs>
                <a:gs pos="71429">
                  <a:srgbClr val="0B3591">
                    <a:alpha val="269"/>
                  </a:srgbClr>
                </a:gs>
                <a:gs pos="85714">
                  <a:srgbClr val="0B3591">
                    <a:alpha val="107"/>
                  </a:srgbClr>
                </a:gs>
                <a:gs pos="100000">
                  <a:srgbClr val="0B3591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5434895">
              <a:off x="2682612" y="1256695"/>
              <a:ext cx="336526" cy="152018"/>
            </a:xfrm>
            <a:prstGeom prst="ellipse">
              <a:avLst/>
            </a:prstGeom>
            <a:gradFill>
              <a:gsLst>
                <a:gs pos="0">
                  <a:srgbClr val="236F00">
                    <a:alpha val="21581"/>
                  </a:srgbClr>
                </a:gs>
                <a:gs pos="14286">
                  <a:srgbClr val="236F00">
                    <a:alpha val="20024"/>
                  </a:srgbClr>
                </a:gs>
                <a:gs pos="28571">
                  <a:srgbClr val="236F00">
                    <a:alpha val="15928"/>
                  </a:srgbClr>
                </a:gs>
                <a:gs pos="42857">
                  <a:srgbClr val="236F00">
                    <a:alpha val="10756"/>
                  </a:srgbClr>
                </a:gs>
                <a:gs pos="57143">
                  <a:srgbClr val="236F00">
                    <a:alpha val="6111"/>
                  </a:srgbClr>
                </a:gs>
                <a:gs pos="71429">
                  <a:srgbClr val="236F00">
                    <a:alpha val="2908"/>
                  </a:srgbClr>
                </a:gs>
                <a:gs pos="85714">
                  <a:srgbClr val="236F00">
                    <a:alpha val="1160"/>
                  </a:srgbClr>
                </a:gs>
                <a:gs pos="100000">
                  <a:srgbClr val="236F00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5422998">
              <a:off x="2928398" y="308331"/>
              <a:ext cx="309729" cy="308835"/>
            </a:xfrm>
            <a:prstGeom prst="ellipse">
              <a:avLst/>
            </a:prstGeom>
            <a:gradFill>
              <a:gsLst>
                <a:gs pos="0">
                  <a:srgbClr val="000000">
                    <a:alpha val="4714"/>
                  </a:srgbClr>
                </a:gs>
                <a:gs pos="14286">
                  <a:srgbClr val="000000">
                    <a:alpha val="4341"/>
                  </a:srgbClr>
                </a:gs>
                <a:gs pos="28571">
                  <a:srgbClr val="000000">
                    <a:alpha val="3387"/>
                  </a:srgbClr>
                </a:gs>
                <a:gs pos="42857">
                  <a:srgbClr val="000000">
                    <a:alpha val="2235"/>
                  </a:srgbClr>
                </a:gs>
                <a:gs pos="57143">
                  <a:srgbClr val="000000">
                    <a:alpha val="1245"/>
                  </a:srgbClr>
                </a:gs>
                <a:gs pos="71429">
                  <a:srgbClr val="000000">
                    <a:alpha val="585"/>
                  </a:srgbClr>
                </a:gs>
                <a:gs pos="85714">
                  <a:srgbClr val="000000">
                    <a:alpha val="232"/>
                  </a:srgbClr>
                </a:gs>
                <a:gs pos="100000">
                  <a:srgbClr val="000000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-10364993">
              <a:off x="2352589" y="117938"/>
              <a:ext cx="321266" cy="321105"/>
            </a:xfrm>
            <a:prstGeom prst="ellipse">
              <a:avLst/>
            </a:prstGeom>
            <a:gradFill>
              <a:gsLst>
                <a:gs pos="0">
                  <a:srgbClr val="001C00">
                    <a:alpha val="6001"/>
                  </a:srgbClr>
                </a:gs>
                <a:gs pos="14286">
                  <a:srgbClr val="001C00">
                    <a:alpha val="5529"/>
                  </a:srgbClr>
                </a:gs>
                <a:gs pos="28571">
                  <a:srgbClr val="001C00">
                    <a:alpha val="4320"/>
                  </a:srgbClr>
                </a:gs>
                <a:gs pos="42857">
                  <a:srgbClr val="001C00">
                    <a:alpha val="2855"/>
                  </a:srgbClr>
                </a:gs>
                <a:gs pos="57143">
                  <a:srgbClr val="001C00">
                    <a:alpha val="1592"/>
                  </a:srgbClr>
                </a:gs>
                <a:gs pos="71429">
                  <a:srgbClr val="001C00">
                    <a:alpha val="749"/>
                  </a:srgbClr>
                </a:gs>
                <a:gs pos="85714">
                  <a:srgbClr val="001C00">
                    <a:alpha val="297"/>
                  </a:srgbClr>
                </a:gs>
                <a:gs pos="100000">
                  <a:srgbClr val="001C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-8333811">
              <a:off x="1734112" y="604220"/>
              <a:ext cx="344369" cy="129075"/>
            </a:xfrm>
            <a:prstGeom prst="ellipse">
              <a:avLst/>
            </a:prstGeom>
            <a:gradFill>
              <a:gsLst>
                <a:gs pos="0">
                  <a:srgbClr val="003E00">
                    <a:alpha val="16141"/>
                  </a:srgbClr>
                </a:gs>
                <a:gs pos="14286">
                  <a:srgbClr val="003E00">
                    <a:alpha val="14939"/>
                  </a:srgbClr>
                </a:gs>
                <a:gs pos="28571">
                  <a:srgbClr val="003E00">
                    <a:alpha val="11806"/>
                  </a:srgbClr>
                </a:gs>
                <a:gs pos="42857">
                  <a:srgbClr val="003E00">
                    <a:alpha val="7910"/>
                  </a:srgbClr>
                </a:gs>
                <a:gs pos="57143">
                  <a:srgbClr val="003E00">
                    <a:alpha val="4463"/>
                  </a:srgbClr>
                </a:gs>
                <a:gs pos="71429">
                  <a:srgbClr val="003E00">
                    <a:alpha val="2115"/>
                  </a:srgbClr>
                </a:gs>
                <a:gs pos="85714">
                  <a:srgbClr val="003E00">
                    <a:alpha val="842"/>
                  </a:srgbClr>
                </a:gs>
                <a:gs pos="100000">
                  <a:srgbClr val="003E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7423261">
              <a:off x="502547" y="1220651"/>
              <a:ext cx="365161" cy="180945"/>
            </a:xfrm>
            <a:prstGeom prst="ellipse">
              <a:avLst/>
            </a:prstGeom>
            <a:gradFill>
              <a:gsLst>
                <a:gs pos="0">
                  <a:srgbClr val="4F0066">
                    <a:alpha val="21571"/>
                  </a:srgbClr>
                </a:gs>
                <a:gs pos="14286">
                  <a:srgbClr val="4F0066">
                    <a:alpha val="20015"/>
                  </a:srgbClr>
                </a:gs>
                <a:gs pos="28571">
                  <a:srgbClr val="4F0066">
                    <a:alpha val="15920"/>
                  </a:srgbClr>
                </a:gs>
                <a:gs pos="42857">
                  <a:srgbClr val="4F0066">
                    <a:alpha val="10751"/>
                  </a:srgbClr>
                </a:gs>
                <a:gs pos="57143">
                  <a:srgbClr val="4F0066">
                    <a:alpha val="6108"/>
                  </a:srgbClr>
                </a:gs>
                <a:gs pos="71429">
                  <a:srgbClr val="4F0066">
                    <a:alpha val="2907"/>
                  </a:srgbClr>
                </a:gs>
                <a:gs pos="85714">
                  <a:srgbClr val="4F0066">
                    <a:alpha val="1160"/>
                  </a:srgbClr>
                </a:gs>
                <a:gs pos="100000">
                  <a:srgbClr val="4F0066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9225116">
              <a:off x="2562750" y="990203"/>
              <a:ext cx="312018" cy="86231"/>
            </a:xfrm>
            <a:prstGeom prst="ellipse">
              <a:avLst/>
            </a:prstGeom>
            <a:gradFill>
              <a:gsLst>
                <a:gs pos="0">
                  <a:srgbClr val="797900">
                    <a:alpha val="3555"/>
                  </a:srgbClr>
                </a:gs>
                <a:gs pos="14286">
                  <a:srgbClr val="797900">
                    <a:alpha val="3273"/>
                  </a:srgbClr>
                </a:gs>
                <a:gs pos="28571">
                  <a:srgbClr val="797900">
                    <a:alpha val="2550"/>
                  </a:srgbClr>
                </a:gs>
                <a:gs pos="42857">
                  <a:srgbClr val="797900">
                    <a:alpha val="1680"/>
                  </a:srgbClr>
                </a:gs>
                <a:gs pos="57143">
                  <a:srgbClr val="797900">
                    <a:alpha val="935"/>
                  </a:srgbClr>
                </a:gs>
                <a:gs pos="71429">
                  <a:srgbClr val="797900">
                    <a:alpha val="439"/>
                  </a:srgbClr>
                </a:gs>
                <a:gs pos="85714">
                  <a:srgbClr val="797900">
                    <a:alpha val="174"/>
                  </a:srgbClr>
                </a:gs>
                <a:gs pos="100000">
                  <a:srgbClr val="7979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8056913">
              <a:off x="320520" y="525553"/>
              <a:ext cx="353433" cy="243840"/>
            </a:xfrm>
            <a:prstGeom prst="ellipse">
              <a:avLst/>
            </a:prstGeom>
            <a:gradFill>
              <a:gsLst>
                <a:gs pos="0">
                  <a:srgbClr val="000000">
                    <a:alpha val="27659"/>
                  </a:srgbClr>
                </a:gs>
                <a:gs pos="14286">
                  <a:srgbClr val="000000">
                    <a:alpha val="25740"/>
                  </a:srgbClr>
                </a:gs>
                <a:gs pos="28571">
                  <a:srgbClr val="000000">
                    <a:alpha val="20631"/>
                  </a:srgbClr>
                </a:gs>
                <a:gs pos="42857">
                  <a:srgbClr val="000000">
                    <a:alpha val="14063"/>
                  </a:srgbClr>
                </a:gs>
                <a:gs pos="57143">
                  <a:srgbClr val="000000">
                    <a:alpha val="8055"/>
                  </a:srgbClr>
                </a:gs>
                <a:gs pos="71429">
                  <a:srgbClr val="000000">
                    <a:alpha val="3855"/>
                  </a:srgbClr>
                </a:gs>
                <a:gs pos="85714">
                  <a:srgbClr val="000000">
                    <a:alpha val="1542"/>
                  </a:srgbClr>
                </a:gs>
                <a:gs pos="100000">
                  <a:srgbClr val="000000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-10068487">
              <a:off x="1592937" y="3015309"/>
              <a:ext cx="307342" cy="83320"/>
            </a:xfrm>
            <a:prstGeom prst="ellipse">
              <a:avLst/>
            </a:prstGeom>
            <a:gradFill>
              <a:gsLst>
                <a:gs pos="0">
                  <a:srgbClr val="00835A">
                    <a:alpha val="3164"/>
                  </a:srgbClr>
                </a:gs>
                <a:gs pos="14286">
                  <a:srgbClr val="00835A">
                    <a:alpha val="2912"/>
                  </a:srgbClr>
                </a:gs>
                <a:gs pos="28571">
                  <a:srgbClr val="00835A">
                    <a:alpha val="2269"/>
                  </a:srgbClr>
                </a:gs>
                <a:gs pos="42857">
                  <a:srgbClr val="00835A">
                    <a:alpha val="1494"/>
                  </a:srgbClr>
                </a:gs>
                <a:gs pos="57143">
                  <a:srgbClr val="00835A">
                    <a:alpha val="831"/>
                  </a:srgbClr>
                </a:gs>
                <a:gs pos="71429">
                  <a:srgbClr val="00835A">
                    <a:alpha val="390"/>
                  </a:srgbClr>
                </a:gs>
                <a:gs pos="85714">
                  <a:srgbClr val="00835A">
                    <a:alpha val="154"/>
                  </a:srgbClr>
                </a:gs>
                <a:gs pos="100000">
                  <a:srgbClr val="00835A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-8315820">
              <a:off x="2598264" y="437903"/>
              <a:ext cx="556480" cy="169065"/>
            </a:xfrm>
            <a:prstGeom prst="ellipse">
              <a:avLst/>
            </a:prstGeom>
            <a:gradFill>
              <a:gsLst>
                <a:gs pos="0">
                  <a:srgbClr val="483200">
                    <a:alpha val="32968"/>
                  </a:srgbClr>
                </a:gs>
                <a:gs pos="14286">
                  <a:srgbClr val="483200">
                    <a:alpha val="30764"/>
                  </a:srgbClr>
                </a:gs>
                <a:gs pos="28571">
                  <a:srgbClr val="483200">
                    <a:alpha val="24833"/>
                  </a:srgbClr>
                </a:gs>
                <a:gs pos="42857">
                  <a:srgbClr val="483200">
                    <a:alpha val="17075"/>
                  </a:srgbClr>
                </a:gs>
                <a:gs pos="57143">
                  <a:srgbClr val="483200">
                    <a:alpha val="9855"/>
                  </a:srgbClr>
                </a:gs>
                <a:gs pos="71429">
                  <a:srgbClr val="483200">
                    <a:alpha val="4740"/>
                  </a:srgbClr>
                </a:gs>
                <a:gs pos="85714">
                  <a:srgbClr val="483200">
                    <a:alpha val="1902"/>
                  </a:srgbClr>
                </a:gs>
                <a:gs pos="100000">
                  <a:srgbClr val="483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10589575">
              <a:off x="2146682" y="735317"/>
              <a:ext cx="283980" cy="77377"/>
            </a:xfrm>
            <a:prstGeom prst="ellipse">
              <a:avLst/>
            </a:prstGeom>
            <a:gradFill>
              <a:gsLst>
                <a:gs pos="0">
                  <a:srgbClr val="736A00">
                    <a:alpha val="2206"/>
                  </a:srgbClr>
                </a:gs>
                <a:gs pos="14286">
                  <a:srgbClr val="736A00">
                    <a:alpha val="2030"/>
                  </a:srgbClr>
                </a:gs>
                <a:gs pos="28571">
                  <a:srgbClr val="736A00">
                    <a:alpha val="1580"/>
                  </a:srgbClr>
                </a:gs>
                <a:gs pos="42857">
                  <a:srgbClr val="736A00">
                    <a:alpha val="1039"/>
                  </a:srgbClr>
                </a:gs>
                <a:gs pos="57143">
                  <a:srgbClr val="736A00">
                    <a:alpha val="577"/>
                  </a:srgbClr>
                </a:gs>
                <a:gs pos="71429">
                  <a:srgbClr val="736A00">
                    <a:alpha val="271"/>
                  </a:srgbClr>
                </a:gs>
                <a:gs pos="85714">
                  <a:srgbClr val="736A00">
                    <a:alpha val="107"/>
                  </a:srgbClr>
                </a:gs>
                <a:gs pos="100000">
                  <a:srgbClr val="736A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8944464">
              <a:off x="676896" y="2293066"/>
              <a:ext cx="362097" cy="279825"/>
            </a:xfrm>
            <a:prstGeom prst="ellipse">
              <a:avLst/>
            </a:prstGeom>
            <a:gradFill>
              <a:gsLst>
                <a:gs pos="0">
                  <a:srgbClr val="005400">
                    <a:alpha val="4316"/>
                  </a:srgbClr>
                </a:gs>
                <a:gs pos="14286">
                  <a:srgbClr val="005400">
                    <a:alpha val="3974"/>
                  </a:srgbClr>
                </a:gs>
                <a:gs pos="28571">
                  <a:srgbClr val="005400">
                    <a:alpha val="3099"/>
                  </a:srgbClr>
                </a:gs>
                <a:gs pos="42857">
                  <a:srgbClr val="005400">
                    <a:alpha val="2044"/>
                  </a:srgbClr>
                </a:gs>
                <a:gs pos="57143">
                  <a:srgbClr val="005400">
                    <a:alpha val="1138"/>
                  </a:srgbClr>
                </a:gs>
                <a:gs pos="71429">
                  <a:srgbClr val="005400">
                    <a:alpha val="534"/>
                  </a:srgbClr>
                </a:gs>
                <a:gs pos="85714">
                  <a:srgbClr val="005400">
                    <a:alpha val="212"/>
                  </a:srgbClr>
                </a:gs>
                <a:gs pos="100000">
                  <a:srgbClr val="0054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10432273">
              <a:off x="1279486" y="2822644"/>
              <a:ext cx="361502" cy="132735"/>
            </a:xfrm>
            <a:prstGeom prst="ellipse">
              <a:avLst/>
            </a:prstGeom>
            <a:gradFill>
              <a:gsLst>
                <a:gs pos="0">
                  <a:srgbClr val="003237">
                    <a:alpha val="20474"/>
                  </a:srgbClr>
                </a:gs>
                <a:gs pos="14286">
                  <a:srgbClr val="003237">
                    <a:alpha val="18987"/>
                  </a:srgbClr>
                </a:gs>
                <a:gs pos="28571">
                  <a:srgbClr val="003237">
                    <a:alpha val="15082"/>
                  </a:srgbClr>
                </a:gs>
                <a:gs pos="42857">
                  <a:srgbClr val="003237">
                    <a:alpha val="10169"/>
                  </a:srgbClr>
                </a:gs>
                <a:gs pos="57143">
                  <a:srgbClr val="003237">
                    <a:alpha val="5769"/>
                  </a:srgbClr>
                </a:gs>
                <a:gs pos="71429">
                  <a:srgbClr val="003237">
                    <a:alpha val="2743"/>
                  </a:srgbClr>
                </a:gs>
                <a:gs pos="85714">
                  <a:srgbClr val="003237">
                    <a:alpha val="1094"/>
                  </a:srgbClr>
                </a:gs>
                <a:gs pos="100000">
                  <a:srgbClr val="003237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6412991">
              <a:off x="3261145" y="2010090"/>
              <a:ext cx="295941" cy="284146"/>
            </a:xfrm>
            <a:prstGeom prst="ellipse">
              <a:avLst/>
            </a:prstGeom>
            <a:gradFill>
              <a:gsLst>
                <a:gs pos="0">
                  <a:srgbClr val="130000">
                    <a:alpha val="6437"/>
                  </a:srgbClr>
                </a:gs>
                <a:gs pos="14286">
                  <a:srgbClr val="130000">
                    <a:alpha val="5932"/>
                  </a:srgbClr>
                </a:gs>
                <a:gs pos="28571">
                  <a:srgbClr val="130000">
                    <a:alpha val="4637"/>
                  </a:srgbClr>
                </a:gs>
                <a:gs pos="42857">
                  <a:srgbClr val="130000">
                    <a:alpha val="3066"/>
                  </a:srgbClr>
                </a:gs>
                <a:gs pos="57143">
                  <a:srgbClr val="130000">
                    <a:alpha val="1711"/>
                  </a:srgbClr>
                </a:gs>
                <a:gs pos="71429">
                  <a:srgbClr val="130000">
                    <a:alpha val="805"/>
                  </a:srgbClr>
                </a:gs>
                <a:gs pos="85714">
                  <a:srgbClr val="130000">
                    <a:alpha val="319"/>
                  </a:srgbClr>
                </a:gs>
                <a:gs pos="100000">
                  <a:srgbClr val="1300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452585">
              <a:off x="99063" y="2353542"/>
              <a:ext cx="322456" cy="321136"/>
            </a:xfrm>
            <a:prstGeom prst="ellipse">
              <a:avLst/>
            </a:prstGeom>
            <a:gradFill>
              <a:gsLst>
                <a:gs pos="0">
                  <a:srgbClr val="000000">
                    <a:alpha val="14106"/>
                  </a:srgbClr>
                </a:gs>
                <a:gs pos="14286">
                  <a:srgbClr val="000000">
                    <a:alpha val="13043"/>
                  </a:srgbClr>
                </a:gs>
                <a:gs pos="28571">
                  <a:srgbClr val="000000">
                    <a:alpha val="10283"/>
                  </a:srgbClr>
                </a:gs>
                <a:gs pos="42857">
                  <a:srgbClr val="000000">
                    <a:alpha val="6870"/>
                  </a:srgbClr>
                </a:gs>
                <a:gs pos="57143">
                  <a:srgbClr val="000000">
                    <a:alpha val="3867"/>
                  </a:srgbClr>
                </a:gs>
                <a:gs pos="71429">
                  <a:srgbClr val="000000">
                    <a:alpha val="1829"/>
                  </a:srgbClr>
                </a:gs>
                <a:gs pos="85714">
                  <a:srgbClr val="000000">
                    <a:alpha val="727"/>
                  </a:srgbClr>
                </a:gs>
                <a:gs pos="100000">
                  <a:srgbClr val="00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-10078258">
              <a:off x="1131266" y="3476166"/>
              <a:ext cx="498153" cy="52082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8834307">
              <a:off x="853464" y="847687"/>
              <a:ext cx="298951" cy="78635"/>
            </a:xfrm>
            <a:prstGeom prst="ellipse">
              <a:avLst/>
            </a:prstGeom>
            <a:gradFill>
              <a:gsLst>
                <a:gs pos="0">
                  <a:srgbClr val="6E006C">
                    <a:alpha val="1897"/>
                  </a:srgbClr>
                </a:gs>
                <a:gs pos="14286">
                  <a:srgbClr val="6E006C">
                    <a:alpha val="1745"/>
                  </a:srgbClr>
                </a:gs>
                <a:gs pos="28571">
                  <a:srgbClr val="6E006C">
                    <a:alpha val="1357"/>
                  </a:srgbClr>
                </a:gs>
                <a:gs pos="42857">
                  <a:srgbClr val="6E006C">
                    <a:alpha val="892"/>
                  </a:srgbClr>
                </a:gs>
                <a:gs pos="57143">
                  <a:srgbClr val="6E006C">
                    <a:alpha val="496"/>
                  </a:srgbClr>
                </a:gs>
                <a:gs pos="71429">
                  <a:srgbClr val="6E006C">
                    <a:alpha val="232"/>
                  </a:srgbClr>
                </a:gs>
                <a:gs pos="85714">
                  <a:srgbClr val="6E006C">
                    <a:alpha val="92"/>
                  </a:srgbClr>
                </a:gs>
                <a:gs pos="100000">
                  <a:srgbClr val="6E006C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8711874">
              <a:off x="534411" y="1049667"/>
              <a:ext cx="319254" cy="88819"/>
            </a:xfrm>
            <a:prstGeom prst="ellipse">
              <a:avLst/>
            </a:prstGeom>
            <a:gradFill>
              <a:gsLst>
                <a:gs pos="0">
                  <a:srgbClr val="73087F">
                    <a:alpha val="3045"/>
                  </a:srgbClr>
                </a:gs>
                <a:gs pos="14286">
                  <a:srgbClr val="73087F">
                    <a:alpha val="2802"/>
                  </a:srgbClr>
                </a:gs>
                <a:gs pos="28571">
                  <a:srgbClr val="73087F">
                    <a:alpha val="2183"/>
                  </a:srgbClr>
                </a:gs>
                <a:gs pos="42857">
                  <a:srgbClr val="73087F">
                    <a:alpha val="1437"/>
                  </a:srgbClr>
                </a:gs>
                <a:gs pos="57143">
                  <a:srgbClr val="73087F">
                    <a:alpha val="799"/>
                  </a:srgbClr>
                </a:gs>
                <a:gs pos="71429">
                  <a:srgbClr val="73087F">
                    <a:alpha val="375"/>
                  </a:srgbClr>
                </a:gs>
                <a:gs pos="85714">
                  <a:srgbClr val="73087F">
                    <a:alpha val="148"/>
                  </a:srgbClr>
                </a:gs>
                <a:gs pos="100000">
                  <a:srgbClr val="73087F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4670321">
              <a:off x="3123489" y="914749"/>
              <a:ext cx="299682" cy="288363"/>
            </a:xfrm>
            <a:prstGeom prst="ellipse">
              <a:avLst/>
            </a:prstGeom>
            <a:gradFill>
              <a:gsLst>
                <a:gs pos="0">
                  <a:srgbClr val="000000">
                    <a:alpha val="8187"/>
                  </a:srgbClr>
                </a:gs>
                <a:gs pos="14286">
                  <a:srgbClr val="000000">
                    <a:alpha val="7550"/>
                  </a:srgbClr>
                </a:gs>
                <a:gs pos="28571">
                  <a:srgbClr val="000000">
                    <a:alpha val="5913"/>
                  </a:srgbClr>
                </a:gs>
                <a:gs pos="42857">
                  <a:srgbClr val="000000">
                    <a:alpha val="3919"/>
                  </a:srgbClr>
                </a:gs>
                <a:gs pos="57143">
                  <a:srgbClr val="000000">
                    <a:alpha val="2191"/>
                  </a:srgbClr>
                </a:gs>
                <a:gs pos="71429">
                  <a:srgbClr val="000000">
                    <a:alpha val="1032"/>
                  </a:srgbClr>
                </a:gs>
                <a:gs pos="85714">
                  <a:srgbClr val="000000">
                    <a:alpha val="409"/>
                  </a:srgbClr>
                </a:gs>
                <a:gs pos="100000">
                  <a:srgbClr val="00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5632198">
              <a:off x="831431" y="-298758"/>
              <a:ext cx="602748" cy="598452"/>
            </a:xfrm>
            <a:prstGeom prst="ellipse">
              <a:avLst/>
            </a:prstGeom>
            <a:gradFill>
              <a:gsLst>
                <a:gs pos="0">
                  <a:srgbClr val="000000">
                    <a:alpha val="20120"/>
                  </a:srgbClr>
                </a:gs>
                <a:gs pos="14286">
                  <a:srgbClr val="000000">
                    <a:alpha val="18655"/>
                  </a:srgbClr>
                </a:gs>
                <a:gs pos="28571">
                  <a:srgbClr val="000000">
                    <a:alpha val="14812"/>
                  </a:srgbClr>
                </a:gs>
                <a:gs pos="42857">
                  <a:srgbClr val="000000">
                    <a:alpha val="9981"/>
                  </a:srgbClr>
                </a:gs>
                <a:gs pos="57143">
                  <a:srgbClr val="000000">
                    <a:alpha val="5660"/>
                  </a:srgbClr>
                </a:gs>
                <a:gs pos="71429">
                  <a:srgbClr val="000000">
                    <a:alpha val="2691"/>
                  </a:srgbClr>
                </a:gs>
                <a:gs pos="85714">
                  <a:srgbClr val="000000">
                    <a:alpha val="1073"/>
                  </a:srgbClr>
                </a:gs>
                <a:gs pos="100000">
                  <a:srgbClr val="0000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4661650">
              <a:off x="-96959" y="2499886"/>
              <a:ext cx="610514" cy="606715"/>
            </a:xfrm>
            <a:prstGeom prst="ellipse">
              <a:avLst/>
            </a:prstGeom>
            <a:gradFill>
              <a:gsLst>
                <a:gs pos="0">
                  <a:srgbClr val="000000">
                    <a:alpha val="29145"/>
                  </a:srgbClr>
                </a:gs>
                <a:gs pos="14286">
                  <a:srgbClr val="000000">
                    <a:alpha val="27143"/>
                  </a:srgbClr>
                </a:gs>
                <a:gs pos="28571">
                  <a:srgbClr val="000000">
                    <a:alpha val="21798"/>
                  </a:srgbClr>
                </a:gs>
                <a:gs pos="42857">
                  <a:srgbClr val="000000">
                    <a:alpha val="14894"/>
                  </a:srgbClr>
                </a:gs>
                <a:gs pos="57143">
                  <a:srgbClr val="000000">
                    <a:alpha val="8549"/>
                  </a:srgbClr>
                </a:gs>
                <a:gs pos="71429">
                  <a:srgbClr val="000000">
                    <a:alpha val="4097"/>
                  </a:srgbClr>
                </a:gs>
                <a:gs pos="85714">
                  <a:srgbClr val="000000">
                    <a:alpha val="1641"/>
                  </a:srgbClr>
                </a:gs>
                <a:gs pos="100000">
                  <a:srgbClr val="000000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5947680">
              <a:off x="2784007" y="1710274"/>
              <a:ext cx="273588" cy="90563"/>
            </a:xfrm>
            <a:prstGeom prst="ellipse">
              <a:avLst/>
            </a:prstGeom>
            <a:gradFill>
              <a:gsLst>
                <a:gs pos="0">
                  <a:srgbClr val="009600">
                    <a:alpha val="3161"/>
                  </a:srgbClr>
                </a:gs>
                <a:gs pos="14286">
                  <a:srgbClr val="009600">
                    <a:alpha val="2909"/>
                  </a:srgbClr>
                </a:gs>
                <a:gs pos="28571">
                  <a:srgbClr val="009600">
                    <a:alpha val="2266"/>
                  </a:srgbClr>
                </a:gs>
                <a:gs pos="42857">
                  <a:srgbClr val="009600">
                    <a:alpha val="1492"/>
                  </a:srgbClr>
                </a:gs>
                <a:gs pos="57143">
                  <a:srgbClr val="009600">
                    <a:alpha val="830"/>
                  </a:srgbClr>
                </a:gs>
                <a:gs pos="71429">
                  <a:srgbClr val="009600">
                    <a:alpha val="389"/>
                  </a:srgbClr>
                </a:gs>
                <a:gs pos="85714">
                  <a:srgbClr val="009600">
                    <a:alpha val="154"/>
                  </a:srgbClr>
                </a:gs>
                <a:gs pos="100000">
                  <a:srgbClr val="0096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-8707036">
              <a:off x="2542772" y="968178"/>
              <a:ext cx="341277" cy="88905"/>
            </a:xfrm>
            <a:prstGeom prst="ellipse">
              <a:avLst/>
            </a:prstGeom>
            <a:gradFill>
              <a:gsLst>
                <a:gs pos="0">
                  <a:srgbClr val="000001">
                    <a:alpha val="28273"/>
                  </a:srgbClr>
                </a:gs>
                <a:gs pos="14286">
                  <a:srgbClr val="000001">
                    <a:alpha val="26319"/>
                  </a:srgbClr>
                </a:gs>
                <a:gs pos="28571">
                  <a:srgbClr val="000001">
                    <a:alpha val="21112"/>
                  </a:srgbClr>
                </a:gs>
                <a:gs pos="42857">
                  <a:srgbClr val="000001">
                    <a:alpha val="14405"/>
                  </a:srgbClr>
                </a:gs>
                <a:gs pos="57143">
                  <a:srgbClr val="000001">
                    <a:alpha val="8258"/>
                  </a:srgbClr>
                </a:gs>
                <a:gs pos="71429">
                  <a:srgbClr val="000001">
                    <a:alpha val="3954"/>
                  </a:srgbClr>
                </a:gs>
                <a:gs pos="85714">
                  <a:srgbClr val="000001">
                    <a:alpha val="1583"/>
                  </a:srgbClr>
                </a:gs>
                <a:gs pos="100000">
                  <a:srgbClr val="000001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5097178">
              <a:off x="473991" y="1530249"/>
              <a:ext cx="279299" cy="269839"/>
            </a:xfrm>
            <a:prstGeom prst="ellipse">
              <a:avLst/>
            </a:prstGeom>
            <a:gradFill>
              <a:gsLst>
                <a:gs pos="0">
                  <a:srgbClr val="6700AD">
                    <a:alpha val="6432"/>
                  </a:srgbClr>
                </a:gs>
                <a:gs pos="14286">
                  <a:srgbClr val="6700AD">
                    <a:alpha val="5927"/>
                  </a:srgbClr>
                </a:gs>
                <a:gs pos="28571">
                  <a:srgbClr val="6700AD">
                    <a:alpha val="4633"/>
                  </a:srgbClr>
                </a:gs>
                <a:gs pos="42857">
                  <a:srgbClr val="6700AD">
                    <a:alpha val="3064"/>
                  </a:srgbClr>
                </a:gs>
                <a:gs pos="57143">
                  <a:srgbClr val="6700AD">
                    <a:alpha val="1709"/>
                  </a:srgbClr>
                </a:gs>
                <a:gs pos="71429">
                  <a:srgbClr val="6700AD">
                    <a:alpha val="804"/>
                  </a:srgbClr>
                </a:gs>
                <a:gs pos="85714">
                  <a:srgbClr val="6700AD">
                    <a:alpha val="319"/>
                  </a:srgbClr>
                </a:gs>
                <a:gs pos="100000">
                  <a:srgbClr val="6700AD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8312430">
              <a:off x="853928" y="826444"/>
              <a:ext cx="332245" cy="97131"/>
            </a:xfrm>
            <a:prstGeom prst="ellipse">
              <a:avLst/>
            </a:prstGeom>
            <a:gradFill>
              <a:gsLst>
                <a:gs pos="0">
                  <a:srgbClr val="00001D">
                    <a:alpha val="15774"/>
                  </a:srgbClr>
                </a:gs>
                <a:gs pos="14286">
                  <a:srgbClr val="00001D">
                    <a:alpha val="14596"/>
                  </a:srgbClr>
                </a:gs>
                <a:gs pos="28571">
                  <a:srgbClr val="00001D">
                    <a:alpha val="11530"/>
                  </a:srgbClr>
                </a:gs>
                <a:gs pos="42857">
                  <a:srgbClr val="00001D">
                    <a:alpha val="7721"/>
                  </a:srgbClr>
                </a:gs>
                <a:gs pos="57143">
                  <a:srgbClr val="00001D">
                    <a:alpha val="4355"/>
                  </a:srgbClr>
                </a:gs>
                <a:gs pos="71429">
                  <a:srgbClr val="00001D">
                    <a:alpha val="2063"/>
                  </a:srgbClr>
                </a:gs>
                <a:gs pos="85714">
                  <a:srgbClr val="00001D">
                    <a:alpha val="821"/>
                  </a:srgbClr>
                </a:gs>
                <a:gs pos="100000">
                  <a:srgbClr val="00001D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653126">
              <a:off x="3070201" y="2470624"/>
              <a:ext cx="613973" cy="602937"/>
            </a:xfrm>
            <a:prstGeom prst="ellipse">
              <a:avLst/>
            </a:prstGeom>
            <a:gradFill>
              <a:gsLst>
                <a:gs pos="0">
                  <a:srgbClr val="000000">
                    <a:alpha val="31465"/>
                  </a:srgbClr>
                </a:gs>
                <a:gs pos="14286">
                  <a:srgbClr val="000000">
                    <a:alpha val="29338"/>
                  </a:srgbClr>
                </a:gs>
                <a:gs pos="28571">
                  <a:srgbClr val="000000">
                    <a:alpha val="23634"/>
                  </a:srgbClr>
                </a:gs>
                <a:gs pos="42857">
                  <a:srgbClr val="000000">
                    <a:alpha val="16210"/>
                  </a:srgbClr>
                </a:gs>
                <a:gs pos="57143">
                  <a:srgbClr val="000000">
                    <a:alpha val="9335"/>
                  </a:srgbClr>
                </a:gs>
                <a:gs pos="71429">
                  <a:srgbClr val="000000">
                    <a:alpha val="4484"/>
                  </a:srgbClr>
                </a:gs>
                <a:gs pos="85714">
                  <a:srgbClr val="000000">
                    <a:alpha val="1798"/>
                  </a:srgbClr>
                </a:gs>
                <a:gs pos="100000">
                  <a:srgbClr val="0000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6627293">
              <a:off x="3225784" y="2283608"/>
              <a:ext cx="463329" cy="40366"/>
            </a:xfrm>
            <a:prstGeom prst="ellipse">
              <a:avLst/>
            </a:prstGeom>
            <a:gradFill>
              <a:gsLst>
                <a:gs pos="0">
                  <a:srgbClr val="000026">
                    <a:alpha val="30938"/>
                  </a:srgbClr>
                </a:gs>
                <a:gs pos="14286">
                  <a:srgbClr val="000026">
                    <a:alpha val="28839"/>
                  </a:srgbClr>
                </a:gs>
                <a:gs pos="28571">
                  <a:srgbClr val="000026">
                    <a:alpha val="23215"/>
                  </a:srgbClr>
                </a:gs>
                <a:gs pos="42857">
                  <a:srgbClr val="000026">
                    <a:alpha val="15909"/>
                  </a:srgbClr>
                </a:gs>
                <a:gs pos="57143">
                  <a:srgbClr val="000026">
                    <a:alpha val="9154"/>
                  </a:srgbClr>
                </a:gs>
                <a:gs pos="71429">
                  <a:srgbClr val="000026">
                    <a:alpha val="4395"/>
                  </a:srgbClr>
                </a:gs>
                <a:gs pos="85714">
                  <a:srgbClr val="000026">
                    <a:alpha val="1761"/>
                  </a:srgbClr>
                </a:gs>
                <a:gs pos="100000">
                  <a:srgbClr val="000026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9628212">
              <a:off x="831184" y="81329"/>
              <a:ext cx="706448" cy="166195"/>
            </a:xfrm>
            <a:prstGeom prst="ellipse">
              <a:avLst/>
            </a:prstGeom>
            <a:gradFill>
              <a:gsLst>
                <a:gs pos="0">
                  <a:srgbClr val="340014">
                    <a:alpha val="32968"/>
                  </a:srgbClr>
                </a:gs>
                <a:gs pos="14286">
                  <a:srgbClr val="340014">
                    <a:alpha val="30764"/>
                  </a:srgbClr>
                </a:gs>
                <a:gs pos="28571">
                  <a:srgbClr val="340014">
                    <a:alpha val="24833"/>
                  </a:srgbClr>
                </a:gs>
                <a:gs pos="42857">
                  <a:srgbClr val="340014">
                    <a:alpha val="17075"/>
                  </a:srgbClr>
                </a:gs>
                <a:gs pos="57143">
                  <a:srgbClr val="340014">
                    <a:alpha val="9855"/>
                  </a:srgbClr>
                </a:gs>
                <a:gs pos="71429">
                  <a:srgbClr val="340014">
                    <a:alpha val="4740"/>
                  </a:srgbClr>
                </a:gs>
                <a:gs pos="85714">
                  <a:srgbClr val="340014">
                    <a:alpha val="1902"/>
                  </a:srgbClr>
                </a:gs>
                <a:gs pos="100000">
                  <a:srgbClr val="3400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4219904">
              <a:off x="2778487" y="1547693"/>
              <a:ext cx="323007" cy="126572"/>
            </a:xfrm>
            <a:prstGeom prst="ellipse">
              <a:avLst/>
            </a:prstGeom>
            <a:gradFill>
              <a:gsLst>
                <a:gs pos="0">
                  <a:srgbClr val="005000">
                    <a:alpha val="11320"/>
                  </a:srgbClr>
                </a:gs>
                <a:gs pos="14286">
                  <a:srgbClr val="005000">
                    <a:alpha val="10454"/>
                  </a:srgbClr>
                </a:gs>
                <a:gs pos="28571">
                  <a:srgbClr val="005000">
                    <a:alpha val="8216"/>
                  </a:srgbClr>
                </a:gs>
                <a:gs pos="42857">
                  <a:srgbClr val="005000">
                    <a:alpha val="5468"/>
                  </a:srgbClr>
                </a:gs>
                <a:gs pos="57143">
                  <a:srgbClr val="005000">
                    <a:alpha val="3068"/>
                  </a:srgbClr>
                </a:gs>
                <a:gs pos="71429">
                  <a:srgbClr val="005000">
                    <a:alpha val="1448"/>
                  </a:srgbClr>
                </a:gs>
                <a:gs pos="85714">
                  <a:srgbClr val="005000">
                    <a:alpha val="575"/>
                  </a:srgbClr>
                </a:gs>
                <a:gs pos="100000">
                  <a:srgbClr val="005000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-10411920">
              <a:off x="2658670" y="2922131"/>
              <a:ext cx="631249" cy="6295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10448799">
              <a:off x="2527768" y="230444"/>
              <a:ext cx="290026" cy="282342"/>
            </a:xfrm>
            <a:prstGeom prst="ellipse">
              <a:avLst/>
            </a:prstGeom>
            <a:gradFill>
              <a:gsLst>
                <a:gs pos="0">
                  <a:srgbClr val="000000">
                    <a:alpha val="9921"/>
                  </a:srgbClr>
                </a:gs>
                <a:gs pos="14286">
                  <a:srgbClr val="000000">
                    <a:alpha val="9157"/>
                  </a:srgbClr>
                </a:gs>
                <a:gs pos="28571">
                  <a:srgbClr val="000000">
                    <a:alpha val="7185"/>
                  </a:srgbClr>
                </a:gs>
                <a:gs pos="42857">
                  <a:srgbClr val="000000">
                    <a:alpha val="4773"/>
                  </a:srgbClr>
                </a:gs>
                <a:gs pos="57143">
                  <a:srgbClr val="000000">
                    <a:alpha val="2674"/>
                  </a:srgbClr>
                </a:gs>
                <a:gs pos="71429">
                  <a:srgbClr val="000000">
                    <a:alpha val="1261"/>
                  </a:srgbClr>
                </a:gs>
                <a:gs pos="85714">
                  <a:srgbClr val="000000">
                    <a:alpha val="500"/>
                  </a:srgbClr>
                </a:gs>
                <a:gs pos="100000">
                  <a:srgbClr val="0000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-10608525">
              <a:off x="1509169" y="2985311"/>
              <a:ext cx="340045" cy="103222"/>
            </a:xfrm>
            <a:prstGeom prst="ellipse">
              <a:avLst/>
            </a:prstGeom>
            <a:gradFill>
              <a:gsLst>
                <a:gs pos="0">
                  <a:srgbClr val="001F00">
                    <a:alpha val="27348"/>
                  </a:srgbClr>
                </a:gs>
                <a:gs pos="14286">
                  <a:srgbClr val="001F00">
                    <a:alpha val="25446"/>
                  </a:srgbClr>
                </a:gs>
                <a:gs pos="28571">
                  <a:srgbClr val="001F00">
                    <a:alpha val="20387"/>
                  </a:srgbClr>
                </a:gs>
                <a:gs pos="42857">
                  <a:srgbClr val="001F00">
                    <a:alpha val="13890"/>
                  </a:srgbClr>
                </a:gs>
                <a:gs pos="57143">
                  <a:srgbClr val="001F00">
                    <a:alpha val="7952"/>
                  </a:srgbClr>
                </a:gs>
                <a:gs pos="71429">
                  <a:srgbClr val="001F00">
                    <a:alpha val="3805"/>
                  </a:srgbClr>
                </a:gs>
                <a:gs pos="85714">
                  <a:srgbClr val="001F00">
                    <a:alpha val="1522"/>
                  </a:srgbClr>
                </a:gs>
                <a:gs pos="100000">
                  <a:srgbClr val="001F00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4737852">
              <a:off x="3082988" y="2499867"/>
              <a:ext cx="590880" cy="584304"/>
            </a:xfrm>
            <a:prstGeom prst="ellipse">
              <a:avLst/>
            </a:prstGeom>
            <a:gradFill>
              <a:gsLst>
                <a:gs pos="0">
                  <a:srgbClr val="000002">
                    <a:alpha val="20906"/>
                  </a:srgbClr>
                </a:gs>
                <a:gs pos="14286">
                  <a:srgbClr val="000002">
                    <a:alpha val="19391"/>
                  </a:srgbClr>
                </a:gs>
                <a:gs pos="28571">
                  <a:srgbClr val="000002">
                    <a:alpha val="15411"/>
                  </a:srgbClr>
                </a:gs>
                <a:gs pos="42857">
                  <a:srgbClr val="000002">
                    <a:alpha val="10397"/>
                  </a:srgbClr>
                </a:gs>
                <a:gs pos="57143">
                  <a:srgbClr val="000002">
                    <a:alpha val="5902"/>
                  </a:srgbClr>
                </a:gs>
                <a:gs pos="71429">
                  <a:srgbClr val="000002">
                    <a:alpha val="2807"/>
                  </a:srgbClr>
                </a:gs>
                <a:gs pos="85714">
                  <a:srgbClr val="000002">
                    <a:alpha val="1120"/>
                  </a:srgbClr>
                </a:gs>
                <a:gs pos="100000">
                  <a:srgbClr val="000002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10426156">
              <a:off x="2586021" y="3006317"/>
              <a:ext cx="631977" cy="6267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5925110">
              <a:off x="2710104" y="2969398"/>
              <a:ext cx="606898" cy="603602"/>
            </a:xfrm>
            <a:prstGeom prst="ellipse">
              <a:avLst/>
            </a:prstGeom>
            <a:gradFill>
              <a:gsLst>
                <a:gs pos="0">
                  <a:srgbClr val="000000">
                    <a:alpha val="25644"/>
                  </a:srgbClr>
                </a:gs>
                <a:gs pos="14286">
                  <a:srgbClr val="000000">
                    <a:alpha val="23841"/>
                  </a:srgbClr>
                </a:gs>
                <a:gs pos="28571">
                  <a:srgbClr val="000000">
                    <a:alpha val="19060"/>
                  </a:srgbClr>
                </a:gs>
                <a:gs pos="42857">
                  <a:srgbClr val="000000">
                    <a:alpha val="12951"/>
                  </a:srgbClr>
                </a:gs>
                <a:gs pos="57143">
                  <a:srgbClr val="000000">
                    <a:alpha val="7397"/>
                  </a:srgbClr>
                </a:gs>
                <a:gs pos="71429">
                  <a:srgbClr val="000000">
                    <a:alpha val="3534"/>
                  </a:srgbClr>
                </a:gs>
                <a:gs pos="85714">
                  <a:srgbClr val="000000">
                    <a:alpha val="1412"/>
                  </a:srgbClr>
                </a:gs>
                <a:gs pos="100000">
                  <a:srgbClr val="00000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-9596576">
              <a:off x="2539598" y="3213867"/>
              <a:ext cx="602442" cy="599075"/>
            </a:xfrm>
            <a:prstGeom prst="ellipse">
              <a:avLst/>
            </a:prstGeom>
            <a:gradFill>
              <a:gsLst>
                <a:gs pos="0">
                  <a:srgbClr val="000000">
                    <a:alpha val="18904"/>
                  </a:srgbClr>
                </a:gs>
                <a:gs pos="14286">
                  <a:srgbClr val="000000">
                    <a:alpha val="17518"/>
                  </a:srgbClr>
                </a:gs>
                <a:gs pos="28571">
                  <a:srgbClr val="000000">
                    <a:alpha val="13889"/>
                  </a:srgbClr>
                </a:gs>
                <a:gs pos="42857">
                  <a:srgbClr val="000000">
                    <a:alpha val="9343"/>
                  </a:srgbClr>
                </a:gs>
                <a:gs pos="57143">
                  <a:srgbClr val="000000">
                    <a:alpha val="5290"/>
                  </a:srgbClr>
                </a:gs>
                <a:gs pos="71429">
                  <a:srgbClr val="000000">
                    <a:alpha val="2512"/>
                  </a:srgbClr>
                </a:gs>
                <a:gs pos="85714">
                  <a:srgbClr val="000000">
                    <a:alpha val="1001"/>
                  </a:srgbClr>
                </a:gs>
                <a:gs pos="100000">
                  <a:srgbClr val="0000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448025">
              <a:off x="2753816" y="2965509"/>
              <a:ext cx="584647" cy="583349"/>
            </a:xfrm>
            <a:prstGeom prst="ellipse">
              <a:avLst/>
            </a:prstGeom>
            <a:gradFill>
              <a:gsLst>
                <a:gs pos="0">
                  <a:srgbClr val="000000">
                    <a:alpha val="11956"/>
                  </a:srgbClr>
                </a:gs>
                <a:gs pos="14286">
                  <a:srgbClr val="000000">
                    <a:alpha val="11045"/>
                  </a:srgbClr>
                </a:gs>
                <a:gs pos="28571">
                  <a:srgbClr val="000000">
                    <a:alpha val="8687"/>
                  </a:srgbClr>
                </a:gs>
                <a:gs pos="42857">
                  <a:srgbClr val="000000">
                    <a:alpha val="5786"/>
                  </a:srgbClr>
                </a:gs>
                <a:gs pos="57143">
                  <a:srgbClr val="000000">
                    <a:alpha val="3249"/>
                  </a:srgbClr>
                </a:gs>
                <a:gs pos="71429">
                  <a:srgbClr val="000000">
                    <a:alpha val="1534"/>
                  </a:srgbClr>
                </a:gs>
                <a:gs pos="85714">
                  <a:srgbClr val="000000">
                    <a:alpha val="609"/>
                  </a:srgbClr>
                </a:gs>
                <a:gs pos="100000">
                  <a:srgbClr val="0000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-10628417">
              <a:off x="2209031" y="2736041"/>
              <a:ext cx="319286" cy="97060"/>
            </a:xfrm>
            <a:prstGeom prst="ellipse">
              <a:avLst/>
            </a:prstGeom>
            <a:gradFill>
              <a:gsLst>
                <a:gs pos="0">
                  <a:srgbClr val="0A6635">
                    <a:alpha val="4061"/>
                  </a:srgbClr>
                </a:gs>
                <a:gs pos="14286">
                  <a:srgbClr val="0A6635">
                    <a:alpha val="3739"/>
                  </a:srgbClr>
                </a:gs>
                <a:gs pos="28571">
                  <a:srgbClr val="0A6635">
                    <a:alpha val="2916"/>
                  </a:srgbClr>
                </a:gs>
                <a:gs pos="42857">
                  <a:srgbClr val="0A6635">
                    <a:alpha val="1922"/>
                  </a:srgbClr>
                </a:gs>
                <a:gs pos="57143">
                  <a:srgbClr val="0A6635">
                    <a:alpha val="1070"/>
                  </a:srgbClr>
                </a:gs>
                <a:gs pos="71429">
                  <a:srgbClr val="0A6635">
                    <a:alpha val="502"/>
                  </a:srgbClr>
                </a:gs>
                <a:gs pos="85714">
                  <a:srgbClr val="0A6635">
                    <a:alpha val="199"/>
                  </a:srgbClr>
                </a:gs>
                <a:gs pos="100000">
                  <a:srgbClr val="0A6635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3807486">
              <a:off x="3027002" y="941443"/>
              <a:ext cx="527296" cy="146563"/>
            </a:xfrm>
            <a:prstGeom prst="ellipse">
              <a:avLst/>
            </a:prstGeom>
            <a:gradFill>
              <a:gsLst>
                <a:gs pos="0">
                  <a:srgbClr val="353500">
                    <a:alpha val="32968"/>
                  </a:srgbClr>
                </a:gs>
                <a:gs pos="14286">
                  <a:srgbClr val="353500">
                    <a:alpha val="30764"/>
                  </a:srgbClr>
                </a:gs>
                <a:gs pos="28571">
                  <a:srgbClr val="353500">
                    <a:alpha val="24833"/>
                  </a:srgbClr>
                </a:gs>
                <a:gs pos="42857">
                  <a:srgbClr val="353500">
                    <a:alpha val="17075"/>
                  </a:srgbClr>
                </a:gs>
                <a:gs pos="57143">
                  <a:srgbClr val="353500">
                    <a:alpha val="9855"/>
                  </a:srgbClr>
                </a:gs>
                <a:gs pos="71429">
                  <a:srgbClr val="353500">
                    <a:alpha val="4740"/>
                  </a:srgbClr>
                </a:gs>
                <a:gs pos="85714">
                  <a:srgbClr val="353500">
                    <a:alpha val="1902"/>
                  </a:srgbClr>
                </a:gs>
                <a:gs pos="100000">
                  <a:srgbClr val="35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5403079">
              <a:off x="3166964" y="-228655"/>
              <a:ext cx="583692" cy="583337"/>
            </a:xfrm>
            <a:prstGeom prst="ellipse">
              <a:avLst/>
            </a:prstGeom>
            <a:gradFill>
              <a:gsLst>
                <a:gs pos="0">
                  <a:srgbClr val="000000">
                    <a:alpha val="12589"/>
                  </a:srgbClr>
                </a:gs>
                <a:gs pos="14286">
                  <a:srgbClr val="000000">
                    <a:alpha val="11632"/>
                  </a:srgbClr>
                </a:gs>
                <a:gs pos="28571">
                  <a:srgbClr val="000000">
                    <a:alpha val="9155"/>
                  </a:srgbClr>
                </a:gs>
                <a:gs pos="42857">
                  <a:srgbClr val="000000">
                    <a:alpha val="6104"/>
                  </a:srgbClr>
                </a:gs>
                <a:gs pos="57143">
                  <a:srgbClr val="000000">
                    <a:alpha val="3430"/>
                  </a:srgbClr>
                </a:gs>
                <a:gs pos="71429">
                  <a:srgbClr val="000000">
                    <a:alpha val="1620"/>
                  </a:srgbClr>
                </a:gs>
                <a:gs pos="85714">
                  <a:srgbClr val="000000">
                    <a:alpha val="644"/>
                  </a:srgbClr>
                </a:gs>
                <a:gs pos="100000">
                  <a:srgbClr val="000000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10396815">
              <a:off x="2516754" y="2448819"/>
              <a:ext cx="356884" cy="142897"/>
            </a:xfrm>
            <a:prstGeom prst="ellipse">
              <a:avLst/>
            </a:prstGeom>
            <a:gradFill>
              <a:gsLst>
                <a:gs pos="0">
                  <a:srgbClr val="000031">
                    <a:alpha val="25521"/>
                  </a:srgbClr>
                </a:gs>
                <a:gs pos="14286">
                  <a:srgbClr val="000031">
                    <a:alpha val="23725"/>
                  </a:srgbClr>
                </a:gs>
                <a:gs pos="28571">
                  <a:srgbClr val="000031">
                    <a:alpha val="18964"/>
                  </a:srgbClr>
                </a:gs>
                <a:gs pos="42857">
                  <a:srgbClr val="000031">
                    <a:alpha val="12884"/>
                  </a:srgbClr>
                </a:gs>
                <a:gs pos="57143">
                  <a:srgbClr val="000031">
                    <a:alpha val="7358"/>
                  </a:srgbClr>
                </a:gs>
                <a:gs pos="71429">
                  <a:srgbClr val="000031">
                    <a:alpha val="3514"/>
                  </a:srgbClr>
                </a:gs>
                <a:gs pos="85714">
                  <a:srgbClr val="000031">
                    <a:alpha val="1405"/>
                  </a:srgbClr>
                </a:gs>
                <a:gs pos="100000">
                  <a:srgbClr val="000031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7874238">
              <a:off x="2565123" y="2274304"/>
              <a:ext cx="432042" cy="181880"/>
            </a:xfrm>
            <a:prstGeom prst="ellipse">
              <a:avLst/>
            </a:prstGeom>
            <a:gradFill>
              <a:gsLst>
                <a:gs pos="0">
                  <a:srgbClr val="007400">
                    <a:alpha val="18316"/>
                  </a:srgbClr>
                </a:gs>
                <a:gs pos="14286">
                  <a:srgbClr val="007400">
                    <a:alpha val="16969"/>
                  </a:srgbClr>
                </a:gs>
                <a:gs pos="28571">
                  <a:srgbClr val="007400">
                    <a:alpha val="13444"/>
                  </a:srgbClr>
                </a:gs>
                <a:gs pos="42857">
                  <a:srgbClr val="007400">
                    <a:alpha val="9036"/>
                  </a:srgbClr>
                </a:gs>
                <a:gs pos="57143">
                  <a:srgbClr val="007400">
                    <a:alpha val="5112"/>
                  </a:srgbClr>
                </a:gs>
                <a:gs pos="71429">
                  <a:srgbClr val="007400">
                    <a:alpha val="2426"/>
                  </a:srgbClr>
                </a:gs>
                <a:gs pos="85714">
                  <a:srgbClr val="007400">
                    <a:alpha val="967"/>
                  </a:srgbClr>
                </a:gs>
                <a:gs pos="100000">
                  <a:srgbClr val="007400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5415152">
              <a:off x="-2490" y="-282761"/>
              <a:ext cx="565528" cy="565522"/>
            </a:xfrm>
            <a:prstGeom prst="ellipse">
              <a:avLst/>
            </a:prstGeom>
            <a:gradFill>
              <a:gsLst>
                <a:gs pos="0">
                  <a:srgbClr val="000000">
                    <a:alpha val="4161"/>
                  </a:srgbClr>
                </a:gs>
                <a:gs pos="14286">
                  <a:srgbClr val="000000">
                    <a:alpha val="3831"/>
                  </a:srgbClr>
                </a:gs>
                <a:gs pos="28571">
                  <a:srgbClr val="000000">
                    <a:alpha val="2988"/>
                  </a:srgbClr>
                </a:gs>
                <a:gs pos="42857">
                  <a:srgbClr val="000000">
                    <a:alpha val="1970"/>
                  </a:srgbClr>
                </a:gs>
                <a:gs pos="57143">
                  <a:srgbClr val="000000">
                    <a:alpha val="1096"/>
                  </a:srgbClr>
                </a:gs>
                <a:gs pos="71429">
                  <a:srgbClr val="000000">
                    <a:alpha val="515"/>
                  </a:srgbClr>
                </a:gs>
                <a:gs pos="85714">
                  <a:srgbClr val="000000">
                    <a:alpha val="204"/>
                  </a:srgbClr>
                </a:gs>
                <a:gs pos="100000">
                  <a:srgbClr val="000000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5567351">
              <a:off x="2776559" y="-236290"/>
              <a:ext cx="578400" cy="573177"/>
            </a:xfrm>
            <a:prstGeom prst="ellipse">
              <a:avLst/>
            </a:prstGeom>
            <a:gradFill>
              <a:gsLst>
                <a:gs pos="0">
                  <a:srgbClr val="000000">
                    <a:alpha val="16731"/>
                  </a:srgbClr>
                </a:gs>
                <a:gs pos="14286">
                  <a:srgbClr val="000000">
                    <a:alpha val="15489"/>
                  </a:srgbClr>
                </a:gs>
                <a:gs pos="28571">
                  <a:srgbClr val="000000">
                    <a:alpha val="12249"/>
                  </a:srgbClr>
                </a:gs>
                <a:gs pos="42857">
                  <a:srgbClr val="000000">
                    <a:alpha val="8214"/>
                  </a:srgbClr>
                </a:gs>
                <a:gs pos="57143">
                  <a:srgbClr val="000000">
                    <a:alpha val="4638"/>
                  </a:srgbClr>
                </a:gs>
                <a:gs pos="71429">
                  <a:srgbClr val="000000">
                    <a:alpha val="2198"/>
                  </a:srgbClr>
                </a:gs>
                <a:gs pos="85714">
                  <a:srgbClr val="000000">
                    <a:alpha val="875"/>
                  </a:srgbClr>
                </a:gs>
                <a:gs pos="100000">
                  <a:srgbClr val="000000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-10257581">
              <a:off x="884965" y="678795"/>
              <a:ext cx="411588" cy="172958"/>
            </a:xfrm>
            <a:prstGeom prst="ellipse">
              <a:avLst/>
            </a:prstGeom>
            <a:gradFill>
              <a:gsLst>
                <a:gs pos="0">
                  <a:srgbClr val="520039">
                    <a:alpha val="23731"/>
                  </a:srgbClr>
                </a:gs>
                <a:gs pos="14286">
                  <a:srgbClr val="520039">
                    <a:alpha val="22041"/>
                  </a:srgbClr>
                </a:gs>
                <a:gs pos="28571">
                  <a:srgbClr val="520039">
                    <a:alpha val="17579"/>
                  </a:srgbClr>
                </a:gs>
                <a:gs pos="42857">
                  <a:srgbClr val="520039">
                    <a:alpha val="11910"/>
                  </a:srgbClr>
                </a:gs>
                <a:gs pos="57143">
                  <a:srgbClr val="520039">
                    <a:alpha val="6785"/>
                  </a:srgbClr>
                </a:gs>
                <a:gs pos="71429">
                  <a:srgbClr val="520039">
                    <a:alpha val="3236"/>
                  </a:srgbClr>
                </a:gs>
                <a:gs pos="85714">
                  <a:srgbClr val="520039">
                    <a:alpha val="1292"/>
                  </a:srgbClr>
                </a:gs>
                <a:gs pos="100000">
                  <a:srgbClr val="520039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9414249">
              <a:off x="603941" y="902717"/>
              <a:ext cx="421409" cy="180670"/>
            </a:xfrm>
            <a:prstGeom prst="ellipse">
              <a:avLst/>
            </a:prstGeom>
            <a:gradFill>
              <a:gsLst>
                <a:gs pos="0">
                  <a:srgbClr val="470062">
                    <a:alpha val="32968"/>
                  </a:srgbClr>
                </a:gs>
                <a:gs pos="14286">
                  <a:srgbClr val="470062">
                    <a:alpha val="30764"/>
                  </a:srgbClr>
                </a:gs>
                <a:gs pos="28571">
                  <a:srgbClr val="470062">
                    <a:alpha val="24833"/>
                  </a:srgbClr>
                </a:gs>
                <a:gs pos="42857">
                  <a:srgbClr val="470062">
                    <a:alpha val="17075"/>
                  </a:srgbClr>
                </a:gs>
                <a:gs pos="57143">
                  <a:srgbClr val="470062">
                    <a:alpha val="9855"/>
                  </a:srgbClr>
                </a:gs>
                <a:gs pos="71429">
                  <a:srgbClr val="470062">
                    <a:alpha val="4740"/>
                  </a:srgbClr>
                </a:gs>
                <a:gs pos="85714">
                  <a:srgbClr val="470062">
                    <a:alpha val="1902"/>
                  </a:srgbClr>
                </a:gs>
                <a:gs pos="100000">
                  <a:srgbClr val="4700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7069093">
              <a:off x="2741657" y="2097278"/>
              <a:ext cx="324887" cy="90900"/>
            </a:xfrm>
            <a:prstGeom prst="ellipse">
              <a:avLst/>
            </a:prstGeom>
            <a:gradFill>
              <a:gsLst>
                <a:gs pos="0">
                  <a:srgbClr val="004E00">
                    <a:alpha val="2528"/>
                  </a:srgbClr>
                </a:gs>
                <a:gs pos="14286">
                  <a:srgbClr val="004E00">
                    <a:alpha val="2326"/>
                  </a:srgbClr>
                </a:gs>
                <a:gs pos="28571">
                  <a:srgbClr val="004E00">
                    <a:alpha val="1811"/>
                  </a:srgbClr>
                </a:gs>
                <a:gs pos="42857">
                  <a:srgbClr val="004E00">
                    <a:alpha val="1191"/>
                  </a:srgbClr>
                </a:gs>
                <a:gs pos="57143">
                  <a:srgbClr val="004E00">
                    <a:alpha val="662"/>
                  </a:srgbClr>
                </a:gs>
                <a:gs pos="71429">
                  <a:srgbClr val="004E00">
                    <a:alpha val="310"/>
                  </a:srgbClr>
                </a:gs>
                <a:gs pos="85714">
                  <a:srgbClr val="004E00">
                    <a:alpha val="123"/>
                  </a:srgbClr>
                </a:gs>
                <a:gs pos="100000">
                  <a:srgbClr val="004E00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5938848">
              <a:off x="2626906" y="-242857"/>
              <a:ext cx="579801" cy="569169"/>
            </a:xfrm>
            <a:prstGeom prst="ellipse">
              <a:avLst/>
            </a:prstGeom>
            <a:gradFill>
              <a:gsLst>
                <a:gs pos="0">
                  <a:srgbClr val="000000">
                    <a:alpha val="20966"/>
                  </a:srgbClr>
                </a:gs>
                <a:gs pos="14286">
                  <a:srgbClr val="000000">
                    <a:alpha val="19448"/>
                  </a:srgbClr>
                </a:gs>
                <a:gs pos="28571">
                  <a:srgbClr val="000000">
                    <a:alpha val="15458"/>
                  </a:srgbClr>
                </a:gs>
                <a:gs pos="42857">
                  <a:srgbClr val="000000">
                    <a:alpha val="10429"/>
                  </a:srgbClr>
                </a:gs>
                <a:gs pos="57143">
                  <a:srgbClr val="000000">
                    <a:alpha val="5920"/>
                  </a:srgbClr>
                </a:gs>
                <a:gs pos="71429">
                  <a:srgbClr val="000000">
                    <a:alpha val="2816"/>
                  </a:srgbClr>
                </a:gs>
                <a:gs pos="85714">
                  <a:srgbClr val="000000">
                    <a:alpha val="1123"/>
                  </a:srgbClr>
                </a:gs>
                <a:gs pos="100000">
                  <a:srgbClr val="000000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2759486">
              <a:off x="2580669" y="937562"/>
              <a:ext cx="332357" cy="97628"/>
            </a:xfrm>
            <a:prstGeom prst="ellipse">
              <a:avLst/>
            </a:prstGeom>
            <a:gradFill>
              <a:gsLst>
                <a:gs pos="0">
                  <a:srgbClr val="00000A">
                    <a:alpha val="18347"/>
                  </a:srgbClr>
                </a:gs>
                <a:gs pos="14286">
                  <a:srgbClr val="00000A">
                    <a:alpha val="16997"/>
                  </a:srgbClr>
                </a:gs>
                <a:gs pos="28571">
                  <a:srgbClr val="00000A">
                    <a:alpha val="13467"/>
                  </a:srgbClr>
                </a:gs>
                <a:gs pos="42857">
                  <a:srgbClr val="00000A">
                    <a:alpha val="9052"/>
                  </a:srgbClr>
                </a:gs>
                <a:gs pos="57143">
                  <a:srgbClr val="00000A">
                    <a:alpha val="5121"/>
                  </a:srgbClr>
                </a:gs>
                <a:gs pos="71429">
                  <a:srgbClr val="00000A">
                    <a:alpha val="2431"/>
                  </a:srgbClr>
                </a:gs>
                <a:gs pos="85714">
                  <a:srgbClr val="00000A">
                    <a:alpha val="968"/>
                  </a:srgbClr>
                </a:gs>
                <a:gs pos="100000">
                  <a:srgbClr val="00000A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9342567">
              <a:off x="730395" y="3260883"/>
              <a:ext cx="653730" cy="128887"/>
            </a:xfrm>
            <a:prstGeom prst="ellipse">
              <a:avLst/>
            </a:prstGeom>
            <a:gradFill>
              <a:gsLst>
                <a:gs pos="0">
                  <a:srgbClr val="00273C">
                    <a:alpha val="32968"/>
                  </a:srgbClr>
                </a:gs>
                <a:gs pos="14286">
                  <a:srgbClr val="00273C">
                    <a:alpha val="30764"/>
                  </a:srgbClr>
                </a:gs>
                <a:gs pos="28571">
                  <a:srgbClr val="00273C">
                    <a:alpha val="24833"/>
                  </a:srgbClr>
                </a:gs>
                <a:gs pos="42857">
                  <a:srgbClr val="00273C">
                    <a:alpha val="17075"/>
                  </a:srgbClr>
                </a:gs>
                <a:gs pos="57143">
                  <a:srgbClr val="00273C">
                    <a:alpha val="9855"/>
                  </a:srgbClr>
                </a:gs>
                <a:gs pos="71429">
                  <a:srgbClr val="00273C">
                    <a:alpha val="4740"/>
                  </a:srgbClr>
                </a:gs>
                <a:gs pos="85714">
                  <a:srgbClr val="00273C">
                    <a:alpha val="1902"/>
                  </a:srgbClr>
                </a:gs>
                <a:gs pos="100000">
                  <a:srgbClr val="0027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-9323741">
              <a:off x="409527" y="992901"/>
              <a:ext cx="338602" cy="157891"/>
            </a:xfrm>
            <a:prstGeom prst="ellipse">
              <a:avLst/>
            </a:prstGeom>
            <a:gradFill>
              <a:gsLst>
                <a:gs pos="0">
                  <a:srgbClr val="76005B">
                    <a:alpha val="19083"/>
                  </a:srgbClr>
                </a:gs>
                <a:gs pos="14286">
                  <a:srgbClr val="76005B">
                    <a:alpha val="17685"/>
                  </a:srgbClr>
                </a:gs>
                <a:gs pos="28571">
                  <a:srgbClr val="76005B">
                    <a:alpha val="14025"/>
                  </a:srgbClr>
                </a:gs>
                <a:gs pos="42857">
                  <a:srgbClr val="76005B">
                    <a:alpha val="9436"/>
                  </a:srgbClr>
                </a:gs>
                <a:gs pos="57143">
                  <a:srgbClr val="76005B">
                    <a:alpha val="5344"/>
                  </a:srgbClr>
                </a:gs>
                <a:gs pos="71429">
                  <a:srgbClr val="76005B">
                    <a:alpha val="2538"/>
                  </a:srgbClr>
                </a:gs>
                <a:gs pos="85714">
                  <a:srgbClr val="76005B">
                    <a:alpha val="1011"/>
                  </a:srgbClr>
                </a:gs>
                <a:gs pos="100000">
                  <a:srgbClr val="76005B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6731422">
              <a:off x="-116029" y="1358114"/>
              <a:ext cx="497076" cy="229554"/>
            </a:xfrm>
            <a:prstGeom prst="ellipse">
              <a:avLst/>
            </a:prstGeom>
            <a:gradFill>
              <a:gsLst>
                <a:gs pos="0">
                  <a:srgbClr val="300047">
                    <a:alpha val="32101"/>
                  </a:srgbClr>
                </a:gs>
                <a:gs pos="14286">
                  <a:srgbClr val="300047">
                    <a:alpha val="29941"/>
                  </a:srgbClr>
                </a:gs>
                <a:gs pos="28571">
                  <a:srgbClr val="300047">
                    <a:alpha val="24140"/>
                  </a:srgbClr>
                </a:gs>
                <a:gs pos="42857">
                  <a:srgbClr val="300047">
                    <a:alpha val="16575"/>
                  </a:srgbClr>
                </a:gs>
                <a:gs pos="57143">
                  <a:srgbClr val="300047">
                    <a:alpha val="9554"/>
                  </a:srgbClr>
                </a:gs>
                <a:gs pos="71429">
                  <a:srgbClr val="300047">
                    <a:alpha val="4592"/>
                  </a:srgbClr>
                </a:gs>
                <a:gs pos="85714">
                  <a:srgbClr val="300047">
                    <a:alpha val="1842"/>
                  </a:srgbClr>
                </a:gs>
                <a:gs pos="100000">
                  <a:srgbClr val="300047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5172104">
              <a:off x="354723" y="1752362"/>
              <a:ext cx="486127" cy="263246"/>
            </a:xfrm>
            <a:prstGeom prst="ellipse">
              <a:avLst/>
            </a:prstGeom>
            <a:gradFill>
              <a:gsLst>
                <a:gs pos="0">
                  <a:srgbClr val="5400B7">
                    <a:alpha val="32968"/>
                  </a:srgbClr>
                </a:gs>
                <a:gs pos="14286">
                  <a:srgbClr val="5400B7">
                    <a:alpha val="30764"/>
                  </a:srgbClr>
                </a:gs>
                <a:gs pos="28571">
                  <a:srgbClr val="5400B7">
                    <a:alpha val="24833"/>
                  </a:srgbClr>
                </a:gs>
                <a:gs pos="42857">
                  <a:srgbClr val="5400B7">
                    <a:alpha val="17075"/>
                  </a:srgbClr>
                </a:gs>
                <a:gs pos="57143">
                  <a:srgbClr val="5400B7">
                    <a:alpha val="9855"/>
                  </a:srgbClr>
                </a:gs>
                <a:gs pos="71429">
                  <a:srgbClr val="5400B7">
                    <a:alpha val="4740"/>
                  </a:srgbClr>
                </a:gs>
                <a:gs pos="85714">
                  <a:srgbClr val="5400B7">
                    <a:alpha val="1902"/>
                  </a:srgbClr>
                </a:gs>
                <a:gs pos="100000">
                  <a:srgbClr val="5400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10537352">
              <a:off x="1925546" y="2932509"/>
              <a:ext cx="330918" cy="92654"/>
            </a:xfrm>
            <a:prstGeom prst="ellipse">
              <a:avLst/>
            </a:prstGeom>
            <a:gradFill>
              <a:gsLst>
                <a:gs pos="0">
                  <a:srgbClr val="00003F">
                    <a:alpha val="8466"/>
                  </a:srgbClr>
                </a:gs>
                <a:gs pos="14286">
                  <a:srgbClr val="00003F">
                    <a:alpha val="7808"/>
                  </a:srgbClr>
                </a:gs>
                <a:gs pos="28571">
                  <a:srgbClr val="00003F">
                    <a:alpha val="6117"/>
                  </a:srgbClr>
                </a:gs>
                <a:gs pos="42857">
                  <a:srgbClr val="00003F">
                    <a:alpha val="4056"/>
                  </a:srgbClr>
                </a:gs>
                <a:gs pos="57143">
                  <a:srgbClr val="00003F">
                    <a:alpha val="2268"/>
                  </a:srgbClr>
                </a:gs>
                <a:gs pos="71429">
                  <a:srgbClr val="00003F">
                    <a:alpha val="1068"/>
                  </a:srgbClr>
                </a:gs>
                <a:gs pos="85714">
                  <a:srgbClr val="00003F">
                    <a:alpha val="424"/>
                  </a:srgbClr>
                </a:gs>
                <a:gs pos="100000">
                  <a:srgbClr val="00003F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3232028">
              <a:off x="2904160" y="734731"/>
              <a:ext cx="553545" cy="102310"/>
            </a:xfrm>
            <a:prstGeom prst="ellipse">
              <a:avLst/>
            </a:prstGeom>
            <a:gradFill>
              <a:gsLst>
                <a:gs pos="0">
                  <a:srgbClr val="3E3C00">
                    <a:alpha val="32968"/>
                  </a:srgbClr>
                </a:gs>
                <a:gs pos="14286">
                  <a:srgbClr val="3E3C00">
                    <a:alpha val="30764"/>
                  </a:srgbClr>
                </a:gs>
                <a:gs pos="28571">
                  <a:srgbClr val="3E3C00">
                    <a:alpha val="24833"/>
                  </a:srgbClr>
                </a:gs>
                <a:gs pos="42857">
                  <a:srgbClr val="3E3C00">
                    <a:alpha val="17075"/>
                  </a:srgbClr>
                </a:gs>
                <a:gs pos="57143">
                  <a:srgbClr val="3E3C00">
                    <a:alpha val="9855"/>
                  </a:srgbClr>
                </a:gs>
                <a:gs pos="71429">
                  <a:srgbClr val="3E3C00">
                    <a:alpha val="4740"/>
                  </a:srgbClr>
                </a:gs>
                <a:gs pos="85714">
                  <a:srgbClr val="3E3C00">
                    <a:alpha val="1902"/>
                  </a:srgbClr>
                </a:gs>
                <a:gs pos="100000">
                  <a:srgbClr val="3E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-9844932">
              <a:off x="2394884" y="760035"/>
              <a:ext cx="328285" cy="84668"/>
            </a:xfrm>
            <a:prstGeom prst="ellipse">
              <a:avLst/>
            </a:prstGeom>
            <a:gradFill>
              <a:gsLst>
                <a:gs pos="0">
                  <a:srgbClr val="003E08">
                    <a:alpha val="3068"/>
                  </a:srgbClr>
                </a:gs>
                <a:gs pos="14286">
                  <a:srgbClr val="003E08">
                    <a:alpha val="2823"/>
                  </a:srgbClr>
                </a:gs>
                <a:gs pos="28571">
                  <a:srgbClr val="003E08">
                    <a:alpha val="2199"/>
                  </a:srgbClr>
                </a:gs>
                <a:gs pos="42857">
                  <a:srgbClr val="003E08">
                    <a:alpha val="1448"/>
                  </a:srgbClr>
                </a:gs>
                <a:gs pos="57143">
                  <a:srgbClr val="003E08">
                    <a:alpha val="805"/>
                  </a:srgbClr>
                </a:gs>
                <a:gs pos="71429">
                  <a:srgbClr val="003E08">
                    <a:alpha val="378"/>
                  </a:srgbClr>
                </a:gs>
                <a:gs pos="85714">
                  <a:srgbClr val="003E08">
                    <a:alpha val="149"/>
                  </a:srgbClr>
                </a:gs>
                <a:gs pos="100000">
                  <a:srgbClr val="003E08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8298274">
              <a:off x="453698" y="929945"/>
              <a:ext cx="395382" cy="190451"/>
            </a:xfrm>
            <a:prstGeom prst="ellipse">
              <a:avLst/>
            </a:prstGeom>
            <a:gradFill>
              <a:gsLst>
                <a:gs pos="0">
                  <a:srgbClr val="6C0068">
                    <a:alpha val="27253"/>
                  </a:srgbClr>
                </a:gs>
                <a:gs pos="14286">
                  <a:srgbClr val="6C0068">
                    <a:alpha val="25357"/>
                  </a:srgbClr>
                </a:gs>
                <a:gs pos="28571">
                  <a:srgbClr val="6C0068">
                    <a:alpha val="20314"/>
                  </a:srgbClr>
                </a:gs>
                <a:gs pos="42857">
                  <a:srgbClr val="6C0068">
                    <a:alpha val="13838"/>
                  </a:srgbClr>
                </a:gs>
                <a:gs pos="57143">
                  <a:srgbClr val="6C0068">
                    <a:alpha val="7922"/>
                  </a:srgbClr>
                </a:gs>
                <a:gs pos="71429">
                  <a:srgbClr val="6C0068">
                    <a:alpha val="3789"/>
                  </a:srgbClr>
                </a:gs>
                <a:gs pos="85714">
                  <a:srgbClr val="6C0068">
                    <a:alpha val="1516"/>
                  </a:srgbClr>
                </a:gs>
                <a:gs pos="100000">
                  <a:srgbClr val="6C0068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4764553">
              <a:off x="292235" y="1808042"/>
              <a:ext cx="471531" cy="223961"/>
            </a:xfrm>
            <a:prstGeom prst="ellipse">
              <a:avLst/>
            </a:prstGeom>
            <a:gradFill>
              <a:gsLst>
                <a:gs pos="0">
                  <a:srgbClr val="0000B1">
                    <a:alpha val="24448"/>
                  </a:srgbClr>
                </a:gs>
                <a:gs pos="14286">
                  <a:srgbClr val="0000B1">
                    <a:alpha val="22715"/>
                  </a:srgbClr>
                </a:gs>
                <a:gs pos="28571">
                  <a:srgbClr val="0000B1">
                    <a:alpha val="18132"/>
                  </a:srgbClr>
                </a:gs>
                <a:gs pos="42857">
                  <a:srgbClr val="0000B1">
                    <a:alpha val="12298"/>
                  </a:srgbClr>
                </a:gs>
                <a:gs pos="57143">
                  <a:srgbClr val="0000B1">
                    <a:alpha val="7013"/>
                  </a:srgbClr>
                </a:gs>
                <a:gs pos="71429">
                  <a:srgbClr val="0000B1">
                    <a:alpha val="3346"/>
                  </a:srgbClr>
                </a:gs>
                <a:gs pos="85714">
                  <a:srgbClr val="0000B1">
                    <a:alpha val="1337"/>
                  </a:srgbClr>
                </a:gs>
                <a:gs pos="100000">
                  <a:srgbClr val="0000B1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6449542">
              <a:off x="1886254" y="520203"/>
              <a:ext cx="370479" cy="139962"/>
            </a:xfrm>
            <a:prstGeom prst="ellipse">
              <a:avLst/>
            </a:prstGeom>
            <a:gradFill>
              <a:gsLst>
                <a:gs pos="0">
                  <a:srgbClr val="002D00">
                    <a:alpha val="15574"/>
                  </a:srgbClr>
                </a:gs>
                <a:gs pos="14286">
                  <a:srgbClr val="002D00">
                    <a:alpha val="14410"/>
                  </a:srgbClr>
                </a:gs>
                <a:gs pos="28571">
                  <a:srgbClr val="002D00">
                    <a:alpha val="11380"/>
                  </a:srgbClr>
                </a:gs>
                <a:gs pos="42857">
                  <a:srgbClr val="002D00">
                    <a:alpha val="7619"/>
                  </a:srgbClr>
                </a:gs>
                <a:gs pos="57143">
                  <a:srgbClr val="002D00">
                    <a:alpha val="4296"/>
                  </a:srgbClr>
                </a:gs>
                <a:gs pos="71429">
                  <a:srgbClr val="002D00">
                    <a:alpha val="2034"/>
                  </a:srgbClr>
                </a:gs>
                <a:gs pos="85714">
                  <a:srgbClr val="002D00">
                    <a:alpha val="809"/>
                  </a:srgbClr>
                </a:gs>
                <a:gs pos="100000">
                  <a:srgbClr val="002D00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7769050">
              <a:off x="2827349" y="1904599"/>
              <a:ext cx="329440" cy="87544"/>
            </a:xfrm>
            <a:prstGeom prst="ellipse">
              <a:avLst/>
            </a:prstGeom>
            <a:gradFill>
              <a:gsLst>
                <a:gs pos="0">
                  <a:srgbClr val="00000D">
                    <a:alpha val="1848"/>
                  </a:srgbClr>
                </a:gs>
                <a:gs pos="14286">
                  <a:srgbClr val="00000D">
                    <a:alpha val="1700"/>
                  </a:srgbClr>
                </a:gs>
                <a:gs pos="28571">
                  <a:srgbClr val="00000D">
                    <a:alpha val="1322"/>
                  </a:srgbClr>
                </a:gs>
                <a:gs pos="42857">
                  <a:srgbClr val="00000D">
                    <a:alpha val="869"/>
                  </a:srgbClr>
                </a:gs>
                <a:gs pos="57143">
                  <a:srgbClr val="00000D">
                    <a:alpha val="483"/>
                  </a:srgbClr>
                </a:gs>
                <a:gs pos="71429">
                  <a:srgbClr val="00000D">
                    <a:alpha val="226"/>
                  </a:srgbClr>
                </a:gs>
                <a:gs pos="85714">
                  <a:srgbClr val="00000D">
                    <a:alpha val="90"/>
                  </a:srgbClr>
                </a:gs>
                <a:gs pos="100000">
                  <a:srgbClr val="00000D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4447564">
              <a:off x="2819873" y="1894792"/>
              <a:ext cx="345965" cy="133452"/>
            </a:xfrm>
            <a:prstGeom prst="ellipse">
              <a:avLst/>
            </a:prstGeom>
            <a:gradFill>
              <a:gsLst>
                <a:gs pos="0">
                  <a:srgbClr val="1D4D00">
                    <a:alpha val="18442"/>
                  </a:srgbClr>
                </a:gs>
                <a:gs pos="14286">
                  <a:srgbClr val="1D4D00">
                    <a:alpha val="17086"/>
                  </a:srgbClr>
                </a:gs>
                <a:gs pos="28571">
                  <a:srgbClr val="1D4D00">
                    <a:alpha val="13540"/>
                  </a:srgbClr>
                </a:gs>
                <a:gs pos="42857">
                  <a:srgbClr val="1D4D00">
                    <a:alpha val="9101"/>
                  </a:srgbClr>
                </a:gs>
                <a:gs pos="57143">
                  <a:srgbClr val="1D4D00">
                    <a:alpha val="5150"/>
                  </a:srgbClr>
                </a:gs>
                <a:gs pos="71429">
                  <a:srgbClr val="1D4D00">
                    <a:alpha val="2445"/>
                  </a:srgbClr>
                </a:gs>
                <a:gs pos="85714">
                  <a:srgbClr val="1D4D00">
                    <a:alpha val="974"/>
                  </a:srgbClr>
                </a:gs>
                <a:gs pos="100000">
                  <a:srgbClr val="1D4D00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6428183">
              <a:off x="-249632" y="1204392"/>
              <a:ext cx="757440" cy="154158"/>
            </a:xfrm>
            <a:prstGeom prst="ellipse">
              <a:avLst/>
            </a:prstGeom>
            <a:gradFill>
              <a:gsLst>
                <a:gs pos="0">
                  <a:srgbClr val="2D003B">
                    <a:alpha val="32968"/>
                  </a:srgbClr>
                </a:gs>
                <a:gs pos="14286">
                  <a:srgbClr val="2D003B">
                    <a:alpha val="30764"/>
                  </a:srgbClr>
                </a:gs>
                <a:gs pos="28571">
                  <a:srgbClr val="2D003B">
                    <a:alpha val="24833"/>
                  </a:srgbClr>
                </a:gs>
                <a:gs pos="42857">
                  <a:srgbClr val="2D003B">
                    <a:alpha val="17075"/>
                  </a:srgbClr>
                </a:gs>
                <a:gs pos="57143">
                  <a:srgbClr val="2D003B">
                    <a:alpha val="9855"/>
                  </a:srgbClr>
                </a:gs>
                <a:gs pos="71429">
                  <a:srgbClr val="2D003B">
                    <a:alpha val="4740"/>
                  </a:srgbClr>
                </a:gs>
                <a:gs pos="85714">
                  <a:srgbClr val="2D003B">
                    <a:alpha val="1902"/>
                  </a:srgbClr>
                </a:gs>
                <a:gs pos="100000">
                  <a:srgbClr val="2D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10774172">
              <a:off x="2444983" y="716693"/>
              <a:ext cx="338555" cy="179645"/>
            </a:xfrm>
            <a:prstGeom prst="ellipse">
              <a:avLst/>
            </a:prstGeom>
            <a:gradFill>
              <a:gsLst>
                <a:gs pos="0">
                  <a:srgbClr val="404601">
                    <a:alpha val="22284"/>
                  </a:srgbClr>
                </a:gs>
                <a:gs pos="14286">
                  <a:srgbClr val="404601">
                    <a:alpha val="20683"/>
                  </a:srgbClr>
                </a:gs>
                <a:gs pos="28571">
                  <a:srgbClr val="404601">
                    <a:alpha val="16466"/>
                  </a:srgbClr>
                </a:gs>
                <a:gs pos="42857">
                  <a:srgbClr val="404601">
                    <a:alpha val="11131"/>
                  </a:srgbClr>
                </a:gs>
                <a:gs pos="57143">
                  <a:srgbClr val="404601">
                    <a:alpha val="6330"/>
                  </a:srgbClr>
                </a:gs>
                <a:gs pos="71429">
                  <a:srgbClr val="404601">
                    <a:alpha val="3014"/>
                  </a:srgbClr>
                </a:gs>
                <a:gs pos="85714">
                  <a:srgbClr val="404601">
                    <a:alpha val="1203"/>
                  </a:srgbClr>
                </a:gs>
                <a:gs pos="100000">
                  <a:srgbClr val="404601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386007">
              <a:off x="1380736" y="3005850"/>
              <a:ext cx="356105" cy="147992"/>
            </a:xfrm>
            <a:prstGeom prst="ellipse">
              <a:avLst/>
            </a:prstGeom>
            <a:gradFill>
              <a:gsLst>
                <a:gs pos="0">
                  <a:srgbClr val="014324">
                    <a:alpha val="19546"/>
                  </a:srgbClr>
                </a:gs>
                <a:gs pos="14286">
                  <a:srgbClr val="014324">
                    <a:alpha val="18118"/>
                  </a:srgbClr>
                </a:gs>
                <a:gs pos="28571">
                  <a:srgbClr val="014324">
                    <a:alpha val="14376"/>
                  </a:srgbClr>
                </a:gs>
                <a:gs pos="42857">
                  <a:srgbClr val="014324">
                    <a:alpha val="9679"/>
                  </a:srgbClr>
                </a:gs>
                <a:gs pos="57143">
                  <a:srgbClr val="014324">
                    <a:alpha val="5485"/>
                  </a:srgbClr>
                </a:gs>
                <a:gs pos="71429">
                  <a:srgbClr val="014324">
                    <a:alpha val="2606"/>
                  </a:srgbClr>
                </a:gs>
                <a:gs pos="85714">
                  <a:srgbClr val="014324">
                    <a:alpha val="1039"/>
                  </a:srgbClr>
                </a:gs>
                <a:gs pos="100000">
                  <a:srgbClr val="014324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7689740">
              <a:off x="997349" y="607536"/>
              <a:ext cx="335321" cy="84985"/>
            </a:xfrm>
            <a:prstGeom prst="ellipse">
              <a:avLst/>
            </a:prstGeom>
            <a:gradFill>
              <a:gsLst>
                <a:gs pos="0">
                  <a:srgbClr val="000014">
                    <a:alpha val="4603"/>
                  </a:srgbClr>
                </a:gs>
                <a:gs pos="14286">
                  <a:srgbClr val="000014">
                    <a:alpha val="4239"/>
                  </a:srgbClr>
                </a:gs>
                <a:gs pos="28571">
                  <a:srgbClr val="000014">
                    <a:alpha val="3307"/>
                  </a:srgbClr>
                </a:gs>
                <a:gs pos="42857">
                  <a:srgbClr val="000014">
                    <a:alpha val="2182"/>
                  </a:srgbClr>
                </a:gs>
                <a:gs pos="57143">
                  <a:srgbClr val="000014">
                    <a:alpha val="1215"/>
                  </a:srgbClr>
                </a:gs>
                <a:gs pos="71429">
                  <a:srgbClr val="000014">
                    <a:alpha val="571"/>
                  </a:srgbClr>
                </a:gs>
                <a:gs pos="85714">
                  <a:srgbClr val="000014">
                    <a:alpha val="226"/>
                  </a:srgbClr>
                </a:gs>
                <a:gs pos="100000">
                  <a:srgbClr val="000014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4452881">
              <a:off x="345489" y="1327753"/>
              <a:ext cx="321092" cy="84897"/>
            </a:xfrm>
            <a:prstGeom prst="ellipse">
              <a:avLst/>
            </a:prstGeom>
            <a:gradFill>
              <a:gsLst>
                <a:gs pos="0">
                  <a:srgbClr val="000700">
                    <a:alpha val="7739"/>
                  </a:srgbClr>
                </a:gs>
                <a:gs pos="14286">
                  <a:srgbClr val="000700">
                    <a:alpha val="7136"/>
                  </a:srgbClr>
                </a:gs>
                <a:gs pos="28571">
                  <a:srgbClr val="000700">
                    <a:alpha val="5586"/>
                  </a:srgbClr>
                </a:gs>
                <a:gs pos="42857">
                  <a:srgbClr val="000700">
                    <a:alpha val="3700"/>
                  </a:srgbClr>
                </a:gs>
                <a:gs pos="57143">
                  <a:srgbClr val="000700">
                    <a:alpha val="2068"/>
                  </a:srgbClr>
                </a:gs>
                <a:gs pos="71429">
                  <a:srgbClr val="000700">
                    <a:alpha val="973"/>
                  </a:srgbClr>
                </a:gs>
                <a:gs pos="85714">
                  <a:srgbClr val="000700">
                    <a:alpha val="386"/>
                  </a:srgbClr>
                </a:gs>
                <a:gs pos="100000">
                  <a:srgbClr val="00070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6958890">
              <a:off x="1517487" y="356610"/>
              <a:ext cx="476183" cy="220565"/>
            </a:xfrm>
            <a:prstGeom prst="ellipse">
              <a:avLst/>
            </a:prstGeom>
            <a:gradFill>
              <a:gsLst>
                <a:gs pos="0">
                  <a:srgbClr val="610000">
                    <a:alpha val="32968"/>
                  </a:srgbClr>
                </a:gs>
                <a:gs pos="14286">
                  <a:srgbClr val="610000">
                    <a:alpha val="30764"/>
                  </a:srgbClr>
                </a:gs>
                <a:gs pos="28571">
                  <a:srgbClr val="610000">
                    <a:alpha val="24833"/>
                  </a:srgbClr>
                </a:gs>
                <a:gs pos="42857">
                  <a:srgbClr val="610000">
                    <a:alpha val="17075"/>
                  </a:srgbClr>
                </a:gs>
                <a:gs pos="57143">
                  <a:srgbClr val="610000">
                    <a:alpha val="9855"/>
                  </a:srgbClr>
                </a:gs>
                <a:gs pos="71429">
                  <a:srgbClr val="610000">
                    <a:alpha val="4740"/>
                  </a:srgbClr>
                </a:gs>
                <a:gs pos="85714">
                  <a:srgbClr val="610000">
                    <a:alpha val="1902"/>
                  </a:srgbClr>
                </a:gs>
                <a:gs pos="100000">
                  <a:srgbClr val="6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4543416">
              <a:off x="3069143" y="1195051"/>
              <a:ext cx="623548" cy="134107"/>
            </a:xfrm>
            <a:prstGeom prst="ellipse">
              <a:avLst/>
            </a:prstGeom>
            <a:gradFill>
              <a:gsLst>
                <a:gs pos="0">
                  <a:srgbClr val="2C3700">
                    <a:alpha val="32968"/>
                  </a:srgbClr>
                </a:gs>
                <a:gs pos="14286">
                  <a:srgbClr val="2C3700">
                    <a:alpha val="30764"/>
                  </a:srgbClr>
                </a:gs>
                <a:gs pos="28571">
                  <a:srgbClr val="2C3700">
                    <a:alpha val="24833"/>
                  </a:srgbClr>
                </a:gs>
                <a:gs pos="42857">
                  <a:srgbClr val="2C3700">
                    <a:alpha val="17075"/>
                  </a:srgbClr>
                </a:gs>
                <a:gs pos="57143">
                  <a:srgbClr val="2C3700">
                    <a:alpha val="9855"/>
                  </a:srgbClr>
                </a:gs>
                <a:gs pos="71429">
                  <a:srgbClr val="2C3700">
                    <a:alpha val="4740"/>
                  </a:srgbClr>
                </a:gs>
                <a:gs pos="85714">
                  <a:srgbClr val="2C3700">
                    <a:alpha val="1902"/>
                  </a:srgbClr>
                </a:gs>
                <a:gs pos="100000">
                  <a:srgbClr val="2C3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10698352">
              <a:off x="2120781" y="480662"/>
              <a:ext cx="464994" cy="238729"/>
            </a:xfrm>
            <a:prstGeom prst="ellipse">
              <a:avLst/>
            </a:prstGeom>
            <a:gradFill>
              <a:gsLst>
                <a:gs pos="0">
                  <a:srgbClr val="BA5B00">
                    <a:alpha val="32824"/>
                  </a:srgbClr>
                </a:gs>
                <a:gs pos="14286">
                  <a:srgbClr val="BA5B00">
                    <a:alpha val="30627"/>
                  </a:srgbClr>
                </a:gs>
                <a:gs pos="28571">
                  <a:srgbClr val="BA5B00">
                    <a:alpha val="24718"/>
                  </a:srgbClr>
                </a:gs>
                <a:gs pos="42857">
                  <a:srgbClr val="BA5B00">
                    <a:alpha val="16992"/>
                  </a:srgbClr>
                </a:gs>
                <a:gs pos="57143">
                  <a:srgbClr val="BA5B00">
                    <a:alpha val="9805"/>
                  </a:srgbClr>
                </a:gs>
                <a:gs pos="71429">
                  <a:srgbClr val="BA5B00">
                    <a:alpha val="4716"/>
                  </a:srgbClr>
                </a:gs>
                <a:gs pos="85714">
                  <a:srgbClr val="BA5B00">
                    <a:alpha val="1892"/>
                  </a:srgbClr>
                </a:gs>
                <a:gs pos="100000">
                  <a:srgbClr val="BA5B00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10495863">
              <a:off x="1416658" y="433150"/>
              <a:ext cx="335346" cy="86096"/>
            </a:xfrm>
            <a:prstGeom prst="ellipse">
              <a:avLst/>
            </a:prstGeom>
            <a:gradFill>
              <a:gsLst>
                <a:gs pos="0">
                  <a:srgbClr val="000002">
                    <a:alpha val="18923"/>
                  </a:srgbClr>
                </a:gs>
                <a:gs pos="14286">
                  <a:srgbClr val="000002">
                    <a:alpha val="17536"/>
                  </a:srgbClr>
                </a:gs>
                <a:gs pos="28571">
                  <a:srgbClr val="000002">
                    <a:alpha val="13903"/>
                  </a:srgbClr>
                </a:gs>
                <a:gs pos="42857">
                  <a:srgbClr val="000002">
                    <a:alpha val="9352"/>
                  </a:srgbClr>
                </a:gs>
                <a:gs pos="57143">
                  <a:srgbClr val="000002">
                    <a:alpha val="5295"/>
                  </a:srgbClr>
                </a:gs>
                <a:gs pos="71429">
                  <a:srgbClr val="000002">
                    <a:alpha val="2515"/>
                  </a:srgbClr>
                </a:gs>
                <a:gs pos="85714">
                  <a:srgbClr val="000002">
                    <a:alpha val="1002"/>
                  </a:srgbClr>
                </a:gs>
                <a:gs pos="100000">
                  <a:srgbClr val="000002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-8848039">
              <a:off x="2351573" y="247692"/>
              <a:ext cx="549652" cy="204596"/>
            </a:xfrm>
            <a:prstGeom prst="ellipse">
              <a:avLst/>
            </a:prstGeom>
            <a:gradFill>
              <a:gsLst>
                <a:gs pos="0">
                  <a:srgbClr val="492800">
                    <a:alpha val="32968"/>
                  </a:srgbClr>
                </a:gs>
                <a:gs pos="14286">
                  <a:srgbClr val="492800">
                    <a:alpha val="30764"/>
                  </a:srgbClr>
                </a:gs>
                <a:gs pos="28571">
                  <a:srgbClr val="492800">
                    <a:alpha val="24833"/>
                  </a:srgbClr>
                </a:gs>
                <a:gs pos="42857">
                  <a:srgbClr val="492800">
                    <a:alpha val="17075"/>
                  </a:srgbClr>
                </a:gs>
                <a:gs pos="57143">
                  <a:srgbClr val="492800">
                    <a:alpha val="9855"/>
                  </a:srgbClr>
                </a:gs>
                <a:gs pos="71429">
                  <a:srgbClr val="492800">
                    <a:alpha val="4740"/>
                  </a:srgbClr>
                </a:gs>
                <a:gs pos="85714">
                  <a:srgbClr val="492800">
                    <a:alpha val="1902"/>
                  </a:srgbClr>
                </a:gs>
                <a:gs pos="100000">
                  <a:srgbClr val="492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7195546">
              <a:off x="2385338" y="2616821"/>
              <a:ext cx="537755" cy="244237"/>
            </a:xfrm>
            <a:prstGeom prst="ellipse">
              <a:avLst/>
            </a:prstGeom>
            <a:gradFill>
              <a:gsLst>
                <a:gs pos="0">
                  <a:srgbClr val="008613">
                    <a:alpha val="32968"/>
                  </a:srgbClr>
                </a:gs>
                <a:gs pos="14286">
                  <a:srgbClr val="008613">
                    <a:alpha val="30764"/>
                  </a:srgbClr>
                </a:gs>
                <a:gs pos="28571">
                  <a:srgbClr val="008613">
                    <a:alpha val="24833"/>
                  </a:srgbClr>
                </a:gs>
                <a:gs pos="42857">
                  <a:srgbClr val="008613">
                    <a:alpha val="17075"/>
                  </a:srgbClr>
                </a:gs>
                <a:gs pos="57143">
                  <a:srgbClr val="008613">
                    <a:alpha val="9855"/>
                  </a:srgbClr>
                </a:gs>
                <a:gs pos="71429">
                  <a:srgbClr val="008613">
                    <a:alpha val="4740"/>
                  </a:srgbClr>
                </a:gs>
                <a:gs pos="85714">
                  <a:srgbClr val="008613">
                    <a:alpha val="1902"/>
                  </a:srgbClr>
                </a:gs>
                <a:gs pos="100000">
                  <a:srgbClr val="0086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6928442">
              <a:off x="2892659" y="1941113"/>
              <a:ext cx="375930" cy="200887"/>
            </a:xfrm>
            <a:prstGeom prst="ellipse">
              <a:avLst/>
            </a:prstGeom>
            <a:gradFill>
              <a:gsLst>
                <a:gs pos="0">
                  <a:srgbClr val="394F03">
                    <a:alpha val="24420"/>
                  </a:srgbClr>
                </a:gs>
                <a:gs pos="14286">
                  <a:srgbClr val="394F03">
                    <a:alpha val="22689"/>
                  </a:srgbClr>
                </a:gs>
                <a:gs pos="28571">
                  <a:srgbClr val="394F03">
                    <a:alpha val="18111"/>
                  </a:srgbClr>
                </a:gs>
                <a:gs pos="42857">
                  <a:srgbClr val="394F03">
                    <a:alpha val="12283"/>
                  </a:srgbClr>
                </a:gs>
                <a:gs pos="57143">
                  <a:srgbClr val="394F03">
                    <a:alpha val="7004"/>
                  </a:srgbClr>
                </a:gs>
                <a:gs pos="71429">
                  <a:srgbClr val="394F03">
                    <a:alpha val="3342"/>
                  </a:srgbClr>
                </a:gs>
                <a:gs pos="85714">
                  <a:srgbClr val="394F03">
                    <a:alpha val="1335"/>
                  </a:srgbClr>
                </a:gs>
                <a:gs pos="100000">
                  <a:srgbClr val="394F03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-8725224">
              <a:off x="2920015" y="1321222"/>
              <a:ext cx="295597" cy="177172"/>
            </a:xfrm>
            <a:prstGeom prst="ellipse">
              <a:avLst/>
            </a:prstGeom>
            <a:gradFill>
              <a:gsLst>
                <a:gs pos="0">
                  <a:srgbClr val="637C00">
                    <a:alpha val="23391"/>
                  </a:srgbClr>
                </a:gs>
                <a:gs pos="14286">
                  <a:srgbClr val="637C00">
                    <a:alpha val="21722"/>
                  </a:srgbClr>
                </a:gs>
                <a:gs pos="28571">
                  <a:srgbClr val="637C00">
                    <a:alpha val="17316"/>
                  </a:srgbClr>
                </a:gs>
                <a:gs pos="42857">
                  <a:srgbClr val="637C00">
                    <a:alpha val="11726"/>
                  </a:srgbClr>
                </a:gs>
                <a:gs pos="57143">
                  <a:srgbClr val="637C00">
                    <a:alpha val="6678"/>
                  </a:srgbClr>
                </a:gs>
                <a:gs pos="71429">
                  <a:srgbClr val="637C00">
                    <a:alpha val="3183"/>
                  </a:srgbClr>
                </a:gs>
                <a:gs pos="85714">
                  <a:srgbClr val="637C00">
                    <a:alpha val="1271"/>
                  </a:srgbClr>
                </a:gs>
                <a:gs pos="100000">
                  <a:srgbClr val="637C00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-8564377">
              <a:off x="270010" y="1537740"/>
              <a:ext cx="343910" cy="119108"/>
            </a:xfrm>
            <a:prstGeom prst="ellipse">
              <a:avLst/>
            </a:prstGeom>
            <a:gradFill>
              <a:gsLst>
                <a:gs pos="0">
                  <a:srgbClr val="3F0015">
                    <a:alpha val="6439"/>
                  </a:srgbClr>
                </a:gs>
                <a:gs pos="14286">
                  <a:srgbClr val="3F0015">
                    <a:alpha val="5934"/>
                  </a:srgbClr>
                </a:gs>
                <a:gs pos="28571">
                  <a:srgbClr val="3F0015">
                    <a:alpha val="4639"/>
                  </a:srgbClr>
                </a:gs>
                <a:gs pos="42857">
                  <a:srgbClr val="3F0015">
                    <a:alpha val="3068"/>
                  </a:srgbClr>
                </a:gs>
                <a:gs pos="57143">
                  <a:srgbClr val="3F0015">
                    <a:alpha val="1712"/>
                  </a:srgbClr>
                </a:gs>
                <a:gs pos="71429">
                  <a:srgbClr val="3F0015">
                    <a:alpha val="805"/>
                  </a:srgbClr>
                </a:gs>
                <a:gs pos="85714">
                  <a:srgbClr val="3F0015">
                    <a:alpha val="319"/>
                  </a:srgbClr>
                </a:gs>
                <a:gs pos="100000">
                  <a:srgbClr val="3F0015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-8175571">
              <a:off x="2784552" y="596127"/>
              <a:ext cx="476525" cy="164856"/>
            </a:xfrm>
            <a:prstGeom prst="ellipse">
              <a:avLst/>
            </a:prstGeom>
            <a:gradFill>
              <a:gsLst>
                <a:gs pos="0">
                  <a:srgbClr val="514200">
                    <a:alpha val="32968"/>
                  </a:srgbClr>
                </a:gs>
                <a:gs pos="14286">
                  <a:srgbClr val="514200">
                    <a:alpha val="30764"/>
                  </a:srgbClr>
                </a:gs>
                <a:gs pos="28571">
                  <a:srgbClr val="514200">
                    <a:alpha val="24833"/>
                  </a:srgbClr>
                </a:gs>
                <a:gs pos="42857">
                  <a:srgbClr val="514200">
                    <a:alpha val="17075"/>
                  </a:srgbClr>
                </a:gs>
                <a:gs pos="57143">
                  <a:srgbClr val="514200">
                    <a:alpha val="9855"/>
                  </a:srgbClr>
                </a:gs>
                <a:gs pos="71429">
                  <a:srgbClr val="514200">
                    <a:alpha val="4740"/>
                  </a:srgbClr>
                </a:gs>
                <a:gs pos="85714">
                  <a:srgbClr val="514200">
                    <a:alpha val="1902"/>
                  </a:srgbClr>
                </a:gs>
                <a:gs pos="100000">
                  <a:srgbClr val="514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6513525">
              <a:off x="2828536" y="2166762"/>
              <a:ext cx="402081" cy="242643"/>
            </a:xfrm>
            <a:prstGeom prst="ellipse">
              <a:avLst/>
            </a:prstGeom>
            <a:gradFill>
              <a:gsLst>
                <a:gs pos="0">
                  <a:srgbClr val="22A500">
                    <a:alpha val="32968"/>
                  </a:srgbClr>
                </a:gs>
                <a:gs pos="14286">
                  <a:srgbClr val="22A500">
                    <a:alpha val="30764"/>
                  </a:srgbClr>
                </a:gs>
                <a:gs pos="28571">
                  <a:srgbClr val="22A500">
                    <a:alpha val="24833"/>
                  </a:srgbClr>
                </a:gs>
                <a:gs pos="42857">
                  <a:srgbClr val="22A500">
                    <a:alpha val="17075"/>
                  </a:srgbClr>
                </a:gs>
                <a:gs pos="57143">
                  <a:srgbClr val="22A500">
                    <a:alpha val="9855"/>
                  </a:srgbClr>
                </a:gs>
                <a:gs pos="71429">
                  <a:srgbClr val="22A500">
                    <a:alpha val="4740"/>
                  </a:srgbClr>
                </a:gs>
                <a:gs pos="85714">
                  <a:srgbClr val="22A500">
                    <a:alpha val="1902"/>
                  </a:srgbClr>
                </a:gs>
                <a:gs pos="100000">
                  <a:srgbClr val="22A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5527235">
              <a:off x="310699" y="1374421"/>
              <a:ext cx="324362" cy="85855"/>
            </a:xfrm>
            <a:prstGeom prst="ellipse">
              <a:avLst/>
            </a:prstGeom>
            <a:gradFill>
              <a:gsLst>
                <a:gs pos="0">
                  <a:srgbClr val="000000">
                    <a:alpha val="9488"/>
                  </a:srgbClr>
                </a:gs>
                <a:gs pos="14286">
                  <a:srgbClr val="000000">
                    <a:alpha val="8755"/>
                  </a:srgbClr>
                </a:gs>
                <a:gs pos="28571">
                  <a:srgbClr val="000000">
                    <a:alpha val="6867"/>
                  </a:srgbClr>
                </a:gs>
                <a:gs pos="42857">
                  <a:srgbClr val="000000">
                    <a:alpha val="4559"/>
                  </a:srgbClr>
                </a:gs>
                <a:gs pos="57143">
                  <a:srgbClr val="000000">
                    <a:alpha val="2552"/>
                  </a:srgbClr>
                </a:gs>
                <a:gs pos="71429">
                  <a:srgbClr val="000000">
                    <a:alpha val="1203"/>
                  </a:srgbClr>
                </a:gs>
                <a:gs pos="85714">
                  <a:srgbClr val="000000">
                    <a:alpha val="477"/>
                  </a:srgbClr>
                </a:gs>
                <a:gs pos="100000">
                  <a:srgbClr val="0000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6091990">
              <a:off x="502889" y="797413"/>
              <a:ext cx="422531" cy="175618"/>
            </a:xfrm>
            <a:prstGeom prst="ellipse">
              <a:avLst/>
            </a:prstGeom>
            <a:gradFill>
              <a:gsLst>
                <a:gs pos="0">
                  <a:srgbClr val="4A0051">
                    <a:alpha val="21367"/>
                  </a:srgbClr>
                </a:gs>
                <a:gs pos="14286">
                  <a:srgbClr val="4A0051">
                    <a:alpha val="19824"/>
                  </a:srgbClr>
                </a:gs>
                <a:gs pos="28571">
                  <a:srgbClr val="4A0051">
                    <a:alpha val="15764"/>
                  </a:srgbClr>
                </a:gs>
                <a:gs pos="42857">
                  <a:srgbClr val="4A0051">
                    <a:alpha val="10642"/>
                  </a:srgbClr>
                </a:gs>
                <a:gs pos="57143">
                  <a:srgbClr val="4A0051">
                    <a:alpha val="6045"/>
                  </a:srgbClr>
                </a:gs>
                <a:gs pos="71429">
                  <a:srgbClr val="4A0051">
                    <a:alpha val="2876"/>
                  </a:srgbClr>
                </a:gs>
                <a:gs pos="85714">
                  <a:srgbClr val="4A0051">
                    <a:alpha val="1147"/>
                  </a:srgbClr>
                </a:gs>
                <a:gs pos="100000">
                  <a:srgbClr val="4A0051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-9370945">
              <a:off x="349804" y="2194828"/>
              <a:ext cx="468269" cy="215233"/>
            </a:xfrm>
            <a:prstGeom prst="ellipse">
              <a:avLst/>
            </a:prstGeom>
            <a:gradFill>
              <a:gsLst>
                <a:gs pos="0">
                  <a:srgbClr val="090065">
                    <a:alpha val="32479"/>
                  </a:srgbClr>
                </a:gs>
                <a:gs pos="14286">
                  <a:srgbClr val="090065">
                    <a:alpha val="30300"/>
                  </a:srgbClr>
                </a:gs>
                <a:gs pos="28571">
                  <a:srgbClr val="090065">
                    <a:alpha val="24442"/>
                  </a:srgbClr>
                </a:gs>
                <a:gs pos="42857">
                  <a:srgbClr val="090065">
                    <a:alpha val="16793"/>
                  </a:srgbClr>
                </a:gs>
                <a:gs pos="57143">
                  <a:srgbClr val="090065">
                    <a:alpha val="9685"/>
                  </a:srgbClr>
                </a:gs>
                <a:gs pos="71429">
                  <a:srgbClr val="090065">
                    <a:alpha val="4656"/>
                  </a:srgbClr>
                </a:gs>
                <a:gs pos="85714">
                  <a:srgbClr val="090065">
                    <a:alpha val="1868"/>
                  </a:srgbClr>
                </a:gs>
                <a:gs pos="100000">
                  <a:srgbClr val="090065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9821005">
              <a:off x="2802527" y="2089804"/>
              <a:ext cx="399058" cy="215197"/>
            </a:xfrm>
            <a:prstGeom prst="ellipse">
              <a:avLst/>
            </a:prstGeom>
            <a:gradFill>
              <a:gsLst>
                <a:gs pos="0">
                  <a:srgbClr val="147000">
                    <a:alpha val="29575"/>
                  </a:srgbClr>
                </a:gs>
                <a:gs pos="14286">
                  <a:srgbClr val="147000">
                    <a:alpha val="27549"/>
                  </a:srgbClr>
                </a:gs>
                <a:gs pos="28571">
                  <a:srgbClr val="147000">
                    <a:alpha val="22137"/>
                  </a:srgbClr>
                </a:gs>
                <a:gs pos="42857">
                  <a:srgbClr val="147000">
                    <a:alpha val="15136"/>
                  </a:srgbClr>
                </a:gs>
                <a:gs pos="57143">
                  <a:srgbClr val="147000">
                    <a:alpha val="8693"/>
                  </a:srgbClr>
                </a:gs>
                <a:gs pos="71429">
                  <a:srgbClr val="147000">
                    <a:alpha val="4168"/>
                  </a:srgbClr>
                </a:gs>
                <a:gs pos="85714">
                  <a:srgbClr val="147000">
                    <a:alpha val="1669"/>
                  </a:srgbClr>
                </a:gs>
                <a:gs pos="100000">
                  <a:srgbClr val="147000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3696264">
              <a:off x="327868" y="2245894"/>
              <a:ext cx="428388" cy="187097"/>
            </a:xfrm>
            <a:prstGeom prst="ellipse">
              <a:avLst/>
            </a:prstGeom>
            <a:gradFill>
              <a:gsLst>
                <a:gs pos="0">
                  <a:srgbClr val="000073">
                    <a:alpha val="31861"/>
                  </a:srgbClr>
                </a:gs>
                <a:gs pos="14286">
                  <a:srgbClr val="000073">
                    <a:alpha val="29714"/>
                  </a:srgbClr>
                </a:gs>
                <a:gs pos="28571">
                  <a:srgbClr val="000073">
                    <a:alpha val="23949"/>
                  </a:srgbClr>
                </a:gs>
                <a:gs pos="42857">
                  <a:srgbClr val="000073">
                    <a:alpha val="16437"/>
                  </a:srgbClr>
                </a:gs>
                <a:gs pos="57143">
                  <a:srgbClr val="000073">
                    <a:alpha val="9471"/>
                  </a:srgbClr>
                </a:gs>
                <a:gs pos="71429">
                  <a:srgbClr val="000073">
                    <a:alpha val="4551"/>
                  </a:srgbClr>
                </a:gs>
                <a:gs pos="85714">
                  <a:srgbClr val="000073">
                    <a:alpha val="1825"/>
                  </a:srgbClr>
                </a:gs>
                <a:gs pos="100000">
                  <a:srgbClr val="000073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3692022">
              <a:off x="2950477" y="1479015"/>
              <a:ext cx="328506" cy="115305"/>
            </a:xfrm>
            <a:prstGeom prst="ellipse">
              <a:avLst/>
            </a:prstGeom>
            <a:gradFill>
              <a:gsLst>
                <a:gs pos="0">
                  <a:srgbClr val="1F0030">
                    <a:alpha val="3195"/>
                  </a:srgbClr>
                </a:gs>
                <a:gs pos="14286">
                  <a:srgbClr val="1F0030">
                    <a:alpha val="2940"/>
                  </a:srgbClr>
                </a:gs>
                <a:gs pos="28571">
                  <a:srgbClr val="1F0030">
                    <a:alpha val="2290"/>
                  </a:srgbClr>
                </a:gs>
                <a:gs pos="42857">
                  <a:srgbClr val="1F0030">
                    <a:alpha val="1508"/>
                  </a:srgbClr>
                </a:gs>
                <a:gs pos="57143">
                  <a:srgbClr val="1F0030">
                    <a:alpha val="839"/>
                  </a:srgbClr>
                </a:gs>
                <a:gs pos="71429">
                  <a:srgbClr val="1F0030">
                    <a:alpha val="393"/>
                  </a:srgbClr>
                </a:gs>
                <a:gs pos="85714">
                  <a:srgbClr val="1F0030">
                    <a:alpha val="156"/>
                  </a:srgbClr>
                </a:gs>
                <a:gs pos="100000">
                  <a:srgbClr val="1F003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9419341">
              <a:off x="2118022" y="424283"/>
              <a:ext cx="462412" cy="223640"/>
            </a:xfrm>
            <a:prstGeom prst="ellipse">
              <a:avLst/>
            </a:prstGeom>
            <a:gradFill>
              <a:gsLst>
                <a:gs pos="0">
                  <a:srgbClr val="B75400">
                    <a:alpha val="26253"/>
                  </a:srgbClr>
                </a:gs>
                <a:gs pos="14286">
                  <a:srgbClr val="B75400">
                    <a:alpha val="24414"/>
                  </a:srgbClr>
                </a:gs>
                <a:gs pos="28571">
                  <a:srgbClr val="B75400">
                    <a:alpha val="19533"/>
                  </a:srgbClr>
                </a:gs>
                <a:gs pos="42857">
                  <a:srgbClr val="B75400">
                    <a:alpha val="13286"/>
                  </a:srgbClr>
                </a:gs>
                <a:gs pos="57143">
                  <a:srgbClr val="B75400">
                    <a:alpha val="7595"/>
                  </a:srgbClr>
                </a:gs>
                <a:gs pos="71429">
                  <a:srgbClr val="B75400">
                    <a:alpha val="3630"/>
                  </a:srgbClr>
                </a:gs>
                <a:gs pos="85714">
                  <a:srgbClr val="B75400">
                    <a:alpha val="1451"/>
                  </a:srgbClr>
                </a:gs>
                <a:gs pos="100000">
                  <a:srgbClr val="B754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-10455034">
              <a:off x="1251599" y="357678"/>
              <a:ext cx="348823" cy="158520"/>
            </a:xfrm>
            <a:prstGeom prst="ellipse">
              <a:avLst/>
            </a:prstGeom>
            <a:gradFill>
              <a:gsLst>
                <a:gs pos="0">
                  <a:srgbClr val="7C000D">
                    <a:alpha val="18523"/>
                  </a:srgbClr>
                </a:gs>
                <a:gs pos="14286">
                  <a:srgbClr val="7C000D">
                    <a:alpha val="17162"/>
                  </a:srgbClr>
                </a:gs>
                <a:gs pos="28571">
                  <a:srgbClr val="7C000D">
                    <a:alpha val="13601"/>
                  </a:srgbClr>
                </a:gs>
                <a:gs pos="42857">
                  <a:srgbClr val="7C000D">
                    <a:alpha val="9143"/>
                  </a:srgbClr>
                </a:gs>
                <a:gs pos="57143">
                  <a:srgbClr val="7C000D">
                    <a:alpha val="5175"/>
                  </a:srgbClr>
                </a:gs>
                <a:gs pos="71429">
                  <a:srgbClr val="7C000D">
                    <a:alpha val="2456"/>
                  </a:srgbClr>
                </a:gs>
                <a:gs pos="85714">
                  <a:srgbClr val="7C000D">
                    <a:alpha val="979"/>
                  </a:srgbClr>
                </a:gs>
                <a:gs pos="100000">
                  <a:srgbClr val="7C000D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-10340694">
              <a:off x="2334459" y="529909"/>
              <a:ext cx="361355" cy="150466"/>
            </a:xfrm>
            <a:prstGeom prst="ellipse">
              <a:avLst/>
            </a:prstGeom>
            <a:gradFill>
              <a:gsLst>
                <a:gs pos="0">
                  <a:srgbClr val="833D00">
                    <a:alpha val="12191"/>
                  </a:srgbClr>
                </a:gs>
                <a:gs pos="14286">
                  <a:srgbClr val="833D00">
                    <a:alpha val="11263"/>
                  </a:srgbClr>
                </a:gs>
                <a:gs pos="28571">
                  <a:srgbClr val="833D00">
                    <a:alpha val="8861"/>
                  </a:srgbClr>
                </a:gs>
                <a:gs pos="42857">
                  <a:srgbClr val="833D00">
                    <a:alpha val="5904"/>
                  </a:srgbClr>
                </a:gs>
                <a:gs pos="57143">
                  <a:srgbClr val="833D00">
                    <a:alpha val="3316"/>
                  </a:srgbClr>
                </a:gs>
                <a:gs pos="71429">
                  <a:srgbClr val="833D00">
                    <a:alpha val="1566"/>
                  </a:srgbClr>
                </a:gs>
                <a:gs pos="85714">
                  <a:srgbClr val="833D00">
                    <a:alpha val="622"/>
                  </a:srgbClr>
                </a:gs>
                <a:gs pos="100000">
                  <a:srgbClr val="833D00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-9426245">
              <a:off x="451688" y="2330333"/>
              <a:ext cx="351756" cy="322148"/>
            </a:xfrm>
            <a:prstGeom prst="ellipse">
              <a:avLst/>
            </a:prstGeom>
            <a:gradFill>
              <a:gsLst>
                <a:gs pos="0">
                  <a:srgbClr val="000E00">
                    <a:alpha val="18731"/>
                  </a:srgbClr>
                </a:gs>
                <a:gs pos="14286">
                  <a:srgbClr val="000E00">
                    <a:alpha val="17356"/>
                  </a:srgbClr>
                </a:gs>
                <a:gs pos="28571">
                  <a:srgbClr val="000E00">
                    <a:alpha val="13758"/>
                  </a:srgbClr>
                </a:gs>
                <a:gs pos="42857">
                  <a:srgbClr val="000E00">
                    <a:alpha val="9252"/>
                  </a:srgbClr>
                </a:gs>
                <a:gs pos="57143">
                  <a:srgbClr val="000E00">
                    <a:alpha val="5237"/>
                  </a:srgbClr>
                </a:gs>
                <a:gs pos="71429">
                  <a:srgbClr val="000E00">
                    <a:alpha val="2487"/>
                  </a:srgbClr>
                </a:gs>
                <a:gs pos="85714">
                  <a:srgbClr val="000E00">
                    <a:alpha val="991"/>
                  </a:srgbClr>
                </a:gs>
                <a:gs pos="100000">
                  <a:srgbClr val="000E00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-8401971">
              <a:off x="347630" y="2984985"/>
              <a:ext cx="644198" cy="153979"/>
            </a:xfrm>
            <a:prstGeom prst="ellipse">
              <a:avLst/>
            </a:prstGeom>
            <a:gradFill>
              <a:gsLst>
                <a:gs pos="0">
                  <a:srgbClr val="002757">
                    <a:alpha val="32968"/>
                  </a:srgbClr>
                </a:gs>
                <a:gs pos="14286">
                  <a:srgbClr val="002757">
                    <a:alpha val="30764"/>
                  </a:srgbClr>
                </a:gs>
                <a:gs pos="28571">
                  <a:srgbClr val="002757">
                    <a:alpha val="24833"/>
                  </a:srgbClr>
                </a:gs>
                <a:gs pos="42857">
                  <a:srgbClr val="002757">
                    <a:alpha val="17075"/>
                  </a:srgbClr>
                </a:gs>
                <a:gs pos="57143">
                  <a:srgbClr val="002757">
                    <a:alpha val="9855"/>
                  </a:srgbClr>
                </a:gs>
                <a:gs pos="71429">
                  <a:srgbClr val="002757">
                    <a:alpha val="4740"/>
                  </a:srgbClr>
                </a:gs>
                <a:gs pos="85714">
                  <a:srgbClr val="002757">
                    <a:alpha val="1902"/>
                  </a:srgbClr>
                </a:gs>
                <a:gs pos="100000">
                  <a:srgbClr val="0027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7647979">
              <a:off x="2449073" y="2643850"/>
              <a:ext cx="587963" cy="220990"/>
            </a:xfrm>
            <a:prstGeom prst="ellipse">
              <a:avLst/>
            </a:prstGeom>
            <a:gradFill>
              <a:gsLst>
                <a:gs pos="0">
                  <a:srgbClr val="008915">
                    <a:alpha val="32968"/>
                  </a:srgbClr>
                </a:gs>
                <a:gs pos="14286">
                  <a:srgbClr val="008915">
                    <a:alpha val="30764"/>
                  </a:srgbClr>
                </a:gs>
                <a:gs pos="28571">
                  <a:srgbClr val="008915">
                    <a:alpha val="24833"/>
                  </a:srgbClr>
                </a:gs>
                <a:gs pos="42857">
                  <a:srgbClr val="008915">
                    <a:alpha val="17075"/>
                  </a:srgbClr>
                </a:gs>
                <a:gs pos="57143">
                  <a:srgbClr val="008915">
                    <a:alpha val="9855"/>
                  </a:srgbClr>
                </a:gs>
                <a:gs pos="71429">
                  <a:srgbClr val="008915">
                    <a:alpha val="4740"/>
                  </a:srgbClr>
                </a:gs>
                <a:gs pos="85714">
                  <a:srgbClr val="008915">
                    <a:alpha val="1902"/>
                  </a:srgbClr>
                </a:gs>
                <a:gs pos="100000">
                  <a:srgbClr val="0089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-10389081">
              <a:off x="1447795" y="3144354"/>
              <a:ext cx="351784" cy="140015"/>
            </a:xfrm>
            <a:prstGeom prst="ellipse">
              <a:avLst/>
            </a:prstGeom>
            <a:gradFill>
              <a:gsLst>
                <a:gs pos="0">
                  <a:srgbClr val="002E28">
                    <a:alpha val="17532"/>
                  </a:srgbClr>
                </a:gs>
                <a:gs pos="14286">
                  <a:srgbClr val="002E28">
                    <a:alpha val="16236"/>
                  </a:srgbClr>
                </a:gs>
                <a:gs pos="28571">
                  <a:srgbClr val="002E28">
                    <a:alpha val="12852"/>
                  </a:srgbClr>
                </a:gs>
                <a:gs pos="42857">
                  <a:srgbClr val="002E28">
                    <a:alpha val="8628"/>
                  </a:srgbClr>
                </a:gs>
                <a:gs pos="57143">
                  <a:srgbClr val="002E28">
                    <a:alpha val="4877"/>
                  </a:srgbClr>
                </a:gs>
                <a:gs pos="71429">
                  <a:srgbClr val="002E28">
                    <a:alpha val="2313"/>
                  </a:srgbClr>
                </a:gs>
                <a:gs pos="85714">
                  <a:srgbClr val="002E28">
                    <a:alpha val="921"/>
                  </a:srgbClr>
                </a:gs>
                <a:gs pos="100000">
                  <a:srgbClr val="002E28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8894920">
              <a:off x="660613" y="3048987"/>
              <a:ext cx="543789" cy="240307"/>
            </a:xfrm>
            <a:prstGeom prst="ellipse">
              <a:avLst/>
            </a:prstGeom>
            <a:gradFill>
              <a:gsLst>
                <a:gs pos="0">
                  <a:srgbClr val="00294F">
                    <a:alpha val="32968"/>
                  </a:srgbClr>
                </a:gs>
                <a:gs pos="14286">
                  <a:srgbClr val="00294F">
                    <a:alpha val="30764"/>
                  </a:srgbClr>
                </a:gs>
                <a:gs pos="28571">
                  <a:srgbClr val="00294F">
                    <a:alpha val="24833"/>
                  </a:srgbClr>
                </a:gs>
                <a:gs pos="42857">
                  <a:srgbClr val="00294F">
                    <a:alpha val="17075"/>
                  </a:srgbClr>
                </a:gs>
                <a:gs pos="57143">
                  <a:srgbClr val="00294F">
                    <a:alpha val="9855"/>
                  </a:srgbClr>
                </a:gs>
                <a:gs pos="71429">
                  <a:srgbClr val="00294F">
                    <a:alpha val="4740"/>
                  </a:srgbClr>
                </a:gs>
                <a:gs pos="85714">
                  <a:srgbClr val="00294F">
                    <a:alpha val="1902"/>
                  </a:srgbClr>
                </a:gs>
                <a:gs pos="100000">
                  <a:srgbClr val="0029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6901158">
              <a:off x="2952693" y="2224629"/>
              <a:ext cx="662973" cy="218378"/>
            </a:xfrm>
            <a:prstGeom prst="ellipse">
              <a:avLst/>
            </a:prstGeom>
            <a:gradFill>
              <a:gsLst>
                <a:gs pos="0">
                  <a:srgbClr val="075600">
                    <a:alpha val="32968"/>
                  </a:srgbClr>
                </a:gs>
                <a:gs pos="14286">
                  <a:srgbClr val="075600">
                    <a:alpha val="30764"/>
                  </a:srgbClr>
                </a:gs>
                <a:gs pos="28571">
                  <a:srgbClr val="075600">
                    <a:alpha val="24833"/>
                  </a:srgbClr>
                </a:gs>
                <a:gs pos="42857">
                  <a:srgbClr val="075600">
                    <a:alpha val="17075"/>
                  </a:srgbClr>
                </a:gs>
                <a:gs pos="57143">
                  <a:srgbClr val="075600">
                    <a:alpha val="9855"/>
                  </a:srgbClr>
                </a:gs>
                <a:gs pos="71429">
                  <a:srgbClr val="075600">
                    <a:alpha val="4740"/>
                  </a:srgbClr>
                </a:gs>
                <a:gs pos="85714">
                  <a:srgbClr val="075600">
                    <a:alpha val="1902"/>
                  </a:srgbClr>
                </a:gs>
                <a:gs pos="100000">
                  <a:srgbClr val="075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-10797725">
              <a:off x="1422396" y="273478"/>
              <a:ext cx="426650" cy="199919"/>
            </a:xfrm>
            <a:prstGeom prst="ellipse">
              <a:avLst/>
            </a:prstGeom>
            <a:gradFill>
              <a:gsLst>
                <a:gs pos="0">
                  <a:srgbClr val="640014">
                    <a:alpha val="29877"/>
                  </a:srgbClr>
                </a:gs>
                <a:gs pos="14286">
                  <a:srgbClr val="640014">
                    <a:alpha val="27835"/>
                  </a:srgbClr>
                </a:gs>
                <a:gs pos="28571">
                  <a:srgbClr val="640014">
                    <a:alpha val="22375"/>
                  </a:srgbClr>
                </a:gs>
                <a:gs pos="42857">
                  <a:srgbClr val="640014">
                    <a:alpha val="15307"/>
                  </a:srgbClr>
                </a:gs>
                <a:gs pos="57143">
                  <a:srgbClr val="640014">
                    <a:alpha val="8795"/>
                  </a:srgbClr>
                </a:gs>
                <a:gs pos="71429">
                  <a:srgbClr val="640014">
                    <a:alpha val="4218"/>
                  </a:srgbClr>
                </a:gs>
                <a:gs pos="85714">
                  <a:srgbClr val="640014">
                    <a:alpha val="1690"/>
                  </a:srgbClr>
                </a:gs>
                <a:gs pos="100000">
                  <a:srgbClr val="640014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-10358839">
              <a:off x="1873658" y="253256"/>
              <a:ext cx="458419" cy="286156"/>
            </a:xfrm>
            <a:prstGeom prst="ellipse">
              <a:avLst/>
            </a:prstGeom>
            <a:gradFill>
              <a:gsLst>
                <a:gs pos="0">
                  <a:srgbClr val="972600">
                    <a:alpha val="32968"/>
                  </a:srgbClr>
                </a:gs>
                <a:gs pos="14286">
                  <a:srgbClr val="972600">
                    <a:alpha val="30764"/>
                  </a:srgbClr>
                </a:gs>
                <a:gs pos="28571">
                  <a:srgbClr val="972600">
                    <a:alpha val="24833"/>
                  </a:srgbClr>
                </a:gs>
                <a:gs pos="42857">
                  <a:srgbClr val="972600">
                    <a:alpha val="17075"/>
                  </a:srgbClr>
                </a:gs>
                <a:gs pos="57143">
                  <a:srgbClr val="972600">
                    <a:alpha val="9855"/>
                  </a:srgbClr>
                </a:gs>
                <a:gs pos="71429">
                  <a:srgbClr val="972600">
                    <a:alpha val="4740"/>
                  </a:srgbClr>
                </a:gs>
                <a:gs pos="85714">
                  <a:srgbClr val="972600">
                    <a:alpha val="1902"/>
                  </a:srgbClr>
                </a:gs>
                <a:gs pos="100000">
                  <a:srgbClr val="97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5420815">
              <a:off x="2377349" y="518284"/>
              <a:ext cx="334296" cy="100854"/>
            </a:xfrm>
            <a:prstGeom prst="ellipse">
              <a:avLst/>
            </a:prstGeom>
            <a:gradFill>
              <a:gsLst>
                <a:gs pos="0">
                  <a:srgbClr val="000015">
                    <a:alpha val="7871"/>
                  </a:srgbClr>
                </a:gs>
                <a:gs pos="14286">
                  <a:srgbClr val="000015">
                    <a:alpha val="7258"/>
                  </a:srgbClr>
                </a:gs>
                <a:gs pos="28571">
                  <a:srgbClr val="000015">
                    <a:alpha val="5683"/>
                  </a:srgbClr>
                </a:gs>
                <a:gs pos="42857">
                  <a:srgbClr val="000015">
                    <a:alpha val="3765"/>
                  </a:srgbClr>
                </a:gs>
                <a:gs pos="57143">
                  <a:srgbClr val="000015">
                    <a:alpha val="2104"/>
                  </a:srgbClr>
                </a:gs>
                <a:gs pos="71429">
                  <a:srgbClr val="000015">
                    <a:alpha val="990"/>
                  </a:srgbClr>
                </a:gs>
                <a:gs pos="85714">
                  <a:srgbClr val="000015">
                    <a:alpha val="393"/>
                  </a:srgbClr>
                </a:gs>
                <a:gs pos="100000">
                  <a:srgbClr val="000015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9500862">
              <a:off x="2056999" y="3290193"/>
              <a:ext cx="586924" cy="137412"/>
            </a:xfrm>
            <a:prstGeom prst="ellipse">
              <a:avLst/>
            </a:prstGeom>
            <a:gradFill>
              <a:gsLst>
                <a:gs pos="0">
                  <a:srgbClr val="003422">
                    <a:alpha val="32964"/>
                  </a:srgbClr>
                </a:gs>
                <a:gs pos="14286">
                  <a:srgbClr val="003422">
                    <a:alpha val="30760"/>
                  </a:srgbClr>
                </a:gs>
                <a:gs pos="28571">
                  <a:srgbClr val="003422">
                    <a:alpha val="24830"/>
                  </a:srgbClr>
                </a:gs>
                <a:gs pos="42857">
                  <a:srgbClr val="003422">
                    <a:alpha val="17073"/>
                  </a:srgbClr>
                </a:gs>
                <a:gs pos="57143">
                  <a:srgbClr val="003422">
                    <a:alpha val="9854"/>
                  </a:srgbClr>
                </a:gs>
                <a:gs pos="71429">
                  <a:srgbClr val="003422">
                    <a:alpha val="4740"/>
                  </a:srgbClr>
                </a:gs>
                <a:gs pos="85714">
                  <a:srgbClr val="003422">
                    <a:alpha val="1902"/>
                  </a:srgbClr>
                </a:gs>
                <a:gs pos="100000">
                  <a:srgbClr val="0034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9502975">
              <a:off x="787708" y="435240"/>
              <a:ext cx="355776" cy="183883"/>
            </a:xfrm>
            <a:prstGeom prst="ellipse">
              <a:avLst/>
            </a:prstGeom>
            <a:gradFill>
              <a:gsLst>
                <a:gs pos="0">
                  <a:srgbClr val="5C003C">
                    <a:alpha val="26619"/>
                  </a:srgbClr>
                </a:gs>
                <a:gs pos="14286">
                  <a:srgbClr val="5C003C">
                    <a:alpha val="24759"/>
                  </a:srgbClr>
                </a:gs>
                <a:gs pos="28571">
                  <a:srgbClr val="5C003C">
                    <a:alpha val="19818"/>
                  </a:srgbClr>
                </a:gs>
                <a:gs pos="42857">
                  <a:srgbClr val="5C003C">
                    <a:alpha val="13487"/>
                  </a:srgbClr>
                </a:gs>
                <a:gs pos="57143">
                  <a:srgbClr val="5C003C">
                    <a:alpha val="7714"/>
                  </a:srgbClr>
                </a:gs>
                <a:gs pos="71429">
                  <a:srgbClr val="5C003C">
                    <a:alpha val="3688"/>
                  </a:srgbClr>
                </a:gs>
                <a:gs pos="85714">
                  <a:srgbClr val="5C003C">
                    <a:alpha val="1475"/>
                  </a:srgbClr>
                </a:gs>
                <a:gs pos="100000">
                  <a:srgbClr val="5C003C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3770841">
              <a:off x="2935790" y="1055095"/>
              <a:ext cx="320354" cy="79454"/>
            </a:xfrm>
            <a:prstGeom prst="ellipse">
              <a:avLst/>
            </a:prstGeom>
            <a:gradFill>
              <a:gsLst>
                <a:gs pos="0">
                  <a:srgbClr val="000023">
                    <a:alpha val="3637"/>
                  </a:srgbClr>
                </a:gs>
                <a:gs pos="14286">
                  <a:srgbClr val="000023">
                    <a:alpha val="3348"/>
                  </a:srgbClr>
                </a:gs>
                <a:gs pos="28571">
                  <a:srgbClr val="000023">
                    <a:alpha val="2610"/>
                  </a:srgbClr>
                </a:gs>
                <a:gs pos="42857">
                  <a:srgbClr val="000023">
                    <a:alpha val="1719"/>
                  </a:srgbClr>
                </a:gs>
                <a:gs pos="57143">
                  <a:srgbClr val="000023">
                    <a:alpha val="956"/>
                  </a:srgbClr>
                </a:gs>
                <a:gs pos="71429">
                  <a:srgbClr val="000023">
                    <a:alpha val="449"/>
                  </a:srgbClr>
                </a:gs>
                <a:gs pos="85714">
                  <a:srgbClr val="000023">
                    <a:alpha val="178"/>
                  </a:srgbClr>
                </a:gs>
                <a:gs pos="100000">
                  <a:srgbClr val="000023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10652058">
              <a:off x="1271508" y="271552"/>
              <a:ext cx="413278" cy="213940"/>
            </a:xfrm>
            <a:prstGeom prst="ellipse">
              <a:avLst/>
            </a:prstGeom>
            <a:gradFill>
              <a:gsLst>
                <a:gs pos="0">
                  <a:srgbClr val="850014">
                    <a:alpha val="32959"/>
                  </a:srgbClr>
                </a:gs>
                <a:gs pos="14286">
                  <a:srgbClr val="850014">
                    <a:alpha val="30755"/>
                  </a:srgbClr>
                </a:gs>
                <a:gs pos="28571">
                  <a:srgbClr val="850014">
                    <a:alpha val="24825"/>
                  </a:srgbClr>
                </a:gs>
                <a:gs pos="42857">
                  <a:srgbClr val="850014">
                    <a:alpha val="17070"/>
                  </a:srgbClr>
                </a:gs>
                <a:gs pos="57143">
                  <a:srgbClr val="850014">
                    <a:alpha val="9852"/>
                  </a:srgbClr>
                </a:gs>
                <a:gs pos="71429">
                  <a:srgbClr val="850014">
                    <a:alpha val="4739"/>
                  </a:srgbClr>
                </a:gs>
                <a:gs pos="85714">
                  <a:srgbClr val="850014">
                    <a:alpha val="1901"/>
                  </a:srgbClr>
                </a:gs>
                <a:gs pos="100000">
                  <a:srgbClr val="8500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7127625">
              <a:off x="2886813" y="2493551"/>
              <a:ext cx="581704" cy="226779"/>
            </a:xfrm>
            <a:prstGeom prst="ellipse">
              <a:avLst/>
            </a:prstGeom>
            <a:gradFill>
              <a:gsLst>
                <a:gs pos="0">
                  <a:srgbClr val="004400">
                    <a:alpha val="32968"/>
                  </a:srgbClr>
                </a:gs>
                <a:gs pos="14286">
                  <a:srgbClr val="004400">
                    <a:alpha val="30764"/>
                  </a:srgbClr>
                </a:gs>
                <a:gs pos="28571">
                  <a:srgbClr val="004400">
                    <a:alpha val="24833"/>
                  </a:srgbClr>
                </a:gs>
                <a:gs pos="42857">
                  <a:srgbClr val="004400">
                    <a:alpha val="17075"/>
                  </a:srgbClr>
                </a:gs>
                <a:gs pos="57143">
                  <a:srgbClr val="004400">
                    <a:alpha val="9855"/>
                  </a:srgbClr>
                </a:gs>
                <a:gs pos="71429">
                  <a:srgbClr val="004400">
                    <a:alpha val="4740"/>
                  </a:srgbClr>
                </a:gs>
                <a:gs pos="85714">
                  <a:srgbClr val="004400">
                    <a:alpha val="1902"/>
                  </a:srgbClr>
                </a:gs>
                <a:gs pos="100000">
                  <a:srgbClr val="004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3244590">
              <a:off x="2679830" y="688459"/>
              <a:ext cx="359279" cy="155964"/>
            </a:xfrm>
            <a:prstGeom prst="ellipse">
              <a:avLst/>
            </a:prstGeom>
            <a:gradFill>
              <a:gsLst>
                <a:gs pos="0">
                  <a:srgbClr val="6B5701">
                    <a:alpha val="21493"/>
                  </a:srgbClr>
                </a:gs>
                <a:gs pos="14286">
                  <a:srgbClr val="6B5701">
                    <a:alpha val="19941"/>
                  </a:srgbClr>
                </a:gs>
                <a:gs pos="28571">
                  <a:srgbClr val="6B5701">
                    <a:alpha val="15860"/>
                  </a:srgbClr>
                </a:gs>
                <a:gs pos="42857">
                  <a:srgbClr val="6B5701">
                    <a:alpha val="10709"/>
                  </a:srgbClr>
                </a:gs>
                <a:gs pos="57143">
                  <a:srgbClr val="6B5701">
                    <a:alpha val="6083"/>
                  </a:srgbClr>
                </a:gs>
                <a:gs pos="71429">
                  <a:srgbClr val="6B5701">
                    <a:alpha val="2895"/>
                  </a:srgbClr>
                </a:gs>
                <a:gs pos="85714">
                  <a:srgbClr val="6B5701">
                    <a:alpha val="1155"/>
                  </a:srgbClr>
                </a:gs>
                <a:gs pos="100000">
                  <a:srgbClr val="6B5701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10306432">
              <a:off x="1258993" y="-18865"/>
              <a:ext cx="649398" cy="195639"/>
            </a:xfrm>
            <a:prstGeom prst="ellipse">
              <a:avLst/>
            </a:prstGeom>
            <a:gradFill>
              <a:gsLst>
                <a:gs pos="0">
                  <a:srgbClr val="3C000F">
                    <a:alpha val="32968"/>
                  </a:srgbClr>
                </a:gs>
                <a:gs pos="14286">
                  <a:srgbClr val="3C000F">
                    <a:alpha val="30764"/>
                  </a:srgbClr>
                </a:gs>
                <a:gs pos="28571">
                  <a:srgbClr val="3C000F">
                    <a:alpha val="24833"/>
                  </a:srgbClr>
                </a:gs>
                <a:gs pos="42857">
                  <a:srgbClr val="3C000F">
                    <a:alpha val="17075"/>
                  </a:srgbClr>
                </a:gs>
                <a:gs pos="57143">
                  <a:srgbClr val="3C000F">
                    <a:alpha val="9855"/>
                  </a:srgbClr>
                </a:gs>
                <a:gs pos="71429">
                  <a:srgbClr val="3C000F">
                    <a:alpha val="4740"/>
                  </a:srgbClr>
                </a:gs>
                <a:gs pos="85714">
                  <a:srgbClr val="3C000F">
                    <a:alpha val="1902"/>
                  </a:srgbClr>
                </a:gs>
                <a:gs pos="100000">
                  <a:srgbClr val="3C000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9816881">
              <a:off x="1684805" y="227085"/>
              <a:ext cx="544182" cy="239831"/>
            </a:xfrm>
            <a:prstGeom prst="ellipse">
              <a:avLst/>
            </a:prstGeom>
            <a:gradFill>
              <a:gsLst>
                <a:gs pos="0">
                  <a:srgbClr val="870000">
                    <a:alpha val="32968"/>
                  </a:srgbClr>
                </a:gs>
                <a:gs pos="14286">
                  <a:srgbClr val="870000">
                    <a:alpha val="30764"/>
                  </a:srgbClr>
                </a:gs>
                <a:gs pos="28571">
                  <a:srgbClr val="870000">
                    <a:alpha val="24833"/>
                  </a:srgbClr>
                </a:gs>
                <a:gs pos="42857">
                  <a:srgbClr val="870000">
                    <a:alpha val="17075"/>
                  </a:srgbClr>
                </a:gs>
                <a:gs pos="57143">
                  <a:srgbClr val="870000">
                    <a:alpha val="9855"/>
                  </a:srgbClr>
                </a:gs>
                <a:gs pos="71429">
                  <a:srgbClr val="870000">
                    <a:alpha val="4740"/>
                  </a:srgbClr>
                </a:gs>
                <a:gs pos="85714">
                  <a:srgbClr val="870000">
                    <a:alpha val="1902"/>
                  </a:srgbClr>
                </a:gs>
                <a:gs pos="100000">
                  <a:srgbClr val="8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-8319414">
              <a:off x="384263" y="2978034"/>
              <a:ext cx="548026" cy="1602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7089042">
              <a:off x="2915848" y="2346561"/>
              <a:ext cx="364460" cy="109532"/>
            </a:xfrm>
            <a:prstGeom prst="ellipse">
              <a:avLst/>
            </a:prstGeom>
            <a:gradFill>
              <a:gsLst>
                <a:gs pos="0">
                  <a:srgbClr val="1A0021">
                    <a:alpha val="17441"/>
                  </a:srgbClr>
                </a:gs>
                <a:gs pos="14286">
                  <a:srgbClr val="1A0021">
                    <a:alpha val="16151"/>
                  </a:srgbClr>
                </a:gs>
                <a:gs pos="28571">
                  <a:srgbClr val="1A0021">
                    <a:alpha val="12783"/>
                  </a:srgbClr>
                </a:gs>
                <a:gs pos="42857">
                  <a:srgbClr val="1A0021">
                    <a:alpha val="8581"/>
                  </a:srgbClr>
                </a:gs>
                <a:gs pos="57143">
                  <a:srgbClr val="1A0021">
                    <a:alpha val="4850"/>
                  </a:srgbClr>
                </a:gs>
                <a:gs pos="71429">
                  <a:srgbClr val="1A0021">
                    <a:alpha val="2300"/>
                  </a:srgbClr>
                </a:gs>
                <a:gs pos="85714">
                  <a:srgbClr val="1A0021">
                    <a:alpha val="916"/>
                  </a:srgbClr>
                </a:gs>
                <a:gs pos="100000">
                  <a:srgbClr val="1A0021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3461928">
              <a:off x="2816420" y="759871"/>
              <a:ext cx="615809" cy="237743"/>
            </a:xfrm>
            <a:prstGeom prst="ellipse">
              <a:avLst/>
            </a:prstGeom>
            <a:gradFill>
              <a:gsLst>
                <a:gs pos="0">
                  <a:srgbClr val="555100">
                    <a:alpha val="32968"/>
                  </a:srgbClr>
                </a:gs>
                <a:gs pos="14286">
                  <a:srgbClr val="555100">
                    <a:alpha val="30764"/>
                  </a:srgbClr>
                </a:gs>
                <a:gs pos="28571">
                  <a:srgbClr val="555100">
                    <a:alpha val="24833"/>
                  </a:srgbClr>
                </a:gs>
                <a:gs pos="42857">
                  <a:srgbClr val="555100">
                    <a:alpha val="17075"/>
                  </a:srgbClr>
                </a:gs>
                <a:gs pos="57143">
                  <a:srgbClr val="555100">
                    <a:alpha val="9855"/>
                  </a:srgbClr>
                </a:gs>
                <a:gs pos="71429">
                  <a:srgbClr val="555100">
                    <a:alpha val="4740"/>
                  </a:srgbClr>
                </a:gs>
                <a:gs pos="85714">
                  <a:srgbClr val="555100">
                    <a:alpha val="1902"/>
                  </a:srgbClr>
                </a:gs>
                <a:gs pos="100000">
                  <a:srgbClr val="555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9241022">
              <a:off x="1406675" y="220405"/>
              <a:ext cx="351391" cy="181432"/>
            </a:xfrm>
            <a:prstGeom prst="ellipse">
              <a:avLst/>
            </a:prstGeom>
            <a:gradFill>
              <a:gsLst>
                <a:gs pos="0">
                  <a:srgbClr val="8C000B">
                    <a:alpha val="20581"/>
                  </a:srgbClr>
                </a:gs>
                <a:gs pos="14286">
                  <a:srgbClr val="8C000B">
                    <a:alpha val="19087"/>
                  </a:srgbClr>
                </a:gs>
                <a:gs pos="28571">
                  <a:srgbClr val="8C000B">
                    <a:alpha val="15164"/>
                  </a:srgbClr>
                </a:gs>
                <a:gs pos="42857">
                  <a:srgbClr val="8C000B">
                    <a:alpha val="10225"/>
                  </a:srgbClr>
                </a:gs>
                <a:gs pos="57143">
                  <a:srgbClr val="8C000B">
                    <a:alpha val="5802"/>
                  </a:srgbClr>
                </a:gs>
                <a:gs pos="71429">
                  <a:srgbClr val="8C000B">
                    <a:alpha val="2759"/>
                  </a:srgbClr>
                </a:gs>
                <a:gs pos="85714">
                  <a:srgbClr val="8C000B">
                    <a:alpha val="1100"/>
                  </a:srgbClr>
                </a:gs>
                <a:gs pos="100000">
                  <a:srgbClr val="8C000B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7229284">
              <a:off x="2993428" y="1806739"/>
              <a:ext cx="465968" cy="311714"/>
            </a:xfrm>
            <a:prstGeom prst="ellipse">
              <a:avLst/>
            </a:prstGeom>
            <a:gradFill>
              <a:gsLst>
                <a:gs pos="0">
                  <a:srgbClr val="387500">
                    <a:alpha val="32777"/>
                  </a:srgbClr>
                </a:gs>
                <a:gs pos="14286">
                  <a:srgbClr val="387500">
                    <a:alpha val="30582"/>
                  </a:srgbClr>
                </a:gs>
                <a:gs pos="28571">
                  <a:srgbClr val="387500">
                    <a:alpha val="24680"/>
                  </a:srgbClr>
                </a:gs>
                <a:gs pos="42857">
                  <a:srgbClr val="387500">
                    <a:alpha val="16965"/>
                  </a:srgbClr>
                </a:gs>
                <a:gs pos="57143">
                  <a:srgbClr val="387500">
                    <a:alpha val="9788"/>
                  </a:srgbClr>
                </a:gs>
                <a:gs pos="71429">
                  <a:srgbClr val="387500">
                    <a:alpha val="4707"/>
                  </a:srgbClr>
                </a:gs>
                <a:gs pos="85714">
                  <a:srgbClr val="387500">
                    <a:alpha val="1889"/>
                  </a:srgbClr>
                </a:gs>
                <a:gs pos="100000">
                  <a:srgbClr val="387500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10764494">
              <a:off x="2359497" y="3000778"/>
              <a:ext cx="345524" cy="106745"/>
            </a:xfrm>
            <a:prstGeom prst="ellipse">
              <a:avLst/>
            </a:prstGeom>
            <a:gradFill>
              <a:gsLst>
                <a:gs pos="0">
                  <a:srgbClr val="00003D">
                    <a:alpha val="5656"/>
                  </a:srgbClr>
                </a:gs>
                <a:gs pos="14286">
                  <a:srgbClr val="00003D">
                    <a:alpha val="5210"/>
                  </a:srgbClr>
                </a:gs>
                <a:gs pos="28571">
                  <a:srgbClr val="00003D">
                    <a:alpha val="4070"/>
                  </a:srgbClr>
                </a:gs>
                <a:gs pos="42857">
                  <a:srgbClr val="00003D">
                    <a:alpha val="2688"/>
                  </a:srgbClr>
                </a:gs>
                <a:gs pos="57143">
                  <a:srgbClr val="00003D">
                    <a:alpha val="1499"/>
                  </a:srgbClr>
                </a:gs>
                <a:gs pos="71429">
                  <a:srgbClr val="00003D">
                    <a:alpha val="704"/>
                  </a:srgbClr>
                </a:gs>
                <a:gs pos="85714">
                  <a:srgbClr val="00003D">
                    <a:alpha val="279"/>
                  </a:srgbClr>
                </a:gs>
                <a:gs pos="100000">
                  <a:srgbClr val="00003D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3283479">
              <a:off x="2594361" y="603162"/>
              <a:ext cx="663421" cy="261729"/>
            </a:xfrm>
            <a:prstGeom prst="ellipse">
              <a:avLst/>
            </a:prstGeom>
            <a:gradFill>
              <a:gsLst>
                <a:gs pos="0">
                  <a:srgbClr val="745D00">
                    <a:alpha val="32968"/>
                  </a:srgbClr>
                </a:gs>
                <a:gs pos="14286">
                  <a:srgbClr val="745D00">
                    <a:alpha val="30764"/>
                  </a:srgbClr>
                </a:gs>
                <a:gs pos="28571">
                  <a:srgbClr val="745D00">
                    <a:alpha val="24833"/>
                  </a:srgbClr>
                </a:gs>
                <a:gs pos="42857">
                  <a:srgbClr val="745D00">
                    <a:alpha val="17075"/>
                  </a:srgbClr>
                </a:gs>
                <a:gs pos="57143">
                  <a:srgbClr val="745D00">
                    <a:alpha val="9855"/>
                  </a:srgbClr>
                </a:gs>
                <a:gs pos="71429">
                  <a:srgbClr val="745D00">
                    <a:alpha val="4740"/>
                  </a:srgbClr>
                </a:gs>
                <a:gs pos="85714">
                  <a:srgbClr val="745D00">
                    <a:alpha val="1902"/>
                  </a:srgbClr>
                </a:gs>
                <a:gs pos="100000">
                  <a:srgbClr val="745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4531184">
              <a:off x="3049984" y="1856949"/>
              <a:ext cx="390494" cy="173490"/>
            </a:xfrm>
            <a:prstGeom prst="ellipse">
              <a:avLst/>
            </a:prstGeom>
            <a:gradFill>
              <a:gsLst>
                <a:gs pos="0">
                  <a:srgbClr val="154E00">
                    <a:alpha val="29941"/>
                  </a:srgbClr>
                </a:gs>
                <a:gs pos="14286">
                  <a:srgbClr val="154E00">
                    <a:alpha val="27895"/>
                  </a:srgbClr>
                </a:gs>
                <a:gs pos="28571">
                  <a:srgbClr val="154E00">
                    <a:alpha val="22426"/>
                  </a:srgbClr>
                </a:gs>
                <a:gs pos="42857">
                  <a:srgbClr val="154E00">
                    <a:alpha val="15343"/>
                  </a:srgbClr>
                </a:gs>
                <a:gs pos="57143">
                  <a:srgbClr val="154E00">
                    <a:alpha val="8816"/>
                  </a:srgbClr>
                </a:gs>
                <a:gs pos="71429">
                  <a:srgbClr val="154E00">
                    <a:alpha val="4228"/>
                  </a:srgbClr>
                </a:gs>
                <a:gs pos="85714">
                  <a:srgbClr val="154E00">
                    <a:alpha val="1694"/>
                  </a:srgbClr>
                </a:gs>
                <a:gs pos="100000">
                  <a:srgbClr val="154E00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-8937071">
              <a:off x="2222766" y="350507"/>
              <a:ext cx="355349" cy="122562"/>
            </a:xfrm>
            <a:prstGeom prst="ellipse">
              <a:avLst/>
            </a:prstGeom>
            <a:gradFill>
              <a:gsLst>
                <a:gs pos="0">
                  <a:srgbClr val="000013">
                    <a:alpha val="18157"/>
                  </a:srgbClr>
                </a:gs>
                <a:gs pos="14286">
                  <a:srgbClr val="000013">
                    <a:alpha val="16820"/>
                  </a:srgbClr>
                </a:gs>
                <a:gs pos="28571">
                  <a:srgbClr val="000013">
                    <a:alpha val="13324"/>
                  </a:srgbClr>
                </a:gs>
                <a:gs pos="42857">
                  <a:srgbClr val="000013">
                    <a:alpha val="8953"/>
                  </a:srgbClr>
                </a:gs>
                <a:gs pos="57143">
                  <a:srgbClr val="000013">
                    <a:alpha val="5064"/>
                  </a:srgbClr>
                </a:gs>
                <a:gs pos="71429">
                  <a:srgbClr val="000013">
                    <a:alpha val="2403"/>
                  </a:srgbClr>
                </a:gs>
                <a:gs pos="85714">
                  <a:srgbClr val="000013">
                    <a:alpha val="957"/>
                  </a:srgbClr>
                </a:gs>
                <a:gs pos="100000">
                  <a:srgbClr val="000013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9128144">
              <a:off x="1248330" y="227917"/>
              <a:ext cx="495250" cy="153236"/>
            </a:xfrm>
            <a:prstGeom prst="ellipse">
              <a:avLst/>
            </a:prstGeom>
            <a:gradFill>
              <a:gsLst>
                <a:gs pos="0">
                  <a:srgbClr val="760100">
                    <a:alpha val="31142"/>
                  </a:srgbClr>
                </a:gs>
                <a:gs pos="14286">
                  <a:srgbClr val="760100">
                    <a:alpha val="29032"/>
                  </a:srgbClr>
                </a:gs>
                <a:gs pos="28571">
                  <a:srgbClr val="760100">
                    <a:alpha val="23378"/>
                  </a:srgbClr>
                </a:gs>
                <a:gs pos="42857">
                  <a:srgbClr val="760100">
                    <a:alpha val="16026"/>
                  </a:srgbClr>
                </a:gs>
                <a:gs pos="57143">
                  <a:srgbClr val="760100">
                    <a:alpha val="9224"/>
                  </a:srgbClr>
                </a:gs>
                <a:gs pos="71429">
                  <a:srgbClr val="760100">
                    <a:alpha val="4429"/>
                  </a:srgbClr>
                </a:gs>
                <a:gs pos="85714">
                  <a:srgbClr val="760100">
                    <a:alpha val="1775"/>
                  </a:srgbClr>
                </a:gs>
                <a:gs pos="100000">
                  <a:srgbClr val="7601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5248386">
              <a:off x="163166" y="1289610"/>
              <a:ext cx="324801" cy="85616"/>
            </a:xfrm>
            <a:prstGeom prst="ellipse">
              <a:avLst/>
            </a:prstGeom>
            <a:gradFill>
              <a:gsLst>
                <a:gs pos="0">
                  <a:srgbClr val="000000">
                    <a:alpha val="8585"/>
                  </a:srgbClr>
                </a:gs>
                <a:gs pos="14286">
                  <a:srgbClr val="000000">
                    <a:alpha val="7919"/>
                  </a:srgbClr>
                </a:gs>
                <a:gs pos="28571">
                  <a:srgbClr val="000000">
                    <a:alpha val="6205"/>
                  </a:srgbClr>
                </a:gs>
                <a:gs pos="42857">
                  <a:srgbClr val="000000">
                    <a:alpha val="4114"/>
                  </a:srgbClr>
                </a:gs>
                <a:gs pos="57143">
                  <a:srgbClr val="000000">
                    <a:alpha val="2301"/>
                  </a:srgbClr>
                </a:gs>
                <a:gs pos="71429">
                  <a:srgbClr val="000000">
                    <a:alpha val="1084"/>
                  </a:srgbClr>
                </a:gs>
                <a:gs pos="85714">
                  <a:srgbClr val="000000">
                    <a:alpha val="430"/>
                  </a:srgbClr>
                </a:gs>
                <a:gs pos="100000">
                  <a:srgbClr val="000000">
                    <a:alpha val="1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7514748">
              <a:off x="2894073" y="2442606"/>
              <a:ext cx="338167" cy="102317"/>
            </a:xfrm>
            <a:prstGeom prst="ellipse">
              <a:avLst/>
            </a:prstGeom>
            <a:gradFill>
              <a:gsLst>
                <a:gs pos="0">
                  <a:srgbClr val="00001C">
                    <a:alpha val="11960"/>
                  </a:srgbClr>
                </a:gs>
                <a:gs pos="14286">
                  <a:srgbClr val="00001C">
                    <a:alpha val="11048"/>
                  </a:srgbClr>
                </a:gs>
                <a:gs pos="28571">
                  <a:srgbClr val="00001C">
                    <a:alpha val="8690"/>
                  </a:srgbClr>
                </a:gs>
                <a:gs pos="42857">
                  <a:srgbClr val="00001C">
                    <a:alpha val="5788"/>
                  </a:srgbClr>
                </a:gs>
                <a:gs pos="57143">
                  <a:srgbClr val="00001C">
                    <a:alpha val="3250"/>
                  </a:srgbClr>
                </a:gs>
                <a:gs pos="71429">
                  <a:srgbClr val="00001C">
                    <a:alpha val="1535"/>
                  </a:srgbClr>
                </a:gs>
                <a:gs pos="85714">
                  <a:srgbClr val="00001C">
                    <a:alpha val="610"/>
                  </a:srgbClr>
                </a:gs>
                <a:gs pos="100000">
                  <a:srgbClr val="00001C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-10766642">
              <a:off x="458285" y="2513395"/>
              <a:ext cx="324116" cy="322849"/>
            </a:xfrm>
            <a:prstGeom prst="ellipse">
              <a:avLst/>
            </a:prstGeom>
            <a:gradFill>
              <a:gsLst>
                <a:gs pos="0">
                  <a:srgbClr val="000000">
                    <a:alpha val="7757"/>
                  </a:srgbClr>
                </a:gs>
                <a:gs pos="14286">
                  <a:srgbClr val="000000">
                    <a:alpha val="7153"/>
                  </a:srgbClr>
                </a:gs>
                <a:gs pos="28571">
                  <a:srgbClr val="000000">
                    <a:alpha val="5599"/>
                  </a:srgbClr>
                </a:gs>
                <a:gs pos="42857">
                  <a:srgbClr val="000000">
                    <a:alpha val="3709"/>
                  </a:srgbClr>
                </a:gs>
                <a:gs pos="57143">
                  <a:srgbClr val="000000">
                    <a:alpha val="2072"/>
                  </a:srgbClr>
                </a:gs>
                <a:gs pos="71429">
                  <a:srgbClr val="000000">
                    <a:alpha val="976"/>
                  </a:srgbClr>
                </a:gs>
                <a:gs pos="85714">
                  <a:srgbClr val="000000">
                    <a:alpha val="387"/>
                  </a:srgbClr>
                </a:gs>
                <a:gs pos="100000">
                  <a:srgbClr val="00000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8934869">
              <a:off x="1698647" y="198539"/>
              <a:ext cx="416264" cy="197327"/>
            </a:xfrm>
            <a:prstGeom prst="ellipse">
              <a:avLst/>
            </a:prstGeom>
            <a:gradFill>
              <a:gsLst>
                <a:gs pos="0">
                  <a:srgbClr val="5D0B00">
                    <a:alpha val="32968"/>
                  </a:srgbClr>
                </a:gs>
                <a:gs pos="14286">
                  <a:srgbClr val="5D0B00">
                    <a:alpha val="30764"/>
                  </a:srgbClr>
                </a:gs>
                <a:gs pos="28571">
                  <a:srgbClr val="5D0B00">
                    <a:alpha val="24833"/>
                  </a:srgbClr>
                </a:gs>
                <a:gs pos="42857">
                  <a:srgbClr val="5D0B00">
                    <a:alpha val="17075"/>
                  </a:srgbClr>
                </a:gs>
                <a:gs pos="57143">
                  <a:srgbClr val="5D0B00">
                    <a:alpha val="9855"/>
                  </a:srgbClr>
                </a:gs>
                <a:gs pos="71429">
                  <a:srgbClr val="5D0B00">
                    <a:alpha val="4740"/>
                  </a:srgbClr>
                </a:gs>
                <a:gs pos="85714">
                  <a:srgbClr val="5D0B00">
                    <a:alpha val="1902"/>
                  </a:srgbClr>
                </a:gs>
                <a:gs pos="100000">
                  <a:srgbClr val="5D0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4281451">
              <a:off x="2895025" y="1110772"/>
              <a:ext cx="726267" cy="286202"/>
            </a:xfrm>
            <a:prstGeom prst="ellipse">
              <a:avLst/>
            </a:prstGeom>
            <a:gradFill>
              <a:gsLst>
                <a:gs pos="0">
                  <a:srgbClr val="607100">
                    <a:alpha val="32968"/>
                  </a:srgbClr>
                </a:gs>
                <a:gs pos="14286">
                  <a:srgbClr val="607100">
                    <a:alpha val="30764"/>
                  </a:srgbClr>
                </a:gs>
                <a:gs pos="28571">
                  <a:srgbClr val="607100">
                    <a:alpha val="24833"/>
                  </a:srgbClr>
                </a:gs>
                <a:gs pos="42857">
                  <a:srgbClr val="607100">
                    <a:alpha val="17075"/>
                  </a:srgbClr>
                </a:gs>
                <a:gs pos="57143">
                  <a:srgbClr val="607100">
                    <a:alpha val="9855"/>
                  </a:srgbClr>
                </a:gs>
                <a:gs pos="71429">
                  <a:srgbClr val="607100">
                    <a:alpha val="4740"/>
                  </a:srgbClr>
                </a:gs>
                <a:gs pos="85714">
                  <a:srgbClr val="607100">
                    <a:alpha val="1902"/>
                  </a:srgbClr>
                </a:gs>
                <a:gs pos="100000">
                  <a:srgbClr val="607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-9129854">
              <a:off x="725588" y="2928245"/>
              <a:ext cx="319754" cy="85539"/>
            </a:xfrm>
            <a:prstGeom prst="ellipse">
              <a:avLst/>
            </a:prstGeom>
            <a:gradFill>
              <a:gsLst>
                <a:gs pos="0">
                  <a:srgbClr val="1C0000">
                    <a:alpha val="2087"/>
                  </a:srgbClr>
                </a:gs>
                <a:gs pos="14286">
                  <a:srgbClr val="1C0000">
                    <a:alpha val="1920"/>
                  </a:srgbClr>
                </a:gs>
                <a:gs pos="28571">
                  <a:srgbClr val="1C0000">
                    <a:alpha val="1494"/>
                  </a:srgbClr>
                </a:gs>
                <a:gs pos="42857">
                  <a:srgbClr val="1C0000">
                    <a:alpha val="982"/>
                  </a:srgbClr>
                </a:gs>
                <a:gs pos="57143">
                  <a:srgbClr val="1C0000">
                    <a:alpha val="545"/>
                  </a:srgbClr>
                </a:gs>
                <a:gs pos="71429">
                  <a:srgbClr val="1C0000">
                    <a:alpha val="256"/>
                  </a:srgbClr>
                </a:gs>
                <a:gs pos="85714">
                  <a:srgbClr val="1C0000">
                    <a:alpha val="101"/>
                  </a:srgbClr>
                </a:gs>
                <a:gs pos="100000">
                  <a:srgbClr val="1C0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9861815">
              <a:off x="77506" y="1491037"/>
              <a:ext cx="368224" cy="110486"/>
            </a:xfrm>
            <a:prstGeom prst="ellipse">
              <a:avLst/>
            </a:prstGeom>
            <a:gradFill>
              <a:gsLst>
                <a:gs pos="0">
                  <a:srgbClr val="56006F">
                    <a:alpha val="4474"/>
                  </a:srgbClr>
                </a:gs>
                <a:gs pos="14286">
                  <a:srgbClr val="56006F">
                    <a:alpha val="4120"/>
                  </a:srgbClr>
                </a:gs>
                <a:gs pos="28571">
                  <a:srgbClr val="56006F">
                    <a:alpha val="3214"/>
                  </a:srgbClr>
                </a:gs>
                <a:gs pos="42857">
                  <a:srgbClr val="56006F">
                    <a:alpha val="2120"/>
                  </a:srgbClr>
                </a:gs>
                <a:gs pos="57143">
                  <a:srgbClr val="56006F">
                    <a:alpha val="1180"/>
                  </a:srgbClr>
                </a:gs>
                <a:gs pos="71429">
                  <a:srgbClr val="56006F">
                    <a:alpha val="554"/>
                  </a:srgbClr>
                </a:gs>
                <a:gs pos="85714">
                  <a:srgbClr val="56006F">
                    <a:alpha val="220"/>
                  </a:srgbClr>
                </a:gs>
                <a:gs pos="100000">
                  <a:srgbClr val="56006F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9074472">
              <a:off x="1911293" y="3150568"/>
              <a:ext cx="726553" cy="253836"/>
            </a:xfrm>
            <a:prstGeom prst="ellipse">
              <a:avLst/>
            </a:prstGeom>
            <a:gradFill>
              <a:gsLst>
                <a:gs pos="0">
                  <a:srgbClr val="00583F">
                    <a:alpha val="32968"/>
                  </a:srgbClr>
                </a:gs>
                <a:gs pos="14286">
                  <a:srgbClr val="00583F">
                    <a:alpha val="30764"/>
                  </a:srgbClr>
                </a:gs>
                <a:gs pos="28571">
                  <a:srgbClr val="00583F">
                    <a:alpha val="24833"/>
                  </a:srgbClr>
                </a:gs>
                <a:gs pos="42857">
                  <a:srgbClr val="00583F">
                    <a:alpha val="17075"/>
                  </a:srgbClr>
                </a:gs>
                <a:gs pos="57143">
                  <a:srgbClr val="00583F">
                    <a:alpha val="9855"/>
                  </a:srgbClr>
                </a:gs>
                <a:gs pos="71429">
                  <a:srgbClr val="00583F">
                    <a:alpha val="4740"/>
                  </a:srgbClr>
                </a:gs>
                <a:gs pos="85714">
                  <a:srgbClr val="00583F">
                    <a:alpha val="1902"/>
                  </a:srgbClr>
                </a:gs>
                <a:gs pos="100000">
                  <a:srgbClr val="00583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4838524">
              <a:off x="3123854" y="1451136"/>
              <a:ext cx="434010" cy="151114"/>
            </a:xfrm>
            <a:prstGeom prst="ellipse">
              <a:avLst/>
            </a:prstGeom>
            <a:gradFill>
              <a:gsLst>
                <a:gs pos="0">
                  <a:srgbClr val="00000C">
                    <a:alpha val="32968"/>
                  </a:srgbClr>
                </a:gs>
                <a:gs pos="14286">
                  <a:srgbClr val="00000C">
                    <a:alpha val="30764"/>
                  </a:srgbClr>
                </a:gs>
                <a:gs pos="28571">
                  <a:srgbClr val="00000C">
                    <a:alpha val="24833"/>
                  </a:srgbClr>
                </a:gs>
                <a:gs pos="42857">
                  <a:srgbClr val="00000C">
                    <a:alpha val="17075"/>
                  </a:srgbClr>
                </a:gs>
                <a:gs pos="57143">
                  <a:srgbClr val="00000C">
                    <a:alpha val="9855"/>
                  </a:srgbClr>
                </a:gs>
                <a:gs pos="71429">
                  <a:srgbClr val="00000C">
                    <a:alpha val="4740"/>
                  </a:srgbClr>
                </a:gs>
                <a:gs pos="85714">
                  <a:srgbClr val="00000C">
                    <a:alpha val="1902"/>
                  </a:srgbClr>
                </a:gs>
                <a:gs pos="100000">
                  <a:srgbClr val="00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-9835179">
              <a:off x="1188342" y="3277758"/>
              <a:ext cx="594074" cy="209416"/>
            </a:xfrm>
            <a:prstGeom prst="ellipse">
              <a:avLst/>
            </a:prstGeom>
            <a:gradFill>
              <a:gsLst>
                <a:gs pos="0">
                  <a:srgbClr val="005769">
                    <a:alpha val="32968"/>
                  </a:srgbClr>
                </a:gs>
                <a:gs pos="14286">
                  <a:srgbClr val="005769">
                    <a:alpha val="30764"/>
                  </a:srgbClr>
                </a:gs>
                <a:gs pos="28571">
                  <a:srgbClr val="005769">
                    <a:alpha val="24833"/>
                  </a:srgbClr>
                </a:gs>
                <a:gs pos="42857">
                  <a:srgbClr val="005769">
                    <a:alpha val="17075"/>
                  </a:srgbClr>
                </a:gs>
                <a:gs pos="57143">
                  <a:srgbClr val="005769">
                    <a:alpha val="9855"/>
                  </a:srgbClr>
                </a:gs>
                <a:gs pos="71429">
                  <a:srgbClr val="005769">
                    <a:alpha val="4740"/>
                  </a:srgbClr>
                </a:gs>
                <a:gs pos="85714">
                  <a:srgbClr val="005769">
                    <a:alpha val="1902"/>
                  </a:srgbClr>
                </a:gs>
                <a:gs pos="100000">
                  <a:srgbClr val="0057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6509543">
              <a:off x="3161410" y="1664708"/>
              <a:ext cx="341090" cy="97921"/>
            </a:xfrm>
            <a:prstGeom prst="ellipse">
              <a:avLst/>
            </a:prstGeom>
            <a:gradFill>
              <a:gsLst>
                <a:gs pos="0">
                  <a:srgbClr val="000000">
                    <a:alpha val="19011"/>
                  </a:srgbClr>
                </a:gs>
                <a:gs pos="14286">
                  <a:srgbClr val="000000">
                    <a:alpha val="17618"/>
                  </a:srgbClr>
                </a:gs>
                <a:gs pos="28571">
                  <a:srgbClr val="000000">
                    <a:alpha val="13970"/>
                  </a:srgbClr>
                </a:gs>
                <a:gs pos="42857">
                  <a:srgbClr val="000000">
                    <a:alpha val="9399"/>
                  </a:srgbClr>
                </a:gs>
                <a:gs pos="57143">
                  <a:srgbClr val="000000">
                    <a:alpha val="5322"/>
                  </a:srgbClr>
                </a:gs>
                <a:gs pos="71429">
                  <a:srgbClr val="000000">
                    <a:alpha val="2528"/>
                  </a:srgbClr>
                </a:gs>
                <a:gs pos="85714">
                  <a:srgbClr val="000000">
                    <a:alpha val="1007"/>
                  </a:srgbClr>
                </a:gs>
                <a:gs pos="100000">
                  <a:srgbClr val="0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-8963227">
              <a:off x="364127" y="2777015"/>
              <a:ext cx="733411" cy="309926"/>
            </a:xfrm>
            <a:prstGeom prst="ellipse">
              <a:avLst/>
            </a:prstGeom>
            <a:gradFill>
              <a:gsLst>
                <a:gs pos="0">
                  <a:srgbClr val="002974">
                    <a:alpha val="32968"/>
                  </a:srgbClr>
                </a:gs>
                <a:gs pos="14286">
                  <a:srgbClr val="002974">
                    <a:alpha val="30764"/>
                  </a:srgbClr>
                </a:gs>
                <a:gs pos="28571">
                  <a:srgbClr val="002974">
                    <a:alpha val="24833"/>
                  </a:srgbClr>
                </a:gs>
                <a:gs pos="42857">
                  <a:srgbClr val="002974">
                    <a:alpha val="17075"/>
                  </a:srgbClr>
                </a:gs>
                <a:gs pos="57143">
                  <a:srgbClr val="002974">
                    <a:alpha val="9855"/>
                  </a:srgbClr>
                </a:gs>
                <a:gs pos="71429">
                  <a:srgbClr val="002974">
                    <a:alpha val="4740"/>
                  </a:srgbClr>
                </a:gs>
                <a:gs pos="85714">
                  <a:srgbClr val="002974">
                    <a:alpha val="1902"/>
                  </a:srgbClr>
                </a:gs>
                <a:gs pos="100000">
                  <a:srgbClr val="00297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8588696">
              <a:off x="819138" y="330858"/>
              <a:ext cx="315343" cy="114403"/>
            </a:xfrm>
            <a:prstGeom prst="ellipse">
              <a:avLst/>
            </a:prstGeom>
            <a:gradFill>
              <a:gsLst>
                <a:gs pos="0">
                  <a:srgbClr val="002100">
                    <a:alpha val="10219"/>
                  </a:srgbClr>
                </a:gs>
                <a:gs pos="14286">
                  <a:srgbClr val="002100">
                    <a:alpha val="9432"/>
                  </a:srgbClr>
                </a:gs>
                <a:gs pos="28571">
                  <a:srgbClr val="002100">
                    <a:alpha val="7404"/>
                  </a:srgbClr>
                </a:gs>
                <a:gs pos="42857">
                  <a:srgbClr val="002100">
                    <a:alpha val="4921"/>
                  </a:srgbClr>
                </a:gs>
                <a:gs pos="57143">
                  <a:srgbClr val="002100">
                    <a:alpha val="2757"/>
                  </a:srgbClr>
                </a:gs>
                <a:gs pos="71429">
                  <a:srgbClr val="002100">
                    <a:alpha val="1300"/>
                  </a:srgbClr>
                </a:gs>
                <a:gs pos="85714">
                  <a:srgbClr val="002100">
                    <a:alpha val="516"/>
                  </a:srgbClr>
                </a:gs>
                <a:gs pos="100000">
                  <a:srgbClr val="002100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8524833">
              <a:off x="1360026" y="194189"/>
              <a:ext cx="345468" cy="98915"/>
            </a:xfrm>
            <a:prstGeom prst="ellipse">
              <a:avLst/>
            </a:prstGeom>
            <a:gradFill>
              <a:gsLst>
                <a:gs pos="0">
                  <a:srgbClr val="3C0900">
                    <a:alpha val="21414"/>
                  </a:srgbClr>
                </a:gs>
                <a:gs pos="14286">
                  <a:srgbClr val="3C0900">
                    <a:alpha val="19867"/>
                  </a:srgbClr>
                </a:gs>
                <a:gs pos="28571">
                  <a:srgbClr val="3C0900">
                    <a:alpha val="15800"/>
                  </a:srgbClr>
                </a:gs>
                <a:gs pos="42857">
                  <a:srgbClr val="3C0900">
                    <a:alpha val="10667"/>
                  </a:srgbClr>
                </a:gs>
                <a:gs pos="57143">
                  <a:srgbClr val="3C0900">
                    <a:alpha val="6059"/>
                  </a:srgbClr>
                </a:gs>
                <a:gs pos="71429">
                  <a:srgbClr val="3C0900">
                    <a:alpha val="2883"/>
                  </a:srgbClr>
                </a:gs>
                <a:gs pos="85714">
                  <a:srgbClr val="3C0900">
                    <a:alpha val="1150"/>
                  </a:srgbClr>
                </a:gs>
                <a:gs pos="100000">
                  <a:srgbClr val="3C0900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6773617">
              <a:off x="1389259" y="3259620"/>
              <a:ext cx="418389" cy="251451"/>
            </a:xfrm>
            <a:prstGeom prst="ellipse">
              <a:avLst/>
            </a:prstGeom>
            <a:gradFill>
              <a:gsLst>
                <a:gs pos="0">
                  <a:srgbClr val="002000">
                    <a:alpha val="19461"/>
                  </a:srgbClr>
                </a:gs>
                <a:gs pos="14286">
                  <a:srgbClr val="002000">
                    <a:alpha val="18038"/>
                  </a:srgbClr>
                </a:gs>
                <a:gs pos="28571">
                  <a:srgbClr val="002000">
                    <a:alpha val="14311"/>
                  </a:srgbClr>
                </a:gs>
                <a:gs pos="42857">
                  <a:srgbClr val="002000">
                    <a:alpha val="9634"/>
                  </a:srgbClr>
                </a:gs>
                <a:gs pos="57143">
                  <a:srgbClr val="002000">
                    <a:alpha val="5459"/>
                  </a:srgbClr>
                </a:gs>
                <a:gs pos="71429">
                  <a:srgbClr val="002000">
                    <a:alpha val="2593"/>
                  </a:srgbClr>
                </a:gs>
                <a:gs pos="85714">
                  <a:srgbClr val="002000">
                    <a:alpha val="1034"/>
                  </a:srgbClr>
                </a:gs>
                <a:gs pos="100000">
                  <a:srgbClr val="002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4458211">
              <a:off x="54905" y="1927306"/>
              <a:ext cx="344316" cy="264502"/>
            </a:xfrm>
            <a:prstGeom prst="ellipse">
              <a:avLst/>
            </a:prstGeom>
            <a:gradFill>
              <a:gsLst>
                <a:gs pos="0">
                  <a:srgbClr val="2F009B">
                    <a:alpha val="20482"/>
                  </a:srgbClr>
                </a:gs>
                <a:gs pos="14286">
                  <a:srgbClr val="2F009B">
                    <a:alpha val="18994"/>
                  </a:srgbClr>
                </a:gs>
                <a:gs pos="28571">
                  <a:srgbClr val="2F009B">
                    <a:alpha val="15088"/>
                  </a:srgbClr>
                </a:gs>
                <a:gs pos="42857">
                  <a:srgbClr val="2F009B">
                    <a:alpha val="10173"/>
                  </a:srgbClr>
                </a:gs>
                <a:gs pos="57143">
                  <a:srgbClr val="2F009B">
                    <a:alpha val="5771"/>
                  </a:srgbClr>
                </a:gs>
                <a:gs pos="71429">
                  <a:srgbClr val="2F009B">
                    <a:alpha val="2744"/>
                  </a:srgbClr>
                </a:gs>
                <a:gs pos="85714">
                  <a:srgbClr val="2F009B">
                    <a:alpha val="1094"/>
                  </a:srgbClr>
                </a:gs>
                <a:gs pos="100000">
                  <a:srgbClr val="2F009B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3971652">
              <a:off x="-89730" y="1998712"/>
              <a:ext cx="529844" cy="281328"/>
            </a:xfrm>
            <a:prstGeom prst="ellipse">
              <a:avLst/>
            </a:prstGeom>
            <a:gradFill>
              <a:gsLst>
                <a:gs pos="0">
                  <a:srgbClr val="2A0069">
                    <a:alpha val="32968"/>
                  </a:srgbClr>
                </a:gs>
                <a:gs pos="14286">
                  <a:srgbClr val="2A0069">
                    <a:alpha val="30764"/>
                  </a:srgbClr>
                </a:gs>
                <a:gs pos="28571">
                  <a:srgbClr val="2A0069">
                    <a:alpha val="24833"/>
                  </a:srgbClr>
                </a:gs>
                <a:gs pos="42857">
                  <a:srgbClr val="2A0069">
                    <a:alpha val="17075"/>
                  </a:srgbClr>
                </a:gs>
                <a:gs pos="57143">
                  <a:srgbClr val="2A0069">
                    <a:alpha val="9855"/>
                  </a:srgbClr>
                </a:gs>
                <a:gs pos="71429">
                  <a:srgbClr val="2A0069">
                    <a:alpha val="4740"/>
                  </a:srgbClr>
                </a:gs>
                <a:gs pos="85714">
                  <a:srgbClr val="2A0069">
                    <a:alpha val="1902"/>
                  </a:srgbClr>
                </a:gs>
                <a:gs pos="100000">
                  <a:srgbClr val="2A00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4185928">
              <a:off x="-69141" y="2223140"/>
              <a:ext cx="589504" cy="253882"/>
            </a:xfrm>
            <a:prstGeom prst="ellipse">
              <a:avLst/>
            </a:prstGeom>
            <a:gradFill>
              <a:gsLst>
                <a:gs pos="0">
                  <a:srgbClr val="140053">
                    <a:alpha val="32968"/>
                  </a:srgbClr>
                </a:gs>
                <a:gs pos="14286">
                  <a:srgbClr val="140053">
                    <a:alpha val="30764"/>
                  </a:srgbClr>
                </a:gs>
                <a:gs pos="28571">
                  <a:srgbClr val="140053">
                    <a:alpha val="24833"/>
                  </a:srgbClr>
                </a:gs>
                <a:gs pos="42857">
                  <a:srgbClr val="140053">
                    <a:alpha val="17075"/>
                  </a:srgbClr>
                </a:gs>
                <a:gs pos="57143">
                  <a:srgbClr val="140053">
                    <a:alpha val="9855"/>
                  </a:srgbClr>
                </a:gs>
                <a:gs pos="71429">
                  <a:srgbClr val="140053">
                    <a:alpha val="4740"/>
                  </a:srgbClr>
                </a:gs>
                <a:gs pos="85714">
                  <a:srgbClr val="140053">
                    <a:alpha val="1902"/>
                  </a:srgbClr>
                </a:gs>
                <a:gs pos="100000">
                  <a:srgbClr val="1400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10415594">
              <a:off x="1452839" y="54417"/>
              <a:ext cx="395267" cy="233315"/>
            </a:xfrm>
            <a:prstGeom prst="ellipse">
              <a:avLst/>
            </a:prstGeom>
            <a:gradFill>
              <a:gsLst>
                <a:gs pos="0">
                  <a:srgbClr val="660014">
                    <a:alpha val="25308"/>
                  </a:srgbClr>
                </a:gs>
                <a:gs pos="14286">
                  <a:srgbClr val="660014">
                    <a:alpha val="23524"/>
                  </a:srgbClr>
                </a:gs>
                <a:gs pos="28571">
                  <a:srgbClr val="660014">
                    <a:alpha val="18799"/>
                  </a:srgbClr>
                </a:gs>
                <a:gs pos="42857">
                  <a:srgbClr val="660014">
                    <a:alpha val="12767"/>
                  </a:srgbClr>
                </a:gs>
                <a:gs pos="57143">
                  <a:srgbClr val="660014">
                    <a:alpha val="7289"/>
                  </a:srgbClr>
                </a:gs>
                <a:gs pos="71429">
                  <a:srgbClr val="660014">
                    <a:alpha val="3481"/>
                  </a:srgbClr>
                </a:gs>
                <a:gs pos="85714">
                  <a:srgbClr val="660014">
                    <a:alpha val="1391"/>
                  </a:srgbClr>
                </a:gs>
                <a:gs pos="100000">
                  <a:srgbClr val="660014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9962215">
              <a:off x="1618747" y="46573"/>
              <a:ext cx="345154" cy="183394"/>
            </a:xfrm>
            <a:prstGeom prst="ellipse">
              <a:avLst/>
            </a:prstGeom>
            <a:gradFill>
              <a:gsLst>
                <a:gs pos="0">
                  <a:srgbClr val="590000">
                    <a:alpha val="10807"/>
                  </a:srgbClr>
                </a:gs>
                <a:gs pos="14286">
                  <a:srgbClr val="590000">
                    <a:alpha val="9978"/>
                  </a:srgbClr>
                </a:gs>
                <a:gs pos="28571">
                  <a:srgbClr val="590000">
                    <a:alpha val="7838"/>
                  </a:srgbClr>
                </a:gs>
                <a:gs pos="42857">
                  <a:srgbClr val="590000">
                    <a:alpha val="5213"/>
                  </a:srgbClr>
                </a:gs>
                <a:gs pos="57143">
                  <a:srgbClr val="590000">
                    <a:alpha val="2923"/>
                  </a:srgbClr>
                </a:gs>
                <a:gs pos="71429">
                  <a:srgbClr val="590000">
                    <a:alpha val="1379"/>
                  </a:srgbClr>
                </a:gs>
                <a:gs pos="85714">
                  <a:srgbClr val="590000">
                    <a:alpha val="548"/>
                  </a:srgbClr>
                </a:gs>
                <a:gs pos="100000">
                  <a:srgbClr val="59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6332522">
              <a:off x="-73600" y="1647967"/>
              <a:ext cx="366183" cy="273517"/>
            </a:xfrm>
            <a:prstGeom prst="ellipse">
              <a:avLst/>
            </a:prstGeom>
            <a:gradFill>
              <a:gsLst>
                <a:gs pos="0">
                  <a:srgbClr val="330054">
                    <a:alpha val="2450"/>
                  </a:srgbClr>
                </a:gs>
                <a:gs pos="14286">
                  <a:srgbClr val="330054">
                    <a:alpha val="2254"/>
                  </a:srgbClr>
                </a:gs>
                <a:gs pos="28571">
                  <a:srgbClr val="330054">
                    <a:alpha val="1755"/>
                  </a:srgbClr>
                </a:gs>
                <a:gs pos="42857">
                  <a:srgbClr val="330054">
                    <a:alpha val="1154"/>
                  </a:srgbClr>
                </a:gs>
                <a:gs pos="57143">
                  <a:srgbClr val="330054">
                    <a:alpha val="641"/>
                  </a:srgbClr>
                </a:gs>
                <a:gs pos="71429">
                  <a:srgbClr val="330054">
                    <a:alpha val="301"/>
                  </a:srgbClr>
                </a:gs>
                <a:gs pos="85714">
                  <a:srgbClr val="330054">
                    <a:alpha val="119"/>
                  </a:srgbClr>
                </a:gs>
                <a:gs pos="100000">
                  <a:srgbClr val="330054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10799918">
              <a:off x="-146536" y="2978687"/>
              <a:ext cx="330631" cy="330618"/>
            </a:xfrm>
            <a:prstGeom prst="ellipse">
              <a:avLst/>
            </a:prstGeom>
            <a:gradFill>
              <a:gsLst>
                <a:gs pos="0">
                  <a:srgbClr val="000000">
                    <a:alpha val="25964"/>
                  </a:srgbClr>
                </a:gs>
                <a:gs pos="14286">
                  <a:srgbClr val="000000">
                    <a:alpha val="24142"/>
                  </a:srgbClr>
                </a:gs>
                <a:gs pos="28571">
                  <a:srgbClr val="000000">
                    <a:alpha val="19308"/>
                  </a:srgbClr>
                </a:gs>
                <a:gs pos="42857">
                  <a:srgbClr val="000000">
                    <a:alpha val="13127"/>
                  </a:srgbClr>
                </a:gs>
                <a:gs pos="57143">
                  <a:srgbClr val="000000">
                    <a:alpha val="7501"/>
                  </a:srgbClr>
                </a:gs>
                <a:gs pos="71429">
                  <a:srgbClr val="000000">
                    <a:alpha val="3584"/>
                  </a:srgbClr>
                </a:gs>
                <a:gs pos="85714">
                  <a:srgbClr val="000000">
                    <a:alpha val="1433"/>
                  </a:srgbClr>
                </a:gs>
                <a:gs pos="100000">
                  <a:srgbClr val="000000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10772530">
              <a:off x="-44725" y="3046555"/>
              <a:ext cx="341989" cy="340570"/>
            </a:xfrm>
            <a:prstGeom prst="ellipse">
              <a:avLst/>
            </a:prstGeom>
            <a:gradFill>
              <a:gsLst>
                <a:gs pos="0">
                  <a:srgbClr val="000000">
                    <a:alpha val="29820"/>
                  </a:srgbClr>
                </a:gs>
                <a:gs pos="14286">
                  <a:srgbClr val="000000">
                    <a:alpha val="27781"/>
                  </a:srgbClr>
                </a:gs>
                <a:gs pos="28571">
                  <a:srgbClr val="000000">
                    <a:alpha val="22330"/>
                  </a:srgbClr>
                </a:gs>
                <a:gs pos="42857">
                  <a:srgbClr val="000000">
                    <a:alpha val="15275"/>
                  </a:srgbClr>
                </a:gs>
                <a:gs pos="57143">
                  <a:srgbClr val="000000">
                    <a:alpha val="8775"/>
                  </a:srgbClr>
                </a:gs>
                <a:gs pos="71429">
                  <a:srgbClr val="000000">
                    <a:alpha val="4208"/>
                  </a:srgbClr>
                </a:gs>
                <a:gs pos="85714">
                  <a:srgbClr val="000000">
                    <a:alpha val="1686"/>
                  </a:srgbClr>
                </a:gs>
                <a:gs pos="100000">
                  <a:srgbClr val="000000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8685748">
              <a:off x="1680116" y="3187603"/>
              <a:ext cx="609770" cy="366289"/>
            </a:xfrm>
            <a:prstGeom prst="ellipse">
              <a:avLst/>
            </a:prstGeom>
            <a:gradFill>
              <a:gsLst>
                <a:gs pos="0">
                  <a:srgbClr val="00645C">
                    <a:alpha val="9572"/>
                  </a:srgbClr>
                </a:gs>
                <a:gs pos="14286">
                  <a:srgbClr val="00645C">
                    <a:alpha val="8833"/>
                  </a:srgbClr>
                </a:gs>
                <a:gs pos="28571">
                  <a:srgbClr val="00645C">
                    <a:alpha val="6928"/>
                  </a:srgbClr>
                </a:gs>
                <a:gs pos="42857">
                  <a:srgbClr val="00645C">
                    <a:alpha val="4600"/>
                  </a:srgbClr>
                </a:gs>
                <a:gs pos="57143">
                  <a:srgbClr val="00645C">
                    <a:alpha val="2576"/>
                  </a:srgbClr>
                </a:gs>
                <a:gs pos="71429">
                  <a:srgbClr val="00645C">
                    <a:alpha val="1214"/>
                  </a:srgbClr>
                </a:gs>
                <a:gs pos="85714">
                  <a:srgbClr val="00645C">
                    <a:alpha val="482"/>
                  </a:srgbClr>
                </a:gs>
                <a:gs pos="100000">
                  <a:srgbClr val="00645C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9299337">
              <a:off x="1433693" y="3211138"/>
              <a:ext cx="592256" cy="438067"/>
            </a:xfrm>
            <a:prstGeom prst="ellipse">
              <a:avLst/>
            </a:prstGeom>
            <a:gradFill>
              <a:gsLst>
                <a:gs pos="0">
                  <a:srgbClr val="003B3B">
                    <a:alpha val="12991"/>
                  </a:srgbClr>
                </a:gs>
                <a:gs pos="14286">
                  <a:srgbClr val="003B3B">
                    <a:alpha val="12006"/>
                  </a:srgbClr>
                </a:gs>
                <a:gs pos="28571">
                  <a:srgbClr val="003B3B">
                    <a:alpha val="9454"/>
                  </a:srgbClr>
                </a:gs>
                <a:gs pos="42857">
                  <a:srgbClr val="003B3B">
                    <a:alpha val="6306"/>
                  </a:srgbClr>
                </a:gs>
                <a:gs pos="57143">
                  <a:srgbClr val="003B3B">
                    <a:alpha val="3545"/>
                  </a:srgbClr>
                </a:gs>
                <a:gs pos="71429">
                  <a:srgbClr val="003B3B">
                    <a:alpha val="1675"/>
                  </a:srgbClr>
                </a:gs>
                <a:gs pos="85714">
                  <a:srgbClr val="003B3B">
                    <a:alpha val="666"/>
                  </a:srgbClr>
                </a:gs>
                <a:gs pos="100000">
                  <a:srgbClr val="003B3B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10620319">
              <a:off x="1124016" y="3159786"/>
              <a:ext cx="677695" cy="479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6092488">
              <a:off x="740061" y="3192300"/>
              <a:ext cx="600874" cy="510683"/>
            </a:xfrm>
            <a:prstGeom prst="ellipse">
              <a:avLst/>
            </a:prstGeom>
            <a:gradFill>
              <a:gsLst>
                <a:gs pos="0">
                  <a:srgbClr val="020000">
                    <a:alpha val="6659"/>
                  </a:srgbClr>
                </a:gs>
                <a:gs pos="14286">
                  <a:srgbClr val="020000">
                    <a:alpha val="6138"/>
                  </a:srgbClr>
                </a:gs>
                <a:gs pos="28571">
                  <a:srgbClr val="020000">
                    <a:alpha val="4799"/>
                  </a:srgbClr>
                </a:gs>
                <a:gs pos="42857">
                  <a:srgbClr val="020000">
                    <a:alpha val="3174"/>
                  </a:srgbClr>
                </a:gs>
                <a:gs pos="57143">
                  <a:srgbClr val="020000">
                    <a:alpha val="1772"/>
                  </a:srgbClr>
                </a:gs>
                <a:gs pos="71429">
                  <a:srgbClr val="020000">
                    <a:alpha val="833"/>
                  </a:srgbClr>
                </a:gs>
                <a:gs pos="85714">
                  <a:srgbClr val="020000">
                    <a:alpha val="330"/>
                  </a:srgbClr>
                </a:gs>
                <a:gs pos="100000">
                  <a:srgbClr val="0200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9279271">
              <a:off x="569234" y="3182023"/>
              <a:ext cx="667039" cy="506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5890270">
              <a:off x="347191" y="3162773"/>
              <a:ext cx="603619" cy="585259"/>
            </a:xfrm>
            <a:prstGeom prst="ellipse">
              <a:avLst/>
            </a:prstGeom>
            <a:gradFill>
              <a:gsLst>
                <a:gs pos="0">
                  <a:srgbClr val="000000">
                    <a:alpha val="8068"/>
                  </a:srgbClr>
                </a:gs>
                <a:gs pos="14286">
                  <a:srgbClr val="000000">
                    <a:alpha val="7441"/>
                  </a:srgbClr>
                </a:gs>
                <a:gs pos="28571">
                  <a:srgbClr val="000000">
                    <a:alpha val="5827"/>
                  </a:srgbClr>
                </a:gs>
                <a:gs pos="42857">
                  <a:srgbClr val="000000">
                    <a:alpha val="3861"/>
                  </a:srgbClr>
                </a:gs>
                <a:gs pos="57143">
                  <a:srgbClr val="000000">
                    <a:alpha val="2158"/>
                  </a:srgbClr>
                </a:gs>
                <a:gs pos="71429">
                  <a:srgbClr val="000000">
                    <a:alpha val="1016"/>
                  </a:srgbClr>
                </a:gs>
                <a:gs pos="85714">
                  <a:srgbClr val="000000">
                    <a:alpha val="403"/>
                  </a:srgbClr>
                </a:gs>
                <a:gs pos="100000">
                  <a:srgbClr val="0000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6238181">
              <a:off x="173407" y="3049584"/>
              <a:ext cx="717386" cy="6292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-10785827">
              <a:off x="-253598" y="3120608"/>
              <a:ext cx="606565" cy="595119"/>
            </a:xfrm>
            <a:prstGeom prst="ellipse">
              <a:avLst/>
            </a:prstGeom>
            <a:gradFill>
              <a:gsLst>
                <a:gs pos="0">
                  <a:srgbClr val="000000">
                    <a:alpha val="14140"/>
                  </a:srgbClr>
                </a:gs>
                <a:gs pos="14286">
                  <a:srgbClr val="000000">
                    <a:alpha val="13075"/>
                  </a:srgbClr>
                </a:gs>
                <a:gs pos="28571">
                  <a:srgbClr val="000000">
                    <a:alpha val="10309"/>
                  </a:srgbClr>
                </a:gs>
                <a:gs pos="42857">
                  <a:srgbClr val="000000">
                    <a:alpha val="6888"/>
                  </a:srgbClr>
                </a:gs>
                <a:gs pos="57143">
                  <a:srgbClr val="000000">
                    <a:alpha val="3877"/>
                  </a:srgbClr>
                </a:gs>
                <a:gs pos="71429">
                  <a:srgbClr val="000000">
                    <a:alpha val="1834"/>
                  </a:srgbClr>
                </a:gs>
                <a:gs pos="85714">
                  <a:srgbClr val="000000">
                    <a:alpha val="729"/>
                  </a:srgbClr>
                </a:gs>
                <a:gs pos="100000">
                  <a:srgbClr val="00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9242597">
              <a:off x="1784760" y="3008984"/>
              <a:ext cx="643019" cy="409669"/>
            </a:xfrm>
            <a:prstGeom prst="ellipse">
              <a:avLst/>
            </a:prstGeom>
            <a:gradFill>
              <a:gsLst>
                <a:gs pos="0">
                  <a:srgbClr val="00614B">
                    <a:alpha val="32968"/>
                  </a:srgbClr>
                </a:gs>
                <a:gs pos="14286">
                  <a:srgbClr val="00614B">
                    <a:alpha val="30764"/>
                  </a:srgbClr>
                </a:gs>
                <a:gs pos="28571">
                  <a:srgbClr val="00614B">
                    <a:alpha val="24833"/>
                  </a:srgbClr>
                </a:gs>
                <a:gs pos="42857">
                  <a:srgbClr val="00614B">
                    <a:alpha val="17075"/>
                  </a:srgbClr>
                </a:gs>
                <a:gs pos="57143">
                  <a:srgbClr val="00614B">
                    <a:alpha val="9855"/>
                  </a:srgbClr>
                </a:gs>
                <a:gs pos="71429">
                  <a:srgbClr val="00614B">
                    <a:alpha val="4740"/>
                  </a:srgbClr>
                </a:gs>
                <a:gs pos="85714">
                  <a:srgbClr val="00614B">
                    <a:alpha val="1902"/>
                  </a:srgbClr>
                </a:gs>
                <a:gs pos="100000">
                  <a:srgbClr val="0061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8130680">
              <a:off x="1571710" y="2955242"/>
              <a:ext cx="630395" cy="550985"/>
            </a:xfrm>
            <a:prstGeom prst="ellipse">
              <a:avLst/>
            </a:prstGeom>
            <a:gradFill>
              <a:gsLst>
                <a:gs pos="0">
                  <a:srgbClr val="007064">
                    <a:alpha val="17825"/>
                  </a:srgbClr>
                </a:gs>
                <a:gs pos="14286">
                  <a:srgbClr val="007064">
                    <a:alpha val="16510"/>
                  </a:srgbClr>
                </a:gs>
                <a:gs pos="28571">
                  <a:srgbClr val="007064">
                    <a:alpha val="13073"/>
                  </a:srgbClr>
                </a:gs>
                <a:gs pos="42857">
                  <a:srgbClr val="007064">
                    <a:alpha val="8780"/>
                  </a:srgbClr>
                </a:gs>
                <a:gs pos="57143">
                  <a:srgbClr val="007064">
                    <a:alpha val="4965"/>
                  </a:srgbClr>
                </a:gs>
                <a:gs pos="71429">
                  <a:srgbClr val="007064">
                    <a:alpha val="2355"/>
                  </a:srgbClr>
                </a:gs>
                <a:gs pos="85714">
                  <a:srgbClr val="007064">
                    <a:alpha val="938"/>
                  </a:srgbClr>
                </a:gs>
                <a:gs pos="100000">
                  <a:srgbClr val="007064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-9198617">
              <a:off x="1403100" y="2922025"/>
              <a:ext cx="638714" cy="597876"/>
            </a:xfrm>
            <a:prstGeom prst="ellipse">
              <a:avLst/>
            </a:prstGeom>
            <a:gradFill>
              <a:gsLst>
                <a:gs pos="0">
                  <a:srgbClr val="008B8C">
                    <a:alpha val="15928"/>
                  </a:srgbClr>
                </a:gs>
                <a:gs pos="14286">
                  <a:srgbClr val="008B8C">
                    <a:alpha val="14740"/>
                  </a:srgbClr>
                </a:gs>
                <a:gs pos="28571">
                  <a:srgbClr val="008B8C">
                    <a:alpha val="11645"/>
                  </a:srgbClr>
                </a:gs>
                <a:gs pos="42857">
                  <a:srgbClr val="008B8C">
                    <a:alpha val="7800"/>
                  </a:srgbClr>
                </a:gs>
                <a:gs pos="57143">
                  <a:srgbClr val="008B8C">
                    <a:alpha val="4400"/>
                  </a:srgbClr>
                </a:gs>
                <a:gs pos="71429">
                  <a:srgbClr val="008B8C">
                    <a:alpha val="2084"/>
                  </a:srgbClr>
                </a:gs>
                <a:gs pos="85714">
                  <a:srgbClr val="008B8C">
                    <a:alpha val="829"/>
                  </a:srgbClr>
                </a:gs>
                <a:gs pos="100000">
                  <a:srgbClr val="008B8C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-9715749">
              <a:off x="1176570" y="2996208"/>
              <a:ext cx="673159" cy="450559"/>
            </a:xfrm>
            <a:prstGeom prst="ellipse">
              <a:avLst/>
            </a:prstGeom>
            <a:gradFill>
              <a:gsLst>
                <a:gs pos="0">
                  <a:srgbClr val="006172">
                    <a:alpha val="29777"/>
                  </a:srgbClr>
                </a:gs>
                <a:gs pos="14286">
                  <a:srgbClr val="006172">
                    <a:alpha val="27741"/>
                  </a:srgbClr>
                </a:gs>
                <a:gs pos="28571">
                  <a:srgbClr val="006172">
                    <a:alpha val="22297"/>
                  </a:srgbClr>
                </a:gs>
                <a:gs pos="42857">
                  <a:srgbClr val="006172">
                    <a:alpha val="15251"/>
                  </a:srgbClr>
                </a:gs>
                <a:gs pos="57143">
                  <a:srgbClr val="006172">
                    <a:alpha val="8761"/>
                  </a:srgbClr>
                </a:gs>
                <a:gs pos="71429">
                  <a:srgbClr val="006172">
                    <a:alpha val="4201"/>
                  </a:srgbClr>
                </a:gs>
                <a:gs pos="85714">
                  <a:srgbClr val="006172">
                    <a:alpha val="1683"/>
                  </a:srgbClr>
                </a:gs>
                <a:gs pos="100000">
                  <a:srgbClr val="006172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-9621665">
              <a:off x="908227" y="2982745"/>
              <a:ext cx="671202" cy="411416"/>
            </a:xfrm>
            <a:prstGeom prst="ellipse">
              <a:avLst/>
            </a:prstGeom>
            <a:gradFill>
              <a:gsLst>
                <a:gs pos="0">
                  <a:srgbClr val="005273">
                    <a:alpha val="26609"/>
                  </a:srgbClr>
                </a:gs>
                <a:gs pos="14286">
                  <a:srgbClr val="005273">
                    <a:alpha val="24749"/>
                  </a:srgbClr>
                </a:gs>
                <a:gs pos="28571">
                  <a:srgbClr val="005273">
                    <a:alpha val="19810"/>
                  </a:srgbClr>
                </a:gs>
                <a:gs pos="42857">
                  <a:srgbClr val="005273">
                    <a:alpha val="13481"/>
                  </a:srgbClr>
                </a:gs>
                <a:gs pos="57143">
                  <a:srgbClr val="005273">
                    <a:alpha val="7711"/>
                  </a:srgbClr>
                </a:gs>
                <a:gs pos="71429">
                  <a:srgbClr val="005273">
                    <a:alpha val="3686"/>
                  </a:srgbClr>
                </a:gs>
                <a:gs pos="85714">
                  <a:srgbClr val="005273">
                    <a:alpha val="1474"/>
                  </a:srgbClr>
                </a:gs>
                <a:gs pos="100000">
                  <a:srgbClr val="005273">
                    <a:alpha val="4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10472046">
              <a:off x="-148586" y="2919278"/>
              <a:ext cx="610881" cy="602504"/>
            </a:xfrm>
            <a:prstGeom prst="ellipse">
              <a:avLst/>
            </a:prstGeom>
            <a:gradFill>
              <a:gsLst>
                <a:gs pos="0">
                  <a:srgbClr val="000000">
                    <a:alpha val="22888"/>
                  </a:srgbClr>
                </a:gs>
                <a:gs pos="14286">
                  <a:srgbClr val="000000">
                    <a:alpha val="21250"/>
                  </a:srgbClr>
                </a:gs>
                <a:gs pos="28571">
                  <a:srgbClr val="000000">
                    <a:alpha val="16930"/>
                  </a:srgbClr>
                </a:gs>
                <a:gs pos="42857">
                  <a:srgbClr val="000000">
                    <a:alpha val="11455"/>
                  </a:srgbClr>
                </a:gs>
                <a:gs pos="57143">
                  <a:srgbClr val="000000">
                    <a:alpha val="6519"/>
                  </a:srgbClr>
                </a:gs>
                <a:gs pos="71429">
                  <a:srgbClr val="000000">
                    <a:alpha val="3106"/>
                  </a:srgbClr>
                </a:gs>
                <a:gs pos="85714">
                  <a:srgbClr val="000000">
                    <a:alpha val="1240"/>
                  </a:srgbClr>
                </a:gs>
                <a:gs pos="100000">
                  <a:srgbClr val="000000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9030884">
              <a:off x="2076436" y="2737860"/>
              <a:ext cx="692304" cy="533951"/>
            </a:xfrm>
            <a:prstGeom prst="ellipse">
              <a:avLst/>
            </a:prstGeom>
            <a:gradFill>
              <a:gsLst>
                <a:gs pos="0">
                  <a:srgbClr val="00854A">
                    <a:alpha val="32968"/>
                  </a:srgbClr>
                </a:gs>
                <a:gs pos="14286">
                  <a:srgbClr val="00854A">
                    <a:alpha val="30764"/>
                  </a:srgbClr>
                </a:gs>
                <a:gs pos="28571">
                  <a:srgbClr val="00854A">
                    <a:alpha val="24833"/>
                  </a:srgbClr>
                </a:gs>
                <a:gs pos="42857">
                  <a:srgbClr val="00854A">
                    <a:alpha val="17075"/>
                  </a:srgbClr>
                </a:gs>
                <a:gs pos="57143">
                  <a:srgbClr val="00854A">
                    <a:alpha val="9855"/>
                  </a:srgbClr>
                </a:gs>
                <a:gs pos="71429">
                  <a:srgbClr val="00854A">
                    <a:alpha val="4740"/>
                  </a:srgbClr>
                </a:gs>
                <a:gs pos="85714">
                  <a:srgbClr val="00854A">
                    <a:alpha val="1902"/>
                  </a:srgbClr>
                </a:gs>
                <a:gs pos="100000">
                  <a:srgbClr val="00854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-9315866">
              <a:off x="1888770" y="2743082"/>
              <a:ext cx="658542" cy="539040"/>
            </a:xfrm>
            <a:prstGeom prst="ellipse">
              <a:avLst/>
            </a:prstGeom>
            <a:gradFill>
              <a:gsLst>
                <a:gs pos="0">
                  <a:srgbClr val="008C56">
                    <a:alpha val="32968"/>
                  </a:srgbClr>
                </a:gs>
                <a:gs pos="14286">
                  <a:srgbClr val="008C56">
                    <a:alpha val="30764"/>
                  </a:srgbClr>
                </a:gs>
                <a:gs pos="28571">
                  <a:srgbClr val="008C56">
                    <a:alpha val="24833"/>
                  </a:srgbClr>
                </a:gs>
                <a:gs pos="42857">
                  <a:srgbClr val="008C56">
                    <a:alpha val="17075"/>
                  </a:srgbClr>
                </a:gs>
                <a:gs pos="57143">
                  <a:srgbClr val="008C56">
                    <a:alpha val="9855"/>
                  </a:srgbClr>
                </a:gs>
                <a:gs pos="71429">
                  <a:srgbClr val="008C56">
                    <a:alpha val="4740"/>
                  </a:srgbClr>
                </a:gs>
                <a:gs pos="85714">
                  <a:srgbClr val="008C56">
                    <a:alpha val="1902"/>
                  </a:srgbClr>
                </a:gs>
                <a:gs pos="100000">
                  <a:srgbClr val="008C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9977144">
              <a:off x="1763780" y="2808344"/>
              <a:ext cx="654332" cy="546625"/>
            </a:xfrm>
            <a:prstGeom prst="ellipse">
              <a:avLst/>
            </a:prstGeom>
            <a:gradFill>
              <a:gsLst>
                <a:gs pos="0">
                  <a:srgbClr val="009974">
                    <a:alpha val="18867"/>
                  </a:srgbClr>
                </a:gs>
                <a:gs pos="14286">
                  <a:srgbClr val="009974">
                    <a:alpha val="17483"/>
                  </a:srgbClr>
                </a:gs>
                <a:gs pos="28571">
                  <a:srgbClr val="009974">
                    <a:alpha val="13861"/>
                  </a:srgbClr>
                </a:gs>
                <a:gs pos="42857">
                  <a:srgbClr val="009974">
                    <a:alpha val="9323"/>
                  </a:srgbClr>
                </a:gs>
                <a:gs pos="57143">
                  <a:srgbClr val="009974">
                    <a:alpha val="5278"/>
                  </a:srgbClr>
                </a:gs>
                <a:gs pos="71429">
                  <a:srgbClr val="009974">
                    <a:alpha val="2506"/>
                  </a:srgbClr>
                </a:gs>
                <a:gs pos="85714">
                  <a:srgbClr val="009974">
                    <a:alpha val="999"/>
                  </a:srgbClr>
                </a:gs>
                <a:gs pos="100000">
                  <a:srgbClr val="009974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449399">
              <a:off x="1572581" y="2736914"/>
              <a:ext cx="641173" cy="597905"/>
            </a:xfrm>
            <a:prstGeom prst="ellipse">
              <a:avLst/>
            </a:prstGeom>
            <a:gradFill>
              <a:gsLst>
                <a:gs pos="0">
                  <a:srgbClr val="00B29F">
                    <a:alpha val="23321"/>
                  </a:srgbClr>
                </a:gs>
                <a:gs pos="14286">
                  <a:srgbClr val="00B29F">
                    <a:alpha val="21657"/>
                  </a:srgbClr>
                </a:gs>
                <a:gs pos="28571">
                  <a:srgbClr val="00B29F">
                    <a:alpha val="17263"/>
                  </a:srgbClr>
                </a:gs>
                <a:gs pos="42857">
                  <a:srgbClr val="00B29F">
                    <a:alpha val="11689"/>
                  </a:srgbClr>
                </a:gs>
                <a:gs pos="57143">
                  <a:srgbClr val="00B29F">
                    <a:alpha val="6656"/>
                  </a:srgbClr>
                </a:gs>
                <a:gs pos="71429">
                  <a:srgbClr val="00B29F">
                    <a:alpha val="3173"/>
                  </a:srgbClr>
                </a:gs>
                <a:gs pos="85714">
                  <a:srgbClr val="00B29F">
                    <a:alpha val="1267"/>
                  </a:srgbClr>
                </a:gs>
                <a:gs pos="100000">
                  <a:srgbClr val="00B29F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7674290">
              <a:off x="1393446" y="2722992"/>
              <a:ext cx="651313" cy="582431"/>
            </a:xfrm>
            <a:prstGeom prst="ellipse">
              <a:avLst/>
            </a:prstGeom>
            <a:gradFill>
              <a:gsLst>
                <a:gs pos="0">
                  <a:srgbClr val="00D0D4">
                    <a:alpha val="17928"/>
                  </a:srgbClr>
                </a:gs>
                <a:gs pos="14286">
                  <a:srgbClr val="00D0D4">
                    <a:alpha val="16606"/>
                  </a:srgbClr>
                </a:gs>
                <a:gs pos="28571">
                  <a:srgbClr val="00D0D4">
                    <a:alpha val="13151"/>
                  </a:srgbClr>
                </a:gs>
                <a:gs pos="42857">
                  <a:srgbClr val="00D0D4">
                    <a:alpha val="8834"/>
                  </a:srgbClr>
                </a:gs>
                <a:gs pos="57143">
                  <a:srgbClr val="00D0D4">
                    <a:alpha val="4995"/>
                  </a:srgbClr>
                </a:gs>
                <a:gs pos="71429">
                  <a:srgbClr val="00D0D4">
                    <a:alpha val="2370"/>
                  </a:srgbClr>
                </a:gs>
                <a:gs pos="85714">
                  <a:srgbClr val="00D0D4">
                    <a:alpha val="944"/>
                  </a:srgbClr>
                </a:gs>
                <a:gs pos="100000">
                  <a:srgbClr val="00D0D4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-10180418">
              <a:off x="1153274" y="2723071"/>
              <a:ext cx="666904" cy="578348"/>
            </a:xfrm>
            <a:prstGeom prst="ellipse">
              <a:avLst/>
            </a:prstGeom>
            <a:gradFill>
              <a:gsLst>
                <a:gs pos="0">
                  <a:srgbClr val="0097BB">
                    <a:alpha val="24873"/>
                  </a:srgbClr>
                </a:gs>
                <a:gs pos="14286">
                  <a:srgbClr val="0097BB">
                    <a:alpha val="23115"/>
                  </a:srgbClr>
                </a:gs>
                <a:gs pos="28571">
                  <a:srgbClr val="0097BB">
                    <a:alpha val="18461"/>
                  </a:srgbClr>
                </a:gs>
                <a:gs pos="42857">
                  <a:srgbClr val="0097BB">
                    <a:alpha val="12530"/>
                  </a:srgbClr>
                </a:gs>
                <a:gs pos="57143">
                  <a:srgbClr val="0097BB">
                    <a:alpha val="7149"/>
                  </a:srgbClr>
                </a:gs>
                <a:gs pos="71429">
                  <a:srgbClr val="0097BB">
                    <a:alpha val="3413"/>
                  </a:srgbClr>
                </a:gs>
                <a:gs pos="85714">
                  <a:srgbClr val="0097BB">
                    <a:alpha val="1364"/>
                  </a:srgbClr>
                </a:gs>
                <a:gs pos="100000">
                  <a:srgbClr val="0097BB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-9614308">
              <a:off x="918872" y="2736811"/>
              <a:ext cx="693758" cy="537844"/>
            </a:xfrm>
            <a:prstGeom prst="ellipse">
              <a:avLst/>
            </a:prstGeom>
            <a:gradFill>
              <a:gsLst>
                <a:gs pos="0">
                  <a:srgbClr val="0274AE">
                    <a:alpha val="15896"/>
                  </a:srgbClr>
                </a:gs>
                <a:gs pos="14286">
                  <a:srgbClr val="0274AE">
                    <a:alpha val="14710"/>
                  </a:srgbClr>
                </a:gs>
                <a:gs pos="28571">
                  <a:srgbClr val="0274AE">
                    <a:alpha val="11621"/>
                  </a:srgbClr>
                </a:gs>
                <a:gs pos="42857">
                  <a:srgbClr val="0274AE">
                    <a:alpha val="7784"/>
                  </a:srgbClr>
                </a:gs>
                <a:gs pos="57143">
                  <a:srgbClr val="0274AE">
                    <a:alpha val="4391"/>
                  </a:srgbClr>
                </a:gs>
                <a:gs pos="71429">
                  <a:srgbClr val="0274AE">
                    <a:alpha val="2080"/>
                  </a:srgbClr>
                </a:gs>
                <a:gs pos="85714">
                  <a:srgbClr val="0274AE">
                    <a:alpha val="828"/>
                  </a:srgbClr>
                </a:gs>
                <a:gs pos="100000">
                  <a:srgbClr val="0274AE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-8260580">
              <a:off x="720732" y="2831783"/>
              <a:ext cx="690696" cy="435403"/>
            </a:xfrm>
            <a:prstGeom prst="ellipse">
              <a:avLst/>
            </a:prstGeom>
            <a:gradFill>
              <a:gsLst>
                <a:gs pos="0">
                  <a:srgbClr val="013C6C">
                    <a:alpha val="32968"/>
                  </a:srgbClr>
                </a:gs>
                <a:gs pos="14286">
                  <a:srgbClr val="013C6C">
                    <a:alpha val="30764"/>
                  </a:srgbClr>
                </a:gs>
                <a:gs pos="28571">
                  <a:srgbClr val="013C6C">
                    <a:alpha val="24833"/>
                  </a:srgbClr>
                </a:gs>
                <a:gs pos="42857">
                  <a:srgbClr val="013C6C">
                    <a:alpha val="17075"/>
                  </a:srgbClr>
                </a:gs>
                <a:gs pos="57143">
                  <a:srgbClr val="013C6C">
                    <a:alpha val="9855"/>
                  </a:srgbClr>
                </a:gs>
                <a:gs pos="71429">
                  <a:srgbClr val="013C6C">
                    <a:alpha val="4740"/>
                  </a:srgbClr>
                </a:gs>
                <a:gs pos="85714">
                  <a:srgbClr val="013C6C">
                    <a:alpha val="1902"/>
                  </a:srgbClr>
                </a:gs>
                <a:gs pos="100000">
                  <a:srgbClr val="013C6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7786384">
              <a:off x="2306546" y="2712578"/>
              <a:ext cx="808670" cy="402905"/>
            </a:xfrm>
            <a:prstGeom prst="ellipse">
              <a:avLst/>
            </a:prstGeom>
            <a:gradFill>
              <a:gsLst>
                <a:gs pos="0">
                  <a:srgbClr val="01772D">
                    <a:alpha val="32968"/>
                  </a:srgbClr>
                </a:gs>
                <a:gs pos="14286">
                  <a:srgbClr val="01772D">
                    <a:alpha val="30764"/>
                  </a:srgbClr>
                </a:gs>
                <a:gs pos="28571">
                  <a:srgbClr val="01772D">
                    <a:alpha val="24833"/>
                  </a:srgbClr>
                </a:gs>
                <a:gs pos="42857">
                  <a:srgbClr val="01772D">
                    <a:alpha val="17075"/>
                  </a:srgbClr>
                </a:gs>
                <a:gs pos="57143">
                  <a:srgbClr val="01772D">
                    <a:alpha val="9855"/>
                  </a:srgbClr>
                </a:gs>
                <a:gs pos="71429">
                  <a:srgbClr val="01772D">
                    <a:alpha val="4740"/>
                  </a:srgbClr>
                </a:gs>
                <a:gs pos="85714">
                  <a:srgbClr val="01772D">
                    <a:alpha val="1902"/>
                  </a:srgbClr>
                </a:gs>
                <a:gs pos="100000">
                  <a:srgbClr val="01772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7207530">
              <a:off x="2155895" y="2551230"/>
              <a:ext cx="692409" cy="578478"/>
            </a:xfrm>
            <a:prstGeom prst="ellipse">
              <a:avLst/>
            </a:prstGeom>
            <a:gradFill>
              <a:gsLst>
                <a:gs pos="0">
                  <a:srgbClr val="00993B">
                    <a:alpha val="22365"/>
                  </a:srgbClr>
                </a:gs>
                <a:gs pos="14286">
                  <a:srgbClr val="00993B">
                    <a:alpha val="20759"/>
                  </a:srgbClr>
                </a:gs>
                <a:gs pos="28571">
                  <a:srgbClr val="00993B">
                    <a:alpha val="16528"/>
                  </a:srgbClr>
                </a:gs>
                <a:gs pos="42857">
                  <a:srgbClr val="00993B">
                    <a:alpha val="11175"/>
                  </a:srgbClr>
                </a:gs>
                <a:gs pos="57143">
                  <a:srgbClr val="00993B">
                    <a:alpha val="6355"/>
                  </a:srgbClr>
                </a:gs>
                <a:gs pos="71429">
                  <a:srgbClr val="00993B">
                    <a:alpha val="3027"/>
                  </a:srgbClr>
                </a:gs>
                <a:gs pos="85714">
                  <a:srgbClr val="00993B">
                    <a:alpha val="1208"/>
                  </a:srgbClr>
                </a:gs>
                <a:gs pos="100000">
                  <a:srgbClr val="00993B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9046003">
              <a:off x="1955445" y="2498216"/>
              <a:ext cx="628736" cy="620017"/>
            </a:xfrm>
            <a:prstGeom prst="ellipse">
              <a:avLst/>
            </a:prstGeom>
            <a:gradFill>
              <a:gsLst>
                <a:gs pos="0">
                  <a:srgbClr val="00F38B">
                    <a:alpha val="19434"/>
                  </a:srgbClr>
                </a:gs>
                <a:gs pos="14286">
                  <a:srgbClr val="00F38B">
                    <a:alpha val="18014"/>
                  </a:srgbClr>
                </a:gs>
                <a:gs pos="28571">
                  <a:srgbClr val="00F38B">
                    <a:alpha val="14291"/>
                  </a:srgbClr>
                </a:gs>
                <a:gs pos="42857">
                  <a:srgbClr val="00F38B">
                    <a:alpha val="9621"/>
                  </a:srgbClr>
                </a:gs>
                <a:gs pos="57143">
                  <a:srgbClr val="00F38B">
                    <a:alpha val="5451"/>
                  </a:srgbClr>
                </a:gs>
                <a:gs pos="71429">
                  <a:srgbClr val="00F38B">
                    <a:alpha val="2590"/>
                  </a:srgbClr>
                </a:gs>
                <a:gs pos="85714">
                  <a:srgbClr val="00F38B">
                    <a:alpha val="1032"/>
                  </a:srgbClr>
                </a:gs>
                <a:gs pos="100000">
                  <a:srgbClr val="00F38B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6682111">
              <a:off x="1699381" y="2535610"/>
              <a:ext cx="675099" cy="644859"/>
            </a:xfrm>
            <a:prstGeom prst="ellipse">
              <a:avLst/>
            </a:prstGeom>
            <a:gradFill>
              <a:gsLst>
                <a:gs pos="0">
                  <a:srgbClr val="00FFC0">
                    <a:alpha val="18996"/>
                  </a:srgbClr>
                </a:gs>
                <a:gs pos="14286">
                  <a:srgbClr val="00FFC0">
                    <a:alpha val="17604"/>
                  </a:srgbClr>
                </a:gs>
                <a:gs pos="28571">
                  <a:srgbClr val="00FFC0">
                    <a:alpha val="13959"/>
                  </a:srgbClr>
                </a:gs>
                <a:gs pos="42857">
                  <a:srgbClr val="00FFC0">
                    <a:alpha val="9391"/>
                  </a:srgbClr>
                </a:gs>
                <a:gs pos="57143">
                  <a:srgbClr val="00FFC0">
                    <a:alpha val="5318"/>
                  </a:srgbClr>
                </a:gs>
                <a:gs pos="71429">
                  <a:srgbClr val="00FFC0">
                    <a:alpha val="2525"/>
                  </a:srgbClr>
                </a:gs>
                <a:gs pos="85714">
                  <a:srgbClr val="00FFC0">
                    <a:alpha val="1006"/>
                  </a:srgbClr>
                </a:gs>
                <a:gs pos="100000">
                  <a:srgbClr val="00FFC0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5243149">
              <a:off x="1490067" y="2450908"/>
              <a:ext cx="678018" cy="622565"/>
            </a:xfrm>
            <a:prstGeom prst="ellipse">
              <a:avLst/>
            </a:prstGeom>
            <a:gradFill>
              <a:gsLst>
                <a:gs pos="0">
                  <a:srgbClr val="00FFEC">
                    <a:alpha val="31987"/>
                  </a:srgbClr>
                </a:gs>
                <a:gs pos="14286">
                  <a:srgbClr val="00FFEC">
                    <a:alpha val="29833"/>
                  </a:srgbClr>
                </a:gs>
                <a:gs pos="28571">
                  <a:srgbClr val="00FFEC">
                    <a:alpha val="24050"/>
                  </a:srgbClr>
                </a:gs>
                <a:gs pos="42857">
                  <a:srgbClr val="00FFEC">
                    <a:alpha val="16510"/>
                  </a:srgbClr>
                </a:gs>
                <a:gs pos="57143">
                  <a:srgbClr val="00FFEC">
                    <a:alpha val="9515"/>
                  </a:srgbClr>
                </a:gs>
                <a:gs pos="71429">
                  <a:srgbClr val="00FFEC">
                    <a:alpha val="4572"/>
                  </a:srgbClr>
                </a:gs>
                <a:gs pos="85714">
                  <a:srgbClr val="00FFEC">
                    <a:alpha val="1834"/>
                  </a:srgbClr>
                </a:gs>
                <a:gs pos="100000">
                  <a:srgbClr val="00FFEC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5916290">
              <a:off x="1310686" y="2545754"/>
              <a:ext cx="649970" cy="587419"/>
            </a:xfrm>
            <a:prstGeom prst="ellipse">
              <a:avLst/>
            </a:prstGeom>
            <a:gradFill>
              <a:gsLst>
                <a:gs pos="0">
                  <a:srgbClr val="00EAFF">
                    <a:alpha val="16757"/>
                  </a:srgbClr>
                </a:gs>
                <a:gs pos="14286">
                  <a:srgbClr val="00EAFF">
                    <a:alpha val="15513"/>
                  </a:srgbClr>
                </a:gs>
                <a:gs pos="28571">
                  <a:srgbClr val="00EAFF">
                    <a:alpha val="12268"/>
                  </a:srgbClr>
                </a:gs>
                <a:gs pos="42857">
                  <a:srgbClr val="00EAFF">
                    <a:alpha val="8227"/>
                  </a:srgbClr>
                </a:gs>
                <a:gs pos="57143">
                  <a:srgbClr val="00EAFF">
                    <a:alpha val="4646"/>
                  </a:srgbClr>
                </a:gs>
                <a:gs pos="71429">
                  <a:srgbClr val="00EAFF">
                    <a:alpha val="2202"/>
                  </a:srgbClr>
                </a:gs>
                <a:gs pos="85714">
                  <a:srgbClr val="00EAFF">
                    <a:alpha val="877"/>
                  </a:srgbClr>
                </a:gs>
                <a:gs pos="100000">
                  <a:srgbClr val="00EAFF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9530082">
              <a:off x="1123730" y="2451730"/>
              <a:ext cx="689993" cy="646091"/>
            </a:xfrm>
            <a:prstGeom prst="ellipse">
              <a:avLst/>
            </a:prstGeom>
            <a:gradFill>
              <a:gsLst>
                <a:gs pos="0">
                  <a:srgbClr val="00BEFF">
                    <a:alpha val="25761"/>
                  </a:srgbClr>
                </a:gs>
                <a:gs pos="14286">
                  <a:srgbClr val="00BEFF">
                    <a:alpha val="23951"/>
                  </a:srgbClr>
                </a:gs>
                <a:gs pos="28571">
                  <a:srgbClr val="00BEFF">
                    <a:alpha val="19151"/>
                  </a:srgbClr>
                </a:gs>
                <a:gs pos="42857">
                  <a:srgbClr val="00BEFF">
                    <a:alpha val="13015"/>
                  </a:srgbClr>
                </a:gs>
                <a:gs pos="57143">
                  <a:srgbClr val="00BEFF">
                    <a:alpha val="7435"/>
                  </a:srgbClr>
                </a:gs>
                <a:gs pos="71429">
                  <a:srgbClr val="00BEFF">
                    <a:alpha val="3552"/>
                  </a:srgbClr>
                </a:gs>
                <a:gs pos="85714">
                  <a:srgbClr val="00BEFF">
                    <a:alpha val="1420"/>
                  </a:srgbClr>
                </a:gs>
                <a:gs pos="100000">
                  <a:srgbClr val="00BEFF">
                    <a:alpha val="4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2815602">
              <a:off x="932229" y="2563368"/>
              <a:ext cx="650884" cy="602302"/>
            </a:xfrm>
            <a:prstGeom prst="ellipse">
              <a:avLst/>
            </a:prstGeom>
            <a:gradFill>
              <a:gsLst>
                <a:gs pos="0">
                  <a:srgbClr val="0287D4">
                    <a:alpha val="17005"/>
                  </a:srgbClr>
                </a:gs>
                <a:gs pos="14286">
                  <a:srgbClr val="0287D4">
                    <a:alpha val="15744"/>
                  </a:srgbClr>
                </a:gs>
                <a:gs pos="28571">
                  <a:srgbClr val="0287D4">
                    <a:alpha val="12455"/>
                  </a:srgbClr>
                </a:gs>
                <a:gs pos="42857">
                  <a:srgbClr val="0287D4">
                    <a:alpha val="8355"/>
                  </a:srgbClr>
                </a:gs>
                <a:gs pos="57143">
                  <a:srgbClr val="0287D4">
                    <a:alpha val="4719"/>
                  </a:srgbClr>
                </a:gs>
                <a:gs pos="71429">
                  <a:srgbClr val="0287D4">
                    <a:alpha val="2238"/>
                  </a:srgbClr>
                </a:gs>
                <a:gs pos="85714">
                  <a:srgbClr val="0287D4">
                    <a:alpha val="891"/>
                  </a:srgbClr>
                </a:gs>
                <a:gs pos="100000">
                  <a:srgbClr val="0287D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-8791687">
              <a:off x="735045" y="2610614"/>
              <a:ext cx="669676" cy="510867"/>
            </a:xfrm>
            <a:prstGeom prst="ellipse">
              <a:avLst/>
            </a:prstGeom>
            <a:gradFill>
              <a:gsLst>
                <a:gs pos="0">
                  <a:srgbClr val="0056AD">
                    <a:alpha val="26109"/>
                  </a:srgbClr>
                </a:gs>
                <a:gs pos="14286">
                  <a:srgbClr val="0056AD">
                    <a:alpha val="24278"/>
                  </a:srgbClr>
                </a:gs>
                <a:gs pos="28571">
                  <a:srgbClr val="0056AD">
                    <a:alpha val="19421"/>
                  </a:srgbClr>
                </a:gs>
                <a:gs pos="42857">
                  <a:srgbClr val="0056AD">
                    <a:alpha val="13206"/>
                  </a:srgbClr>
                </a:gs>
                <a:gs pos="57143">
                  <a:srgbClr val="0056AD">
                    <a:alpha val="7548"/>
                  </a:srgbClr>
                </a:gs>
                <a:gs pos="71429">
                  <a:srgbClr val="0056AD">
                    <a:alpha val="3607"/>
                  </a:srgbClr>
                </a:gs>
                <a:gs pos="85714">
                  <a:srgbClr val="0056AD">
                    <a:alpha val="1442"/>
                  </a:srgbClr>
                </a:gs>
                <a:gs pos="100000">
                  <a:srgbClr val="0056AD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8459384">
              <a:off x="546312" y="2645921"/>
              <a:ext cx="695948" cy="470919"/>
            </a:xfrm>
            <a:prstGeom prst="ellipse">
              <a:avLst/>
            </a:prstGeom>
            <a:gradFill>
              <a:gsLst>
                <a:gs pos="0">
                  <a:srgbClr val="00347D">
                    <a:alpha val="32797"/>
                  </a:srgbClr>
                </a:gs>
                <a:gs pos="14286">
                  <a:srgbClr val="00347D">
                    <a:alpha val="30602"/>
                  </a:srgbClr>
                </a:gs>
                <a:gs pos="28571">
                  <a:srgbClr val="00347D">
                    <a:alpha val="24696"/>
                  </a:srgbClr>
                </a:gs>
                <a:gs pos="42857">
                  <a:srgbClr val="00347D">
                    <a:alpha val="16976"/>
                  </a:srgbClr>
                </a:gs>
                <a:gs pos="57143">
                  <a:srgbClr val="00347D">
                    <a:alpha val="9795"/>
                  </a:srgbClr>
                </a:gs>
                <a:gs pos="71429">
                  <a:srgbClr val="00347D">
                    <a:alpha val="4711"/>
                  </a:srgbClr>
                </a:gs>
                <a:gs pos="85714">
                  <a:srgbClr val="00347D">
                    <a:alpha val="1890"/>
                  </a:srgbClr>
                </a:gs>
                <a:gs pos="100000">
                  <a:srgbClr val="00347D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5470408">
              <a:off x="365998" y="2562917"/>
              <a:ext cx="646412" cy="572877"/>
            </a:xfrm>
            <a:prstGeom prst="ellipse">
              <a:avLst/>
            </a:prstGeom>
            <a:gradFill>
              <a:gsLst>
                <a:gs pos="0">
                  <a:srgbClr val="000000">
                    <a:alpha val="28166"/>
                  </a:srgbClr>
                </a:gs>
                <a:gs pos="14286">
                  <a:srgbClr val="000000">
                    <a:alpha val="26218"/>
                  </a:srgbClr>
                </a:gs>
                <a:gs pos="28571">
                  <a:srgbClr val="000000">
                    <a:alpha val="21028"/>
                  </a:srgbClr>
                </a:gs>
                <a:gs pos="42857">
                  <a:srgbClr val="000000">
                    <a:alpha val="14346"/>
                  </a:srgbClr>
                </a:gs>
                <a:gs pos="57143">
                  <a:srgbClr val="000000">
                    <a:alpha val="8222"/>
                  </a:srgbClr>
                </a:gs>
                <a:gs pos="71429">
                  <a:srgbClr val="000000">
                    <a:alpha val="3937"/>
                  </a:srgbClr>
                </a:gs>
                <a:gs pos="85714">
                  <a:srgbClr val="000000">
                    <a:alpha val="1576"/>
                  </a:srgbClr>
                </a:gs>
                <a:gs pos="100000">
                  <a:srgbClr val="000000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7751062">
              <a:off x="2537345" y="2488843"/>
              <a:ext cx="709484" cy="445045"/>
            </a:xfrm>
            <a:prstGeom prst="ellipse">
              <a:avLst/>
            </a:prstGeom>
            <a:gradFill>
              <a:gsLst>
                <a:gs pos="0">
                  <a:srgbClr val="007914">
                    <a:alpha val="32968"/>
                  </a:srgbClr>
                </a:gs>
                <a:gs pos="14286">
                  <a:srgbClr val="007914">
                    <a:alpha val="30764"/>
                  </a:srgbClr>
                </a:gs>
                <a:gs pos="28571">
                  <a:srgbClr val="007914">
                    <a:alpha val="24833"/>
                  </a:srgbClr>
                </a:gs>
                <a:gs pos="42857">
                  <a:srgbClr val="007914">
                    <a:alpha val="17075"/>
                  </a:srgbClr>
                </a:gs>
                <a:gs pos="57143">
                  <a:srgbClr val="007914">
                    <a:alpha val="9855"/>
                  </a:srgbClr>
                </a:gs>
                <a:gs pos="71429">
                  <a:srgbClr val="007914">
                    <a:alpha val="4740"/>
                  </a:srgbClr>
                </a:gs>
                <a:gs pos="85714">
                  <a:srgbClr val="007914">
                    <a:alpha val="1902"/>
                  </a:srgbClr>
                </a:gs>
                <a:gs pos="100000">
                  <a:srgbClr val="0079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9467656">
              <a:off x="2335679" y="2375174"/>
              <a:ext cx="691953" cy="508068"/>
            </a:xfrm>
            <a:prstGeom prst="ellipse">
              <a:avLst/>
            </a:prstGeom>
            <a:gradFill>
              <a:gsLst>
                <a:gs pos="0">
                  <a:srgbClr val="009A28">
                    <a:alpha val="21323"/>
                  </a:srgbClr>
                </a:gs>
                <a:gs pos="14286">
                  <a:srgbClr val="009A28">
                    <a:alpha val="19782"/>
                  </a:srgbClr>
                </a:gs>
                <a:gs pos="28571">
                  <a:srgbClr val="009A28">
                    <a:alpha val="15730"/>
                  </a:srgbClr>
                </a:gs>
                <a:gs pos="42857">
                  <a:srgbClr val="009A28">
                    <a:alpha val="10619"/>
                  </a:srgbClr>
                </a:gs>
                <a:gs pos="57143">
                  <a:srgbClr val="009A28">
                    <a:alpha val="6031"/>
                  </a:srgbClr>
                </a:gs>
                <a:gs pos="71429">
                  <a:srgbClr val="009A28">
                    <a:alpha val="2870"/>
                  </a:srgbClr>
                </a:gs>
                <a:gs pos="85714">
                  <a:srgbClr val="009A28">
                    <a:alpha val="1145"/>
                  </a:srgbClr>
                </a:gs>
                <a:gs pos="100000">
                  <a:srgbClr val="009A28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4468314">
              <a:off x="2086786" y="2321993"/>
              <a:ext cx="732809" cy="643931"/>
            </a:xfrm>
            <a:prstGeom prst="ellipse">
              <a:avLst/>
            </a:prstGeom>
            <a:gradFill>
              <a:gsLst>
                <a:gs pos="0">
                  <a:srgbClr val="00FF64">
                    <a:alpha val="20465"/>
                  </a:srgbClr>
                </a:gs>
                <a:gs pos="14286">
                  <a:srgbClr val="00FF64">
                    <a:alpha val="18978"/>
                  </a:srgbClr>
                </a:gs>
                <a:gs pos="28571">
                  <a:srgbClr val="00FF64">
                    <a:alpha val="15075"/>
                  </a:srgbClr>
                </a:gs>
                <a:gs pos="42857">
                  <a:srgbClr val="00FF64">
                    <a:alpha val="10163"/>
                  </a:srgbClr>
                </a:gs>
                <a:gs pos="57143">
                  <a:srgbClr val="00FF64">
                    <a:alpha val="5766"/>
                  </a:srgbClr>
                </a:gs>
                <a:gs pos="71429">
                  <a:srgbClr val="00FF64">
                    <a:alpha val="2742"/>
                  </a:srgbClr>
                </a:gs>
                <a:gs pos="85714">
                  <a:srgbClr val="00FF64">
                    <a:alpha val="1093"/>
                  </a:srgbClr>
                </a:gs>
                <a:gs pos="100000">
                  <a:srgbClr val="00FF64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7575602">
              <a:off x="1870796" y="2247737"/>
              <a:ext cx="683013" cy="673257"/>
            </a:xfrm>
            <a:prstGeom prst="ellipse">
              <a:avLst/>
            </a:prstGeom>
            <a:gradFill>
              <a:gsLst>
                <a:gs pos="0">
                  <a:srgbClr val="00FF70">
                    <a:alpha val="32968"/>
                  </a:srgbClr>
                </a:gs>
                <a:gs pos="14286">
                  <a:srgbClr val="00FF70">
                    <a:alpha val="30764"/>
                  </a:srgbClr>
                </a:gs>
                <a:gs pos="28571">
                  <a:srgbClr val="00FF70">
                    <a:alpha val="24833"/>
                  </a:srgbClr>
                </a:gs>
                <a:gs pos="42857">
                  <a:srgbClr val="00FF70">
                    <a:alpha val="17075"/>
                  </a:srgbClr>
                </a:gs>
                <a:gs pos="57143">
                  <a:srgbClr val="00FF70">
                    <a:alpha val="9855"/>
                  </a:srgbClr>
                </a:gs>
                <a:gs pos="71429">
                  <a:srgbClr val="00FF70">
                    <a:alpha val="4740"/>
                  </a:srgbClr>
                </a:gs>
                <a:gs pos="85714">
                  <a:srgbClr val="00FF70">
                    <a:alpha val="1902"/>
                  </a:srgbClr>
                </a:gs>
                <a:gs pos="100000">
                  <a:srgbClr val="00FF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8391755">
              <a:off x="1727740" y="2287816"/>
              <a:ext cx="707670" cy="680588"/>
            </a:xfrm>
            <a:prstGeom prst="ellipse">
              <a:avLst/>
            </a:prstGeom>
            <a:gradFill>
              <a:gsLst>
                <a:gs pos="0">
                  <a:srgbClr val="00FFA9">
                    <a:alpha val="32968"/>
                  </a:srgbClr>
                </a:gs>
                <a:gs pos="14286">
                  <a:srgbClr val="00FFA9">
                    <a:alpha val="30764"/>
                  </a:srgbClr>
                </a:gs>
                <a:gs pos="28571">
                  <a:srgbClr val="00FFA9">
                    <a:alpha val="24833"/>
                  </a:srgbClr>
                </a:gs>
                <a:gs pos="42857">
                  <a:srgbClr val="00FFA9">
                    <a:alpha val="17075"/>
                  </a:srgbClr>
                </a:gs>
                <a:gs pos="57143">
                  <a:srgbClr val="00FFA9">
                    <a:alpha val="9855"/>
                  </a:srgbClr>
                </a:gs>
                <a:gs pos="71429">
                  <a:srgbClr val="00FFA9">
                    <a:alpha val="4740"/>
                  </a:srgbClr>
                </a:gs>
                <a:gs pos="85714">
                  <a:srgbClr val="00FFA9">
                    <a:alpha val="1902"/>
                  </a:srgbClr>
                </a:gs>
                <a:gs pos="100000">
                  <a:srgbClr val="00FF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4595892">
              <a:off x="1550783" y="2276133"/>
              <a:ext cx="682688" cy="653164"/>
            </a:xfrm>
            <a:prstGeom prst="ellipse">
              <a:avLst/>
            </a:prstGeom>
            <a:gradFill>
              <a:gsLst>
                <a:gs pos="0">
                  <a:srgbClr val="00FFDC">
                    <a:alpha val="31251"/>
                  </a:srgbClr>
                </a:gs>
                <a:gs pos="14286">
                  <a:srgbClr val="00FFDC">
                    <a:alpha val="29136"/>
                  </a:srgbClr>
                </a:gs>
                <a:gs pos="28571">
                  <a:srgbClr val="00FFDC">
                    <a:alpha val="23464"/>
                  </a:srgbClr>
                </a:gs>
                <a:gs pos="42857">
                  <a:srgbClr val="00FFDC">
                    <a:alpha val="16088"/>
                  </a:srgbClr>
                </a:gs>
                <a:gs pos="57143">
                  <a:srgbClr val="00FFDC">
                    <a:alpha val="9262"/>
                  </a:srgbClr>
                </a:gs>
                <a:gs pos="71429">
                  <a:srgbClr val="00FFDC">
                    <a:alpha val="4447"/>
                  </a:srgbClr>
                </a:gs>
                <a:gs pos="85714">
                  <a:srgbClr val="00FFDC">
                    <a:alpha val="1783"/>
                  </a:srgbClr>
                </a:gs>
                <a:gs pos="100000">
                  <a:srgbClr val="00FFDC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4957569">
              <a:off x="1367869" y="2313487"/>
              <a:ext cx="668547" cy="662601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8150195">
              <a:off x="1157257" y="2292629"/>
              <a:ext cx="670003" cy="617204"/>
            </a:xfrm>
            <a:prstGeom prst="ellipse">
              <a:avLst/>
            </a:prstGeom>
            <a:gradFill>
              <a:gsLst>
                <a:gs pos="0">
                  <a:srgbClr val="00C9FF">
                    <a:alpha val="32968"/>
                  </a:srgbClr>
                </a:gs>
                <a:gs pos="14286">
                  <a:srgbClr val="00C9FF">
                    <a:alpha val="30764"/>
                  </a:srgbClr>
                </a:gs>
                <a:gs pos="28571">
                  <a:srgbClr val="00C9FF">
                    <a:alpha val="24833"/>
                  </a:srgbClr>
                </a:gs>
                <a:gs pos="42857">
                  <a:srgbClr val="00C9FF">
                    <a:alpha val="17075"/>
                  </a:srgbClr>
                </a:gs>
                <a:gs pos="57143">
                  <a:srgbClr val="00C9FF">
                    <a:alpha val="9855"/>
                  </a:srgbClr>
                </a:gs>
                <a:gs pos="71429">
                  <a:srgbClr val="00C9FF">
                    <a:alpha val="4740"/>
                  </a:srgbClr>
                </a:gs>
                <a:gs pos="85714">
                  <a:srgbClr val="00C9FF">
                    <a:alpha val="1902"/>
                  </a:srgbClr>
                </a:gs>
                <a:gs pos="100000">
                  <a:srgbClr val="00C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7197675">
              <a:off x="941463" y="2296239"/>
              <a:ext cx="697075" cy="680446"/>
            </a:xfrm>
            <a:prstGeom prst="ellipse">
              <a:avLst/>
            </a:prstGeom>
            <a:gradFill>
              <a:gsLst>
                <a:gs pos="0">
                  <a:srgbClr val="0085FF">
                    <a:alpha val="32968"/>
                  </a:srgbClr>
                </a:gs>
                <a:gs pos="14286">
                  <a:srgbClr val="0085FF">
                    <a:alpha val="30764"/>
                  </a:srgbClr>
                </a:gs>
                <a:gs pos="28571">
                  <a:srgbClr val="0085FF">
                    <a:alpha val="24833"/>
                  </a:srgbClr>
                </a:gs>
                <a:gs pos="42857">
                  <a:srgbClr val="0085FF">
                    <a:alpha val="17075"/>
                  </a:srgbClr>
                </a:gs>
                <a:gs pos="57143">
                  <a:srgbClr val="0085FF">
                    <a:alpha val="9855"/>
                  </a:srgbClr>
                </a:gs>
                <a:gs pos="71429">
                  <a:srgbClr val="0085FF">
                    <a:alpha val="4740"/>
                  </a:srgbClr>
                </a:gs>
                <a:gs pos="85714">
                  <a:srgbClr val="0085FF">
                    <a:alpha val="1902"/>
                  </a:srgbClr>
                </a:gs>
                <a:gs pos="100000">
                  <a:srgbClr val="0085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5250821">
              <a:off x="700407" y="2298794"/>
              <a:ext cx="724198" cy="627338"/>
            </a:xfrm>
            <a:prstGeom prst="ellipse">
              <a:avLst/>
            </a:prstGeom>
            <a:gradFill>
              <a:gsLst>
                <a:gs pos="0">
                  <a:srgbClr val="0067FF">
                    <a:alpha val="22036"/>
                  </a:srgbClr>
                </a:gs>
                <a:gs pos="14286">
                  <a:srgbClr val="0067FF">
                    <a:alpha val="20450"/>
                  </a:srgbClr>
                </a:gs>
                <a:gs pos="28571">
                  <a:srgbClr val="0067FF">
                    <a:alpha val="16276"/>
                  </a:srgbClr>
                </a:gs>
                <a:gs pos="42857">
                  <a:srgbClr val="0067FF">
                    <a:alpha val="10999"/>
                  </a:srgbClr>
                </a:gs>
                <a:gs pos="57143">
                  <a:srgbClr val="0067FF">
                    <a:alpha val="6252"/>
                  </a:srgbClr>
                </a:gs>
                <a:gs pos="71429">
                  <a:srgbClr val="0067FF">
                    <a:alpha val="2977"/>
                  </a:srgbClr>
                </a:gs>
                <a:gs pos="85714">
                  <a:srgbClr val="0067FF">
                    <a:alpha val="1188"/>
                  </a:srgbClr>
                </a:gs>
                <a:gs pos="100000">
                  <a:srgbClr val="0067FF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7070560">
              <a:off x="515706" y="2320920"/>
              <a:ext cx="746182" cy="630332"/>
            </a:xfrm>
            <a:prstGeom prst="ellipse">
              <a:avLst/>
            </a:prstGeom>
            <a:gradFill>
              <a:gsLst>
                <a:gs pos="0">
                  <a:srgbClr val="0033BC">
                    <a:alpha val="29806"/>
                  </a:srgbClr>
                </a:gs>
                <a:gs pos="14286">
                  <a:srgbClr val="0033BC">
                    <a:alpha val="27768"/>
                  </a:srgbClr>
                </a:gs>
                <a:gs pos="28571">
                  <a:srgbClr val="0033BC">
                    <a:alpha val="22320"/>
                  </a:srgbClr>
                </a:gs>
                <a:gs pos="42857">
                  <a:srgbClr val="0033BC">
                    <a:alpha val="15267"/>
                  </a:srgbClr>
                </a:gs>
                <a:gs pos="57143">
                  <a:srgbClr val="0033BC">
                    <a:alpha val="8771"/>
                  </a:srgbClr>
                </a:gs>
                <a:gs pos="71429">
                  <a:srgbClr val="0033BC">
                    <a:alpha val="4206"/>
                  </a:srgbClr>
                </a:gs>
                <a:gs pos="85714">
                  <a:srgbClr val="0033BC">
                    <a:alpha val="1685"/>
                  </a:srgbClr>
                </a:gs>
                <a:gs pos="100000">
                  <a:srgbClr val="0033BC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-8304066">
              <a:off x="289584" y="2469040"/>
              <a:ext cx="703434" cy="461624"/>
            </a:xfrm>
            <a:prstGeom prst="ellipse">
              <a:avLst/>
            </a:prstGeom>
            <a:gradFill>
              <a:gsLst>
                <a:gs pos="0">
                  <a:srgbClr val="001F89">
                    <a:alpha val="20963"/>
                  </a:srgbClr>
                </a:gs>
                <a:gs pos="14286">
                  <a:srgbClr val="001F89">
                    <a:alpha val="19445"/>
                  </a:srgbClr>
                </a:gs>
                <a:gs pos="28571">
                  <a:srgbClr val="001F89">
                    <a:alpha val="15455"/>
                  </a:srgbClr>
                </a:gs>
                <a:gs pos="42857">
                  <a:srgbClr val="001F89">
                    <a:alpha val="10428"/>
                  </a:srgbClr>
                </a:gs>
                <a:gs pos="57143">
                  <a:srgbClr val="001F89">
                    <a:alpha val="5920"/>
                  </a:srgbClr>
                </a:gs>
                <a:gs pos="71429">
                  <a:srgbClr val="001F89">
                    <a:alpha val="2816"/>
                  </a:srgbClr>
                </a:gs>
                <a:gs pos="85714">
                  <a:srgbClr val="001F89">
                    <a:alpha val="1123"/>
                  </a:srgbClr>
                </a:gs>
                <a:gs pos="100000">
                  <a:srgbClr val="001F89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3391328">
              <a:off x="91875" y="2465659"/>
              <a:ext cx="729065" cy="371678"/>
            </a:xfrm>
            <a:prstGeom prst="ellipse">
              <a:avLst/>
            </a:prstGeom>
            <a:gradFill>
              <a:gsLst>
                <a:gs pos="0">
                  <a:srgbClr val="00095D">
                    <a:alpha val="32968"/>
                  </a:srgbClr>
                </a:gs>
                <a:gs pos="14286">
                  <a:srgbClr val="00095D">
                    <a:alpha val="30764"/>
                  </a:srgbClr>
                </a:gs>
                <a:gs pos="28571">
                  <a:srgbClr val="00095D">
                    <a:alpha val="24833"/>
                  </a:srgbClr>
                </a:gs>
                <a:gs pos="42857">
                  <a:srgbClr val="00095D">
                    <a:alpha val="17075"/>
                  </a:srgbClr>
                </a:gs>
                <a:gs pos="57143">
                  <a:srgbClr val="00095D">
                    <a:alpha val="9855"/>
                  </a:srgbClr>
                </a:gs>
                <a:gs pos="71429">
                  <a:srgbClr val="00095D">
                    <a:alpha val="4740"/>
                  </a:srgbClr>
                </a:gs>
                <a:gs pos="85714">
                  <a:srgbClr val="00095D">
                    <a:alpha val="1902"/>
                  </a:srgbClr>
                </a:gs>
                <a:gs pos="100000">
                  <a:srgbClr val="0009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5867213">
              <a:off x="2674719" y="2256341"/>
              <a:ext cx="701338" cy="448832"/>
            </a:xfrm>
            <a:prstGeom prst="ellipse">
              <a:avLst/>
            </a:prstGeom>
            <a:gradFill>
              <a:gsLst>
                <a:gs pos="0">
                  <a:srgbClr val="007200">
                    <a:alpha val="32968"/>
                  </a:srgbClr>
                </a:gs>
                <a:gs pos="14286">
                  <a:srgbClr val="007200">
                    <a:alpha val="30764"/>
                  </a:srgbClr>
                </a:gs>
                <a:gs pos="28571">
                  <a:srgbClr val="007200">
                    <a:alpha val="24833"/>
                  </a:srgbClr>
                </a:gs>
                <a:gs pos="42857">
                  <a:srgbClr val="007200">
                    <a:alpha val="17075"/>
                  </a:srgbClr>
                </a:gs>
                <a:gs pos="57143">
                  <a:srgbClr val="007200">
                    <a:alpha val="9855"/>
                  </a:srgbClr>
                </a:gs>
                <a:gs pos="71429">
                  <a:srgbClr val="007200">
                    <a:alpha val="4740"/>
                  </a:srgbClr>
                </a:gs>
                <a:gs pos="85714">
                  <a:srgbClr val="007200">
                    <a:alpha val="1902"/>
                  </a:srgbClr>
                </a:gs>
                <a:gs pos="100000">
                  <a:srgbClr val="007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6639561">
              <a:off x="2504921" y="2139403"/>
              <a:ext cx="729604" cy="536790"/>
            </a:xfrm>
            <a:prstGeom prst="ellipse">
              <a:avLst/>
            </a:prstGeom>
            <a:gradFill>
              <a:gsLst>
                <a:gs pos="0">
                  <a:srgbClr val="00AA00">
                    <a:alpha val="32968"/>
                  </a:srgbClr>
                </a:gs>
                <a:gs pos="14286">
                  <a:srgbClr val="00AA00">
                    <a:alpha val="30764"/>
                  </a:srgbClr>
                </a:gs>
                <a:gs pos="28571">
                  <a:srgbClr val="00AA00">
                    <a:alpha val="24833"/>
                  </a:srgbClr>
                </a:gs>
                <a:gs pos="42857">
                  <a:srgbClr val="00AA00">
                    <a:alpha val="17075"/>
                  </a:srgbClr>
                </a:gs>
                <a:gs pos="57143">
                  <a:srgbClr val="00AA00">
                    <a:alpha val="9855"/>
                  </a:srgbClr>
                </a:gs>
                <a:gs pos="71429">
                  <a:srgbClr val="00AA00">
                    <a:alpha val="4740"/>
                  </a:srgbClr>
                </a:gs>
                <a:gs pos="85714">
                  <a:srgbClr val="00AA00">
                    <a:alpha val="1902"/>
                  </a:srgbClr>
                </a:gs>
                <a:gs pos="100000">
                  <a:srgbClr val="00A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10228925">
              <a:off x="2283570" y="2140057"/>
              <a:ext cx="706206" cy="672116"/>
            </a:xfrm>
            <a:prstGeom prst="ellipse">
              <a:avLst/>
            </a:prstGeom>
            <a:gradFill>
              <a:gsLst>
                <a:gs pos="0">
                  <a:srgbClr val="00FF16">
                    <a:alpha val="18552"/>
                  </a:srgbClr>
                </a:gs>
                <a:gs pos="14286">
                  <a:srgbClr val="00FF16">
                    <a:alpha val="17189"/>
                  </a:srgbClr>
                </a:gs>
                <a:gs pos="28571">
                  <a:srgbClr val="00FF16">
                    <a:alpha val="13622"/>
                  </a:srgbClr>
                </a:gs>
                <a:gs pos="42857">
                  <a:srgbClr val="00FF16">
                    <a:alpha val="9159"/>
                  </a:srgbClr>
                </a:gs>
                <a:gs pos="57143">
                  <a:srgbClr val="00FF16">
                    <a:alpha val="5183"/>
                  </a:srgbClr>
                </a:gs>
                <a:gs pos="71429">
                  <a:srgbClr val="00FF16">
                    <a:alpha val="2461"/>
                  </a:srgbClr>
                </a:gs>
                <a:gs pos="85714">
                  <a:srgbClr val="00FF16">
                    <a:alpha val="980"/>
                  </a:srgbClr>
                </a:gs>
                <a:gs pos="100000">
                  <a:srgbClr val="00FF16">
                    <a:alpha val="3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7325867">
              <a:off x="2121314" y="2090665"/>
              <a:ext cx="703314" cy="621595"/>
            </a:xfrm>
            <a:prstGeom prst="ellipse">
              <a:avLst/>
            </a:prstGeom>
            <a:gradFill>
              <a:gsLst>
                <a:gs pos="0">
                  <a:srgbClr val="00FF03">
                    <a:alpha val="32968"/>
                  </a:srgbClr>
                </a:gs>
                <a:gs pos="14286">
                  <a:srgbClr val="00FF03">
                    <a:alpha val="30764"/>
                  </a:srgbClr>
                </a:gs>
                <a:gs pos="28571">
                  <a:srgbClr val="00FF03">
                    <a:alpha val="24833"/>
                  </a:srgbClr>
                </a:gs>
                <a:gs pos="42857">
                  <a:srgbClr val="00FF03">
                    <a:alpha val="17075"/>
                  </a:srgbClr>
                </a:gs>
                <a:gs pos="57143">
                  <a:srgbClr val="00FF03">
                    <a:alpha val="9855"/>
                  </a:srgbClr>
                </a:gs>
                <a:gs pos="71429">
                  <a:srgbClr val="00FF03">
                    <a:alpha val="4740"/>
                  </a:srgbClr>
                </a:gs>
                <a:gs pos="85714">
                  <a:srgbClr val="00FF03">
                    <a:alpha val="1902"/>
                  </a:srgbClr>
                </a:gs>
                <a:gs pos="100000">
                  <a:srgbClr val="00FF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9428331">
              <a:off x="1903037" y="2082044"/>
              <a:ext cx="731535" cy="700243"/>
            </a:xfrm>
            <a:prstGeom prst="ellipse">
              <a:avLst/>
            </a:prstGeom>
            <a:gradFill>
              <a:gsLst>
                <a:gs pos="0">
                  <a:srgbClr val="00FF5C">
                    <a:alpha val="32968"/>
                  </a:srgbClr>
                </a:gs>
                <a:gs pos="14286">
                  <a:srgbClr val="00FF5C">
                    <a:alpha val="30764"/>
                  </a:srgbClr>
                </a:gs>
                <a:gs pos="28571">
                  <a:srgbClr val="00FF5C">
                    <a:alpha val="24833"/>
                  </a:srgbClr>
                </a:gs>
                <a:gs pos="42857">
                  <a:srgbClr val="00FF5C">
                    <a:alpha val="17075"/>
                  </a:srgbClr>
                </a:gs>
                <a:gs pos="57143">
                  <a:srgbClr val="00FF5C">
                    <a:alpha val="9855"/>
                  </a:srgbClr>
                </a:gs>
                <a:gs pos="71429">
                  <a:srgbClr val="00FF5C">
                    <a:alpha val="4740"/>
                  </a:srgbClr>
                </a:gs>
                <a:gs pos="85714">
                  <a:srgbClr val="00FF5C">
                    <a:alpha val="1902"/>
                  </a:srgbClr>
                </a:gs>
                <a:gs pos="100000">
                  <a:srgbClr val="00FF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8332867">
              <a:off x="1699365" y="2064963"/>
              <a:ext cx="743219" cy="740139"/>
            </a:xfrm>
            <a:prstGeom prst="ellipse">
              <a:avLst/>
            </a:prstGeom>
            <a:gradFill>
              <a:gsLst>
                <a:gs pos="0">
                  <a:srgbClr val="00FF8B">
                    <a:alpha val="32968"/>
                  </a:srgbClr>
                </a:gs>
                <a:gs pos="14286">
                  <a:srgbClr val="00FF8B">
                    <a:alpha val="30764"/>
                  </a:srgbClr>
                </a:gs>
                <a:gs pos="28571">
                  <a:srgbClr val="00FF8B">
                    <a:alpha val="24833"/>
                  </a:srgbClr>
                </a:gs>
                <a:gs pos="42857">
                  <a:srgbClr val="00FF8B">
                    <a:alpha val="17075"/>
                  </a:srgbClr>
                </a:gs>
                <a:gs pos="57143">
                  <a:srgbClr val="00FF8B">
                    <a:alpha val="9855"/>
                  </a:srgbClr>
                </a:gs>
                <a:gs pos="71429">
                  <a:srgbClr val="00FF8B">
                    <a:alpha val="4740"/>
                  </a:srgbClr>
                </a:gs>
                <a:gs pos="85714">
                  <a:srgbClr val="00FF8B">
                    <a:alpha val="1902"/>
                  </a:srgbClr>
                </a:gs>
                <a:gs pos="100000">
                  <a:srgbClr val="00FF8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9787742">
              <a:off x="1520025" y="2110631"/>
              <a:ext cx="720823" cy="668668"/>
            </a:xfrm>
            <a:prstGeom prst="ellipse">
              <a:avLst/>
            </a:prstGeom>
            <a:gradFill>
              <a:gsLst>
                <a:gs pos="0">
                  <a:srgbClr val="00FFFF">
                    <a:alpha val="31503"/>
                  </a:srgbClr>
                </a:gs>
                <a:gs pos="14286">
                  <a:srgbClr val="00FFFF">
                    <a:alpha val="29374"/>
                  </a:srgbClr>
                </a:gs>
                <a:gs pos="28571">
                  <a:srgbClr val="00FFFF">
                    <a:alpha val="23664"/>
                  </a:srgbClr>
                </a:gs>
                <a:gs pos="42857">
                  <a:srgbClr val="00FFFF">
                    <a:alpha val="16232"/>
                  </a:srgbClr>
                </a:gs>
                <a:gs pos="57143">
                  <a:srgbClr val="00FFFF">
                    <a:alpha val="9348"/>
                  </a:srgbClr>
                </a:gs>
                <a:gs pos="71429">
                  <a:srgbClr val="00FFFF">
                    <a:alpha val="4490"/>
                  </a:srgbClr>
                </a:gs>
                <a:gs pos="85714">
                  <a:srgbClr val="00FFFF">
                    <a:alpha val="1800"/>
                  </a:srgbClr>
                </a:gs>
                <a:gs pos="100000">
                  <a:srgbClr val="00FFFF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5490695">
              <a:off x="1294878" y="2083044"/>
              <a:ext cx="725608" cy="693222"/>
            </a:xfrm>
            <a:prstGeom prst="ellipse">
              <a:avLst/>
            </a:prstGeom>
            <a:gradFill>
              <a:gsLst>
                <a:gs pos="0">
                  <a:srgbClr val="00FFFF">
                    <a:alpha val="32968"/>
                  </a:srgbClr>
                </a:gs>
                <a:gs pos="14286">
                  <a:srgbClr val="00FFFF">
                    <a:alpha val="30764"/>
                  </a:srgbClr>
                </a:gs>
                <a:gs pos="28571">
                  <a:srgbClr val="00FFFF">
                    <a:alpha val="24833"/>
                  </a:srgbClr>
                </a:gs>
                <a:gs pos="42857">
                  <a:srgbClr val="00FFFF">
                    <a:alpha val="17075"/>
                  </a:srgbClr>
                </a:gs>
                <a:gs pos="57143">
                  <a:srgbClr val="00FFFF">
                    <a:alpha val="9855"/>
                  </a:srgbClr>
                </a:gs>
                <a:gs pos="71429">
                  <a:srgbClr val="00FFFF">
                    <a:alpha val="4740"/>
                  </a:srgbClr>
                </a:gs>
                <a:gs pos="85714">
                  <a:srgbClr val="00FFFF">
                    <a:alpha val="1902"/>
                  </a:srgbClr>
                </a:gs>
                <a:gs pos="100000">
                  <a:srgbClr val="0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5257430">
              <a:off x="1108819" y="2139617"/>
              <a:ext cx="718721" cy="635541"/>
            </a:xfrm>
            <a:prstGeom prst="ellipse">
              <a:avLst/>
            </a:prstGeom>
            <a:gradFill>
              <a:gsLst>
                <a:gs pos="0">
                  <a:srgbClr val="00BBFF">
                    <a:alpha val="32968"/>
                  </a:srgbClr>
                </a:gs>
                <a:gs pos="14286">
                  <a:srgbClr val="00BBFF">
                    <a:alpha val="30764"/>
                  </a:srgbClr>
                </a:gs>
                <a:gs pos="28571">
                  <a:srgbClr val="00BBFF">
                    <a:alpha val="24833"/>
                  </a:srgbClr>
                </a:gs>
                <a:gs pos="42857">
                  <a:srgbClr val="00BBFF">
                    <a:alpha val="17075"/>
                  </a:srgbClr>
                </a:gs>
                <a:gs pos="57143">
                  <a:srgbClr val="00BBFF">
                    <a:alpha val="9855"/>
                  </a:srgbClr>
                </a:gs>
                <a:gs pos="71429">
                  <a:srgbClr val="00BBFF">
                    <a:alpha val="4740"/>
                  </a:srgbClr>
                </a:gs>
                <a:gs pos="85714">
                  <a:srgbClr val="00BBFF">
                    <a:alpha val="1902"/>
                  </a:srgbClr>
                </a:gs>
                <a:gs pos="100000">
                  <a:srgbClr val="00B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8500070">
              <a:off x="932153" y="2148027"/>
              <a:ext cx="706299" cy="630023"/>
            </a:xfrm>
            <a:prstGeom prst="ellipse">
              <a:avLst/>
            </a:prstGeom>
            <a:gradFill>
              <a:gsLst>
                <a:gs pos="0">
                  <a:srgbClr val="0091FF">
                    <a:alpha val="32968"/>
                  </a:srgbClr>
                </a:gs>
                <a:gs pos="14286">
                  <a:srgbClr val="0091FF">
                    <a:alpha val="30764"/>
                  </a:srgbClr>
                </a:gs>
                <a:gs pos="28571">
                  <a:srgbClr val="0091FF">
                    <a:alpha val="24833"/>
                  </a:srgbClr>
                </a:gs>
                <a:gs pos="42857">
                  <a:srgbClr val="0091FF">
                    <a:alpha val="17075"/>
                  </a:srgbClr>
                </a:gs>
                <a:gs pos="57143">
                  <a:srgbClr val="0091FF">
                    <a:alpha val="9855"/>
                  </a:srgbClr>
                </a:gs>
                <a:gs pos="71429">
                  <a:srgbClr val="0091FF">
                    <a:alpha val="4740"/>
                  </a:srgbClr>
                </a:gs>
                <a:gs pos="85714">
                  <a:srgbClr val="0091FF">
                    <a:alpha val="1902"/>
                  </a:srgbClr>
                </a:gs>
                <a:gs pos="100000">
                  <a:srgbClr val="0091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4477174">
              <a:off x="785089" y="2113530"/>
              <a:ext cx="700908" cy="643788"/>
            </a:xfrm>
            <a:prstGeom prst="ellipse">
              <a:avLst/>
            </a:prstGeom>
            <a:gradFill>
              <a:gsLst>
                <a:gs pos="0">
                  <a:srgbClr val="0046FF">
                    <a:alpha val="32968"/>
                  </a:srgbClr>
                </a:gs>
                <a:gs pos="14286">
                  <a:srgbClr val="0046FF">
                    <a:alpha val="30764"/>
                  </a:srgbClr>
                </a:gs>
                <a:gs pos="28571">
                  <a:srgbClr val="0046FF">
                    <a:alpha val="24833"/>
                  </a:srgbClr>
                </a:gs>
                <a:gs pos="42857">
                  <a:srgbClr val="0046FF">
                    <a:alpha val="17075"/>
                  </a:srgbClr>
                </a:gs>
                <a:gs pos="57143">
                  <a:srgbClr val="0046FF">
                    <a:alpha val="9855"/>
                  </a:srgbClr>
                </a:gs>
                <a:gs pos="71429">
                  <a:srgbClr val="0046FF">
                    <a:alpha val="4740"/>
                  </a:srgbClr>
                </a:gs>
                <a:gs pos="85714">
                  <a:srgbClr val="0046FF">
                    <a:alpha val="1902"/>
                  </a:srgbClr>
                </a:gs>
                <a:gs pos="100000">
                  <a:srgbClr val="004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7871695">
              <a:off x="574305" y="2084979"/>
              <a:ext cx="740172" cy="653001"/>
            </a:xfrm>
            <a:prstGeom prst="ellipse">
              <a:avLst/>
            </a:prstGeom>
            <a:gradFill>
              <a:gsLst>
                <a:gs pos="0">
                  <a:srgbClr val="0000FF">
                    <a:alpha val="15848"/>
                  </a:srgbClr>
                </a:gs>
                <a:gs pos="14286">
                  <a:srgbClr val="0000FF">
                    <a:alpha val="14665"/>
                  </a:srgbClr>
                </a:gs>
                <a:gs pos="28571">
                  <a:srgbClr val="0000FF">
                    <a:alpha val="11585"/>
                  </a:srgbClr>
                </a:gs>
                <a:gs pos="42857">
                  <a:srgbClr val="0000FF">
                    <a:alpha val="7759"/>
                  </a:srgbClr>
                </a:gs>
                <a:gs pos="57143">
                  <a:srgbClr val="0000FF">
                    <a:alpha val="4377"/>
                  </a:srgbClr>
                </a:gs>
                <a:gs pos="71429">
                  <a:srgbClr val="0000FF">
                    <a:alpha val="2073"/>
                  </a:srgbClr>
                </a:gs>
                <a:gs pos="85714">
                  <a:srgbClr val="0000FF">
                    <a:alpha val="825"/>
                  </a:srgbClr>
                </a:gs>
                <a:gs pos="100000">
                  <a:srgbClr val="0000F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4506609">
              <a:off x="323104" y="2178256"/>
              <a:ext cx="718921" cy="554884"/>
            </a:xfrm>
            <a:prstGeom prst="ellipse">
              <a:avLst/>
            </a:prstGeom>
            <a:gradFill>
              <a:gsLst>
                <a:gs pos="0">
                  <a:srgbClr val="0006F8">
                    <a:alpha val="12936"/>
                  </a:srgbClr>
                </a:gs>
                <a:gs pos="14286">
                  <a:srgbClr val="0006F8">
                    <a:alpha val="11955"/>
                  </a:srgbClr>
                </a:gs>
                <a:gs pos="28571">
                  <a:srgbClr val="0006F8">
                    <a:alpha val="9413"/>
                  </a:srgbClr>
                </a:gs>
                <a:gs pos="42857">
                  <a:srgbClr val="0006F8">
                    <a:alpha val="6279"/>
                  </a:srgbClr>
                </a:gs>
                <a:gs pos="57143">
                  <a:srgbClr val="0006F8">
                    <a:alpha val="3529"/>
                  </a:srgbClr>
                </a:gs>
                <a:gs pos="71429">
                  <a:srgbClr val="0006F8">
                    <a:alpha val="1668"/>
                  </a:srgbClr>
                </a:gs>
                <a:gs pos="85714">
                  <a:srgbClr val="0006F8">
                    <a:alpha val="663"/>
                  </a:srgbClr>
                </a:gs>
                <a:gs pos="100000">
                  <a:srgbClr val="0006F8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3067263">
              <a:off x="166187" y="2157541"/>
              <a:ext cx="593121" cy="546673"/>
            </a:xfrm>
            <a:prstGeom prst="ellipse">
              <a:avLst/>
            </a:prstGeom>
            <a:gradFill>
              <a:gsLst>
                <a:gs pos="0">
                  <a:srgbClr val="00009F">
                    <a:alpha val="32871"/>
                  </a:srgbClr>
                </a:gs>
                <a:gs pos="14286">
                  <a:srgbClr val="00009F">
                    <a:alpha val="30672"/>
                  </a:srgbClr>
                </a:gs>
                <a:gs pos="28571">
                  <a:srgbClr val="00009F">
                    <a:alpha val="24755"/>
                  </a:srgbClr>
                </a:gs>
                <a:gs pos="42857">
                  <a:srgbClr val="00009F">
                    <a:alpha val="17019"/>
                  </a:srgbClr>
                </a:gs>
                <a:gs pos="57143">
                  <a:srgbClr val="00009F">
                    <a:alpha val="9821"/>
                  </a:srgbClr>
                </a:gs>
                <a:gs pos="71429">
                  <a:srgbClr val="00009F">
                    <a:alpha val="4724"/>
                  </a:srgbClr>
                </a:gs>
                <a:gs pos="85714">
                  <a:srgbClr val="00009F">
                    <a:alpha val="1895"/>
                  </a:srgbClr>
                </a:gs>
                <a:gs pos="100000">
                  <a:srgbClr val="00009F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3567323">
              <a:off x="-49644" y="2185597"/>
              <a:ext cx="799508" cy="501820"/>
            </a:xfrm>
            <a:prstGeom prst="ellipse">
              <a:avLst/>
            </a:prstGeom>
            <a:gradFill>
              <a:gsLst>
                <a:gs pos="0">
                  <a:srgbClr val="000000">
                    <a:alpha val="32935"/>
                  </a:srgbClr>
                </a:gs>
                <a:gs pos="14286">
                  <a:srgbClr val="000000">
                    <a:alpha val="30732"/>
                  </a:srgbClr>
                </a:gs>
                <a:gs pos="28571">
                  <a:srgbClr val="000000">
                    <a:alpha val="24806"/>
                  </a:srgbClr>
                </a:gs>
                <a:gs pos="42857">
                  <a:srgbClr val="000000">
                    <a:alpha val="17056"/>
                  </a:srgbClr>
                </a:gs>
                <a:gs pos="57143">
                  <a:srgbClr val="000000">
                    <a:alpha val="9843"/>
                  </a:srgbClr>
                </a:gs>
                <a:gs pos="71429">
                  <a:srgbClr val="000000">
                    <a:alpha val="4735"/>
                  </a:srgbClr>
                </a:gs>
                <a:gs pos="85714">
                  <a:srgbClr val="000000">
                    <a:alpha val="1900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9631070">
              <a:off x="2873557" y="1984540"/>
              <a:ext cx="625296" cy="567529"/>
            </a:xfrm>
            <a:prstGeom prst="ellipse">
              <a:avLst/>
            </a:prstGeom>
            <a:gradFill>
              <a:gsLst>
                <a:gs pos="0">
                  <a:srgbClr val="000021">
                    <a:alpha val="24421"/>
                  </a:srgbClr>
                </a:gs>
                <a:gs pos="14286">
                  <a:srgbClr val="000021">
                    <a:alpha val="22690"/>
                  </a:srgbClr>
                </a:gs>
                <a:gs pos="28571">
                  <a:srgbClr val="000021">
                    <a:alpha val="18112"/>
                  </a:srgbClr>
                </a:gs>
                <a:gs pos="42857">
                  <a:srgbClr val="000021">
                    <a:alpha val="12284"/>
                  </a:srgbClr>
                </a:gs>
                <a:gs pos="57143">
                  <a:srgbClr val="000021">
                    <a:alpha val="7005"/>
                  </a:srgbClr>
                </a:gs>
                <a:gs pos="71429">
                  <a:srgbClr val="000021">
                    <a:alpha val="3342"/>
                  </a:srgbClr>
                </a:gs>
                <a:gs pos="85714">
                  <a:srgbClr val="000021">
                    <a:alpha val="1335"/>
                  </a:srgbClr>
                </a:gs>
                <a:gs pos="100000">
                  <a:srgbClr val="000021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6138099">
              <a:off x="2772286" y="2081490"/>
              <a:ext cx="666653" cy="456077"/>
            </a:xfrm>
            <a:prstGeom prst="ellipse">
              <a:avLst/>
            </a:prstGeom>
            <a:gradFill>
              <a:gsLst>
                <a:gs pos="0">
                  <a:srgbClr val="098100">
                    <a:alpha val="32968"/>
                  </a:srgbClr>
                </a:gs>
                <a:gs pos="14286">
                  <a:srgbClr val="098100">
                    <a:alpha val="30764"/>
                  </a:srgbClr>
                </a:gs>
                <a:gs pos="28571">
                  <a:srgbClr val="098100">
                    <a:alpha val="24833"/>
                  </a:srgbClr>
                </a:gs>
                <a:gs pos="42857">
                  <a:srgbClr val="098100">
                    <a:alpha val="17075"/>
                  </a:srgbClr>
                </a:gs>
                <a:gs pos="57143">
                  <a:srgbClr val="098100">
                    <a:alpha val="9855"/>
                  </a:srgbClr>
                </a:gs>
                <a:gs pos="71429">
                  <a:srgbClr val="098100">
                    <a:alpha val="4740"/>
                  </a:srgbClr>
                </a:gs>
                <a:gs pos="85714">
                  <a:srgbClr val="098100">
                    <a:alpha val="1902"/>
                  </a:srgbClr>
                </a:gs>
                <a:gs pos="100000">
                  <a:srgbClr val="09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9321617">
              <a:off x="2519922" y="1966629"/>
              <a:ext cx="663879" cy="577861"/>
            </a:xfrm>
            <a:prstGeom prst="ellipse">
              <a:avLst/>
            </a:prstGeom>
            <a:gradFill>
              <a:gsLst>
                <a:gs pos="0">
                  <a:srgbClr val="19EA00">
                    <a:alpha val="9746"/>
                  </a:srgbClr>
                </a:gs>
                <a:gs pos="14286">
                  <a:srgbClr val="19EA00">
                    <a:alpha val="8994"/>
                  </a:srgbClr>
                </a:gs>
                <a:gs pos="28571">
                  <a:srgbClr val="19EA00">
                    <a:alpha val="7056"/>
                  </a:srgbClr>
                </a:gs>
                <a:gs pos="42857">
                  <a:srgbClr val="19EA00">
                    <a:alpha val="4687"/>
                  </a:srgbClr>
                </a:gs>
                <a:gs pos="57143">
                  <a:srgbClr val="19EA00">
                    <a:alpha val="2625"/>
                  </a:srgbClr>
                </a:gs>
                <a:gs pos="71429">
                  <a:srgbClr val="19EA00">
                    <a:alpha val="1237"/>
                  </a:srgbClr>
                </a:gs>
                <a:gs pos="85714">
                  <a:srgbClr val="19EA00">
                    <a:alpha val="491"/>
                  </a:srgbClr>
                </a:gs>
                <a:gs pos="100000">
                  <a:srgbClr val="19EA00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4750321">
              <a:off x="2295625" y="1854567"/>
              <a:ext cx="712370" cy="682912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6947490">
              <a:off x="2080444" y="1861350"/>
              <a:ext cx="729825" cy="716398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6331894">
              <a:off x="1898465" y="1839557"/>
              <a:ext cx="745459" cy="732582"/>
            </a:xfrm>
            <a:prstGeom prst="ellipse">
              <a:avLst/>
            </a:prstGeom>
            <a:gradFill>
              <a:gsLst>
                <a:gs pos="0">
                  <a:srgbClr val="1FFF5A">
                    <a:alpha val="32968"/>
                  </a:srgbClr>
                </a:gs>
                <a:gs pos="14286">
                  <a:srgbClr val="1FFF5A">
                    <a:alpha val="30764"/>
                  </a:srgbClr>
                </a:gs>
                <a:gs pos="28571">
                  <a:srgbClr val="1FFF5A">
                    <a:alpha val="24833"/>
                  </a:srgbClr>
                </a:gs>
                <a:gs pos="42857">
                  <a:srgbClr val="1FFF5A">
                    <a:alpha val="17075"/>
                  </a:srgbClr>
                </a:gs>
                <a:gs pos="57143">
                  <a:srgbClr val="1FFF5A">
                    <a:alpha val="9855"/>
                  </a:srgbClr>
                </a:gs>
                <a:gs pos="71429">
                  <a:srgbClr val="1FFF5A">
                    <a:alpha val="4740"/>
                  </a:srgbClr>
                </a:gs>
                <a:gs pos="85714">
                  <a:srgbClr val="1FFF5A">
                    <a:alpha val="1902"/>
                  </a:srgbClr>
                </a:gs>
                <a:gs pos="100000">
                  <a:srgbClr val="1FFF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7373227">
              <a:off x="1718445" y="1941883"/>
              <a:ext cx="755999" cy="727021"/>
            </a:xfrm>
            <a:prstGeom prst="ellipse">
              <a:avLst/>
            </a:prstGeom>
            <a:gradFill>
              <a:gsLst>
                <a:gs pos="0">
                  <a:srgbClr val="2CFF8E">
                    <a:alpha val="32968"/>
                  </a:srgbClr>
                </a:gs>
                <a:gs pos="14286">
                  <a:srgbClr val="2CFF8E">
                    <a:alpha val="30764"/>
                  </a:srgbClr>
                </a:gs>
                <a:gs pos="28571">
                  <a:srgbClr val="2CFF8E">
                    <a:alpha val="24833"/>
                  </a:srgbClr>
                </a:gs>
                <a:gs pos="42857">
                  <a:srgbClr val="2CFF8E">
                    <a:alpha val="17075"/>
                  </a:srgbClr>
                </a:gs>
                <a:gs pos="57143">
                  <a:srgbClr val="2CFF8E">
                    <a:alpha val="9855"/>
                  </a:srgbClr>
                </a:gs>
                <a:gs pos="71429">
                  <a:srgbClr val="2CFF8E">
                    <a:alpha val="4740"/>
                  </a:srgbClr>
                </a:gs>
                <a:gs pos="85714">
                  <a:srgbClr val="2CFF8E">
                    <a:alpha val="1902"/>
                  </a:srgbClr>
                </a:gs>
                <a:gs pos="100000">
                  <a:srgbClr val="2CFF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4970971">
              <a:off x="1602164" y="1996966"/>
              <a:ext cx="734414" cy="644789"/>
            </a:xfrm>
            <a:prstGeom prst="ellipse">
              <a:avLst/>
            </a:prstGeom>
            <a:gradFill>
              <a:gsLst>
                <a:gs pos="0">
                  <a:srgbClr val="5FFFC4">
                    <a:alpha val="32968"/>
                  </a:srgbClr>
                </a:gs>
                <a:gs pos="14286">
                  <a:srgbClr val="5FFFC4">
                    <a:alpha val="30764"/>
                  </a:srgbClr>
                </a:gs>
                <a:gs pos="28571">
                  <a:srgbClr val="5FFFC4">
                    <a:alpha val="24833"/>
                  </a:srgbClr>
                </a:gs>
                <a:gs pos="42857">
                  <a:srgbClr val="5FFFC4">
                    <a:alpha val="17075"/>
                  </a:srgbClr>
                </a:gs>
                <a:gs pos="57143">
                  <a:srgbClr val="5FFFC4">
                    <a:alpha val="9855"/>
                  </a:srgbClr>
                </a:gs>
                <a:gs pos="71429">
                  <a:srgbClr val="5FFFC4">
                    <a:alpha val="4740"/>
                  </a:srgbClr>
                </a:gs>
                <a:gs pos="85714">
                  <a:srgbClr val="5FFFC4">
                    <a:alpha val="1902"/>
                  </a:srgbClr>
                </a:gs>
                <a:gs pos="100000">
                  <a:srgbClr val="5FFF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6930392">
              <a:off x="1386732" y="1945433"/>
              <a:ext cx="720755" cy="689420"/>
            </a:xfrm>
            <a:prstGeom prst="ellipse">
              <a:avLst/>
            </a:prstGeom>
            <a:gradFill>
              <a:gsLst>
                <a:gs pos="0">
                  <a:srgbClr val="72FFFF">
                    <a:alpha val="32968"/>
                  </a:srgbClr>
                </a:gs>
                <a:gs pos="14286">
                  <a:srgbClr val="72FFFF">
                    <a:alpha val="30764"/>
                  </a:srgbClr>
                </a:gs>
                <a:gs pos="28571">
                  <a:srgbClr val="72FFFF">
                    <a:alpha val="24833"/>
                  </a:srgbClr>
                </a:gs>
                <a:gs pos="42857">
                  <a:srgbClr val="72FFFF">
                    <a:alpha val="17075"/>
                  </a:srgbClr>
                </a:gs>
                <a:gs pos="57143">
                  <a:srgbClr val="72FFFF">
                    <a:alpha val="9855"/>
                  </a:srgbClr>
                </a:gs>
                <a:gs pos="71429">
                  <a:srgbClr val="72FFFF">
                    <a:alpha val="4740"/>
                  </a:srgbClr>
                </a:gs>
                <a:gs pos="85714">
                  <a:srgbClr val="72FFFF">
                    <a:alpha val="1902"/>
                  </a:srgbClr>
                </a:gs>
                <a:gs pos="100000">
                  <a:srgbClr val="7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5262511">
              <a:off x="1172075" y="1983255"/>
              <a:ext cx="686992" cy="570438"/>
            </a:xfrm>
            <a:prstGeom prst="ellipse">
              <a:avLst/>
            </a:prstGeom>
            <a:gradFill>
              <a:gsLst>
                <a:gs pos="0">
                  <a:srgbClr val="6EC8FF">
                    <a:alpha val="32968"/>
                  </a:srgbClr>
                </a:gs>
                <a:gs pos="14286">
                  <a:srgbClr val="6EC8FF">
                    <a:alpha val="30764"/>
                  </a:srgbClr>
                </a:gs>
                <a:gs pos="28571">
                  <a:srgbClr val="6EC8FF">
                    <a:alpha val="24833"/>
                  </a:srgbClr>
                </a:gs>
                <a:gs pos="42857">
                  <a:srgbClr val="6EC8FF">
                    <a:alpha val="17075"/>
                  </a:srgbClr>
                </a:gs>
                <a:gs pos="57143">
                  <a:srgbClr val="6EC8FF">
                    <a:alpha val="9855"/>
                  </a:srgbClr>
                </a:gs>
                <a:gs pos="71429">
                  <a:srgbClr val="6EC8FF">
                    <a:alpha val="4740"/>
                  </a:srgbClr>
                </a:gs>
                <a:gs pos="85714">
                  <a:srgbClr val="6EC8FF">
                    <a:alpha val="1902"/>
                  </a:srgbClr>
                </a:gs>
                <a:gs pos="100000">
                  <a:srgbClr val="6EC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4018222">
              <a:off x="860552" y="1888570"/>
              <a:ext cx="729325" cy="708605"/>
            </a:xfrm>
            <a:prstGeom prst="ellipse">
              <a:avLst/>
            </a:prstGeom>
            <a:gradFill>
              <a:gsLst>
                <a:gs pos="0">
                  <a:srgbClr val="0084FF">
                    <a:alpha val="32968"/>
                  </a:srgbClr>
                </a:gs>
                <a:gs pos="14286">
                  <a:srgbClr val="0084FF">
                    <a:alpha val="30764"/>
                  </a:srgbClr>
                </a:gs>
                <a:gs pos="28571">
                  <a:srgbClr val="0084FF">
                    <a:alpha val="24833"/>
                  </a:srgbClr>
                </a:gs>
                <a:gs pos="42857">
                  <a:srgbClr val="0084FF">
                    <a:alpha val="17075"/>
                  </a:srgbClr>
                </a:gs>
                <a:gs pos="57143">
                  <a:srgbClr val="0084FF">
                    <a:alpha val="9855"/>
                  </a:srgbClr>
                </a:gs>
                <a:gs pos="71429">
                  <a:srgbClr val="0084FF">
                    <a:alpha val="4740"/>
                  </a:srgbClr>
                </a:gs>
                <a:gs pos="85714">
                  <a:srgbClr val="0084FF">
                    <a:alpha val="1902"/>
                  </a:srgbClr>
                </a:gs>
                <a:gs pos="100000">
                  <a:srgbClr val="008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3793438">
              <a:off x="709616" y="1938622"/>
              <a:ext cx="720031" cy="648333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9273942">
              <a:off x="527174" y="1915794"/>
              <a:ext cx="732295" cy="704986"/>
            </a:xfrm>
            <a:prstGeom prst="ellipse">
              <a:avLst/>
            </a:prstGeom>
            <a:gradFill>
              <a:gsLst>
                <a:gs pos="0">
                  <a:srgbClr val="0000FF">
                    <a:alpha val="30781"/>
                  </a:srgbClr>
                </a:gs>
                <a:gs pos="14286">
                  <a:srgbClr val="0000FF">
                    <a:alpha val="28690"/>
                  </a:srgbClr>
                </a:gs>
                <a:gs pos="28571">
                  <a:srgbClr val="0000FF">
                    <a:alpha val="23091"/>
                  </a:srgbClr>
                </a:gs>
                <a:gs pos="42857">
                  <a:srgbClr val="0000FF">
                    <a:alpha val="15820"/>
                  </a:srgbClr>
                </a:gs>
                <a:gs pos="57143">
                  <a:srgbClr val="0000FF">
                    <a:alpha val="9101"/>
                  </a:srgbClr>
                </a:gs>
                <a:gs pos="71429">
                  <a:srgbClr val="0000FF">
                    <a:alpha val="4368"/>
                  </a:srgbClr>
                </a:gs>
                <a:gs pos="85714">
                  <a:srgbClr val="0000FF">
                    <a:alpha val="1751"/>
                  </a:srgbClr>
                </a:gs>
                <a:gs pos="100000">
                  <a:srgbClr val="0000FF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10748579">
              <a:off x="288146" y="1916269"/>
              <a:ext cx="721756" cy="555263"/>
            </a:xfrm>
            <a:prstGeom prst="ellipse">
              <a:avLst/>
            </a:prstGeom>
            <a:gradFill>
              <a:gsLst>
                <a:gs pos="0">
                  <a:srgbClr val="0500FF">
                    <a:alpha val="14081"/>
                  </a:srgbClr>
                </a:gs>
                <a:gs pos="14286">
                  <a:srgbClr val="0500FF">
                    <a:alpha val="13019"/>
                  </a:srgbClr>
                </a:gs>
                <a:gs pos="28571">
                  <a:srgbClr val="0500FF">
                    <a:alpha val="10264"/>
                  </a:srgbClr>
                </a:gs>
                <a:gs pos="42857">
                  <a:srgbClr val="0500FF">
                    <a:alpha val="6857"/>
                  </a:srgbClr>
                </a:gs>
                <a:gs pos="57143">
                  <a:srgbClr val="0500FF">
                    <a:alpha val="3860"/>
                  </a:srgbClr>
                </a:gs>
                <a:gs pos="71429">
                  <a:srgbClr val="0500FF">
                    <a:alpha val="1826"/>
                  </a:srgbClr>
                </a:gs>
                <a:gs pos="85714">
                  <a:srgbClr val="0500FF">
                    <a:alpha val="726"/>
                  </a:srgbClr>
                </a:gs>
                <a:gs pos="100000">
                  <a:srgbClr val="0500FF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3815657">
              <a:off x="137079" y="2029162"/>
              <a:ext cx="601091" cy="509161"/>
            </a:xfrm>
            <a:prstGeom prst="ellipse">
              <a:avLst/>
            </a:prstGeom>
            <a:gradFill>
              <a:gsLst>
                <a:gs pos="0">
                  <a:srgbClr val="0E007F">
                    <a:alpha val="32968"/>
                  </a:srgbClr>
                </a:gs>
                <a:gs pos="14286">
                  <a:srgbClr val="0E007F">
                    <a:alpha val="30764"/>
                  </a:srgbClr>
                </a:gs>
                <a:gs pos="28571">
                  <a:srgbClr val="0E007F">
                    <a:alpha val="24833"/>
                  </a:srgbClr>
                </a:gs>
                <a:gs pos="42857">
                  <a:srgbClr val="0E007F">
                    <a:alpha val="17075"/>
                  </a:srgbClr>
                </a:gs>
                <a:gs pos="57143">
                  <a:srgbClr val="0E007F">
                    <a:alpha val="9855"/>
                  </a:srgbClr>
                </a:gs>
                <a:gs pos="71429">
                  <a:srgbClr val="0E007F">
                    <a:alpha val="4740"/>
                  </a:srgbClr>
                </a:gs>
                <a:gs pos="85714">
                  <a:srgbClr val="0E007F">
                    <a:alpha val="1902"/>
                  </a:srgbClr>
                </a:gs>
                <a:gs pos="100000">
                  <a:srgbClr val="0E007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-8586762">
              <a:off x="-54532" y="1953283"/>
              <a:ext cx="666622" cy="583102"/>
            </a:xfrm>
            <a:prstGeom prst="ellipse">
              <a:avLst/>
            </a:prstGeom>
            <a:gradFill>
              <a:gsLst>
                <a:gs pos="0">
                  <a:srgbClr val="000000">
                    <a:alpha val="10535"/>
                  </a:srgbClr>
                </a:gs>
                <a:gs pos="14286">
                  <a:srgbClr val="000000">
                    <a:alpha val="9726"/>
                  </a:srgbClr>
                </a:gs>
                <a:gs pos="28571">
                  <a:srgbClr val="000000">
                    <a:alpha val="7637"/>
                  </a:srgbClr>
                </a:gs>
                <a:gs pos="42857">
                  <a:srgbClr val="000000">
                    <a:alpha val="5078"/>
                  </a:srgbClr>
                </a:gs>
                <a:gs pos="57143">
                  <a:srgbClr val="000000">
                    <a:alpha val="2846"/>
                  </a:srgbClr>
                </a:gs>
                <a:gs pos="71429">
                  <a:srgbClr val="000000">
                    <a:alpha val="1343"/>
                  </a:srgbClr>
                </a:gs>
                <a:gs pos="85714">
                  <a:srgbClr val="000000">
                    <a:alpha val="533"/>
                  </a:srgbClr>
                </a:gs>
                <a:gs pos="100000">
                  <a:srgbClr val="000000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7835195">
              <a:off x="2930983" y="1910534"/>
              <a:ext cx="668840" cy="395511"/>
            </a:xfrm>
            <a:prstGeom prst="ellipse">
              <a:avLst/>
            </a:prstGeom>
            <a:gradFill>
              <a:gsLst>
                <a:gs pos="0">
                  <a:srgbClr val="1B6100">
                    <a:alpha val="32968"/>
                  </a:srgbClr>
                </a:gs>
                <a:gs pos="14286">
                  <a:srgbClr val="1B6100">
                    <a:alpha val="30764"/>
                  </a:srgbClr>
                </a:gs>
                <a:gs pos="28571">
                  <a:srgbClr val="1B6100">
                    <a:alpha val="24833"/>
                  </a:srgbClr>
                </a:gs>
                <a:gs pos="42857">
                  <a:srgbClr val="1B6100">
                    <a:alpha val="17075"/>
                  </a:srgbClr>
                </a:gs>
                <a:gs pos="57143">
                  <a:srgbClr val="1B6100">
                    <a:alpha val="9855"/>
                  </a:srgbClr>
                </a:gs>
                <a:gs pos="71429">
                  <a:srgbClr val="1B6100">
                    <a:alpha val="4740"/>
                  </a:srgbClr>
                </a:gs>
                <a:gs pos="85714">
                  <a:srgbClr val="1B6100">
                    <a:alpha val="1902"/>
                  </a:srgbClr>
                </a:gs>
                <a:gs pos="100000">
                  <a:srgbClr val="1B6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5003488">
              <a:off x="2751062" y="1815623"/>
              <a:ext cx="679556" cy="507855"/>
            </a:xfrm>
            <a:prstGeom prst="ellipse">
              <a:avLst/>
            </a:prstGeom>
            <a:gradFill>
              <a:gsLst>
                <a:gs pos="0">
                  <a:srgbClr val="218700">
                    <a:alpha val="32203"/>
                  </a:srgbClr>
                </a:gs>
                <a:gs pos="14286">
                  <a:srgbClr val="218700">
                    <a:alpha val="30038"/>
                  </a:srgbClr>
                </a:gs>
                <a:gs pos="28571">
                  <a:srgbClr val="218700">
                    <a:alpha val="24222"/>
                  </a:srgbClr>
                </a:gs>
                <a:gs pos="42857">
                  <a:srgbClr val="218700">
                    <a:alpha val="16634"/>
                  </a:srgbClr>
                </a:gs>
                <a:gs pos="57143">
                  <a:srgbClr val="218700">
                    <a:alpha val="9589"/>
                  </a:srgbClr>
                </a:gs>
                <a:gs pos="71429">
                  <a:srgbClr val="218700">
                    <a:alpha val="4609"/>
                  </a:srgbClr>
                </a:gs>
                <a:gs pos="85714">
                  <a:srgbClr val="218700">
                    <a:alpha val="1849"/>
                  </a:srgbClr>
                </a:gs>
                <a:gs pos="100000">
                  <a:srgbClr val="21870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-9925892">
              <a:off x="2531403" y="1784083"/>
              <a:ext cx="679194" cy="578062"/>
            </a:xfrm>
            <a:prstGeom prst="ellipse">
              <a:avLst/>
            </a:prstGeom>
            <a:gradFill>
              <a:gsLst>
                <a:gs pos="0">
                  <a:srgbClr val="3DFF00">
                    <a:alpha val="17556"/>
                  </a:srgbClr>
                </a:gs>
                <a:gs pos="14286">
                  <a:srgbClr val="3DFF00">
                    <a:alpha val="16259"/>
                  </a:srgbClr>
                </a:gs>
                <a:gs pos="28571">
                  <a:srgbClr val="3DFF00">
                    <a:alpha val="12870"/>
                  </a:srgbClr>
                </a:gs>
                <a:gs pos="42857">
                  <a:srgbClr val="3DFF00">
                    <a:alpha val="8640"/>
                  </a:srgbClr>
                </a:gs>
                <a:gs pos="57143">
                  <a:srgbClr val="3DFF00">
                    <a:alpha val="4884"/>
                  </a:srgbClr>
                </a:gs>
                <a:gs pos="71429">
                  <a:srgbClr val="3DFF00">
                    <a:alpha val="2317"/>
                  </a:srgbClr>
                </a:gs>
                <a:gs pos="85714">
                  <a:srgbClr val="3DFF00">
                    <a:alpha val="923"/>
                  </a:srgbClr>
                </a:gs>
                <a:gs pos="100000">
                  <a:srgbClr val="3DFF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6776988">
              <a:off x="2239533" y="1676732"/>
              <a:ext cx="728761" cy="697822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6712171">
              <a:off x="2138550" y="1712383"/>
              <a:ext cx="737988" cy="722903"/>
            </a:xfrm>
            <a:prstGeom prst="ellipse">
              <a:avLst/>
            </a:prstGeom>
            <a:gradFill>
              <a:gsLst>
                <a:gs pos="0">
                  <a:srgbClr val="00FF00">
                    <a:alpha val="32968"/>
                  </a:srgbClr>
                </a:gs>
                <a:gs pos="14286">
                  <a:srgbClr val="00FF00">
                    <a:alpha val="30764"/>
                  </a:srgbClr>
                </a:gs>
                <a:gs pos="28571">
                  <a:srgbClr val="00FF00">
                    <a:alpha val="24833"/>
                  </a:srgbClr>
                </a:gs>
                <a:gs pos="42857">
                  <a:srgbClr val="00FF00">
                    <a:alpha val="17075"/>
                  </a:srgbClr>
                </a:gs>
                <a:gs pos="57143">
                  <a:srgbClr val="00FF00">
                    <a:alpha val="9855"/>
                  </a:srgbClr>
                </a:gs>
                <a:gs pos="71429">
                  <a:srgbClr val="00FF00">
                    <a:alpha val="4740"/>
                  </a:srgbClr>
                </a:gs>
                <a:gs pos="85714">
                  <a:srgbClr val="00FF00">
                    <a:alpha val="1902"/>
                  </a:srgbClr>
                </a:gs>
                <a:gs pos="100000">
                  <a:srgbClr val="00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10313728">
              <a:off x="1939551" y="1667941"/>
              <a:ext cx="744658" cy="707757"/>
            </a:xfrm>
            <a:prstGeom prst="ellipse">
              <a:avLst/>
            </a:prstGeom>
            <a:gradFill>
              <a:gsLst>
                <a:gs pos="0">
                  <a:srgbClr val="00FF3D">
                    <a:alpha val="32968"/>
                  </a:srgbClr>
                </a:gs>
                <a:gs pos="14286">
                  <a:srgbClr val="00FF3D">
                    <a:alpha val="30764"/>
                  </a:srgbClr>
                </a:gs>
                <a:gs pos="28571">
                  <a:srgbClr val="00FF3D">
                    <a:alpha val="24833"/>
                  </a:srgbClr>
                </a:gs>
                <a:gs pos="42857">
                  <a:srgbClr val="00FF3D">
                    <a:alpha val="17075"/>
                  </a:srgbClr>
                </a:gs>
                <a:gs pos="57143">
                  <a:srgbClr val="00FF3D">
                    <a:alpha val="9855"/>
                  </a:srgbClr>
                </a:gs>
                <a:gs pos="71429">
                  <a:srgbClr val="00FF3D">
                    <a:alpha val="4740"/>
                  </a:srgbClr>
                </a:gs>
                <a:gs pos="85714">
                  <a:srgbClr val="00FF3D">
                    <a:alpha val="1902"/>
                  </a:srgbClr>
                </a:gs>
                <a:gs pos="100000">
                  <a:srgbClr val="00FF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4682232">
              <a:off x="1666289" y="1692222"/>
              <a:ext cx="732127" cy="692584"/>
            </a:xfrm>
            <a:prstGeom prst="ellipse">
              <a:avLst/>
            </a:prstGeom>
            <a:gradFill>
              <a:gsLst>
                <a:gs pos="0">
                  <a:srgbClr val="95FF9A">
                    <a:alpha val="32968"/>
                  </a:srgbClr>
                </a:gs>
                <a:gs pos="14286">
                  <a:srgbClr val="95FF9A">
                    <a:alpha val="30764"/>
                  </a:srgbClr>
                </a:gs>
                <a:gs pos="28571">
                  <a:srgbClr val="95FF9A">
                    <a:alpha val="24833"/>
                  </a:srgbClr>
                </a:gs>
                <a:gs pos="42857">
                  <a:srgbClr val="95FF9A">
                    <a:alpha val="17075"/>
                  </a:srgbClr>
                </a:gs>
                <a:gs pos="57143">
                  <a:srgbClr val="95FF9A">
                    <a:alpha val="9855"/>
                  </a:srgbClr>
                </a:gs>
                <a:gs pos="71429">
                  <a:srgbClr val="95FF9A">
                    <a:alpha val="4740"/>
                  </a:srgbClr>
                </a:gs>
                <a:gs pos="85714">
                  <a:srgbClr val="95FF9A">
                    <a:alpha val="1902"/>
                  </a:srgbClr>
                </a:gs>
                <a:gs pos="100000">
                  <a:srgbClr val="95FF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10414509">
              <a:off x="1502393" y="1723660"/>
              <a:ext cx="710580" cy="687629"/>
            </a:xfrm>
            <a:prstGeom prst="ellipse">
              <a:avLst/>
            </a:prstGeom>
            <a:gradFill>
              <a:gsLst>
                <a:gs pos="0">
                  <a:srgbClr val="B9FFFF">
                    <a:alpha val="32968"/>
                  </a:srgbClr>
                </a:gs>
                <a:gs pos="14286">
                  <a:srgbClr val="B9FFFF">
                    <a:alpha val="30764"/>
                  </a:srgbClr>
                </a:gs>
                <a:gs pos="28571">
                  <a:srgbClr val="B9FFFF">
                    <a:alpha val="24833"/>
                  </a:srgbClr>
                </a:gs>
                <a:gs pos="42857">
                  <a:srgbClr val="B9FFFF">
                    <a:alpha val="17075"/>
                  </a:srgbClr>
                </a:gs>
                <a:gs pos="57143">
                  <a:srgbClr val="B9FFFF">
                    <a:alpha val="9855"/>
                  </a:srgbClr>
                </a:gs>
                <a:gs pos="71429">
                  <a:srgbClr val="B9FFFF">
                    <a:alpha val="4740"/>
                  </a:srgbClr>
                </a:gs>
                <a:gs pos="85714">
                  <a:srgbClr val="B9FFFF">
                    <a:alpha val="1902"/>
                  </a:srgbClr>
                </a:gs>
                <a:gs pos="100000">
                  <a:srgbClr val="B9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8813300">
              <a:off x="1274481" y="1724772"/>
              <a:ext cx="712250" cy="677568"/>
            </a:xfrm>
            <a:prstGeom prst="ellipse">
              <a:avLst/>
            </a:prstGeom>
            <a:gradFill>
              <a:gsLst>
                <a:gs pos="0">
                  <a:srgbClr val="B0FFFF">
                    <a:alpha val="32968"/>
                  </a:srgbClr>
                </a:gs>
                <a:gs pos="14286">
                  <a:srgbClr val="B0FFFF">
                    <a:alpha val="30764"/>
                  </a:srgbClr>
                </a:gs>
                <a:gs pos="28571">
                  <a:srgbClr val="B0FFFF">
                    <a:alpha val="24833"/>
                  </a:srgbClr>
                </a:gs>
                <a:gs pos="42857">
                  <a:srgbClr val="B0FFFF">
                    <a:alpha val="17075"/>
                  </a:srgbClr>
                </a:gs>
                <a:gs pos="57143">
                  <a:srgbClr val="B0FFFF">
                    <a:alpha val="9855"/>
                  </a:srgbClr>
                </a:gs>
                <a:gs pos="71429">
                  <a:srgbClr val="B0FFFF">
                    <a:alpha val="4740"/>
                  </a:srgbClr>
                </a:gs>
                <a:gs pos="85714">
                  <a:srgbClr val="B0FFFF">
                    <a:alpha val="1902"/>
                  </a:srgbClr>
                </a:gs>
                <a:gs pos="100000">
                  <a:srgbClr val="B0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6118680">
              <a:off x="1119871" y="1766309"/>
              <a:ext cx="687852" cy="607989"/>
            </a:xfrm>
            <a:prstGeom prst="ellipse">
              <a:avLst/>
            </a:prstGeom>
            <a:gradFill>
              <a:gsLst>
                <a:gs pos="0">
                  <a:srgbClr val="88B9FF">
                    <a:alpha val="32968"/>
                  </a:srgbClr>
                </a:gs>
                <a:gs pos="14286">
                  <a:srgbClr val="88B9FF">
                    <a:alpha val="30764"/>
                  </a:srgbClr>
                </a:gs>
                <a:gs pos="28571">
                  <a:srgbClr val="88B9FF">
                    <a:alpha val="24833"/>
                  </a:srgbClr>
                </a:gs>
                <a:gs pos="42857">
                  <a:srgbClr val="88B9FF">
                    <a:alpha val="17075"/>
                  </a:srgbClr>
                </a:gs>
                <a:gs pos="57143">
                  <a:srgbClr val="88B9FF">
                    <a:alpha val="9855"/>
                  </a:srgbClr>
                </a:gs>
                <a:gs pos="71429">
                  <a:srgbClr val="88B9FF">
                    <a:alpha val="4740"/>
                  </a:srgbClr>
                </a:gs>
                <a:gs pos="85714">
                  <a:srgbClr val="88B9FF">
                    <a:alpha val="1902"/>
                  </a:srgbClr>
                </a:gs>
                <a:gs pos="100000">
                  <a:srgbClr val="88B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3825053">
              <a:off x="873166" y="1742635"/>
              <a:ext cx="734787" cy="663165"/>
            </a:xfrm>
            <a:prstGeom prst="ellipse">
              <a:avLst/>
            </a:prstGeom>
            <a:gradFill>
              <a:gsLst>
                <a:gs pos="0">
                  <a:srgbClr val="5576FF">
                    <a:alpha val="32968"/>
                  </a:srgbClr>
                </a:gs>
                <a:gs pos="14286">
                  <a:srgbClr val="5576FF">
                    <a:alpha val="30764"/>
                  </a:srgbClr>
                </a:gs>
                <a:gs pos="28571">
                  <a:srgbClr val="5576FF">
                    <a:alpha val="24833"/>
                  </a:srgbClr>
                </a:gs>
                <a:gs pos="42857">
                  <a:srgbClr val="5576FF">
                    <a:alpha val="17075"/>
                  </a:srgbClr>
                </a:gs>
                <a:gs pos="57143">
                  <a:srgbClr val="5576FF">
                    <a:alpha val="9855"/>
                  </a:srgbClr>
                </a:gs>
                <a:gs pos="71429">
                  <a:srgbClr val="5576FF">
                    <a:alpha val="4740"/>
                  </a:srgbClr>
                </a:gs>
                <a:gs pos="85714">
                  <a:srgbClr val="5576FF">
                    <a:alpha val="1902"/>
                  </a:srgbClr>
                </a:gs>
                <a:gs pos="100000">
                  <a:srgbClr val="557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9368583">
              <a:off x="710266" y="1698196"/>
              <a:ext cx="733356" cy="712845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5903564">
              <a:off x="566782" y="1667544"/>
              <a:ext cx="763010" cy="708220"/>
            </a:xfrm>
            <a:prstGeom prst="ellipse">
              <a:avLst/>
            </a:prstGeom>
            <a:gradFill>
              <a:gsLst>
                <a:gs pos="0">
                  <a:srgbClr val="0000FF">
                    <a:alpha val="32968"/>
                  </a:srgbClr>
                </a:gs>
                <a:gs pos="14286">
                  <a:srgbClr val="0000FF">
                    <a:alpha val="30764"/>
                  </a:srgbClr>
                </a:gs>
                <a:gs pos="28571">
                  <a:srgbClr val="0000FF">
                    <a:alpha val="24833"/>
                  </a:srgbClr>
                </a:gs>
                <a:gs pos="42857">
                  <a:srgbClr val="0000FF">
                    <a:alpha val="17075"/>
                  </a:srgbClr>
                </a:gs>
                <a:gs pos="57143">
                  <a:srgbClr val="0000FF">
                    <a:alpha val="9855"/>
                  </a:srgbClr>
                </a:gs>
                <a:gs pos="71429">
                  <a:srgbClr val="0000FF">
                    <a:alpha val="4740"/>
                  </a:srgbClr>
                </a:gs>
                <a:gs pos="85714">
                  <a:srgbClr val="0000FF">
                    <a:alpha val="1902"/>
                  </a:srgbClr>
                </a:gs>
                <a:gs pos="100000">
                  <a:srgbClr val="00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8563234">
              <a:off x="355958" y="1701026"/>
              <a:ext cx="725202" cy="610047"/>
            </a:xfrm>
            <a:prstGeom prst="ellipse">
              <a:avLst/>
            </a:prstGeom>
            <a:gradFill>
              <a:gsLst>
                <a:gs pos="0">
                  <a:srgbClr val="3700FF">
                    <a:alpha val="26314"/>
                  </a:srgbClr>
                </a:gs>
                <a:gs pos="14286">
                  <a:srgbClr val="3700FF">
                    <a:alpha val="24471"/>
                  </a:srgbClr>
                </a:gs>
                <a:gs pos="28571">
                  <a:srgbClr val="3700FF">
                    <a:alpha val="19581"/>
                  </a:srgbClr>
                </a:gs>
                <a:gs pos="42857">
                  <a:srgbClr val="3700FF">
                    <a:alpha val="13319"/>
                  </a:srgbClr>
                </a:gs>
                <a:gs pos="57143">
                  <a:srgbClr val="3700FF">
                    <a:alpha val="7615"/>
                  </a:srgbClr>
                </a:gs>
                <a:gs pos="71429">
                  <a:srgbClr val="3700FF">
                    <a:alpha val="3639"/>
                  </a:srgbClr>
                </a:gs>
                <a:gs pos="85714">
                  <a:srgbClr val="3700FF">
                    <a:alpha val="1455"/>
                  </a:srgbClr>
                </a:gs>
                <a:gs pos="100000">
                  <a:srgbClr val="3700FF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3956599">
              <a:off x="93592" y="1711298"/>
              <a:ext cx="728103" cy="612662"/>
            </a:xfrm>
            <a:prstGeom prst="ellipse">
              <a:avLst/>
            </a:prstGeom>
            <a:gradFill>
              <a:gsLst>
                <a:gs pos="0">
                  <a:srgbClr val="2B00AD">
                    <a:alpha val="31761"/>
                  </a:srgbClr>
                </a:gs>
                <a:gs pos="14286">
                  <a:srgbClr val="2B00AD">
                    <a:alpha val="29619"/>
                  </a:srgbClr>
                </a:gs>
                <a:gs pos="28571">
                  <a:srgbClr val="2B00AD">
                    <a:alpha val="23869"/>
                  </a:srgbClr>
                </a:gs>
                <a:gs pos="42857">
                  <a:srgbClr val="2B00AD">
                    <a:alpha val="16380"/>
                  </a:srgbClr>
                </a:gs>
                <a:gs pos="57143">
                  <a:srgbClr val="2B00AD">
                    <a:alpha val="9437"/>
                  </a:srgbClr>
                </a:gs>
                <a:gs pos="71429">
                  <a:srgbClr val="2B00AD">
                    <a:alpha val="4534"/>
                  </a:srgbClr>
                </a:gs>
                <a:gs pos="85714">
                  <a:srgbClr val="2B00AD">
                    <a:alpha val="1818"/>
                  </a:srgbClr>
                </a:gs>
                <a:gs pos="100000">
                  <a:srgbClr val="2B00AD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4926419">
              <a:off x="-61635" y="1828179"/>
              <a:ext cx="742718" cy="435382"/>
            </a:xfrm>
            <a:prstGeom prst="ellipse">
              <a:avLst/>
            </a:prstGeom>
            <a:gradFill>
              <a:gsLst>
                <a:gs pos="0">
                  <a:srgbClr val="1F0072">
                    <a:alpha val="32968"/>
                  </a:srgbClr>
                </a:gs>
                <a:gs pos="14286">
                  <a:srgbClr val="1F0072">
                    <a:alpha val="30764"/>
                  </a:srgbClr>
                </a:gs>
                <a:gs pos="28571">
                  <a:srgbClr val="1F0072">
                    <a:alpha val="24833"/>
                  </a:srgbClr>
                </a:gs>
                <a:gs pos="42857">
                  <a:srgbClr val="1F0072">
                    <a:alpha val="17075"/>
                  </a:srgbClr>
                </a:gs>
                <a:gs pos="57143">
                  <a:srgbClr val="1F0072">
                    <a:alpha val="9855"/>
                  </a:srgbClr>
                </a:gs>
                <a:gs pos="71429">
                  <a:srgbClr val="1F0072">
                    <a:alpha val="4740"/>
                  </a:srgbClr>
                </a:gs>
                <a:gs pos="85714">
                  <a:srgbClr val="1F0072">
                    <a:alpha val="1902"/>
                  </a:srgbClr>
                </a:gs>
                <a:gs pos="100000">
                  <a:srgbClr val="1F00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5629795">
              <a:off x="-142164" y="1848930"/>
              <a:ext cx="609097" cy="4418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6365485">
              <a:off x="3049233" y="1655939"/>
              <a:ext cx="717361" cy="389994"/>
            </a:xfrm>
            <a:prstGeom prst="ellipse">
              <a:avLst/>
            </a:prstGeom>
            <a:gradFill>
              <a:gsLst>
                <a:gs pos="0">
                  <a:srgbClr val="172F00">
                    <a:alpha val="32599"/>
                  </a:srgbClr>
                </a:gs>
                <a:gs pos="14286">
                  <a:srgbClr val="172F00">
                    <a:alpha val="30414"/>
                  </a:srgbClr>
                </a:gs>
                <a:gs pos="28571">
                  <a:srgbClr val="172F00">
                    <a:alpha val="24538"/>
                  </a:srgbClr>
                </a:gs>
                <a:gs pos="42857">
                  <a:srgbClr val="172F00">
                    <a:alpha val="16862"/>
                  </a:srgbClr>
                </a:gs>
                <a:gs pos="57143">
                  <a:srgbClr val="172F00">
                    <a:alpha val="9726"/>
                  </a:srgbClr>
                </a:gs>
                <a:gs pos="71429">
                  <a:srgbClr val="172F00">
                    <a:alpha val="4677"/>
                  </a:srgbClr>
                </a:gs>
                <a:gs pos="85714">
                  <a:srgbClr val="172F00">
                    <a:alpha val="1876"/>
                  </a:srgbClr>
                </a:gs>
                <a:gs pos="100000">
                  <a:srgbClr val="172F00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-9971854">
              <a:off x="2962392" y="1607242"/>
              <a:ext cx="590650" cy="575165"/>
            </a:xfrm>
            <a:prstGeom prst="ellipse">
              <a:avLst/>
            </a:prstGeom>
            <a:gradFill>
              <a:gsLst>
                <a:gs pos="0">
                  <a:srgbClr val="246200">
                    <a:alpha val="20797"/>
                  </a:srgbClr>
                </a:gs>
                <a:gs pos="14286">
                  <a:srgbClr val="246200">
                    <a:alpha val="19289"/>
                  </a:srgbClr>
                </a:gs>
                <a:gs pos="28571">
                  <a:srgbClr val="246200">
                    <a:alpha val="15329"/>
                  </a:srgbClr>
                </a:gs>
                <a:gs pos="42857">
                  <a:srgbClr val="246200">
                    <a:alpha val="10339"/>
                  </a:srgbClr>
                </a:gs>
                <a:gs pos="57143">
                  <a:srgbClr val="246200">
                    <a:alpha val="5868"/>
                  </a:srgbClr>
                </a:gs>
                <a:gs pos="71429">
                  <a:srgbClr val="246200">
                    <a:alpha val="2791"/>
                  </a:srgbClr>
                </a:gs>
                <a:gs pos="85714">
                  <a:srgbClr val="246200">
                    <a:alpha val="1113"/>
                  </a:srgbClr>
                </a:gs>
                <a:gs pos="100000">
                  <a:srgbClr val="2462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4369888">
              <a:off x="2680741" y="1549345"/>
              <a:ext cx="680902" cy="597359"/>
            </a:xfrm>
            <a:prstGeom prst="ellipse">
              <a:avLst/>
            </a:prstGeom>
            <a:gradFill>
              <a:gsLst>
                <a:gs pos="0">
                  <a:srgbClr val="3DBD00">
                    <a:alpha val="19116"/>
                  </a:srgbClr>
                </a:gs>
                <a:gs pos="14286">
                  <a:srgbClr val="3DBD00">
                    <a:alpha val="17716"/>
                  </a:srgbClr>
                </a:gs>
                <a:gs pos="28571">
                  <a:srgbClr val="3DBD00">
                    <a:alpha val="14050"/>
                  </a:srgbClr>
                </a:gs>
                <a:gs pos="42857">
                  <a:srgbClr val="3DBD00">
                    <a:alpha val="9454"/>
                  </a:srgbClr>
                </a:gs>
                <a:gs pos="57143">
                  <a:srgbClr val="3DBD00">
                    <a:alpha val="5354"/>
                  </a:srgbClr>
                </a:gs>
                <a:gs pos="71429">
                  <a:srgbClr val="3DBD00">
                    <a:alpha val="2543"/>
                  </a:srgbClr>
                </a:gs>
                <a:gs pos="85714">
                  <a:srgbClr val="3DBD00">
                    <a:alpha val="1013"/>
                  </a:srgbClr>
                </a:gs>
                <a:gs pos="100000">
                  <a:srgbClr val="3DBD00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10384955">
              <a:off x="2485137" y="1540838"/>
              <a:ext cx="695483" cy="662336"/>
            </a:xfrm>
            <a:prstGeom prst="ellipse">
              <a:avLst/>
            </a:prstGeom>
            <a:gradFill>
              <a:gsLst>
                <a:gs pos="0">
                  <a:srgbClr val="5DFF00">
                    <a:alpha val="24199"/>
                  </a:srgbClr>
                </a:gs>
                <a:gs pos="14286">
                  <a:srgbClr val="5DFF00">
                    <a:alpha val="22481"/>
                  </a:srgbClr>
                </a:gs>
                <a:gs pos="28571">
                  <a:srgbClr val="5DFF00">
                    <a:alpha val="17940"/>
                  </a:srgbClr>
                </a:gs>
                <a:gs pos="42857">
                  <a:srgbClr val="5DFF00">
                    <a:alpha val="12163"/>
                  </a:srgbClr>
                </a:gs>
                <a:gs pos="57143">
                  <a:srgbClr val="5DFF00">
                    <a:alpha val="6934"/>
                  </a:srgbClr>
                </a:gs>
                <a:gs pos="71429">
                  <a:srgbClr val="5DFF00">
                    <a:alpha val="3308"/>
                  </a:srgbClr>
                </a:gs>
                <a:gs pos="85714">
                  <a:srgbClr val="5DFF00">
                    <a:alpha val="1321"/>
                  </a:srgbClr>
                </a:gs>
                <a:gs pos="100000">
                  <a:srgbClr val="5DFF00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5947704">
              <a:off x="2305401" y="1492035"/>
              <a:ext cx="730617" cy="672853"/>
            </a:xfrm>
            <a:prstGeom prst="ellipse">
              <a:avLst/>
            </a:prstGeom>
            <a:gradFill>
              <a:gsLst>
                <a:gs pos="0">
                  <a:srgbClr val="57FF00">
                    <a:alpha val="32968"/>
                  </a:srgbClr>
                </a:gs>
                <a:gs pos="14286">
                  <a:srgbClr val="57FF00">
                    <a:alpha val="30764"/>
                  </a:srgbClr>
                </a:gs>
                <a:gs pos="28571">
                  <a:srgbClr val="57FF00">
                    <a:alpha val="24833"/>
                  </a:srgbClr>
                </a:gs>
                <a:gs pos="42857">
                  <a:srgbClr val="57FF00">
                    <a:alpha val="17075"/>
                  </a:srgbClr>
                </a:gs>
                <a:gs pos="57143">
                  <a:srgbClr val="57FF00">
                    <a:alpha val="9855"/>
                  </a:srgbClr>
                </a:gs>
                <a:gs pos="71429">
                  <a:srgbClr val="57FF00">
                    <a:alpha val="4740"/>
                  </a:srgbClr>
                </a:gs>
                <a:gs pos="85714">
                  <a:srgbClr val="57FF00">
                    <a:alpha val="1902"/>
                  </a:srgbClr>
                </a:gs>
                <a:gs pos="100000">
                  <a:srgbClr val="57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2825979">
              <a:off x="2086516" y="1541747"/>
              <a:ext cx="748447" cy="745631"/>
            </a:xfrm>
            <a:prstGeom prst="ellipse">
              <a:avLst/>
            </a:prstGeom>
            <a:gradFill>
              <a:gsLst>
                <a:gs pos="0">
                  <a:srgbClr val="61FF00">
                    <a:alpha val="32968"/>
                  </a:srgbClr>
                </a:gs>
                <a:gs pos="14286">
                  <a:srgbClr val="61FF00">
                    <a:alpha val="30764"/>
                  </a:srgbClr>
                </a:gs>
                <a:gs pos="28571">
                  <a:srgbClr val="61FF00">
                    <a:alpha val="24833"/>
                  </a:srgbClr>
                </a:gs>
                <a:gs pos="42857">
                  <a:srgbClr val="61FF00">
                    <a:alpha val="17075"/>
                  </a:srgbClr>
                </a:gs>
                <a:gs pos="57143">
                  <a:srgbClr val="61FF00">
                    <a:alpha val="9855"/>
                  </a:srgbClr>
                </a:gs>
                <a:gs pos="71429">
                  <a:srgbClr val="61FF00">
                    <a:alpha val="4740"/>
                  </a:srgbClr>
                </a:gs>
                <a:gs pos="85714">
                  <a:srgbClr val="61FF00">
                    <a:alpha val="1902"/>
                  </a:srgbClr>
                </a:gs>
                <a:gs pos="100000">
                  <a:srgbClr val="61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10020637">
              <a:off x="1870803" y="1520200"/>
              <a:ext cx="776071" cy="714244"/>
            </a:xfrm>
            <a:prstGeom prst="ellipse">
              <a:avLst/>
            </a:prstGeom>
            <a:gradFill>
              <a:gsLst>
                <a:gs pos="0">
                  <a:srgbClr val="A1FF77">
                    <a:alpha val="32968"/>
                  </a:srgbClr>
                </a:gs>
                <a:gs pos="14286">
                  <a:srgbClr val="A1FF77">
                    <a:alpha val="30764"/>
                  </a:srgbClr>
                </a:gs>
                <a:gs pos="28571">
                  <a:srgbClr val="A1FF77">
                    <a:alpha val="24833"/>
                  </a:srgbClr>
                </a:gs>
                <a:gs pos="42857">
                  <a:srgbClr val="A1FF77">
                    <a:alpha val="17075"/>
                  </a:srgbClr>
                </a:gs>
                <a:gs pos="57143">
                  <a:srgbClr val="A1FF77">
                    <a:alpha val="9855"/>
                  </a:srgbClr>
                </a:gs>
                <a:gs pos="71429">
                  <a:srgbClr val="A1FF77">
                    <a:alpha val="4740"/>
                  </a:srgbClr>
                </a:gs>
                <a:gs pos="85714">
                  <a:srgbClr val="A1FF77">
                    <a:alpha val="1902"/>
                  </a:srgbClr>
                </a:gs>
                <a:gs pos="100000">
                  <a:srgbClr val="A1FF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7709297">
              <a:off x="1723964" y="1515575"/>
              <a:ext cx="744433" cy="672513"/>
            </a:xfrm>
            <a:prstGeom prst="ellipse">
              <a:avLst/>
            </a:prstGeom>
            <a:gradFill>
              <a:gsLst>
                <a:gs pos="0">
                  <a:srgbClr val="94FF9B">
                    <a:alpha val="32968"/>
                  </a:srgbClr>
                </a:gs>
                <a:gs pos="14286">
                  <a:srgbClr val="94FF9B">
                    <a:alpha val="30764"/>
                  </a:srgbClr>
                </a:gs>
                <a:gs pos="28571">
                  <a:srgbClr val="94FF9B">
                    <a:alpha val="24833"/>
                  </a:srgbClr>
                </a:gs>
                <a:gs pos="42857">
                  <a:srgbClr val="94FF9B">
                    <a:alpha val="17075"/>
                  </a:srgbClr>
                </a:gs>
                <a:gs pos="57143">
                  <a:srgbClr val="94FF9B">
                    <a:alpha val="9855"/>
                  </a:srgbClr>
                </a:gs>
                <a:gs pos="71429">
                  <a:srgbClr val="94FF9B">
                    <a:alpha val="4740"/>
                  </a:srgbClr>
                </a:gs>
                <a:gs pos="85714">
                  <a:srgbClr val="94FF9B">
                    <a:alpha val="1902"/>
                  </a:srgbClr>
                </a:gs>
                <a:gs pos="100000">
                  <a:srgbClr val="94FF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7248388">
              <a:off x="1512249" y="1502598"/>
              <a:ext cx="706443" cy="673047"/>
            </a:xfrm>
            <a:prstGeom prst="ellipse">
              <a:avLst/>
            </a:prstGeom>
            <a:gradFill>
              <a:gsLst>
                <a:gs pos="0">
                  <a:srgbClr val="FFFFFF">
                    <a:alpha val="28884"/>
                  </a:srgbClr>
                </a:gs>
                <a:gs pos="14286">
                  <a:srgbClr val="FFFFFF">
                    <a:alpha val="26896"/>
                  </a:srgbClr>
                </a:gs>
                <a:gs pos="28571">
                  <a:srgbClr val="FFFFFF">
                    <a:alpha val="21593"/>
                  </a:srgbClr>
                </a:gs>
                <a:gs pos="42857">
                  <a:srgbClr val="FFFFFF">
                    <a:alpha val="14748"/>
                  </a:srgbClr>
                </a:gs>
                <a:gs pos="57143">
                  <a:srgbClr val="FFFFFF">
                    <a:alpha val="8461"/>
                  </a:srgbClr>
                </a:gs>
                <a:gs pos="71429">
                  <a:srgbClr val="FFFFFF">
                    <a:alpha val="4054"/>
                  </a:srgbClr>
                </a:gs>
                <a:gs pos="85714">
                  <a:srgbClr val="FFFFFF">
                    <a:alpha val="1623"/>
                  </a:srgbClr>
                </a:gs>
                <a:gs pos="100000">
                  <a:srgbClr val="FFFFFF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7223629">
              <a:off x="1271196" y="1517423"/>
              <a:ext cx="695730" cy="687082"/>
            </a:xfrm>
            <a:prstGeom prst="ellipse">
              <a:avLst/>
            </a:prstGeom>
            <a:gradFill>
              <a:gsLst>
                <a:gs pos="0">
                  <a:srgbClr val="FFFFFF">
                    <a:alpha val="32396"/>
                  </a:srgbClr>
                </a:gs>
                <a:gs pos="14286">
                  <a:srgbClr val="FFFFFF">
                    <a:alpha val="30221"/>
                  </a:srgbClr>
                </a:gs>
                <a:gs pos="28571">
                  <a:srgbClr val="FFFFFF">
                    <a:alpha val="24376"/>
                  </a:srgbClr>
                </a:gs>
                <a:gs pos="42857">
                  <a:srgbClr val="FFFFFF">
                    <a:alpha val="16745"/>
                  </a:srgbClr>
                </a:gs>
                <a:gs pos="57143">
                  <a:srgbClr val="FFFFFF">
                    <a:alpha val="9656"/>
                  </a:srgbClr>
                </a:gs>
                <a:gs pos="71429">
                  <a:srgbClr val="FFFFFF">
                    <a:alpha val="4642"/>
                  </a:srgbClr>
                </a:gs>
                <a:gs pos="85714">
                  <a:srgbClr val="FFFFFF">
                    <a:alpha val="1862"/>
                  </a:srgbClr>
                </a:gs>
                <a:gs pos="100000">
                  <a:srgbClr val="FFFFFF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8470562">
              <a:off x="1109487" y="1558204"/>
              <a:ext cx="656033" cy="639494"/>
            </a:xfrm>
            <a:prstGeom prst="ellipse">
              <a:avLst/>
            </a:prstGeom>
            <a:gradFill>
              <a:gsLst>
                <a:gs pos="0">
                  <a:srgbClr val="AAB6FF">
                    <a:alpha val="31976"/>
                  </a:srgbClr>
                </a:gs>
                <a:gs pos="14286">
                  <a:srgbClr val="AAB6FF">
                    <a:alpha val="29822"/>
                  </a:srgbClr>
                </a:gs>
                <a:gs pos="28571">
                  <a:srgbClr val="AAB6FF">
                    <a:alpha val="24040"/>
                  </a:srgbClr>
                </a:gs>
                <a:gs pos="42857">
                  <a:srgbClr val="AAB6FF">
                    <a:alpha val="16503"/>
                  </a:srgbClr>
                </a:gs>
                <a:gs pos="57143">
                  <a:srgbClr val="AAB6FF">
                    <a:alpha val="9511"/>
                  </a:srgbClr>
                </a:gs>
                <a:gs pos="71429">
                  <a:srgbClr val="AAB6FF">
                    <a:alpha val="4570"/>
                  </a:srgbClr>
                </a:gs>
                <a:gs pos="85714">
                  <a:srgbClr val="AAB6FF">
                    <a:alpha val="1833"/>
                  </a:srgbClr>
                </a:gs>
                <a:gs pos="100000">
                  <a:srgbClr val="AAB6FF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4808594">
              <a:off x="936524" y="1535263"/>
              <a:ext cx="703683" cy="701249"/>
            </a:xfrm>
            <a:prstGeom prst="ellipse">
              <a:avLst/>
            </a:prstGeom>
            <a:gradFill>
              <a:gsLst>
                <a:gs pos="0">
                  <a:srgbClr val="917EFF">
                    <a:alpha val="32968"/>
                  </a:srgbClr>
                </a:gs>
                <a:gs pos="14286">
                  <a:srgbClr val="917EFF">
                    <a:alpha val="30764"/>
                  </a:srgbClr>
                </a:gs>
                <a:gs pos="28571">
                  <a:srgbClr val="917EFF">
                    <a:alpha val="24833"/>
                  </a:srgbClr>
                </a:gs>
                <a:gs pos="42857">
                  <a:srgbClr val="917EFF">
                    <a:alpha val="17075"/>
                  </a:srgbClr>
                </a:gs>
                <a:gs pos="57143">
                  <a:srgbClr val="917EFF">
                    <a:alpha val="9855"/>
                  </a:srgbClr>
                </a:gs>
                <a:gs pos="71429">
                  <a:srgbClr val="917EFF">
                    <a:alpha val="4740"/>
                  </a:srgbClr>
                </a:gs>
                <a:gs pos="85714">
                  <a:srgbClr val="917EFF">
                    <a:alpha val="1902"/>
                  </a:srgbClr>
                </a:gs>
                <a:gs pos="100000">
                  <a:srgbClr val="917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3707194">
              <a:off x="684230" y="1576992"/>
              <a:ext cx="740667" cy="624358"/>
            </a:xfrm>
            <a:prstGeom prst="ellipse">
              <a:avLst/>
            </a:prstGeom>
            <a:gradFill>
              <a:gsLst>
                <a:gs pos="0">
                  <a:srgbClr val="7044FF">
                    <a:alpha val="32968"/>
                  </a:srgbClr>
                </a:gs>
                <a:gs pos="14286">
                  <a:srgbClr val="7044FF">
                    <a:alpha val="30764"/>
                  </a:srgbClr>
                </a:gs>
                <a:gs pos="28571">
                  <a:srgbClr val="7044FF">
                    <a:alpha val="24833"/>
                  </a:srgbClr>
                </a:gs>
                <a:gs pos="42857">
                  <a:srgbClr val="7044FF">
                    <a:alpha val="17075"/>
                  </a:srgbClr>
                </a:gs>
                <a:gs pos="57143">
                  <a:srgbClr val="7044FF">
                    <a:alpha val="9855"/>
                  </a:srgbClr>
                </a:gs>
                <a:gs pos="71429">
                  <a:srgbClr val="7044FF">
                    <a:alpha val="4740"/>
                  </a:srgbClr>
                </a:gs>
                <a:gs pos="85714">
                  <a:srgbClr val="7044FF">
                    <a:alpha val="1902"/>
                  </a:srgbClr>
                </a:gs>
                <a:gs pos="100000">
                  <a:srgbClr val="7044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5619234">
              <a:off x="542253" y="1444436"/>
              <a:ext cx="755506" cy="681336"/>
            </a:xfrm>
            <a:prstGeom prst="ellipse">
              <a:avLst/>
            </a:prstGeom>
            <a:gradFill>
              <a:gsLst>
                <a:gs pos="0">
                  <a:srgbClr val="5900FF">
                    <a:alpha val="32968"/>
                  </a:srgbClr>
                </a:gs>
                <a:gs pos="14286">
                  <a:srgbClr val="5900FF">
                    <a:alpha val="30764"/>
                  </a:srgbClr>
                </a:gs>
                <a:gs pos="28571">
                  <a:srgbClr val="5900FF">
                    <a:alpha val="24833"/>
                  </a:srgbClr>
                </a:gs>
                <a:gs pos="42857">
                  <a:srgbClr val="5900FF">
                    <a:alpha val="17075"/>
                  </a:srgbClr>
                </a:gs>
                <a:gs pos="57143">
                  <a:srgbClr val="5900FF">
                    <a:alpha val="9855"/>
                  </a:srgbClr>
                </a:gs>
                <a:gs pos="71429">
                  <a:srgbClr val="5900FF">
                    <a:alpha val="4740"/>
                  </a:srgbClr>
                </a:gs>
                <a:gs pos="85714">
                  <a:srgbClr val="5900FF">
                    <a:alpha val="1902"/>
                  </a:srgbClr>
                </a:gs>
                <a:gs pos="100000">
                  <a:srgbClr val="59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10149438">
              <a:off x="402858" y="1500485"/>
              <a:ext cx="764403" cy="669079"/>
            </a:xfrm>
            <a:prstGeom prst="ellipse">
              <a:avLst/>
            </a:prstGeom>
            <a:gradFill>
              <a:gsLst>
                <a:gs pos="0">
                  <a:srgbClr val="4200FF">
                    <a:alpha val="32968"/>
                  </a:srgbClr>
                </a:gs>
                <a:gs pos="14286">
                  <a:srgbClr val="4200FF">
                    <a:alpha val="30764"/>
                  </a:srgbClr>
                </a:gs>
                <a:gs pos="28571">
                  <a:srgbClr val="4200FF">
                    <a:alpha val="24833"/>
                  </a:srgbClr>
                </a:gs>
                <a:gs pos="42857">
                  <a:srgbClr val="4200FF">
                    <a:alpha val="17075"/>
                  </a:srgbClr>
                </a:gs>
                <a:gs pos="57143">
                  <a:srgbClr val="4200FF">
                    <a:alpha val="9855"/>
                  </a:srgbClr>
                </a:gs>
                <a:gs pos="71429">
                  <a:srgbClr val="4200FF">
                    <a:alpha val="4740"/>
                  </a:srgbClr>
                </a:gs>
                <a:gs pos="85714">
                  <a:srgbClr val="4200FF">
                    <a:alpha val="1902"/>
                  </a:srgbClr>
                </a:gs>
                <a:gs pos="100000">
                  <a:srgbClr val="42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-8141330">
              <a:off x="132766" y="1554136"/>
              <a:ext cx="715433" cy="580868"/>
            </a:xfrm>
            <a:prstGeom prst="ellipse">
              <a:avLst/>
            </a:prstGeom>
            <a:gradFill>
              <a:gsLst>
                <a:gs pos="0">
                  <a:srgbClr val="4A00A4">
                    <a:alpha val="29004"/>
                  </a:srgbClr>
                </a:gs>
                <a:gs pos="14286">
                  <a:srgbClr val="4A00A4">
                    <a:alpha val="27009"/>
                  </a:srgbClr>
                </a:gs>
                <a:gs pos="28571">
                  <a:srgbClr val="4A00A4">
                    <a:alpha val="21687"/>
                  </a:srgbClr>
                </a:gs>
                <a:gs pos="42857">
                  <a:srgbClr val="4A00A4">
                    <a:alpha val="14815"/>
                  </a:srgbClr>
                </a:gs>
                <a:gs pos="57143">
                  <a:srgbClr val="4A00A4">
                    <a:alpha val="8501"/>
                  </a:srgbClr>
                </a:gs>
                <a:gs pos="71429">
                  <a:srgbClr val="4A00A4">
                    <a:alpha val="4074"/>
                  </a:srgbClr>
                </a:gs>
                <a:gs pos="85714">
                  <a:srgbClr val="4A00A4">
                    <a:alpha val="1631"/>
                  </a:srgbClr>
                </a:gs>
                <a:gs pos="100000">
                  <a:srgbClr val="4A00A4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-10160141">
              <a:off x="-55977" y="1605971"/>
              <a:ext cx="619531" cy="537862"/>
            </a:xfrm>
            <a:prstGeom prst="ellipse">
              <a:avLst/>
            </a:prstGeom>
            <a:gradFill>
              <a:gsLst>
                <a:gs pos="0">
                  <a:srgbClr val="370077">
                    <a:alpha val="19934"/>
                  </a:srgbClr>
                </a:gs>
                <a:gs pos="14286">
                  <a:srgbClr val="370077">
                    <a:alpha val="18481"/>
                  </a:srgbClr>
                </a:gs>
                <a:gs pos="28571">
                  <a:srgbClr val="370077">
                    <a:alpha val="14671"/>
                  </a:srgbClr>
                </a:gs>
                <a:gs pos="42857">
                  <a:srgbClr val="370077">
                    <a:alpha val="9883"/>
                  </a:srgbClr>
                </a:gs>
                <a:gs pos="57143">
                  <a:srgbClr val="370077">
                    <a:alpha val="5603"/>
                  </a:srgbClr>
                </a:gs>
                <a:gs pos="71429">
                  <a:srgbClr val="370077">
                    <a:alpha val="2663"/>
                  </a:srgbClr>
                </a:gs>
                <a:gs pos="85714">
                  <a:srgbClr val="370077">
                    <a:alpha val="1062"/>
                  </a:srgbClr>
                </a:gs>
                <a:gs pos="100000">
                  <a:srgbClr val="370077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8148341">
              <a:off x="-213971" y="1614848"/>
              <a:ext cx="694767" cy="491401"/>
            </a:xfrm>
            <a:prstGeom prst="ellipse">
              <a:avLst/>
            </a:prstGeom>
            <a:gradFill>
              <a:gsLst>
                <a:gs pos="0">
                  <a:srgbClr val="120021">
                    <a:alpha val="14274"/>
                  </a:srgbClr>
                </a:gs>
                <a:gs pos="14286">
                  <a:srgbClr val="120021">
                    <a:alpha val="13200"/>
                  </a:srgbClr>
                </a:gs>
                <a:gs pos="28571">
                  <a:srgbClr val="120021">
                    <a:alpha val="10409"/>
                  </a:srgbClr>
                </a:gs>
                <a:gs pos="42857">
                  <a:srgbClr val="120021">
                    <a:alpha val="6956"/>
                  </a:srgbClr>
                </a:gs>
                <a:gs pos="57143">
                  <a:srgbClr val="120021">
                    <a:alpha val="3916"/>
                  </a:srgbClr>
                </a:gs>
                <a:gs pos="71429">
                  <a:srgbClr val="120021">
                    <a:alpha val="1853"/>
                  </a:srgbClr>
                </a:gs>
                <a:gs pos="85714">
                  <a:srgbClr val="120021">
                    <a:alpha val="737"/>
                  </a:srgbClr>
                </a:gs>
                <a:gs pos="100000">
                  <a:srgbClr val="120021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2984043">
              <a:off x="2919856" y="1394373"/>
              <a:ext cx="620666" cy="570866"/>
            </a:xfrm>
            <a:prstGeom prst="ellipse">
              <a:avLst/>
            </a:prstGeom>
            <a:gradFill>
              <a:gsLst>
                <a:gs pos="0">
                  <a:srgbClr val="67B000">
                    <a:alpha val="10369"/>
                  </a:srgbClr>
                </a:gs>
                <a:gs pos="14286">
                  <a:srgbClr val="67B000">
                    <a:alpha val="9572"/>
                  </a:srgbClr>
                </a:gs>
                <a:gs pos="28571">
                  <a:srgbClr val="67B000">
                    <a:alpha val="7515"/>
                  </a:srgbClr>
                </a:gs>
                <a:gs pos="42857">
                  <a:srgbClr val="67B000">
                    <a:alpha val="4995"/>
                  </a:srgbClr>
                </a:gs>
                <a:gs pos="57143">
                  <a:srgbClr val="67B000">
                    <a:alpha val="2799"/>
                  </a:srgbClr>
                </a:gs>
                <a:gs pos="71429">
                  <a:srgbClr val="67B000">
                    <a:alpha val="1320"/>
                  </a:srgbClr>
                </a:gs>
                <a:gs pos="85714">
                  <a:srgbClr val="67B000">
                    <a:alpha val="524"/>
                  </a:srgbClr>
                </a:gs>
                <a:gs pos="100000">
                  <a:srgbClr val="67B000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4571757">
              <a:off x="2672140" y="1428573"/>
              <a:ext cx="717405" cy="616054"/>
            </a:xfrm>
            <a:prstGeom prst="ellipse">
              <a:avLst/>
            </a:prstGeom>
            <a:gradFill>
              <a:gsLst>
                <a:gs pos="0">
                  <a:srgbClr val="5CA600">
                    <a:alpha val="24295"/>
                  </a:srgbClr>
                </a:gs>
                <a:gs pos="14286">
                  <a:srgbClr val="5CA600">
                    <a:alpha val="22571"/>
                  </a:srgbClr>
                </a:gs>
                <a:gs pos="28571">
                  <a:srgbClr val="5CA600">
                    <a:alpha val="18014"/>
                  </a:srgbClr>
                </a:gs>
                <a:gs pos="42857">
                  <a:srgbClr val="5CA600">
                    <a:alpha val="12215"/>
                  </a:srgbClr>
                </a:gs>
                <a:gs pos="57143">
                  <a:srgbClr val="5CA600">
                    <a:alpha val="6965"/>
                  </a:srgbClr>
                </a:gs>
                <a:gs pos="71429">
                  <a:srgbClr val="5CA600">
                    <a:alpha val="3323"/>
                  </a:srgbClr>
                </a:gs>
                <a:gs pos="85714">
                  <a:srgbClr val="5CA600">
                    <a:alpha val="1327"/>
                  </a:srgbClr>
                </a:gs>
                <a:gs pos="100000">
                  <a:srgbClr val="5CA600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8495817">
              <a:off x="2513332" y="1371052"/>
              <a:ext cx="702124" cy="604653"/>
            </a:xfrm>
            <a:prstGeom prst="ellipse">
              <a:avLst/>
            </a:prstGeom>
            <a:gradFill>
              <a:gsLst>
                <a:gs pos="0">
                  <a:srgbClr val="99FF00">
                    <a:alpha val="16549"/>
                  </a:srgbClr>
                </a:gs>
                <a:gs pos="14286">
                  <a:srgbClr val="99FF00">
                    <a:alpha val="15319"/>
                  </a:srgbClr>
                </a:gs>
                <a:gs pos="28571">
                  <a:srgbClr val="99FF00">
                    <a:alpha val="12112"/>
                  </a:srgbClr>
                </a:gs>
                <a:gs pos="42857">
                  <a:srgbClr val="99FF00">
                    <a:alpha val="8120"/>
                  </a:srgbClr>
                </a:gs>
                <a:gs pos="57143">
                  <a:srgbClr val="99FF00">
                    <a:alpha val="4584"/>
                  </a:srgbClr>
                </a:gs>
                <a:gs pos="71429">
                  <a:srgbClr val="99FF00">
                    <a:alpha val="2173"/>
                  </a:srgbClr>
                </a:gs>
                <a:gs pos="85714">
                  <a:srgbClr val="99FF00">
                    <a:alpha val="865"/>
                  </a:srgbClr>
                </a:gs>
                <a:gs pos="100000">
                  <a:srgbClr val="99FF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5358377">
              <a:off x="2272013" y="1312629"/>
              <a:ext cx="718803" cy="678017"/>
            </a:xfrm>
            <a:prstGeom prst="ellipse">
              <a:avLst/>
            </a:prstGeom>
            <a:gradFill>
              <a:gsLst>
                <a:gs pos="0">
                  <a:srgbClr val="77FF00">
                    <a:alpha val="32968"/>
                  </a:srgbClr>
                </a:gs>
                <a:gs pos="14286">
                  <a:srgbClr val="77FF00">
                    <a:alpha val="30764"/>
                  </a:srgbClr>
                </a:gs>
                <a:gs pos="28571">
                  <a:srgbClr val="77FF00">
                    <a:alpha val="24833"/>
                  </a:srgbClr>
                </a:gs>
                <a:gs pos="42857">
                  <a:srgbClr val="77FF00">
                    <a:alpha val="17075"/>
                  </a:srgbClr>
                </a:gs>
                <a:gs pos="57143">
                  <a:srgbClr val="77FF00">
                    <a:alpha val="9855"/>
                  </a:srgbClr>
                </a:gs>
                <a:gs pos="71429">
                  <a:srgbClr val="77FF00">
                    <a:alpha val="4740"/>
                  </a:srgbClr>
                </a:gs>
                <a:gs pos="85714">
                  <a:srgbClr val="77FF00">
                    <a:alpha val="1902"/>
                  </a:srgbClr>
                </a:gs>
                <a:gs pos="100000">
                  <a:srgbClr val="77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4298961">
              <a:off x="2140689" y="1321161"/>
              <a:ext cx="733998" cy="724887"/>
            </a:xfrm>
            <a:prstGeom prst="ellipse">
              <a:avLst/>
            </a:prstGeom>
            <a:gradFill>
              <a:gsLst>
                <a:gs pos="0">
                  <a:srgbClr val="A3FF00">
                    <a:alpha val="32968"/>
                  </a:srgbClr>
                </a:gs>
                <a:gs pos="14286">
                  <a:srgbClr val="A3FF00">
                    <a:alpha val="30764"/>
                  </a:srgbClr>
                </a:gs>
                <a:gs pos="28571">
                  <a:srgbClr val="A3FF00">
                    <a:alpha val="24833"/>
                  </a:srgbClr>
                </a:gs>
                <a:gs pos="42857">
                  <a:srgbClr val="A3FF00">
                    <a:alpha val="17075"/>
                  </a:srgbClr>
                </a:gs>
                <a:gs pos="57143">
                  <a:srgbClr val="A3FF00">
                    <a:alpha val="9855"/>
                  </a:srgbClr>
                </a:gs>
                <a:gs pos="71429">
                  <a:srgbClr val="A3FF00">
                    <a:alpha val="4740"/>
                  </a:srgbClr>
                </a:gs>
                <a:gs pos="85714">
                  <a:srgbClr val="A3FF00">
                    <a:alpha val="1902"/>
                  </a:srgbClr>
                </a:gs>
                <a:gs pos="100000">
                  <a:srgbClr val="A3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9664803">
              <a:off x="1903673" y="1370714"/>
              <a:ext cx="712658" cy="655491"/>
            </a:xfrm>
            <a:prstGeom prst="ellipse">
              <a:avLst/>
            </a:prstGeom>
            <a:gradFill>
              <a:gsLst>
                <a:gs pos="0">
                  <a:srgbClr val="91FF3D">
                    <a:alpha val="32968"/>
                  </a:srgbClr>
                </a:gs>
                <a:gs pos="14286">
                  <a:srgbClr val="91FF3D">
                    <a:alpha val="30764"/>
                  </a:srgbClr>
                </a:gs>
                <a:gs pos="28571">
                  <a:srgbClr val="91FF3D">
                    <a:alpha val="24833"/>
                  </a:srgbClr>
                </a:gs>
                <a:gs pos="42857">
                  <a:srgbClr val="91FF3D">
                    <a:alpha val="17075"/>
                  </a:srgbClr>
                </a:gs>
                <a:gs pos="57143">
                  <a:srgbClr val="91FF3D">
                    <a:alpha val="9855"/>
                  </a:srgbClr>
                </a:gs>
                <a:gs pos="71429">
                  <a:srgbClr val="91FF3D">
                    <a:alpha val="4740"/>
                  </a:srgbClr>
                </a:gs>
                <a:gs pos="85714">
                  <a:srgbClr val="91FF3D">
                    <a:alpha val="1902"/>
                  </a:srgbClr>
                </a:gs>
                <a:gs pos="100000">
                  <a:srgbClr val="91FF3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5302377">
              <a:off x="1731261" y="1321886"/>
              <a:ext cx="727735" cy="698252"/>
            </a:xfrm>
            <a:prstGeom prst="ellipse">
              <a:avLst/>
            </a:prstGeom>
            <a:gradFill>
              <a:gsLst>
                <a:gs pos="0">
                  <a:srgbClr val="FFFFC9">
                    <a:alpha val="29466"/>
                  </a:srgbClr>
                </a:gs>
                <a:gs pos="14286">
                  <a:srgbClr val="FFFFC9">
                    <a:alpha val="27446"/>
                  </a:srgbClr>
                </a:gs>
                <a:gs pos="28571">
                  <a:srgbClr val="FFFFC9">
                    <a:alpha val="22051"/>
                  </a:srgbClr>
                </a:gs>
                <a:gs pos="42857">
                  <a:srgbClr val="FFFFC9">
                    <a:alpha val="15075"/>
                  </a:srgbClr>
                </a:gs>
                <a:gs pos="57143">
                  <a:srgbClr val="FFFFC9">
                    <a:alpha val="8656"/>
                  </a:srgbClr>
                </a:gs>
                <a:gs pos="71429">
                  <a:srgbClr val="FFFFC9">
                    <a:alpha val="4150"/>
                  </a:srgbClr>
                </a:gs>
                <a:gs pos="85714">
                  <a:srgbClr val="FFFFC9">
                    <a:alpha val="1662"/>
                  </a:srgbClr>
                </a:gs>
                <a:gs pos="100000">
                  <a:srgbClr val="FFFFC9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9794509">
              <a:off x="1499121" y="1396951"/>
              <a:ext cx="699952" cy="6225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-8955542">
              <a:off x="1334061" y="1378418"/>
              <a:ext cx="688900" cy="6466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5603276">
              <a:off x="1095138" y="1343747"/>
              <a:ext cx="676386" cy="648681"/>
            </a:xfrm>
            <a:prstGeom prst="ellipse">
              <a:avLst/>
            </a:prstGeom>
            <a:gradFill>
              <a:gsLst>
                <a:gs pos="0">
                  <a:srgbClr val="FFDFFF">
                    <a:alpha val="31832"/>
                  </a:srgbClr>
                </a:gs>
                <a:gs pos="14286">
                  <a:srgbClr val="FFDFFF">
                    <a:alpha val="29686"/>
                  </a:srgbClr>
                </a:gs>
                <a:gs pos="28571">
                  <a:srgbClr val="FFDFFF">
                    <a:alpha val="23926"/>
                  </a:srgbClr>
                </a:gs>
                <a:gs pos="42857">
                  <a:srgbClr val="FFDFFF">
                    <a:alpha val="16420"/>
                  </a:srgbClr>
                </a:gs>
                <a:gs pos="57143">
                  <a:srgbClr val="FFDFFF">
                    <a:alpha val="9461"/>
                  </a:srgbClr>
                </a:gs>
                <a:gs pos="71429">
                  <a:srgbClr val="FFDFFF">
                    <a:alpha val="4546"/>
                  </a:srgbClr>
                </a:gs>
                <a:gs pos="85714">
                  <a:srgbClr val="FFDFFF">
                    <a:alpha val="1823"/>
                  </a:srgbClr>
                </a:gs>
                <a:gs pos="100000">
                  <a:srgbClr val="FFDFFF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-8156683">
              <a:off x="959281" y="1376540"/>
              <a:ext cx="662560" cy="613669"/>
            </a:xfrm>
            <a:prstGeom prst="ellipse">
              <a:avLst/>
            </a:prstGeom>
            <a:gradFill>
              <a:gsLst>
                <a:gs pos="0">
                  <a:srgbClr val="D28DFF">
                    <a:alpha val="31960"/>
                  </a:srgbClr>
                </a:gs>
                <a:gs pos="14286">
                  <a:srgbClr val="D28DFF">
                    <a:alpha val="29807"/>
                  </a:srgbClr>
                </a:gs>
                <a:gs pos="28571">
                  <a:srgbClr val="D28DFF">
                    <a:alpha val="24028"/>
                  </a:srgbClr>
                </a:gs>
                <a:gs pos="42857">
                  <a:srgbClr val="D28DFF">
                    <a:alpha val="16494"/>
                  </a:srgbClr>
                </a:gs>
                <a:gs pos="57143">
                  <a:srgbClr val="D28DFF">
                    <a:alpha val="9505"/>
                  </a:srgbClr>
                </a:gs>
                <a:gs pos="71429">
                  <a:srgbClr val="D28DFF">
                    <a:alpha val="4568"/>
                  </a:srgbClr>
                </a:gs>
                <a:gs pos="85714">
                  <a:srgbClr val="D28DFF">
                    <a:alpha val="1832"/>
                  </a:srgbClr>
                </a:gs>
                <a:gs pos="100000">
                  <a:srgbClr val="D28DFF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3062759">
              <a:off x="711172" y="1366961"/>
              <a:ext cx="725241" cy="672050"/>
            </a:xfrm>
            <a:prstGeom prst="ellipse">
              <a:avLst/>
            </a:prstGeom>
            <a:gradFill>
              <a:gsLst>
                <a:gs pos="0">
                  <a:srgbClr val="B95FFF">
                    <a:alpha val="32968"/>
                  </a:srgbClr>
                </a:gs>
                <a:gs pos="14286">
                  <a:srgbClr val="B95FFF">
                    <a:alpha val="30764"/>
                  </a:srgbClr>
                </a:gs>
                <a:gs pos="28571">
                  <a:srgbClr val="B95FFF">
                    <a:alpha val="24833"/>
                  </a:srgbClr>
                </a:gs>
                <a:gs pos="42857">
                  <a:srgbClr val="B95FFF">
                    <a:alpha val="17075"/>
                  </a:srgbClr>
                </a:gs>
                <a:gs pos="57143">
                  <a:srgbClr val="B95FFF">
                    <a:alpha val="9855"/>
                  </a:srgbClr>
                </a:gs>
                <a:gs pos="71429">
                  <a:srgbClr val="B95FFF">
                    <a:alpha val="4740"/>
                  </a:srgbClr>
                </a:gs>
                <a:gs pos="85714">
                  <a:srgbClr val="B95FFF">
                    <a:alpha val="1902"/>
                  </a:srgbClr>
                </a:gs>
                <a:gs pos="100000">
                  <a:srgbClr val="B95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2719486">
              <a:off x="527221" y="1352128"/>
              <a:ext cx="691875" cy="681349"/>
            </a:xfrm>
            <a:prstGeom prst="ellipse">
              <a:avLst/>
            </a:prstGeom>
            <a:gradFill>
              <a:gsLst>
                <a:gs pos="0">
                  <a:srgbClr val="8C00FF">
                    <a:alpha val="32968"/>
                  </a:srgbClr>
                </a:gs>
                <a:gs pos="14286">
                  <a:srgbClr val="8C00FF">
                    <a:alpha val="30764"/>
                  </a:srgbClr>
                </a:gs>
                <a:gs pos="28571">
                  <a:srgbClr val="8C00FF">
                    <a:alpha val="24833"/>
                  </a:srgbClr>
                </a:gs>
                <a:gs pos="42857">
                  <a:srgbClr val="8C00FF">
                    <a:alpha val="17075"/>
                  </a:srgbClr>
                </a:gs>
                <a:gs pos="57143">
                  <a:srgbClr val="8C00FF">
                    <a:alpha val="9855"/>
                  </a:srgbClr>
                </a:gs>
                <a:gs pos="71429">
                  <a:srgbClr val="8C00FF">
                    <a:alpha val="4740"/>
                  </a:srgbClr>
                </a:gs>
                <a:gs pos="85714">
                  <a:srgbClr val="8C00FF">
                    <a:alpha val="1902"/>
                  </a:srgbClr>
                </a:gs>
                <a:gs pos="100000">
                  <a:srgbClr val="8C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10109847">
              <a:off x="334374" y="1367377"/>
              <a:ext cx="691479" cy="608004"/>
            </a:xfrm>
            <a:prstGeom prst="ellipse">
              <a:avLst/>
            </a:prstGeom>
            <a:gradFill>
              <a:gsLst>
                <a:gs pos="0">
                  <a:srgbClr val="8100FF">
                    <a:alpha val="16859"/>
                  </a:srgbClr>
                </a:gs>
                <a:gs pos="14286">
                  <a:srgbClr val="8100FF">
                    <a:alpha val="15608"/>
                  </a:srgbClr>
                </a:gs>
                <a:gs pos="28571">
                  <a:srgbClr val="8100FF">
                    <a:alpha val="12345"/>
                  </a:srgbClr>
                </a:gs>
                <a:gs pos="42857">
                  <a:srgbClr val="8100FF">
                    <a:alpha val="8280"/>
                  </a:srgbClr>
                </a:gs>
                <a:gs pos="57143">
                  <a:srgbClr val="8100FF">
                    <a:alpha val="4676"/>
                  </a:srgbClr>
                </a:gs>
                <a:gs pos="71429">
                  <a:srgbClr val="8100FF">
                    <a:alpha val="2217"/>
                  </a:srgbClr>
                </a:gs>
                <a:gs pos="85714">
                  <a:srgbClr val="8100FF">
                    <a:alpha val="883"/>
                  </a:srgbClr>
                </a:gs>
                <a:gs pos="100000">
                  <a:srgbClr val="8100F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8695332">
              <a:off x="153312" y="1341155"/>
              <a:ext cx="700654" cy="603240"/>
            </a:xfrm>
            <a:prstGeom prst="ellipse">
              <a:avLst/>
            </a:prstGeom>
            <a:gradFill>
              <a:gsLst>
                <a:gs pos="0">
                  <a:srgbClr val="6C00BF">
                    <a:alpha val="21231"/>
                  </a:srgbClr>
                </a:gs>
                <a:gs pos="14286">
                  <a:srgbClr val="6C00BF">
                    <a:alpha val="19695"/>
                  </a:srgbClr>
                </a:gs>
                <a:gs pos="28571">
                  <a:srgbClr val="6C00BF">
                    <a:alpha val="15660"/>
                  </a:srgbClr>
                </a:gs>
                <a:gs pos="42857">
                  <a:srgbClr val="6C00BF">
                    <a:alpha val="10570"/>
                  </a:srgbClr>
                </a:gs>
                <a:gs pos="57143">
                  <a:srgbClr val="6C00BF">
                    <a:alpha val="6002"/>
                  </a:srgbClr>
                </a:gs>
                <a:gs pos="71429">
                  <a:srgbClr val="6C00BF">
                    <a:alpha val="2856"/>
                  </a:srgbClr>
                </a:gs>
                <a:gs pos="85714">
                  <a:srgbClr val="6C00BF">
                    <a:alpha val="1139"/>
                  </a:srgbClr>
                </a:gs>
                <a:gs pos="100000">
                  <a:srgbClr val="6C00B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6953162">
              <a:off x="-21571" y="1350218"/>
              <a:ext cx="638364" cy="542354"/>
            </a:xfrm>
            <a:prstGeom prst="ellipse">
              <a:avLst/>
            </a:prstGeom>
            <a:gradFill>
              <a:gsLst>
                <a:gs pos="0">
                  <a:srgbClr val="550094">
                    <a:alpha val="16231"/>
                  </a:srgbClr>
                </a:gs>
                <a:gs pos="14286">
                  <a:srgbClr val="550094">
                    <a:alpha val="15022"/>
                  </a:srgbClr>
                </a:gs>
                <a:gs pos="28571">
                  <a:srgbClr val="550094">
                    <a:alpha val="11873"/>
                  </a:srgbClr>
                </a:gs>
                <a:gs pos="42857">
                  <a:srgbClr val="550094">
                    <a:alpha val="7956"/>
                  </a:srgbClr>
                </a:gs>
                <a:gs pos="57143">
                  <a:srgbClr val="550094">
                    <a:alpha val="4490"/>
                  </a:srgbClr>
                </a:gs>
                <a:gs pos="71429">
                  <a:srgbClr val="550094">
                    <a:alpha val="2127"/>
                  </a:srgbClr>
                </a:gs>
                <a:gs pos="85714">
                  <a:srgbClr val="550094">
                    <a:alpha val="847"/>
                  </a:srgbClr>
                </a:gs>
                <a:gs pos="100000">
                  <a:srgbClr val="550094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8377444">
              <a:off x="-158781" y="1449942"/>
              <a:ext cx="595264" cy="381854"/>
            </a:xfrm>
            <a:prstGeom prst="ellipse">
              <a:avLst/>
            </a:prstGeom>
            <a:gradFill>
              <a:gsLst>
                <a:gs pos="0">
                  <a:srgbClr val="3D0060">
                    <a:alpha val="5959"/>
                  </a:srgbClr>
                </a:gs>
                <a:gs pos="14286">
                  <a:srgbClr val="3D0060">
                    <a:alpha val="5490"/>
                  </a:srgbClr>
                </a:gs>
                <a:gs pos="28571">
                  <a:srgbClr val="3D0060">
                    <a:alpha val="4290"/>
                  </a:srgbClr>
                </a:gs>
                <a:gs pos="42857">
                  <a:srgbClr val="3D0060">
                    <a:alpha val="2835"/>
                  </a:srgbClr>
                </a:gs>
                <a:gs pos="57143">
                  <a:srgbClr val="3D0060">
                    <a:alpha val="1581"/>
                  </a:srgbClr>
                </a:gs>
                <a:gs pos="71429">
                  <a:srgbClr val="3D0060">
                    <a:alpha val="743"/>
                  </a:srgbClr>
                </a:gs>
                <a:gs pos="85714">
                  <a:srgbClr val="3D0060">
                    <a:alpha val="295"/>
                  </a:srgbClr>
                </a:gs>
                <a:gs pos="100000">
                  <a:srgbClr val="3D006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2921557">
              <a:off x="2956742" y="1295135"/>
              <a:ext cx="667902" cy="397728"/>
            </a:xfrm>
            <a:prstGeom prst="ellipse">
              <a:avLst/>
            </a:prstGeom>
            <a:gradFill>
              <a:gsLst>
                <a:gs pos="0">
                  <a:srgbClr val="375500">
                    <a:alpha val="32968"/>
                  </a:srgbClr>
                </a:gs>
                <a:gs pos="14286">
                  <a:srgbClr val="375500">
                    <a:alpha val="30764"/>
                  </a:srgbClr>
                </a:gs>
                <a:gs pos="28571">
                  <a:srgbClr val="375500">
                    <a:alpha val="24833"/>
                  </a:srgbClr>
                </a:gs>
                <a:gs pos="42857">
                  <a:srgbClr val="375500">
                    <a:alpha val="17075"/>
                  </a:srgbClr>
                </a:gs>
                <a:gs pos="57143">
                  <a:srgbClr val="375500">
                    <a:alpha val="9855"/>
                  </a:srgbClr>
                </a:gs>
                <a:gs pos="71429">
                  <a:srgbClr val="375500">
                    <a:alpha val="4740"/>
                  </a:srgbClr>
                </a:gs>
                <a:gs pos="85714">
                  <a:srgbClr val="375500">
                    <a:alpha val="1902"/>
                  </a:srgbClr>
                </a:gs>
                <a:gs pos="100000">
                  <a:srgbClr val="375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3511008">
              <a:off x="2750799" y="1187010"/>
              <a:ext cx="644713" cy="568796"/>
            </a:xfrm>
            <a:prstGeom prst="ellipse">
              <a:avLst/>
            </a:prstGeom>
            <a:gradFill>
              <a:gsLst>
                <a:gs pos="0">
                  <a:srgbClr val="86CB00">
                    <a:alpha val="20267"/>
                  </a:srgbClr>
                </a:gs>
                <a:gs pos="14286">
                  <a:srgbClr val="86CB00">
                    <a:alpha val="18793"/>
                  </a:srgbClr>
                </a:gs>
                <a:gs pos="28571">
                  <a:srgbClr val="86CB00">
                    <a:alpha val="14925"/>
                  </a:srgbClr>
                </a:gs>
                <a:gs pos="42857">
                  <a:srgbClr val="86CB00">
                    <a:alpha val="10059"/>
                  </a:srgbClr>
                </a:gs>
                <a:gs pos="57143">
                  <a:srgbClr val="86CB00">
                    <a:alpha val="5705"/>
                  </a:srgbClr>
                </a:gs>
                <a:gs pos="71429">
                  <a:srgbClr val="86CB00">
                    <a:alpha val="2712"/>
                  </a:srgbClr>
                </a:gs>
                <a:gs pos="85714">
                  <a:srgbClr val="86CB00">
                    <a:alpha val="1081"/>
                  </a:srgbClr>
                </a:gs>
                <a:gs pos="100000">
                  <a:srgbClr val="86CB0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-10741162">
              <a:off x="2504546" y="1175288"/>
              <a:ext cx="679285" cy="604125"/>
            </a:xfrm>
            <a:prstGeom prst="ellipse">
              <a:avLst/>
            </a:prstGeom>
            <a:gradFill>
              <a:gsLst>
                <a:gs pos="0">
                  <a:srgbClr val="C1FF00">
                    <a:alpha val="15177"/>
                  </a:srgbClr>
                </a:gs>
                <a:gs pos="14286">
                  <a:srgbClr val="C1FF00">
                    <a:alpha val="14040"/>
                  </a:srgbClr>
                </a:gs>
                <a:gs pos="28571">
                  <a:srgbClr val="C1FF00">
                    <a:alpha val="11083"/>
                  </a:srgbClr>
                </a:gs>
                <a:gs pos="42857">
                  <a:srgbClr val="C1FF00">
                    <a:alpha val="7416"/>
                  </a:srgbClr>
                </a:gs>
                <a:gs pos="57143">
                  <a:srgbClr val="C1FF00">
                    <a:alpha val="4180"/>
                  </a:srgbClr>
                </a:gs>
                <a:gs pos="71429">
                  <a:srgbClr val="C1FF00">
                    <a:alpha val="1979"/>
                  </a:srgbClr>
                </a:gs>
                <a:gs pos="85714">
                  <a:srgbClr val="C1FF00">
                    <a:alpha val="787"/>
                  </a:srgbClr>
                </a:gs>
                <a:gs pos="100000">
                  <a:srgbClr val="C1FF00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6472928">
              <a:off x="2337587" y="1233527"/>
              <a:ext cx="692892" cy="614801"/>
            </a:xfrm>
            <a:prstGeom prst="ellipse">
              <a:avLst/>
            </a:prstGeom>
            <a:gradFill>
              <a:gsLst>
                <a:gs pos="0">
                  <a:srgbClr val="ACFF00">
                    <a:alpha val="32968"/>
                  </a:srgbClr>
                </a:gs>
                <a:gs pos="14286">
                  <a:srgbClr val="ACFF00">
                    <a:alpha val="30764"/>
                  </a:srgbClr>
                </a:gs>
                <a:gs pos="28571">
                  <a:srgbClr val="ACFF00">
                    <a:alpha val="24833"/>
                  </a:srgbClr>
                </a:gs>
                <a:gs pos="42857">
                  <a:srgbClr val="ACFF00">
                    <a:alpha val="17075"/>
                  </a:srgbClr>
                </a:gs>
                <a:gs pos="57143">
                  <a:srgbClr val="ACFF00">
                    <a:alpha val="9855"/>
                  </a:srgbClr>
                </a:gs>
                <a:gs pos="71429">
                  <a:srgbClr val="ACFF00">
                    <a:alpha val="4740"/>
                  </a:srgbClr>
                </a:gs>
                <a:gs pos="85714">
                  <a:srgbClr val="ACFF00">
                    <a:alpha val="1902"/>
                  </a:srgbClr>
                </a:gs>
                <a:gs pos="100000">
                  <a:srgbClr val="AC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9589284">
              <a:off x="2177668" y="1151935"/>
              <a:ext cx="670035" cy="649140"/>
            </a:xfrm>
            <a:prstGeom prst="ellipse">
              <a:avLst/>
            </a:prstGeom>
            <a:gradFill>
              <a:gsLst>
                <a:gs pos="0">
                  <a:srgbClr val="E3FF00">
                    <a:alpha val="29149"/>
                  </a:srgbClr>
                </a:gs>
                <a:gs pos="14286">
                  <a:srgbClr val="E3FF00">
                    <a:alpha val="27147"/>
                  </a:srgbClr>
                </a:gs>
                <a:gs pos="28571">
                  <a:srgbClr val="E3FF00">
                    <a:alpha val="21801"/>
                  </a:srgbClr>
                </a:gs>
                <a:gs pos="42857">
                  <a:srgbClr val="E3FF00">
                    <a:alpha val="14897"/>
                  </a:srgbClr>
                </a:gs>
                <a:gs pos="57143">
                  <a:srgbClr val="E3FF00">
                    <a:alpha val="8550"/>
                  </a:srgbClr>
                </a:gs>
                <a:gs pos="71429">
                  <a:srgbClr val="E3FF00">
                    <a:alpha val="4097"/>
                  </a:srgbClr>
                </a:gs>
                <a:gs pos="85714">
                  <a:srgbClr val="E3FF00">
                    <a:alpha val="1641"/>
                  </a:srgbClr>
                </a:gs>
                <a:gs pos="100000">
                  <a:srgbClr val="E3FF00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5510059">
              <a:off x="1922709" y="1190802"/>
              <a:ext cx="714161" cy="688681"/>
            </a:xfrm>
            <a:prstGeom prst="ellipse">
              <a:avLst/>
            </a:prstGeom>
            <a:gradFill>
              <a:gsLst>
                <a:gs pos="0">
                  <a:srgbClr val="FFFF7F">
                    <a:alpha val="30126"/>
                  </a:srgbClr>
                </a:gs>
                <a:gs pos="14286">
                  <a:srgbClr val="FFFF7F">
                    <a:alpha val="28070"/>
                  </a:srgbClr>
                </a:gs>
                <a:gs pos="28571">
                  <a:srgbClr val="FFFF7F">
                    <a:alpha val="22572"/>
                  </a:srgbClr>
                </a:gs>
                <a:gs pos="42857">
                  <a:srgbClr val="FFFF7F">
                    <a:alpha val="15447"/>
                  </a:srgbClr>
                </a:gs>
                <a:gs pos="57143">
                  <a:srgbClr val="FFFF7F">
                    <a:alpha val="8879"/>
                  </a:srgbClr>
                </a:gs>
                <a:gs pos="71429">
                  <a:srgbClr val="FFFF7F">
                    <a:alpha val="4259"/>
                  </a:srgbClr>
                </a:gs>
                <a:gs pos="85714">
                  <a:srgbClr val="FFFF7F">
                    <a:alpha val="1706"/>
                  </a:srgbClr>
                </a:gs>
                <a:gs pos="100000">
                  <a:srgbClr val="FFFF7F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3148051">
              <a:off x="1695874" y="1152769"/>
              <a:ext cx="692438" cy="656448"/>
            </a:xfrm>
            <a:prstGeom prst="ellipse">
              <a:avLst/>
            </a:prstGeom>
            <a:gradFill>
              <a:gsLst>
                <a:gs pos="0">
                  <a:srgbClr val="FFFF8D">
                    <a:alpha val="32968"/>
                  </a:srgbClr>
                </a:gs>
                <a:gs pos="14286">
                  <a:srgbClr val="FFFF8D">
                    <a:alpha val="30764"/>
                  </a:srgbClr>
                </a:gs>
                <a:gs pos="28571">
                  <a:srgbClr val="FFFF8D">
                    <a:alpha val="24833"/>
                  </a:srgbClr>
                </a:gs>
                <a:gs pos="42857">
                  <a:srgbClr val="FFFF8D">
                    <a:alpha val="17075"/>
                  </a:srgbClr>
                </a:gs>
                <a:gs pos="57143">
                  <a:srgbClr val="FFFF8D">
                    <a:alpha val="9855"/>
                  </a:srgbClr>
                </a:gs>
                <a:gs pos="71429">
                  <a:srgbClr val="FFFF8D">
                    <a:alpha val="4740"/>
                  </a:srgbClr>
                </a:gs>
                <a:gs pos="85714">
                  <a:srgbClr val="FFFF8D">
                    <a:alpha val="1902"/>
                  </a:srgbClr>
                </a:gs>
                <a:gs pos="100000">
                  <a:srgbClr val="FFFF8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-8215596">
              <a:off x="1544360" y="1152922"/>
              <a:ext cx="701320" cy="671821"/>
            </a:xfrm>
            <a:prstGeom prst="ellipse">
              <a:avLst/>
            </a:prstGeom>
            <a:gradFill>
              <a:gsLst>
                <a:gs pos="0">
                  <a:srgbClr val="FFFFEC">
                    <a:alpha val="31705"/>
                  </a:srgbClr>
                </a:gs>
                <a:gs pos="14286">
                  <a:srgbClr val="FFFFEC">
                    <a:alpha val="29566"/>
                  </a:srgbClr>
                </a:gs>
                <a:gs pos="28571">
                  <a:srgbClr val="FFFFEC">
                    <a:alpha val="23825"/>
                  </a:srgbClr>
                </a:gs>
                <a:gs pos="42857">
                  <a:srgbClr val="FFFFEC">
                    <a:alpha val="16348"/>
                  </a:srgbClr>
                </a:gs>
                <a:gs pos="57143">
                  <a:srgbClr val="FFFFEC">
                    <a:alpha val="9417"/>
                  </a:srgbClr>
                </a:gs>
                <a:gs pos="71429">
                  <a:srgbClr val="FFFFEC">
                    <a:alpha val="4524"/>
                  </a:srgbClr>
                </a:gs>
                <a:gs pos="85714">
                  <a:srgbClr val="FFFFEC">
                    <a:alpha val="1814"/>
                  </a:srgbClr>
                </a:gs>
                <a:gs pos="100000">
                  <a:srgbClr val="FFFFEC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7613597">
              <a:off x="1280247" y="1070623"/>
              <a:ext cx="721539" cy="6960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5677300">
              <a:off x="1129197" y="1091869"/>
              <a:ext cx="700552" cy="695276"/>
            </a:xfrm>
            <a:prstGeom prst="ellipse">
              <a:avLst/>
            </a:prstGeom>
            <a:gradFill>
              <a:gsLst>
                <a:gs pos="0">
                  <a:srgbClr val="FFA6FF">
                    <a:alpha val="32968"/>
                  </a:srgbClr>
                </a:gs>
                <a:gs pos="14286">
                  <a:srgbClr val="FFA6FF">
                    <a:alpha val="30764"/>
                  </a:srgbClr>
                </a:gs>
                <a:gs pos="28571">
                  <a:srgbClr val="FFA6FF">
                    <a:alpha val="24833"/>
                  </a:srgbClr>
                </a:gs>
                <a:gs pos="42857">
                  <a:srgbClr val="FFA6FF">
                    <a:alpha val="17075"/>
                  </a:srgbClr>
                </a:gs>
                <a:gs pos="57143">
                  <a:srgbClr val="FFA6FF">
                    <a:alpha val="9855"/>
                  </a:srgbClr>
                </a:gs>
                <a:gs pos="71429">
                  <a:srgbClr val="FFA6FF">
                    <a:alpha val="4740"/>
                  </a:srgbClr>
                </a:gs>
                <a:gs pos="85714">
                  <a:srgbClr val="FFA6FF">
                    <a:alpha val="1902"/>
                  </a:srgbClr>
                </a:gs>
                <a:gs pos="100000">
                  <a:srgbClr val="FFA6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-9057316">
              <a:off x="909929" y="1119187"/>
              <a:ext cx="701759" cy="676351"/>
            </a:xfrm>
            <a:prstGeom prst="ellipse">
              <a:avLst/>
            </a:prstGeom>
            <a:gradFill>
              <a:gsLst>
                <a:gs pos="0">
                  <a:srgbClr val="FF7CFF">
                    <a:alpha val="32968"/>
                  </a:srgbClr>
                </a:gs>
                <a:gs pos="14286">
                  <a:srgbClr val="FF7CFF">
                    <a:alpha val="30764"/>
                  </a:srgbClr>
                </a:gs>
                <a:gs pos="28571">
                  <a:srgbClr val="FF7CFF">
                    <a:alpha val="24833"/>
                  </a:srgbClr>
                </a:gs>
                <a:gs pos="42857">
                  <a:srgbClr val="FF7CFF">
                    <a:alpha val="17075"/>
                  </a:srgbClr>
                </a:gs>
                <a:gs pos="57143">
                  <a:srgbClr val="FF7CFF">
                    <a:alpha val="9855"/>
                  </a:srgbClr>
                </a:gs>
                <a:gs pos="71429">
                  <a:srgbClr val="FF7CFF">
                    <a:alpha val="4740"/>
                  </a:srgbClr>
                </a:gs>
                <a:gs pos="85714">
                  <a:srgbClr val="FF7CFF">
                    <a:alpha val="1902"/>
                  </a:srgbClr>
                </a:gs>
                <a:gs pos="100000">
                  <a:srgbClr val="FF7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7027302">
              <a:off x="746882" y="1106637"/>
              <a:ext cx="709947" cy="658632"/>
            </a:xfrm>
            <a:prstGeom prst="ellipse">
              <a:avLst/>
            </a:prstGeom>
            <a:gradFill>
              <a:gsLst>
                <a:gs pos="0">
                  <a:srgbClr val="FF50FF">
                    <a:alpha val="32968"/>
                  </a:srgbClr>
                </a:gs>
                <a:gs pos="14286">
                  <a:srgbClr val="FF50FF">
                    <a:alpha val="30764"/>
                  </a:srgbClr>
                </a:gs>
                <a:gs pos="28571">
                  <a:srgbClr val="FF50FF">
                    <a:alpha val="24833"/>
                  </a:srgbClr>
                </a:gs>
                <a:gs pos="42857">
                  <a:srgbClr val="FF50FF">
                    <a:alpha val="17075"/>
                  </a:srgbClr>
                </a:gs>
                <a:gs pos="57143">
                  <a:srgbClr val="FF50FF">
                    <a:alpha val="9855"/>
                  </a:srgbClr>
                </a:gs>
                <a:gs pos="71429">
                  <a:srgbClr val="FF50FF">
                    <a:alpha val="4740"/>
                  </a:srgbClr>
                </a:gs>
                <a:gs pos="85714">
                  <a:srgbClr val="FF50FF">
                    <a:alpha val="1902"/>
                  </a:srgbClr>
                </a:gs>
                <a:gs pos="100000">
                  <a:srgbClr val="FF5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3649378">
              <a:off x="567607" y="1168086"/>
              <a:ext cx="703244" cy="631754"/>
            </a:xfrm>
            <a:prstGeom prst="ellipse">
              <a:avLst/>
            </a:prstGeom>
            <a:gradFill>
              <a:gsLst>
                <a:gs pos="0">
                  <a:srgbClr val="C600FF">
                    <a:alpha val="32867"/>
                  </a:srgbClr>
                </a:gs>
                <a:gs pos="14286">
                  <a:srgbClr val="C600FF">
                    <a:alpha val="30668"/>
                  </a:srgbClr>
                </a:gs>
                <a:gs pos="28571">
                  <a:srgbClr val="C600FF">
                    <a:alpha val="24752"/>
                  </a:srgbClr>
                </a:gs>
                <a:gs pos="42857">
                  <a:srgbClr val="C600FF">
                    <a:alpha val="17017"/>
                  </a:srgbClr>
                </a:gs>
                <a:gs pos="57143">
                  <a:srgbClr val="C600FF">
                    <a:alpha val="9820"/>
                  </a:srgbClr>
                </a:gs>
                <a:gs pos="71429">
                  <a:srgbClr val="C600FF">
                    <a:alpha val="4723"/>
                  </a:srgbClr>
                </a:gs>
                <a:gs pos="85714">
                  <a:srgbClr val="C600FF">
                    <a:alpha val="1895"/>
                  </a:srgbClr>
                </a:gs>
                <a:gs pos="100000">
                  <a:srgbClr val="C600FF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9819011">
              <a:off x="371255" y="1171065"/>
              <a:ext cx="747244" cy="636924"/>
            </a:xfrm>
            <a:prstGeom prst="ellipse">
              <a:avLst/>
            </a:prstGeom>
            <a:gradFill>
              <a:gsLst>
                <a:gs pos="0">
                  <a:srgbClr val="B100FF">
                    <a:alpha val="30365"/>
                  </a:srgbClr>
                </a:gs>
                <a:gs pos="14286">
                  <a:srgbClr val="B100FF">
                    <a:alpha val="28296"/>
                  </a:srgbClr>
                </a:gs>
                <a:gs pos="28571">
                  <a:srgbClr val="B100FF">
                    <a:alpha val="22761"/>
                  </a:srgbClr>
                </a:gs>
                <a:gs pos="42857">
                  <a:srgbClr val="B100FF">
                    <a:alpha val="15583"/>
                  </a:srgbClr>
                </a:gs>
                <a:gs pos="57143">
                  <a:srgbClr val="B100FF">
                    <a:alpha val="8960"/>
                  </a:srgbClr>
                </a:gs>
                <a:gs pos="71429">
                  <a:srgbClr val="B100FF">
                    <a:alpha val="4299"/>
                  </a:srgbClr>
                </a:gs>
                <a:gs pos="85714">
                  <a:srgbClr val="B100FF">
                    <a:alpha val="1722"/>
                  </a:srgbClr>
                </a:gs>
                <a:gs pos="100000">
                  <a:srgbClr val="B100FF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3571199">
              <a:off x="168245" y="1098394"/>
              <a:ext cx="706332" cy="635485"/>
            </a:xfrm>
            <a:prstGeom prst="ellipse">
              <a:avLst/>
            </a:prstGeom>
            <a:gradFill>
              <a:gsLst>
                <a:gs pos="0">
                  <a:srgbClr val="8200B9">
                    <a:alpha val="26436"/>
                  </a:srgbClr>
                </a:gs>
                <a:gs pos="14286">
                  <a:srgbClr val="8200B9">
                    <a:alpha val="24586"/>
                  </a:srgbClr>
                </a:gs>
                <a:gs pos="28571">
                  <a:srgbClr val="8200B9">
                    <a:alpha val="19676"/>
                  </a:srgbClr>
                </a:gs>
                <a:gs pos="42857">
                  <a:srgbClr val="8200B9">
                    <a:alpha val="13386"/>
                  </a:srgbClr>
                </a:gs>
                <a:gs pos="57143">
                  <a:srgbClr val="8200B9">
                    <a:alpha val="7654"/>
                  </a:srgbClr>
                </a:gs>
                <a:gs pos="71429">
                  <a:srgbClr val="8200B9">
                    <a:alpha val="3659"/>
                  </a:srgbClr>
                </a:gs>
                <a:gs pos="85714">
                  <a:srgbClr val="8200B9">
                    <a:alpha val="1463"/>
                  </a:srgbClr>
                </a:gs>
                <a:gs pos="100000">
                  <a:srgbClr val="8200B9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7178865">
              <a:off x="-1522" y="1240823"/>
              <a:ext cx="595005" cy="454071"/>
            </a:xfrm>
            <a:prstGeom prst="ellipse">
              <a:avLst/>
            </a:prstGeom>
            <a:gradFill>
              <a:gsLst>
                <a:gs pos="0">
                  <a:srgbClr val="620093">
                    <a:alpha val="16806"/>
                  </a:srgbClr>
                </a:gs>
                <a:gs pos="14286">
                  <a:srgbClr val="620093">
                    <a:alpha val="15559"/>
                  </a:srgbClr>
                </a:gs>
                <a:gs pos="28571">
                  <a:srgbClr val="620093">
                    <a:alpha val="12305"/>
                  </a:srgbClr>
                </a:gs>
                <a:gs pos="42857">
                  <a:srgbClr val="620093">
                    <a:alpha val="8252"/>
                  </a:srgbClr>
                </a:gs>
                <a:gs pos="57143">
                  <a:srgbClr val="620093">
                    <a:alpha val="4660"/>
                  </a:srgbClr>
                </a:gs>
                <a:gs pos="71429">
                  <a:srgbClr val="620093">
                    <a:alpha val="2209"/>
                  </a:srgbClr>
                </a:gs>
                <a:gs pos="85714">
                  <a:srgbClr val="620093">
                    <a:alpha val="879"/>
                  </a:srgbClr>
                </a:gs>
                <a:gs pos="100000">
                  <a:srgbClr val="620093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-8153349">
              <a:off x="-181096" y="1196387"/>
              <a:ext cx="687238" cy="606232"/>
            </a:xfrm>
            <a:prstGeom prst="ellipse">
              <a:avLst/>
            </a:prstGeom>
            <a:gradFill>
              <a:gsLst>
                <a:gs pos="0">
                  <a:srgbClr val="000000">
                    <a:alpha val="20155"/>
                  </a:srgbClr>
                </a:gs>
                <a:gs pos="14286">
                  <a:srgbClr val="000000">
                    <a:alpha val="18688"/>
                  </a:srgbClr>
                </a:gs>
                <a:gs pos="28571">
                  <a:srgbClr val="000000">
                    <a:alpha val="14839"/>
                  </a:srgbClr>
                </a:gs>
                <a:gs pos="42857">
                  <a:srgbClr val="000000">
                    <a:alpha val="10000"/>
                  </a:srgbClr>
                </a:gs>
                <a:gs pos="57143">
                  <a:srgbClr val="000000">
                    <a:alpha val="5671"/>
                  </a:srgbClr>
                </a:gs>
                <a:gs pos="71429">
                  <a:srgbClr val="000000">
                    <a:alpha val="2696"/>
                  </a:srgbClr>
                </a:gs>
                <a:gs pos="85714">
                  <a:srgbClr val="000000">
                    <a:alpha val="1075"/>
                  </a:srgbClr>
                </a:gs>
                <a:gs pos="100000">
                  <a:srgbClr val="0000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6428098">
              <a:off x="2854065" y="1038099"/>
              <a:ext cx="672866" cy="555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47"/>
                  </a:srgbClr>
                </a:gs>
                <a:gs pos="14286">
                  <a:srgbClr val="000000">
                    <a:alpha val="30744"/>
                  </a:srgbClr>
                </a:gs>
                <a:gs pos="28571">
                  <a:srgbClr val="000000">
                    <a:alpha val="24816"/>
                  </a:srgbClr>
                </a:gs>
                <a:gs pos="42857">
                  <a:srgbClr val="000000">
                    <a:alpha val="17063"/>
                  </a:srgbClr>
                </a:gs>
                <a:gs pos="57143">
                  <a:srgbClr val="000000">
                    <a:alpha val="9847"/>
                  </a:srgbClr>
                </a:gs>
                <a:gs pos="71429">
                  <a:srgbClr val="000000">
                    <a:alpha val="4737"/>
                  </a:srgbClr>
                </a:gs>
                <a:gs pos="85714">
                  <a:srgbClr val="000000">
                    <a:alpha val="1901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3370367">
              <a:off x="2731652" y="1069431"/>
              <a:ext cx="710754" cy="473913"/>
            </a:xfrm>
            <a:prstGeom prst="ellipse">
              <a:avLst/>
            </a:prstGeom>
            <a:gradFill>
              <a:gsLst>
                <a:gs pos="0">
                  <a:srgbClr val="759400">
                    <a:alpha val="29733"/>
                  </a:srgbClr>
                </a:gs>
                <a:gs pos="14286">
                  <a:srgbClr val="759400">
                    <a:alpha val="27699"/>
                  </a:srgbClr>
                </a:gs>
                <a:gs pos="28571">
                  <a:srgbClr val="759400">
                    <a:alpha val="22262"/>
                  </a:srgbClr>
                </a:gs>
                <a:gs pos="42857">
                  <a:srgbClr val="759400">
                    <a:alpha val="15226"/>
                  </a:srgbClr>
                </a:gs>
                <a:gs pos="57143">
                  <a:srgbClr val="759400">
                    <a:alpha val="8746"/>
                  </a:srgbClr>
                </a:gs>
                <a:gs pos="71429">
                  <a:srgbClr val="759400">
                    <a:alpha val="4194"/>
                  </a:srgbClr>
                </a:gs>
                <a:gs pos="85714">
                  <a:srgbClr val="759400">
                    <a:alpha val="1680"/>
                  </a:srgbClr>
                </a:gs>
                <a:gs pos="100000">
                  <a:srgbClr val="759400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4796101">
              <a:off x="2554475" y="1024863"/>
              <a:ext cx="673494" cy="541423"/>
            </a:xfrm>
            <a:prstGeom prst="ellipse">
              <a:avLst/>
            </a:prstGeom>
            <a:gradFill>
              <a:gsLst>
                <a:gs pos="0">
                  <a:srgbClr val="D8F900">
                    <a:alpha val="11892"/>
                  </a:srgbClr>
                </a:gs>
                <a:gs pos="14286">
                  <a:srgbClr val="D8F900">
                    <a:alpha val="10985"/>
                  </a:srgbClr>
                </a:gs>
                <a:gs pos="28571">
                  <a:srgbClr val="D8F900">
                    <a:alpha val="8639"/>
                  </a:srgbClr>
                </a:gs>
                <a:gs pos="42857">
                  <a:srgbClr val="D8F900">
                    <a:alpha val="5754"/>
                  </a:srgbClr>
                </a:gs>
                <a:gs pos="57143">
                  <a:srgbClr val="D8F900">
                    <a:alpha val="3230"/>
                  </a:srgbClr>
                </a:gs>
                <a:gs pos="71429">
                  <a:srgbClr val="D8F900">
                    <a:alpha val="1525"/>
                  </a:srgbClr>
                </a:gs>
                <a:gs pos="85714">
                  <a:srgbClr val="D8F900">
                    <a:alpha val="606"/>
                  </a:srgbClr>
                </a:gs>
                <a:gs pos="100000">
                  <a:srgbClr val="D8F900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5557300">
              <a:off x="2329942" y="951263"/>
              <a:ext cx="667659" cy="641976"/>
            </a:xfrm>
            <a:prstGeom prst="ellipse">
              <a:avLst/>
            </a:prstGeom>
            <a:gradFill>
              <a:gsLst>
                <a:gs pos="0">
                  <a:srgbClr val="FFFF00">
                    <a:alpha val="31700"/>
                  </a:srgbClr>
                </a:gs>
                <a:gs pos="14286">
                  <a:srgbClr val="FFFF00">
                    <a:alpha val="29561"/>
                  </a:srgbClr>
                </a:gs>
                <a:gs pos="28571">
                  <a:srgbClr val="FFFF00">
                    <a:alpha val="23821"/>
                  </a:srgbClr>
                </a:gs>
                <a:gs pos="42857">
                  <a:srgbClr val="FFFF00">
                    <a:alpha val="16345"/>
                  </a:srgbClr>
                </a:gs>
                <a:gs pos="57143">
                  <a:srgbClr val="FFFF00">
                    <a:alpha val="9416"/>
                  </a:srgbClr>
                </a:gs>
                <a:gs pos="71429">
                  <a:srgbClr val="FFFF00">
                    <a:alpha val="4523"/>
                  </a:srgbClr>
                </a:gs>
                <a:gs pos="85714">
                  <a:srgbClr val="FFFF00">
                    <a:alpha val="1814"/>
                  </a:srgbClr>
                </a:gs>
                <a:gs pos="100000">
                  <a:srgbClr val="FFFF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6918452">
              <a:off x="2100804" y="1009419"/>
              <a:ext cx="667573" cy="639965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-10551757">
              <a:off x="1884480" y="986236"/>
              <a:ext cx="714131" cy="692619"/>
            </a:xfrm>
            <a:prstGeom prst="ellipse">
              <a:avLst/>
            </a:prstGeom>
            <a:gradFill>
              <a:gsLst>
                <a:gs pos="0">
                  <a:srgbClr val="FFFF5E">
                    <a:alpha val="32559"/>
                  </a:srgbClr>
                </a:gs>
                <a:gs pos="14286">
                  <a:srgbClr val="FFFF5E">
                    <a:alpha val="30376"/>
                  </a:srgbClr>
                </a:gs>
                <a:gs pos="28571">
                  <a:srgbClr val="FFFF5E">
                    <a:alpha val="24506"/>
                  </a:srgbClr>
                </a:gs>
                <a:gs pos="42857">
                  <a:srgbClr val="FFFF5E">
                    <a:alpha val="16839"/>
                  </a:srgbClr>
                </a:gs>
                <a:gs pos="57143">
                  <a:srgbClr val="FFFF5E">
                    <a:alpha val="9713"/>
                  </a:srgbClr>
                </a:gs>
                <a:gs pos="71429">
                  <a:srgbClr val="FFFF5E">
                    <a:alpha val="4670"/>
                  </a:srgbClr>
                </a:gs>
                <a:gs pos="85714">
                  <a:srgbClr val="FFFF5E">
                    <a:alpha val="1873"/>
                  </a:srgbClr>
                </a:gs>
                <a:gs pos="100000">
                  <a:srgbClr val="FFFF5E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8623668">
              <a:off x="1655264" y="989651"/>
              <a:ext cx="739408" cy="612886"/>
            </a:xfrm>
            <a:prstGeom prst="ellipse">
              <a:avLst/>
            </a:prstGeom>
            <a:gradFill>
              <a:gsLst>
                <a:gs pos="0">
                  <a:srgbClr val="FFD27C">
                    <a:alpha val="32968"/>
                  </a:srgbClr>
                </a:gs>
                <a:gs pos="14286">
                  <a:srgbClr val="FFD27C">
                    <a:alpha val="30764"/>
                  </a:srgbClr>
                </a:gs>
                <a:gs pos="28571">
                  <a:srgbClr val="FFD27C">
                    <a:alpha val="24833"/>
                  </a:srgbClr>
                </a:gs>
                <a:gs pos="42857">
                  <a:srgbClr val="FFD27C">
                    <a:alpha val="17075"/>
                  </a:srgbClr>
                </a:gs>
                <a:gs pos="57143">
                  <a:srgbClr val="FFD27C">
                    <a:alpha val="9855"/>
                  </a:srgbClr>
                </a:gs>
                <a:gs pos="71429">
                  <a:srgbClr val="FFD27C">
                    <a:alpha val="4740"/>
                  </a:srgbClr>
                </a:gs>
                <a:gs pos="85714">
                  <a:srgbClr val="FFD27C">
                    <a:alpha val="1902"/>
                  </a:srgbClr>
                </a:gs>
                <a:gs pos="100000">
                  <a:srgbClr val="FFD2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5285324">
              <a:off x="1469592" y="898526"/>
              <a:ext cx="748780" cy="744348"/>
            </a:xfrm>
            <a:prstGeom prst="ellipse">
              <a:avLst/>
            </a:prstGeom>
            <a:gradFill>
              <a:gsLst>
                <a:gs pos="0">
                  <a:srgbClr val="FFAE94">
                    <a:alpha val="32968"/>
                  </a:srgbClr>
                </a:gs>
                <a:gs pos="14286">
                  <a:srgbClr val="FFAE94">
                    <a:alpha val="30764"/>
                  </a:srgbClr>
                </a:gs>
                <a:gs pos="28571">
                  <a:srgbClr val="FFAE94">
                    <a:alpha val="24833"/>
                  </a:srgbClr>
                </a:gs>
                <a:gs pos="42857">
                  <a:srgbClr val="FFAE94">
                    <a:alpha val="17075"/>
                  </a:srgbClr>
                </a:gs>
                <a:gs pos="57143">
                  <a:srgbClr val="FFAE94">
                    <a:alpha val="9855"/>
                  </a:srgbClr>
                </a:gs>
                <a:gs pos="71429">
                  <a:srgbClr val="FFAE94">
                    <a:alpha val="4740"/>
                  </a:srgbClr>
                </a:gs>
                <a:gs pos="85714">
                  <a:srgbClr val="FFAE94">
                    <a:alpha val="1902"/>
                  </a:srgbClr>
                </a:gs>
                <a:gs pos="100000">
                  <a:srgbClr val="FFAE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6611334">
              <a:off x="1315935" y="932920"/>
              <a:ext cx="738831" cy="706667"/>
            </a:xfrm>
            <a:prstGeom prst="ellipse">
              <a:avLst/>
            </a:prstGeom>
            <a:gradFill>
              <a:gsLst>
                <a:gs pos="0">
                  <a:srgbClr val="FF8C98">
                    <a:alpha val="32968"/>
                  </a:srgbClr>
                </a:gs>
                <a:gs pos="14286">
                  <a:srgbClr val="FF8C98">
                    <a:alpha val="30764"/>
                  </a:srgbClr>
                </a:gs>
                <a:gs pos="28571">
                  <a:srgbClr val="FF8C98">
                    <a:alpha val="24833"/>
                  </a:srgbClr>
                </a:gs>
                <a:gs pos="42857">
                  <a:srgbClr val="FF8C98">
                    <a:alpha val="17075"/>
                  </a:srgbClr>
                </a:gs>
                <a:gs pos="57143">
                  <a:srgbClr val="FF8C98">
                    <a:alpha val="9855"/>
                  </a:srgbClr>
                </a:gs>
                <a:gs pos="71429">
                  <a:srgbClr val="FF8C98">
                    <a:alpha val="4740"/>
                  </a:srgbClr>
                </a:gs>
                <a:gs pos="85714">
                  <a:srgbClr val="FF8C98">
                    <a:alpha val="1902"/>
                  </a:srgbClr>
                </a:gs>
                <a:gs pos="100000">
                  <a:srgbClr val="FF8C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-8420571">
              <a:off x="1129210" y="896646"/>
              <a:ext cx="721778" cy="679267"/>
            </a:xfrm>
            <a:prstGeom prst="ellipse">
              <a:avLst/>
            </a:prstGeom>
            <a:gradFill>
              <a:gsLst>
                <a:gs pos="0">
                  <a:srgbClr val="FF86CE">
                    <a:alpha val="32968"/>
                  </a:srgbClr>
                </a:gs>
                <a:gs pos="14286">
                  <a:srgbClr val="FF86CE">
                    <a:alpha val="30764"/>
                  </a:srgbClr>
                </a:gs>
                <a:gs pos="28571">
                  <a:srgbClr val="FF86CE">
                    <a:alpha val="24833"/>
                  </a:srgbClr>
                </a:gs>
                <a:gs pos="42857">
                  <a:srgbClr val="FF86CE">
                    <a:alpha val="17075"/>
                  </a:srgbClr>
                </a:gs>
                <a:gs pos="57143">
                  <a:srgbClr val="FF86CE">
                    <a:alpha val="9855"/>
                  </a:srgbClr>
                </a:gs>
                <a:gs pos="71429">
                  <a:srgbClr val="FF86CE">
                    <a:alpha val="4740"/>
                  </a:srgbClr>
                </a:gs>
                <a:gs pos="85714">
                  <a:srgbClr val="FF86CE">
                    <a:alpha val="1902"/>
                  </a:srgbClr>
                </a:gs>
                <a:gs pos="100000">
                  <a:srgbClr val="FF86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-9875087">
              <a:off x="934478" y="898440"/>
              <a:ext cx="707765" cy="635972"/>
            </a:xfrm>
            <a:prstGeom prst="ellipse">
              <a:avLst/>
            </a:prstGeom>
            <a:gradFill>
              <a:gsLst>
                <a:gs pos="0">
                  <a:srgbClr val="FF53E7">
                    <a:alpha val="32968"/>
                  </a:srgbClr>
                </a:gs>
                <a:gs pos="14286">
                  <a:srgbClr val="FF53E7">
                    <a:alpha val="30764"/>
                  </a:srgbClr>
                </a:gs>
                <a:gs pos="28571">
                  <a:srgbClr val="FF53E7">
                    <a:alpha val="24833"/>
                  </a:srgbClr>
                </a:gs>
                <a:gs pos="42857">
                  <a:srgbClr val="FF53E7">
                    <a:alpha val="17075"/>
                  </a:srgbClr>
                </a:gs>
                <a:gs pos="57143">
                  <a:srgbClr val="FF53E7">
                    <a:alpha val="9855"/>
                  </a:srgbClr>
                </a:gs>
                <a:gs pos="71429">
                  <a:srgbClr val="FF53E7">
                    <a:alpha val="4740"/>
                  </a:srgbClr>
                </a:gs>
                <a:gs pos="85714">
                  <a:srgbClr val="FF53E7">
                    <a:alpha val="1902"/>
                  </a:srgbClr>
                </a:gs>
                <a:gs pos="100000">
                  <a:srgbClr val="FF53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6525764">
              <a:off x="753026" y="912445"/>
              <a:ext cx="701197" cy="655530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9157109">
              <a:off x="599041" y="972550"/>
              <a:ext cx="687012" cy="649172"/>
            </a:xfrm>
            <a:prstGeom prst="ellipse">
              <a:avLst/>
            </a:prstGeom>
            <a:gradFill>
              <a:gsLst>
                <a:gs pos="0">
                  <a:srgbClr val="FF00FF">
                    <a:alpha val="32968"/>
                  </a:srgbClr>
                </a:gs>
                <a:gs pos="14286">
                  <a:srgbClr val="FF00FF">
                    <a:alpha val="30764"/>
                  </a:srgbClr>
                </a:gs>
                <a:gs pos="28571">
                  <a:srgbClr val="FF00FF">
                    <a:alpha val="24833"/>
                  </a:srgbClr>
                </a:gs>
                <a:gs pos="42857">
                  <a:srgbClr val="FF00FF">
                    <a:alpha val="17075"/>
                  </a:srgbClr>
                </a:gs>
                <a:gs pos="57143">
                  <a:srgbClr val="FF00FF">
                    <a:alpha val="9855"/>
                  </a:srgbClr>
                </a:gs>
                <a:gs pos="71429">
                  <a:srgbClr val="FF00FF">
                    <a:alpha val="4740"/>
                  </a:srgbClr>
                </a:gs>
                <a:gs pos="85714">
                  <a:srgbClr val="FF00FF">
                    <a:alpha val="1902"/>
                  </a:srgbClr>
                </a:gs>
                <a:gs pos="100000">
                  <a:srgbClr val="FF0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9108357">
              <a:off x="299854" y="897786"/>
              <a:ext cx="692981" cy="660497"/>
            </a:xfrm>
            <a:prstGeom prst="ellipse">
              <a:avLst/>
            </a:prstGeom>
            <a:gradFill>
              <a:gsLst>
                <a:gs pos="0">
                  <a:srgbClr val="E100FF">
                    <a:alpha val="27524"/>
                  </a:srgbClr>
                </a:gs>
                <a:gs pos="14286">
                  <a:srgbClr val="E100FF">
                    <a:alpha val="25612"/>
                  </a:srgbClr>
                </a:gs>
                <a:gs pos="28571">
                  <a:srgbClr val="E100FF">
                    <a:alpha val="20526"/>
                  </a:srgbClr>
                </a:gs>
                <a:gs pos="42857">
                  <a:srgbClr val="E100FF">
                    <a:alpha val="13988"/>
                  </a:srgbClr>
                </a:gs>
                <a:gs pos="57143">
                  <a:srgbClr val="E100FF">
                    <a:alpha val="8011"/>
                  </a:srgbClr>
                </a:gs>
                <a:gs pos="71429">
                  <a:srgbClr val="E100FF">
                    <a:alpha val="3833"/>
                  </a:srgbClr>
                </a:gs>
                <a:gs pos="85714">
                  <a:srgbClr val="E100FF">
                    <a:alpha val="1534"/>
                  </a:srgbClr>
                </a:gs>
                <a:gs pos="100000">
                  <a:srgbClr val="E100FF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6877367">
              <a:off x="216227" y="935755"/>
              <a:ext cx="702817" cy="577666"/>
            </a:xfrm>
            <a:prstGeom prst="ellipse">
              <a:avLst/>
            </a:prstGeom>
            <a:gradFill>
              <a:gsLst>
                <a:gs pos="0">
                  <a:srgbClr val="4A005A">
                    <a:alpha val="24876"/>
                  </a:srgbClr>
                </a:gs>
                <a:gs pos="14286">
                  <a:srgbClr val="4A005A">
                    <a:alpha val="23118"/>
                  </a:srgbClr>
                </a:gs>
                <a:gs pos="28571">
                  <a:srgbClr val="4A005A">
                    <a:alpha val="18464"/>
                  </a:srgbClr>
                </a:gs>
                <a:gs pos="42857">
                  <a:srgbClr val="4A005A">
                    <a:alpha val="12531"/>
                  </a:srgbClr>
                </a:gs>
                <a:gs pos="57143">
                  <a:srgbClr val="4A005A">
                    <a:alpha val="7150"/>
                  </a:srgbClr>
                </a:gs>
                <a:gs pos="71429">
                  <a:srgbClr val="4A005A">
                    <a:alpha val="3413"/>
                  </a:srgbClr>
                </a:gs>
                <a:gs pos="85714">
                  <a:srgbClr val="4A005A">
                    <a:alpha val="1364"/>
                  </a:srgbClr>
                </a:gs>
                <a:gs pos="100000">
                  <a:srgbClr val="4A005A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5413714">
              <a:off x="-16607" y="1067423"/>
              <a:ext cx="707142" cy="425067"/>
            </a:xfrm>
            <a:prstGeom prst="ellipse">
              <a:avLst/>
            </a:prstGeom>
            <a:gradFill>
              <a:gsLst>
                <a:gs pos="0">
                  <a:srgbClr val="59006A">
                    <a:alpha val="26950"/>
                  </a:srgbClr>
                </a:gs>
                <a:gs pos="14286">
                  <a:srgbClr val="59006A">
                    <a:alpha val="25071"/>
                  </a:srgbClr>
                </a:gs>
                <a:gs pos="28571">
                  <a:srgbClr val="59006A">
                    <a:alpha val="20077"/>
                  </a:srgbClr>
                </a:gs>
                <a:gs pos="42857">
                  <a:srgbClr val="59006A">
                    <a:alpha val="13670"/>
                  </a:srgbClr>
                </a:gs>
                <a:gs pos="57143">
                  <a:srgbClr val="59006A">
                    <a:alpha val="7822"/>
                  </a:srgbClr>
                </a:gs>
                <a:gs pos="71429">
                  <a:srgbClr val="59006A">
                    <a:alpha val="3741"/>
                  </a:srgbClr>
                </a:gs>
                <a:gs pos="85714">
                  <a:srgbClr val="59006A">
                    <a:alpha val="1496"/>
                  </a:srgbClr>
                </a:gs>
                <a:gs pos="100000">
                  <a:srgbClr val="59006A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3524446">
              <a:off x="2683198" y="835932"/>
              <a:ext cx="685761" cy="450001"/>
            </a:xfrm>
            <a:prstGeom prst="ellipse">
              <a:avLst/>
            </a:prstGeom>
            <a:gradFill>
              <a:gsLst>
                <a:gs pos="0">
                  <a:srgbClr val="7F8100">
                    <a:alpha val="32968"/>
                  </a:srgbClr>
                </a:gs>
                <a:gs pos="14286">
                  <a:srgbClr val="7F8100">
                    <a:alpha val="30764"/>
                  </a:srgbClr>
                </a:gs>
                <a:gs pos="28571">
                  <a:srgbClr val="7F8100">
                    <a:alpha val="24833"/>
                  </a:srgbClr>
                </a:gs>
                <a:gs pos="42857">
                  <a:srgbClr val="7F8100">
                    <a:alpha val="17075"/>
                  </a:srgbClr>
                </a:gs>
                <a:gs pos="57143">
                  <a:srgbClr val="7F8100">
                    <a:alpha val="9855"/>
                  </a:srgbClr>
                </a:gs>
                <a:gs pos="71429">
                  <a:srgbClr val="7F8100">
                    <a:alpha val="4740"/>
                  </a:srgbClr>
                </a:gs>
                <a:gs pos="85714">
                  <a:srgbClr val="7F8100">
                    <a:alpha val="1902"/>
                  </a:srgbClr>
                </a:gs>
                <a:gs pos="100000">
                  <a:srgbClr val="7F8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2957574">
              <a:off x="2539600" y="870536"/>
              <a:ext cx="627431" cy="498377"/>
            </a:xfrm>
            <a:prstGeom prst="ellipse">
              <a:avLst/>
            </a:prstGeom>
            <a:gradFill>
              <a:gsLst>
                <a:gs pos="0">
                  <a:srgbClr val="D4D400">
                    <a:alpha val="16524"/>
                  </a:srgbClr>
                </a:gs>
                <a:gs pos="14286">
                  <a:srgbClr val="D4D400">
                    <a:alpha val="15295"/>
                  </a:srgbClr>
                </a:gs>
                <a:gs pos="28571">
                  <a:srgbClr val="D4D400">
                    <a:alpha val="12093"/>
                  </a:srgbClr>
                </a:gs>
                <a:gs pos="42857">
                  <a:srgbClr val="D4D400">
                    <a:alpha val="8107"/>
                  </a:srgbClr>
                </a:gs>
                <a:gs pos="57143">
                  <a:srgbClr val="D4D400">
                    <a:alpha val="4576"/>
                  </a:srgbClr>
                </a:gs>
                <a:gs pos="71429">
                  <a:srgbClr val="D4D400">
                    <a:alpha val="2169"/>
                  </a:srgbClr>
                </a:gs>
                <a:gs pos="85714">
                  <a:srgbClr val="D4D400">
                    <a:alpha val="863"/>
                  </a:srgbClr>
                </a:gs>
                <a:gs pos="100000">
                  <a:srgbClr val="D4D40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9144773">
              <a:off x="2361892" y="741660"/>
              <a:ext cx="674210" cy="562749"/>
            </a:xfrm>
            <a:prstGeom prst="ellipse">
              <a:avLst/>
            </a:prstGeom>
            <a:gradFill>
              <a:gsLst>
                <a:gs pos="0">
                  <a:srgbClr val="FFD800">
                    <a:alpha val="12644"/>
                  </a:srgbClr>
                </a:gs>
                <a:gs pos="14286">
                  <a:srgbClr val="FFD800">
                    <a:alpha val="11683"/>
                  </a:srgbClr>
                </a:gs>
                <a:gs pos="28571">
                  <a:srgbClr val="FFD800">
                    <a:alpha val="9196"/>
                  </a:srgbClr>
                </a:gs>
                <a:gs pos="42857">
                  <a:srgbClr val="FFD800">
                    <a:alpha val="6131"/>
                  </a:srgbClr>
                </a:gs>
                <a:gs pos="57143">
                  <a:srgbClr val="FFD800">
                    <a:alpha val="3445"/>
                  </a:srgbClr>
                </a:gs>
                <a:gs pos="71429">
                  <a:srgbClr val="FFD800">
                    <a:alpha val="1628"/>
                  </a:srgbClr>
                </a:gs>
                <a:gs pos="85714">
                  <a:srgbClr val="FFD800">
                    <a:alpha val="647"/>
                  </a:srgbClr>
                </a:gs>
                <a:gs pos="100000">
                  <a:srgbClr val="FFD8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10688487">
              <a:off x="2091874" y="802723"/>
              <a:ext cx="689535" cy="617710"/>
            </a:xfrm>
            <a:prstGeom prst="ellipse">
              <a:avLst/>
            </a:prstGeom>
            <a:gradFill>
              <a:gsLst>
                <a:gs pos="0">
                  <a:srgbClr val="FFF200">
                    <a:alpha val="32399"/>
                  </a:srgbClr>
                </a:gs>
                <a:gs pos="14286">
                  <a:srgbClr val="FFF200">
                    <a:alpha val="30224"/>
                  </a:srgbClr>
                </a:gs>
                <a:gs pos="28571">
                  <a:srgbClr val="FFF200">
                    <a:alpha val="24379"/>
                  </a:srgbClr>
                </a:gs>
                <a:gs pos="42857">
                  <a:srgbClr val="FFF200">
                    <a:alpha val="16747"/>
                  </a:srgbClr>
                </a:gs>
                <a:gs pos="57143">
                  <a:srgbClr val="FFF200">
                    <a:alpha val="9657"/>
                  </a:srgbClr>
                </a:gs>
                <a:gs pos="71429">
                  <a:srgbClr val="FFF200">
                    <a:alpha val="4643"/>
                  </a:srgbClr>
                </a:gs>
                <a:gs pos="85714">
                  <a:srgbClr val="FFF200">
                    <a:alpha val="1862"/>
                  </a:srgbClr>
                </a:gs>
                <a:gs pos="100000">
                  <a:srgbClr val="FFF2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7360237">
              <a:off x="1886039" y="711623"/>
              <a:ext cx="732785" cy="695903"/>
            </a:xfrm>
            <a:prstGeom prst="ellipse">
              <a:avLst/>
            </a:prstGeom>
            <a:gradFill>
              <a:gsLst>
                <a:gs pos="0">
                  <a:srgbClr val="FF9D00">
                    <a:alpha val="32968"/>
                  </a:srgbClr>
                </a:gs>
                <a:gs pos="14286">
                  <a:srgbClr val="FF9D00">
                    <a:alpha val="30764"/>
                  </a:srgbClr>
                </a:gs>
                <a:gs pos="28571">
                  <a:srgbClr val="FF9D00">
                    <a:alpha val="24833"/>
                  </a:srgbClr>
                </a:gs>
                <a:gs pos="42857">
                  <a:srgbClr val="FF9D00">
                    <a:alpha val="17075"/>
                  </a:srgbClr>
                </a:gs>
                <a:gs pos="57143">
                  <a:srgbClr val="FF9D00">
                    <a:alpha val="9855"/>
                  </a:srgbClr>
                </a:gs>
                <a:gs pos="71429">
                  <a:srgbClr val="FF9D00">
                    <a:alpha val="4740"/>
                  </a:srgbClr>
                </a:gs>
                <a:gs pos="85714">
                  <a:srgbClr val="FF9D00">
                    <a:alpha val="1902"/>
                  </a:srgbClr>
                </a:gs>
                <a:gs pos="100000">
                  <a:srgbClr val="FF9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-9650588">
              <a:off x="1661948" y="710274"/>
              <a:ext cx="719127" cy="680229"/>
            </a:xfrm>
            <a:prstGeom prst="ellipse">
              <a:avLst/>
            </a:prstGeom>
            <a:gradFill>
              <a:gsLst>
                <a:gs pos="0">
                  <a:srgbClr val="FFCA31">
                    <a:alpha val="32968"/>
                  </a:srgbClr>
                </a:gs>
                <a:gs pos="14286">
                  <a:srgbClr val="FFCA31">
                    <a:alpha val="30764"/>
                  </a:srgbClr>
                </a:gs>
                <a:gs pos="28571">
                  <a:srgbClr val="FFCA31">
                    <a:alpha val="24833"/>
                  </a:srgbClr>
                </a:gs>
                <a:gs pos="42857">
                  <a:srgbClr val="FFCA31">
                    <a:alpha val="17075"/>
                  </a:srgbClr>
                </a:gs>
                <a:gs pos="57143">
                  <a:srgbClr val="FFCA31">
                    <a:alpha val="9855"/>
                  </a:srgbClr>
                </a:gs>
                <a:gs pos="71429">
                  <a:srgbClr val="FFCA31">
                    <a:alpha val="4740"/>
                  </a:srgbClr>
                </a:gs>
                <a:gs pos="85714">
                  <a:srgbClr val="FFCA31">
                    <a:alpha val="1902"/>
                  </a:srgbClr>
                </a:gs>
                <a:gs pos="100000">
                  <a:srgbClr val="FFCA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-10433708">
              <a:off x="1530492" y="732019"/>
              <a:ext cx="741016" cy="707861"/>
            </a:xfrm>
            <a:prstGeom prst="ellipse">
              <a:avLst/>
            </a:prstGeom>
            <a:gradFill>
              <a:gsLst>
                <a:gs pos="0">
                  <a:srgbClr val="FF7160">
                    <a:alpha val="32968"/>
                  </a:srgbClr>
                </a:gs>
                <a:gs pos="14286">
                  <a:srgbClr val="FF7160">
                    <a:alpha val="30764"/>
                  </a:srgbClr>
                </a:gs>
                <a:gs pos="28571">
                  <a:srgbClr val="FF7160">
                    <a:alpha val="24833"/>
                  </a:srgbClr>
                </a:gs>
                <a:gs pos="42857">
                  <a:srgbClr val="FF7160">
                    <a:alpha val="17075"/>
                  </a:srgbClr>
                </a:gs>
                <a:gs pos="57143">
                  <a:srgbClr val="FF7160">
                    <a:alpha val="9855"/>
                  </a:srgbClr>
                </a:gs>
                <a:gs pos="71429">
                  <a:srgbClr val="FF7160">
                    <a:alpha val="4740"/>
                  </a:srgbClr>
                </a:gs>
                <a:gs pos="85714">
                  <a:srgbClr val="FF7160">
                    <a:alpha val="1902"/>
                  </a:srgbClr>
                </a:gs>
                <a:gs pos="100000">
                  <a:srgbClr val="FF716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-9843222">
              <a:off x="1261486" y="723268"/>
              <a:ext cx="747659" cy="724625"/>
            </a:xfrm>
            <a:prstGeom prst="ellipse">
              <a:avLst/>
            </a:prstGeom>
            <a:gradFill>
              <a:gsLst>
                <a:gs pos="0">
                  <a:srgbClr val="FF5652">
                    <a:alpha val="32968"/>
                  </a:srgbClr>
                </a:gs>
                <a:gs pos="14286">
                  <a:srgbClr val="FF5652">
                    <a:alpha val="30764"/>
                  </a:srgbClr>
                </a:gs>
                <a:gs pos="28571">
                  <a:srgbClr val="FF5652">
                    <a:alpha val="24833"/>
                  </a:srgbClr>
                </a:gs>
                <a:gs pos="42857">
                  <a:srgbClr val="FF5652">
                    <a:alpha val="17075"/>
                  </a:srgbClr>
                </a:gs>
                <a:gs pos="57143">
                  <a:srgbClr val="FF5652">
                    <a:alpha val="9855"/>
                  </a:srgbClr>
                </a:gs>
                <a:gs pos="71429">
                  <a:srgbClr val="FF5652">
                    <a:alpha val="4740"/>
                  </a:srgbClr>
                </a:gs>
                <a:gs pos="85714">
                  <a:srgbClr val="FF5652">
                    <a:alpha val="1902"/>
                  </a:srgbClr>
                </a:gs>
                <a:gs pos="100000">
                  <a:srgbClr val="FF56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8979663">
              <a:off x="1155642" y="712584"/>
              <a:ext cx="752116" cy="699132"/>
            </a:xfrm>
            <a:prstGeom prst="ellipse">
              <a:avLst/>
            </a:prstGeom>
            <a:gradFill>
              <a:gsLst>
                <a:gs pos="0">
                  <a:srgbClr val="FF509B">
                    <a:alpha val="32968"/>
                  </a:srgbClr>
                </a:gs>
                <a:gs pos="14286">
                  <a:srgbClr val="FF509B">
                    <a:alpha val="30764"/>
                  </a:srgbClr>
                </a:gs>
                <a:gs pos="28571">
                  <a:srgbClr val="FF509B">
                    <a:alpha val="24833"/>
                  </a:srgbClr>
                </a:gs>
                <a:gs pos="42857">
                  <a:srgbClr val="FF509B">
                    <a:alpha val="17075"/>
                  </a:srgbClr>
                </a:gs>
                <a:gs pos="57143">
                  <a:srgbClr val="FF509B">
                    <a:alpha val="9855"/>
                  </a:srgbClr>
                </a:gs>
                <a:gs pos="71429">
                  <a:srgbClr val="FF509B">
                    <a:alpha val="4740"/>
                  </a:srgbClr>
                </a:gs>
                <a:gs pos="85714">
                  <a:srgbClr val="FF509B">
                    <a:alpha val="1902"/>
                  </a:srgbClr>
                </a:gs>
                <a:gs pos="100000">
                  <a:srgbClr val="FF50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4365865">
              <a:off x="919299" y="695448"/>
              <a:ext cx="730176" cy="706722"/>
            </a:xfrm>
            <a:prstGeom prst="ellipse">
              <a:avLst/>
            </a:prstGeom>
            <a:gradFill>
              <a:gsLst>
                <a:gs pos="0">
                  <a:srgbClr val="FF009C">
                    <a:alpha val="32968"/>
                  </a:srgbClr>
                </a:gs>
                <a:gs pos="14286">
                  <a:srgbClr val="FF009C">
                    <a:alpha val="30764"/>
                  </a:srgbClr>
                </a:gs>
                <a:gs pos="28571">
                  <a:srgbClr val="FF009C">
                    <a:alpha val="24833"/>
                  </a:srgbClr>
                </a:gs>
                <a:gs pos="42857">
                  <a:srgbClr val="FF009C">
                    <a:alpha val="17075"/>
                  </a:srgbClr>
                </a:gs>
                <a:gs pos="57143">
                  <a:srgbClr val="FF009C">
                    <a:alpha val="9855"/>
                  </a:srgbClr>
                </a:gs>
                <a:gs pos="71429">
                  <a:srgbClr val="FF009C">
                    <a:alpha val="4740"/>
                  </a:srgbClr>
                </a:gs>
                <a:gs pos="85714">
                  <a:srgbClr val="FF009C">
                    <a:alpha val="1902"/>
                  </a:srgbClr>
                </a:gs>
                <a:gs pos="100000">
                  <a:srgbClr val="FF00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-9854556">
              <a:off x="730938" y="826358"/>
              <a:ext cx="690467" cy="542860"/>
            </a:xfrm>
            <a:prstGeom prst="ellipse">
              <a:avLst/>
            </a:prstGeom>
            <a:gradFill>
              <a:gsLst>
                <a:gs pos="0">
                  <a:srgbClr val="FF00C8">
                    <a:alpha val="32968"/>
                  </a:srgbClr>
                </a:gs>
                <a:gs pos="14286">
                  <a:srgbClr val="FF00C8">
                    <a:alpha val="30764"/>
                  </a:srgbClr>
                </a:gs>
                <a:gs pos="28571">
                  <a:srgbClr val="FF00C8">
                    <a:alpha val="24833"/>
                  </a:srgbClr>
                </a:gs>
                <a:gs pos="42857">
                  <a:srgbClr val="FF00C8">
                    <a:alpha val="17075"/>
                  </a:srgbClr>
                </a:gs>
                <a:gs pos="57143">
                  <a:srgbClr val="FF00C8">
                    <a:alpha val="9855"/>
                  </a:srgbClr>
                </a:gs>
                <a:gs pos="71429">
                  <a:srgbClr val="FF00C8">
                    <a:alpha val="4740"/>
                  </a:srgbClr>
                </a:gs>
                <a:gs pos="85714">
                  <a:srgbClr val="FF00C8">
                    <a:alpha val="1902"/>
                  </a:srgbClr>
                </a:gs>
                <a:gs pos="100000">
                  <a:srgbClr val="FF00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9731669">
              <a:off x="553381" y="765019"/>
              <a:ext cx="669752" cy="662195"/>
            </a:xfrm>
            <a:prstGeom prst="ellipse">
              <a:avLst/>
            </a:prstGeom>
            <a:gradFill>
              <a:gsLst>
                <a:gs pos="0">
                  <a:srgbClr val="FF00F4">
                    <a:alpha val="20230"/>
                  </a:srgbClr>
                </a:gs>
                <a:gs pos="14286">
                  <a:srgbClr val="FF00F4">
                    <a:alpha val="18758"/>
                  </a:srgbClr>
                </a:gs>
                <a:gs pos="28571">
                  <a:srgbClr val="FF00F4">
                    <a:alpha val="14896"/>
                  </a:srgbClr>
                </a:gs>
                <a:gs pos="42857">
                  <a:srgbClr val="FF00F4">
                    <a:alpha val="10040"/>
                  </a:srgbClr>
                </a:gs>
                <a:gs pos="57143">
                  <a:srgbClr val="FF00F4">
                    <a:alpha val="5694"/>
                  </a:srgbClr>
                </a:gs>
                <a:gs pos="71429">
                  <a:srgbClr val="FF00F4">
                    <a:alpha val="2707"/>
                  </a:srgbClr>
                </a:gs>
                <a:gs pos="85714">
                  <a:srgbClr val="FF00F4">
                    <a:alpha val="1079"/>
                  </a:srgbClr>
                </a:gs>
                <a:gs pos="100000">
                  <a:srgbClr val="FF00F4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-9483414">
              <a:off x="362283" y="814601"/>
              <a:ext cx="631138" cy="588328"/>
            </a:xfrm>
            <a:prstGeom prst="ellipse">
              <a:avLst/>
            </a:prstGeom>
            <a:gradFill>
              <a:gsLst>
                <a:gs pos="0">
                  <a:srgbClr val="EA00C9">
                    <a:alpha val="7270"/>
                  </a:srgbClr>
                </a:gs>
                <a:gs pos="14286">
                  <a:srgbClr val="EA00C9">
                    <a:alpha val="6702"/>
                  </a:srgbClr>
                </a:gs>
                <a:gs pos="28571">
                  <a:srgbClr val="EA00C9">
                    <a:alpha val="5244"/>
                  </a:srgbClr>
                </a:gs>
                <a:gs pos="42857">
                  <a:srgbClr val="EA00C9">
                    <a:alpha val="3471"/>
                  </a:srgbClr>
                </a:gs>
                <a:gs pos="57143">
                  <a:srgbClr val="EA00C9">
                    <a:alpha val="1939"/>
                  </a:srgbClr>
                </a:gs>
                <a:gs pos="71429">
                  <a:srgbClr val="EA00C9">
                    <a:alpha val="912"/>
                  </a:srgbClr>
                </a:gs>
                <a:gs pos="85714">
                  <a:srgbClr val="EA00C9">
                    <a:alpha val="362"/>
                  </a:srgbClr>
                </a:gs>
                <a:gs pos="100000">
                  <a:srgbClr val="EA00C9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9376816">
              <a:off x="166722" y="788527"/>
              <a:ext cx="673665" cy="512532"/>
            </a:xfrm>
            <a:prstGeom prst="ellipse">
              <a:avLst/>
            </a:prstGeom>
            <a:gradFill>
              <a:gsLst>
                <a:gs pos="0">
                  <a:srgbClr val="6D0073">
                    <a:alpha val="28026"/>
                  </a:srgbClr>
                </a:gs>
                <a:gs pos="14286">
                  <a:srgbClr val="6D0073">
                    <a:alpha val="26086"/>
                  </a:srgbClr>
                </a:gs>
                <a:gs pos="28571">
                  <a:srgbClr val="6D0073">
                    <a:alpha val="20918"/>
                  </a:srgbClr>
                </a:gs>
                <a:gs pos="42857">
                  <a:srgbClr val="6D0073">
                    <a:alpha val="14268"/>
                  </a:srgbClr>
                </a:gs>
                <a:gs pos="57143">
                  <a:srgbClr val="6D0073">
                    <a:alpha val="8176"/>
                  </a:srgbClr>
                </a:gs>
                <a:gs pos="71429">
                  <a:srgbClr val="6D0073">
                    <a:alpha val="3914"/>
                  </a:srgbClr>
                </a:gs>
                <a:gs pos="85714">
                  <a:srgbClr val="6D0073">
                    <a:alpha val="1566"/>
                  </a:srgbClr>
                </a:gs>
                <a:gs pos="100000">
                  <a:srgbClr val="6D0073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3624178">
              <a:off x="3126390" y="702693"/>
              <a:ext cx="691694" cy="454759"/>
            </a:xfrm>
            <a:prstGeom prst="ellipse">
              <a:avLst/>
            </a:prstGeom>
            <a:gradFill>
              <a:gsLst>
                <a:gs pos="0">
                  <a:srgbClr val="000000">
                    <a:alpha val="27382"/>
                  </a:srgbClr>
                </a:gs>
                <a:gs pos="14286">
                  <a:srgbClr val="000000">
                    <a:alpha val="25478"/>
                  </a:srgbClr>
                </a:gs>
                <a:gs pos="28571">
                  <a:srgbClr val="000000">
                    <a:alpha val="20414"/>
                  </a:srgbClr>
                </a:gs>
                <a:gs pos="42857">
                  <a:srgbClr val="000000">
                    <a:alpha val="13909"/>
                  </a:srgbClr>
                </a:gs>
                <a:gs pos="57143">
                  <a:srgbClr val="000000">
                    <a:alpha val="7964"/>
                  </a:srgbClr>
                </a:gs>
                <a:gs pos="71429">
                  <a:srgbClr val="000000">
                    <a:alpha val="3810"/>
                  </a:srgbClr>
                </a:gs>
                <a:gs pos="85714">
                  <a:srgbClr val="000000">
                    <a:alpha val="1524"/>
                  </a:srgbClr>
                </a:gs>
                <a:gs pos="100000">
                  <a:srgbClr val="000000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3000093">
              <a:off x="2452354" y="612053"/>
              <a:ext cx="713601" cy="479073"/>
            </a:xfrm>
            <a:prstGeom prst="ellipse">
              <a:avLst/>
            </a:prstGeom>
            <a:gradFill>
              <a:gsLst>
                <a:gs pos="0">
                  <a:srgbClr val="A08800">
                    <a:alpha val="27554"/>
                  </a:srgbClr>
                </a:gs>
                <a:gs pos="14286">
                  <a:srgbClr val="A08800">
                    <a:alpha val="25640"/>
                  </a:srgbClr>
                </a:gs>
                <a:gs pos="28571">
                  <a:srgbClr val="A08800">
                    <a:alpha val="20549"/>
                  </a:srgbClr>
                </a:gs>
                <a:gs pos="42857">
                  <a:srgbClr val="A08800">
                    <a:alpha val="14005"/>
                  </a:srgbClr>
                </a:gs>
                <a:gs pos="57143">
                  <a:srgbClr val="A08800">
                    <a:alpha val="8020"/>
                  </a:srgbClr>
                </a:gs>
                <a:gs pos="71429">
                  <a:srgbClr val="A08800">
                    <a:alpha val="3838"/>
                  </a:srgbClr>
                </a:gs>
                <a:gs pos="85714">
                  <a:srgbClr val="A08800">
                    <a:alpha val="1536"/>
                  </a:srgbClr>
                </a:gs>
                <a:gs pos="100000">
                  <a:srgbClr val="A08800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-8392736">
              <a:off x="2331284" y="648213"/>
              <a:ext cx="605818" cy="555909"/>
            </a:xfrm>
            <a:prstGeom prst="ellipse">
              <a:avLst/>
            </a:prstGeom>
            <a:gradFill>
              <a:gsLst>
                <a:gs pos="0">
                  <a:srgbClr val="D7B900">
                    <a:alpha val="9374"/>
                  </a:srgbClr>
                </a:gs>
                <a:gs pos="14286">
                  <a:srgbClr val="D7B900">
                    <a:alpha val="8650"/>
                  </a:srgbClr>
                </a:gs>
                <a:gs pos="28571">
                  <a:srgbClr val="D7B900">
                    <a:alpha val="6783"/>
                  </a:srgbClr>
                </a:gs>
                <a:gs pos="42857">
                  <a:srgbClr val="D7B900">
                    <a:alpha val="4503"/>
                  </a:srgbClr>
                </a:gs>
                <a:gs pos="57143">
                  <a:srgbClr val="D7B900">
                    <a:alpha val="2521"/>
                  </a:srgbClr>
                </a:gs>
                <a:gs pos="71429">
                  <a:srgbClr val="D7B900">
                    <a:alpha val="1188"/>
                  </a:srgbClr>
                </a:gs>
                <a:gs pos="85714">
                  <a:srgbClr val="D7B900">
                    <a:alpha val="471"/>
                  </a:srgbClr>
                </a:gs>
                <a:gs pos="100000">
                  <a:srgbClr val="D7B9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6502625">
              <a:off x="2115109" y="552080"/>
              <a:ext cx="722176" cy="700789"/>
            </a:xfrm>
            <a:prstGeom prst="ellipse">
              <a:avLst/>
            </a:prstGeom>
            <a:gradFill>
              <a:gsLst>
                <a:gs pos="0">
                  <a:srgbClr val="FFA400">
                    <a:alpha val="23706"/>
                  </a:srgbClr>
                </a:gs>
                <a:gs pos="14286">
                  <a:srgbClr val="FFA400">
                    <a:alpha val="22018"/>
                  </a:srgbClr>
                </a:gs>
                <a:gs pos="28571">
                  <a:srgbClr val="FFA400">
                    <a:alpha val="17559"/>
                  </a:srgbClr>
                </a:gs>
                <a:gs pos="42857">
                  <a:srgbClr val="FFA400">
                    <a:alpha val="11896"/>
                  </a:srgbClr>
                </a:gs>
                <a:gs pos="57143">
                  <a:srgbClr val="FFA400">
                    <a:alpha val="6777"/>
                  </a:srgbClr>
                </a:gs>
                <a:gs pos="71429">
                  <a:srgbClr val="FFA400">
                    <a:alpha val="3232"/>
                  </a:srgbClr>
                </a:gs>
                <a:gs pos="85714">
                  <a:srgbClr val="FFA400">
                    <a:alpha val="1291"/>
                  </a:srgbClr>
                </a:gs>
                <a:gs pos="100000">
                  <a:srgbClr val="FFA4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10320587">
              <a:off x="1837255" y="613795"/>
              <a:ext cx="728082" cy="675820"/>
            </a:xfrm>
            <a:prstGeom prst="ellipse">
              <a:avLst/>
            </a:prstGeom>
            <a:gradFill>
              <a:gsLst>
                <a:gs pos="0">
                  <a:srgbClr val="FF8D00">
                    <a:alpha val="32968"/>
                  </a:srgbClr>
                </a:gs>
                <a:gs pos="14286">
                  <a:srgbClr val="FF8D00">
                    <a:alpha val="30764"/>
                  </a:srgbClr>
                </a:gs>
                <a:gs pos="28571">
                  <a:srgbClr val="FF8D00">
                    <a:alpha val="24833"/>
                  </a:srgbClr>
                </a:gs>
                <a:gs pos="42857">
                  <a:srgbClr val="FF8D00">
                    <a:alpha val="17075"/>
                  </a:srgbClr>
                </a:gs>
                <a:gs pos="57143">
                  <a:srgbClr val="FF8D00">
                    <a:alpha val="9855"/>
                  </a:srgbClr>
                </a:gs>
                <a:gs pos="71429">
                  <a:srgbClr val="FF8D00">
                    <a:alpha val="4740"/>
                  </a:srgbClr>
                </a:gs>
                <a:gs pos="85714">
                  <a:srgbClr val="FF8D00">
                    <a:alpha val="1902"/>
                  </a:srgbClr>
                </a:gs>
                <a:gs pos="100000">
                  <a:srgbClr val="FF8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9171877">
              <a:off x="1722578" y="549711"/>
              <a:ext cx="697351" cy="666076"/>
            </a:xfrm>
            <a:prstGeom prst="ellipse">
              <a:avLst/>
            </a:prstGeom>
            <a:gradFill>
              <a:gsLst>
                <a:gs pos="0">
                  <a:srgbClr val="FF3B00">
                    <a:alpha val="32968"/>
                  </a:srgbClr>
                </a:gs>
                <a:gs pos="14286">
                  <a:srgbClr val="FF3B00">
                    <a:alpha val="30764"/>
                  </a:srgbClr>
                </a:gs>
                <a:gs pos="28571">
                  <a:srgbClr val="FF3B00">
                    <a:alpha val="24833"/>
                  </a:srgbClr>
                </a:gs>
                <a:gs pos="42857">
                  <a:srgbClr val="FF3B00">
                    <a:alpha val="17075"/>
                  </a:srgbClr>
                </a:gs>
                <a:gs pos="57143">
                  <a:srgbClr val="FF3B00">
                    <a:alpha val="9855"/>
                  </a:srgbClr>
                </a:gs>
                <a:gs pos="71429">
                  <a:srgbClr val="FF3B00">
                    <a:alpha val="4740"/>
                  </a:srgbClr>
                </a:gs>
                <a:gs pos="85714">
                  <a:srgbClr val="FF3B00">
                    <a:alpha val="1902"/>
                  </a:srgbClr>
                </a:gs>
                <a:gs pos="100000">
                  <a:srgbClr val="FF3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10647856">
              <a:off x="1485020" y="576604"/>
              <a:ext cx="710777" cy="699963"/>
            </a:xfrm>
            <a:prstGeom prst="ellipse">
              <a:avLst/>
            </a:prstGeom>
            <a:gradFill>
              <a:gsLst>
                <a:gs pos="0">
                  <a:srgbClr val="FF2900">
                    <a:alpha val="32968"/>
                  </a:srgbClr>
                </a:gs>
                <a:gs pos="14286">
                  <a:srgbClr val="FF2900">
                    <a:alpha val="30764"/>
                  </a:srgbClr>
                </a:gs>
                <a:gs pos="28571">
                  <a:srgbClr val="FF2900">
                    <a:alpha val="24833"/>
                  </a:srgbClr>
                </a:gs>
                <a:gs pos="42857">
                  <a:srgbClr val="FF2900">
                    <a:alpha val="17075"/>
                  </a:srgbClr>
                </a:gs>
                <a:gs pos="57143">
                  <a:srgbClr val="FF2900">
                    <a:alpha val="9855"/>
                  </a:srgbClr>
                </a:gs>
                <a:gs pos="71429">
                  <a:srgbClr val="FF2900">
                    <a:alpha val="4740"/>
                  </a:srgbClr>
                </a:gs>
                <a:gs pos="85714">
                  <a:srgbClr val="FF2900">
                    <a:alpha val="1902"/>
                  </a:srgbClr>
                </a:gs>
                <a:gs pos="100000">
                  <a:srgbClr val="FF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10597429">
              <a:off x="1313274" y="552553"/>
              <a:ext cx="731745" cy="685353"/>
            </a:xfrm>
            <a:prstGeom prst="ellipse">
              <a:avLst/>
            </a:prstGeom>
            <a:gradFill>
              <a:gsLst>
                <a:gs pos="0">
                  <a:srgbClr val="FF1800">
                    <a:alpha val="32968"/>
                  </a:srgbClr>
                </a:gs>
                <a:gs pos="14286">
                  <a:srgbClr val="FF1800">
                    <a:alpha val="30764"/>
                  </a:srgbClr>
                </a:gs>
                <a:gs pos="28571">
                  <a:srgbClr val="FF1800">
                    <a:alpha val="24833"/>
                  </a:srgbClr>
                </a:gs>
                <a:gs pos="42857">
                  <a:srgbClr val="FF1800">
                    <a:alpha val="17075"/>
                  </a:srgbClr>
                </a:gs>
                <a:gs pos="57143">
                  <a:srgbClr val="FF1800">
                    <a:alpha val="9855"/>
                  </a:srgbClr>
                </a:gs>
                <a:gs pos="71429">
                  <a:srgbClr val="FF1800">
                    <a:alpha val="4740"/>
                  </a:srgbClr>
                </a:gs>
                <a:gs pos="85714">
                  <a:srgbClr val="FF1800">
                    <a:alpha val="1902"/>
                  </a:srgbClr>
                </a:gs>
                <a:gs pos="100000">
                  <a:srgbClr val="FF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7395947">
              <a:off x="1174484" y="530597"/>
              <a:ext cx="725176" cy="663827"/>
            </a:xfrm>
            <a:prstGeom prst="ellipse">
              <a:avLst/>
            </a:prstGeom>
            <a:gradFill>
              <a:gsLst>
                <a:gs pos="0">
                  <a:srgbClr val="FF004D">
                    <a:alpha val="32968"/>
                  </a:srgbClr>
                </a:gs>
                <a:gs pos="14286">
                  <a:srgbClr val="FF004D">
                    <a:alpha val="30764"/>
                  </a:srgbClr>
                </a:gs>
                <a:gs pos="28571">
                  <a:srgbClr val="FF004D">
                    <a:alpha val="24833"/>
                  </a:srgbClr>
                </a:gs>
                <a:gs pos="42857">
                  <a:srgbClr val="FF004D">
                    <a:alpha val="17075"/>
                  </a:srgbClr>
                </a:gs>
                <a:gs pos="57143">
                  <a:srgbClr val="FF004D">
                    <a:alpha val="9855"/>
                  </a:srgbClr>
                </a:gs>
                <a:gs pos="71429">
                  <a:srgbClr val="FF004D">
                    <a:alpha val="4740"/>
                  </a:srgbClr>
                </a:gs>
                <a:gs pos="85714">
                  <a:srgbClr val="FF004D">
                    <a:alpha val="1902"/>
                  </a:srgbClr>
                </a:gs>
                <a:gs pos="100000">
                  <a:srgbClr val="FF004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-10494150">
              <a:off x="966590" y="516357"/>
              <a:ext cx="744094" cy="713269"/>
            </a:xfrm>
            <a:prstGeom prst="ellipse">
              <a:avLst/>
            </a:prstGeom>
            <a:gradFill>
              <a:gsLst>
                <a:gs pos="0">
                  <a:srgbClr val="FF006B">
                    <a:alpha val="32968"/>
                  </a:srgbClr>
                </a:gs>
                <a:gs pos="14286">
                  <a:srgbClr val="FF006B">
                    <a:alpha val="30764"/>
                  </a:srgbClr>
                </a:gs>
                <a:gs pos="28571">
                  <a:srgbClr val="FF006B">
                    <a:alpha val="24833"/>
                  </a:srgbClr>
                </a:gs>
                <a:gs pos="42857">
                  <a:srgbClr val="FF006B">
                    <a:alpha val="17075"/>
                  </a:srgbClr>
                </a:gs>
                <a:gs pos="57143">
                  <a:srgbClr val="FF006B">
                    <a:alpha val="9855"/>
                  </a:srgbClr>
                </a:gs>
                <a:gs pos="71429">
                  <a:srgbClr val="FF006B">
                    <a:alpha val="4740"/>
                  </a:srgbClr>
                </a:gs>
                <a:gs pos="85714">
                  <a:srgbClr val="FF006B">
                    <a:alpha val="1902"/>
                  </a:srgbClr>
                </a:gs>
                <a:gs pos="100000">
                  <a:srgbClr val="FF00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-9862726">
              <a:off x="705719" y="566892"/>
              <a:ext cx="742226" cy="711517"/>
            </a:xfrm>
            <a:prstGeom prst="ellipse">
              <a:avLst/>
            </a:prstGeom>
            <a:gradFill>
              <a:gsLst>
                <a:gs pos="0">
                  <a:srgbClr val="FF00A2">
                    <a:alpha val="26319"/>
                  </a:srgbClr>
                </a:gs>
                <a:gs pos="14286">
                  <a:srgbClr val="FF00A2">
                    <a:alpha val="24476"/>
                  </a:srgbClr>
                </a:gs>
                <a:gs pos="28571">
                  <a:srgbClr val="FF00A2">
                    <a:alpha val="19585"/>
                  </a:srgbClr>
                </a:gs>
                <a:gs pos="42857">
                  <a:srgbClr val="FF00A2">
                    <a:alpha val="13322"/>
                  </a:srgbClr>
                </a:gs>
                <a:gs pos="57143">
                  <a:srgbClr val="FF00A2">
                    <a:alpha val="7616"/>
                  </a:srgbClr>
                </a:gs>
                <a:gs pos="71429">
                  <a:srgbClr val="FF00A2">
                    <a:alpha val="3640"/>
                  </a:srgbClr>
                </a:gs>
                <a:gs pos="85714">
                  <a:srgbClr val="FF00A2">
                    <a:alpha val="1456"/>
                  </a:srgbClr>
                </a:gs>
                <a:gs pos="100000">
                  <a:srgbClr val="FF00A2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6080800">
              <a:off x="503487" y="587824"/>
              <a:ext cx="694709" cy="633473"/>
            </a:xfrm>
            <a:prstGeom prst="ellipse">
              <a:avLst/>
            </a:prstGeom>
            <a:gradFill>
              <a:gsLst>
                <a:gs pos="0">
                  <a:srgbClr val="BB0092">
                    <a:alpha val="27017"/>
                  </a:srgbClr>
                </a:gs>
                <a:gs pos="14286">
                  <a:srgbClr val="BB0092">
                    <a:alpha val="25134"/>
                  </a:srgbClr>
                </a:gs>
                <a:gs pos="28571">
                  <a:srgbClr val="BB0092">
                    <a:alpha val="20129"/>
                  </a:srgbClr>
                </a:gs>
                <a:gs pos="42857">
                  <a:srgbClr val="BB0092">
                    <a:alpha val="13707"/>
                  </a:srgbClr>
                </a:gs>
                <a:gs pos="57143">
                  <a:srgbClr val="BB0092">
                    <a:alpha val="7844"/>
                  </a:srgbClr>
                </a:gs>
                <a:gs pos="71429">
                  <a:srgbClr val="BB0092">
                    <a:alpha val="3751"/>
                  </a:srgbClr>
                </a:gs>
                <a:gs pos="85714">
                  <a:srgbClr val="BB0092">
                    <a:alpha val="1501"/>
                  </a:srgbClr>
                </a:gs>
                <a:gs pos="100000">
                  <a:srgbClr val="BB0092">
                    <a:alpha val="5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7481824">
              <a:off x="285620" y="633563"/>
              <a:ext cx="656447" cy="501612"/>
            </a:xfrm>
            <a:prstGeom prst="ellipse">
              <a:avLst/>
            </a:prstGeom>
            <a:gradFill>
              <a:gsLst>
                <a:gs pos="0">
                  <a:srgbClr val="B5009F">
                    <a:alpha val="11667"/>
                  </a:srgbClr>
                </a:gs>
                <a:gs pos="14286">
                  <a:srgbClr val="B5009F">
                    <a:alpha val="10777"/>
                  </a:srgbClr>
                </a:gs>
                <a:gs pos="28571">
                  <a:srgbClr val="B5009F">
                    <a:alpha val="8473"/>
                  </a:srgbClr>
                </a:gs>
                <a:gs pos="42857">
                  <a:srgbClr val="B5009F">
                    <a:alpha val="5642"/>
                  </a:srgbClr>
                </a:gs>
                <a:gs pos="57143">
                  <a:srgbClr val="B5009F">
                    <a:alpha val="3167"/>
                  </a:srgbClr>
                </a:gs>
                <a:gs pos="71429">
                  <a:srgbClr val="B5009F">
                    <a:alpha val="1495"/>
                  </a:srgbClr>
                </a:gs>
                <a:gs pos="85714">
                  <a:srgbClr val="B5009F">
                    <a:alpha val="594"/>
                  </a:srgbClr>
                </a:gs>
                <a:gs pos="100000">
                  <a:srgbClr val="B5009F">
                    <a:alpha val="1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7843238">
              <a:off x="68118" y="719649"/>
              <a:ext cx="723748" cy="365221"/>
            </a:xfrm>
            <a:prstGeom prst="ellipse">
              <a:avLst/>
            </a:prstGeom>
            <a:gradFill>
              <a:gsLst>
                <a:gs pos="0">
                  <a:srgbClr val="540051">
                    <a:alpha val="32968"/>
                  </a:srgbClr>
                </a:gs>
                <a:gs pos="14286">
                  <a:srgbClr val="540051">
                    <a:alpha val="30764"/>
                  </a:srgbClr>
                </a:gs>
                <a:gs pos="28571">
                  <a:srgbClr val="540051">
                    <a:alpha val="24833"/>
                  </a:srgbClr>
                </a:gs>
                <a:gs pos="42857">
                  <a:srgbClr val="540051">
                    <a:alpha val="17075"/>
                  </a:srgbClr>
                </a:gs>
                <a:gs pos="57143">
                  <a:srgbClr val="540051">
                    <a:alpha val="9855"/>
                  </a:srgbClr>
                </a:gs>
                <a:gs pos="71429">
                  <a:srgbClr val="540051">
                    <a:alpha val="4740"/>
                  </a:srgbClr>
                </a:gs>
                <a:gs pos="85714">
                  <a:srgbClr val="540051">
                    <a:alpha val="1902"/>
                  </a:srgbClr>
                </a:gs>
                <a:gs pos="100000">
                  <a:srgbClr val="54005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6823444">
              <a:off x="-264877" y="748333"/>
              <a:ext cx="691801" cy="3718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9470569">
              <a:off x="2924275" y="386685"/>
              <a:ext cx="667208" cy="604919"/>
            </a:xfrm>
            <a:prstGeom prst="ellipse">
              <a:avLst/>
            </a:prstGeom>
            <a:gradFill>
              <a:gsLst>
                <a:gs pos="0">
                  <a:srgbClr val="000004">
                    <a:alpha val="30073"/>
                  </a:srgbClr>
                </a:gs>
                <a:gs pos="14286">
                  <a:srgbClr val="000004">
                    <a:alpha val="28020"/>
                  </a:srgbClr>
                </a:gs>
                <a:gs pos="28571">
                  <a:srgbClr val="000004">
                    <a:alpha val="22530"/>
                  </a:srgbClr>
                </a:gs>
                <a:gs pos="42857">
                  <a:srgbClr val="000004">
                    <a:alpha val="15418"/>
                  </a:srgbClr>
                </a:gs>
                <a:gs pos="57143">
                  <a:srgbClr val="000004">
                    <a:alpha val="8861"/>
                  </a:srgbClr>
                </a:gs>
                <a:gs pos="71429">
                  <a:srgbClr val="000004">
                    <a:alpha val="4250"/>
                  </a:srgbClr>
                </a:gs>
                <a:gs pos="85714">
                  <a:srgbClr val="000004">
                    <a:alpha val="1703"/>
                  </a:srgbClr>
                </a:gs>
                <a:gs pos="100000">
                  <a:srgbClr val="000004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-8286398">
              <a:off x="2589237" y="451350"/>
              <a:ext cx="577582" cy="530850"/>
            </a:xfrm>
            <a:prstGeom prst="ellipse">
              <a:avLst/>
            </a:prstGeom>
            <a:gradFill>
              <a:gsLst>
                <a:gs pos="0">
                  <a:srgbClr val="000000">
                    <a:alpha val="17490"/>
                  </a:srgbClr>
                </a:gs>
                <a:gs pos="14286">
                  <a:srgbClr val="000000">
                    <a:alpha val="16197"/>
                  </a:srgbClr>
                </a:gs>
                <a:gs pos="28571">
                  <a:srgbClr val="000000">
                    <a:alpha val="12820"/>
                  </a:srgbClr>
                </a:gs>
                <a:gs pos="42857">
                  <a:srgbClr val="000000">
                    <a:alpha val="8606"/>
                  </a:srgbClr>
                </a:gs>
                <a:gs pos="57143">
                  <a:srgbClr val="000000">
                    <a:alpha val="4864"/>
                  </a:srgbClr>
                </a:gs>
                <a:gs pos="71429">
                  <a:srgbClr val="000000">
                    <a:alpha val="2307"/>
                  </a:srgbClr>
                </a:gs>
                <a:gs pos="85714">
                  <a:srgbClr val="000000">
                    <a:alpha val="919"/>
                  </a:srgbClr>
                </a:gs>
                <a:gs pos="100000">
                  <a:srgbClr val="0000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-8211164">
              <a:off x="2307317" y="427651"/>
              <a:ext cx="691571" cy="469089"/>
            </a:xfrm>
            <a:prstGeom prst="ellipse">
              <a:avLst/>
            </a:prstGeom>
            <a:gradFill>
              <a:gsLst>
                <a:gs pos="0">
                  <a:srgbClr val="976600">
                    <a:alpha val="29068"/>
                  </a:srgbClr>
                </a:gs>
                <a:gs pos="14286">
                  <a:srgbClr val="976600">
                    <a:alpha val="27070"/>
                  </a:srgbClr>
                </a:gs>
                <a:gs pos="28571">
                  <a:srgbClr val="976600">
                    <a:alpha val="21737"/>
                  </a:srgbClr>
                </a:gs>
                <a:gs pos="42857">
                  <a:srgbClr val="976600">
                    <a:alpha val="14851"/>
                  </a:srgbClr>
                </a:gs>
                <a:gs pos="57143">
                  <a:srgbClr val="976600">
                    <a:alpha val="8523"/>
                  </a:srgbClr>
                </a:gs>
                <a:gs pos="71429">
                  <a:srgbClr val="976600">
                    <a:alpha val="4084"/>
                  </a:srgbClr>
                </a:gs>
                <a:gs pos="85714">
                  <a:srgbClr val="976600">
                    <a:alpha val="1635"/>
                  </a:srgbClr>
                </a:gs>
                <a:gs pos="100000">
                  <a:srgbClr val="976600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-8860429">
              <a:off x="2116042" y="475217"/>
              <a:ext cx="699737" cy="479414"/>
            </a:xfrm>
            <a:prstGeom prst="ellipse">
              <a:avLst/>
            </a:prstGeom>
            <a:gradFill>
              <a:gsLst>
                <a:gs pos="0">
                  <a:srgbClr val="B47100">
                    <a:alpha val="28826"/>
                  </a:srgbClr>
                </a:gs>
                <a:gs pos="14286">
                  <a:srgbClr val="B47100">
                    <a:alpha val="26841"/>
                  </a:srgbClr>
                </a:gs>
                <a:gs pos="28571">
                  <a:srgbClr val="B47100">
                    <a:alpha val="21547"/>
                  </a:srgbClr>
                </a:gs>
                <a:gs pos="42857">
                  <a:srgbClr val="B47100">
                    <a:alpha val="14715"/>
                  </a:srgbClr>
                </a:gs>
                <a:gs pos="57143">
                  <a:srgbClr val="B47100">
                    <a:alpha val="8442"/>
                  </a:srgbClr>
                </a:gs>
                <a:gs pos="71429">
                  <a:srgbClr val="B47100">
                    <a:alpha val="4044"/>
                  </a:srgbClr>
                </a:gs>
                <a:gs pos="85714">
                  <a:srgbClr val="B47100">
                    <a:alpha val="1619"/>
                  </a:srgbClr>
                </a:gs>
                <a:gs pos="100000">
                  <a:srgbClr val="B47100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2902910">
              <a:off x="1898778" y="378928"/>
              <a:ext cx="725826" cy="617175"/>
            </a:xfrm>
            <a:prstGeom prst="ellipse">
              <a:avLst/>
            </a:prstGeom>
            <a:gradFill>
              <a:gsLst>
                <a:gs pos="0">
                  <a:srgbClr val="FF6C00">
                    <a:alpha val="25717"/>
                  </a:srgbClr>
                </a:gs>
                <a:gs pos="14286">
                  <a:srgbClr val="FF6C00">
                    <a:alpha val="23909"/>
                  </a:srgbClr>
                </a:gs>
                <a:gs pos="28571">
                  <a:srgbClr val="FF6C00">
                    <a:alpha val="19116"/>
                  </a:srgbClr>
                </a:gs>
                <a:gs pos="42857">
                  <a:srgbClr val="FF6C00">
                    <a:alpha val="12991"/>
                  </a:srgbClr>
                </a:gs>
                <a:gs pos="57143">
                  <a:srgbClr val="FF6C00">
                    <a:alpha val="7421"/>
                  </a:srgbClr>
                </a:gs>
                <a:gs pos="71429">
                  <a:srgbClr val="FF6C00">
                    <a:alpha val="3545"/>
                  </a:srgbClr>
                </a:gs>
                <a:gs pos="85714">
                  <a:srgbClr val="FF6C00">
                    <a:alpha val="1417"/>
                  </a:srgbClr>
                </a:gs>
                <a:gs pos="100000">
                  <a:srgbClr val="FF6C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6816924">
              <a:off x="1652663" y="353985"/>
              <a:ext cx="731724" cy="660931"/>
            </a:xfrm>
            <a:prstGeom prst="ellipse">
              <a:avLst/>
            </a:prstGeom>
            <a:gradFill>
              <a:gsLst>
                <a:gs pos="0">
                  <a:srgbClr val="FF4500">
                    <a:alpha val="25456"/>
                  </a:srgbClr>
                </a:gs>
                <a:gs pos="14286">
                  <a:srgbClr val="FF4500">
                    <a:alpha val="23663"/>
                  </a:srgbClr>
                </a:gs>
                <a:gs pos="28571">
                  <a:srgbClr val="FF4500">
                    <a:alpha val="18913"/>
                  </a:srgbClr>
                </a:gs>
                <a:gs pos="42857">
                  <a:srgbClr val="FF4500">
                    <a:alpha val="12848"/>
                  </a:srgbClr>
                </a:gs>
                <a:gs pos="57143">
                  <a:srgbClr val="FF4500">
                    <a:alpha val="7337"/>
                  </a:srgbClr>
                </a:gs>
                <a:gs pos="71429">
                  <a:srgbClr val="FF4500">
                    <a:alpha val="3504"/>
                  </a:srgbClr>
                </a:gs>
                <a:gs pos="85714">
                  <a:srgbClr val="FF4500">
                    <a:alpha val="1401"/>
                  </a:srgbClr>
                </a:gs>
                <a:gs pos="100000">
                  <a:srgbClr val="FF4500">
                    <a:alpha val="4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5806937">
              <a:off x="1489859" y="368468"/>
              <a:ext cx="760326" cy="638565"/>
            </a:xfrm>
            <a:prstGeom prst="ellipse">
              <a:avLst/>
            </a:prstGeom>
            <a:gradFill>
              <a:gsLst>
                <a:gs pos="0">
                  <a:srgbClr val="FF0000">
                    <a:alpha val="32909"/>
                  </a:srgbClr>
                </a:gs>
                <a:gs pos="14286">
                  <a:srgbClr val="FF0000">
                    <a:alpha val="30708"/>
                  </a:srgbClr>
                </a:gs>
                <a:gs pos="28571">
                  <a:srgbClr val="FF0000">
                    <a:alpha val="24786"/>
                  </a:srgbClr>
                </a:gs>
                <a:gs pos="42857">
                  <a:srgbClr val="FF0000">
                    <a:alpha val="17041"/>
                  </a:srgbClr>
                </a:gs>
                <a:gs pos="57143">
                  <a:srgbClr val="FF0000">
                    <a:alpha val="9834"/>
                  </a:srgbClr>
                </a:gs>
                <a:gs pos="71429">
                  <a:srgbClr val="FF0000">
                    <a:alpha val="4730"/>
                  </a:srgbClr>
                </a:gs>
                <a:gs pos="85714">
                  <a:srgbClr val="FF0000">
                    <a:alpha val="1898"/>
                  </a:srgbClr>
                </a:gs>
                <a:gs pos="100000">
                  <a:srgbClr val="FF00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4017147">
              <a:off x="1284132" y="342718"/>
              <a:ext cx="771167" cy="688079"/>
            </a:xfrm>
            <a:prstGeom prst="ellipse">
              <a:avLst/>
            </a:prstGeom>
            <a:gradFill>
              <a:gsLst>
                <a:gs pos="0">
                  <a:srgbClr val="FF0000">
                    <a:alpha val="32874"/>
                  </a:srgbClr>
                </a:gs>
                <a:gs pos="14286">
                  <a:srgbClr val="FF0000">
                    <a:alpha val="30674"/>
                  </a:srgbClr>
                </a:gs>
                <a:gs pos="28571">
                  <a:srgbClr val="FF0000">
                    <a:alpha val="24758"/>
                  </a:srgbClr>
                </a:gs>
                <a:gs pos="42857">
                  <a:srgbClr val="FF0000">
                    <a:alpha val="17021"/>
                  </a:srgbClr>
                </a:gs>
                <a:gs pos="57143">
                  <a:srgbClr val="FF0000">
                    <a:alpha val="9822"/>
                  </a:srgbClr>
                </a:gs>
                <a:gs pos="71429">
                  <a:srgbClr val="FF0000">
                    <a:alpha val="4724"/>
                  </a:srgbClr>
                </a:gs>
                <a:gs pos="85714">
                  <a:srgbClr val="FF0000">
                    <a:alpha val="1895"/>
                  </a:srgbClr>
                </a:gs>
                <a:gs pos="100000">
                  <a:srgbClr val="FF0000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-8521484">
              <a:off x="1159698" y="389156"/>
              <a:ext cx="792066" cy="663637"/>
            </a:xfrm>
            <a:prstGeom prst="ellipse">
              <a:avLst/>
            </a:prstGeom>
            <a:gradFill>
              <a:gsLst>
                <a:gs pos="0">
                  <a:srgbClr val="FF0000">
                    <a:alpha val="31822"/>
                  </a:srgbClr>
                </a:gs>
                <a:gs pos="14286">
                  <a:srgbClr val="FF0000">
                    <a:alpha val="29677"/>
                  </a:srgbClr>
                </a:gs>
                <a:gs pos="28571">
                  <a:srgbClr val="FF0000">
                    <a:alpha val="23918"/>
                  </a:srgbClr>
                </a:gs>
                <a:gs pos="42857">
                  <a:srgbClr val="FF0000">
                    <a:alpha val="16415"/>
                  </a:srgbClr>
                </a:gs>
                <a:gs pos="57143">
                  <a:srgbClr val="FF0000">
                    <a:alpha val="9458"/>
                  </a:srgbClr>
                </a:gs>
                <a:gs pos="71429">
                  <a:srgbClr val="FF0000">
                    <a:alpha val="4544"/>
                  </a:srgbClr>
                </a:gs>
                <a:gs pos="85714">
                  <a:srgbClr val="FF0000">
                    <a:alpha val="1822"/>
                  </a:srgbClr>
                </a:gs>
                <a:gs pos="100000">
                  <a:srgbClr val="FF0000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9732247">
              <a:off x="899797" y="381658"/>
              <a:ext cx="735052" cy="585383"/>
            </a:xfrm>
            <a:prstGeom prst="ellipse">
              <a:avLst/>
            </a:prstGeom>
            <a:gradFill>
              <a:gsLst>
                <a:gs pos="0">
                  <a:srgbClr val="F3006C">
                    <a:alpha val="19524"/>
                  </a:srgbClr>
                </a:gs>
                <a:gs pos="14286">
                  <a:srgbClr val="F3006C">
                    <a:alpha val="18098"/>
                  </a:srgbClr>
                </a:gs>
                <a:gs pos="28571">
                  <a:srgbClr val="F3006C">
                    <a:alpha val="14359"/>
                  </a:srgbClr>
                </a:gs>
                <a:gs pos="42857">
                  <a:srgbClr val="F3006C">
                    <a:alpha val="9668"/>
                  </a:srgbClr>
                </a:gs>
                <a:gs pos="57143">
                  <a:srgbClr val="F3006C">
                    <a:alpha val="5478"/>
                  </a:srgbClr>
                </a:gs>
                <a:gs pos="71429">
                  <a:srgbClr val="F3006C">
                    <a:alpha val="2603"/>
                  </a:srgbClr>
                </a:gs>
                <a:gs pos="85714">
                  <a:srgbClr val="F3006C">
                    <a:alpha val="1037"/>
                  </a:srgbClr>
                </a:gs>
                <a:gs pos="100000">
                  <a:srgbClr val="F3006C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7769983">
              <a:off x="819378" y="396581"/>
              <a:ext cx="602602" cy="500392"/>
            </a:xfrm>
            <a:prstGeom prst="ellipse">
              <a:avLst/>
            </a:prstGeom>
            <a:gradFill>
              <a:gsLst>
                <a:gs pos="0">
                  <a:srgbClr val="CC007A">
                    <a:alpha val="18797"/>
                  </a:srgbClr>
                </a:gs>
                <a:gs pos="14286">
                  <a:srgbClr val="CC007A">
                    <a:alpha val="17418"/>
                  </a:srgbClr>
                </a:gs>
                <a:gs pos="28571">
                  <a:srgbClr val="CC007A">
                    <a:alpha val="13808"/>
                  </a:srgbClr>
                </a:gs>
                <a:gs pos="42857">
                  <a:srgbClr val="CC007A">
                    <a:alpha val="9287"/>
                  </a:srgbClr>
                </a:gs>
                <a:gs pos="57143">
                  <a:srgbClr val="CC007A">
                    <a:alpha val="5257"/>
                  </a:srgbClr>
                </a:gs>
                <a:gs pos="71429">
                  <a:srgbClr val="CC007A">
                    <a:alpha val="2496"/>
                  </a:srgbClr>
                </a:gs>
                <a:gs pos="85714">
                  <a:srgbClr val="CC007A">
                    <a:alpha val="995"/>
                  </a:srgbClr>
                </a:gs>
                <a:gs pos="100000">
                  <a:srgbClr val="CC007A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6809132">
              <a:off x="610669" y="371614"/>
              <a:ext cx="621471" cy="565529"/>
            </a:xfrm>
            <a:prstGeom prst="ellipse">
              <a:avLst/>
            </a:prstGeom>
            <a:gradFill>
              <a:gsLst>
                <a:gs pos="0">
                  <a:srgbClr val="C1007C">
                    <a:alpha val="14594"/>
                  </a:srgbClr>
                </a:gs>
                <a:gs pos="14286">
                  <a:srgbClr val="C1007C">
                    <a:alpha val="13498"/>
                  </a:srgbClr>
                </a:gs>
                <a:gs pos="28571">
                  <a:srgbClr val="C1007C">
                    <a:alpha val="10648"/>
                  </a:srgbClr>
                </a:gs>
                <a:gs pos="42857">
                  <a:srgbClr val="C1007C">
                    <a:alpha val="7119"/>
                  </a:srgbClr>
                </a:gs>
                <a:gs pos="57143">
                  <a:srgbClr val="C1007C">
                    <a:alpha val="4009"/>
                  </a:srgbClr>
                </a:gs>
                <a:gs pos="71429">
                  <a:srgbClr val="C1007C">
                    <a:alpha val="1897"/>
                  </a:srgbClr>
                </a:gs>
                <a:gs pos="85714">
                  <a:srgbClr val="C1007C">
                    <a:alpha val="755"/>
                  </a:srgbClr>
                </a:gs>
                <a:gs pos="100000">
                  <a:srgbClr val="C1007C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7758003">
              <a:off x="400139" y="448162"/>
              <a:ext cx="651028" cy="436822"/>
            </a:xfrm>
            <a:prstGeom prst="ellipse">
              <a:avLst/>
            </a:prstGeom>
            <a:gradFill>
              <a:gsLst>
                <a:gs pos="0">
                  <a:srgbClr val="770059">
                    <a:alpha val="25575"/>
                  </a:srgbClr>
                </a:gs>
                <a:gs pos="14286">
                  <a:srgbClr val="770059">
                    <a:alpha val="23776"/>
                  </a:srgbClr>
                </a:gs>
                <a:gs pos="28571">
                  <a:srgbClr val="770059">
                    <a:alpha val="19006"/>
                  </a:srgbClr>
                </a:gs>
                <a:gs pos="42857">
                  <a:srgbClr val="770059">
                    <a:alpha val="12913"/>
                  </a:srgbClr>
                </a:gs>
                <a:gs pos="57143">
                  <a:srgbClr val="770059">
                    <a:alpha val="7375"/>
                  </a:srgbClr>
                </a:gs>
                <a:gs pos="71429">
                  <a:srgbClr val="770059">
                    <a:alpha val="3523"/>
                  </a:srgbClr>
                </a:gs>
                <a:gs pos="85714">
                  <a:srgbClr val="770059">
                    <a:alpha val="1408"/>
                  </a:srgbClr>
                </a:gs>
                <a:gs pos="100000">
                  <a:srgbClr val="770059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8815387">
              <a:off x="-79642" y="393378"/>
              <a:ext cx="728093" cy="410317"/>
            </a:xfrm>
            <a:prstGeom prst="ellipse">
              <a:avLst/>
            </a:prstGeom>
            <a:gradFill>
              <a:gsLst>
                <a:gs pos="0">
                  <a:srgbClr val="000000">
                    <a:alpha val="15999"/>
                  </a:srgbClr>
                </a:gs>
                <a:gs pos="14286">
                  <a:srgbClr val="000000">
                    <a:alpha val="14806"/>
                  </a:srgbClr>
                </a:gs>
                <a:gs pos="28571">
                  <a:srgbClr val="000000">
                    <a:alpha val="11699"/>
                  </a:srgbClr>
                </a:gs>
                <a:gs pos="42857">
                  <a:srgbClr val="000000">
                    <a:alpha val="7836"/>
                  </a:srgbClr>
                </a:gs>
                <a:gs pos="57143">
                  <a:srgbClr val="000000">
                    <a:alpha val="4421"/>
                  </a:srgbClr>
                </a:gs>
                <a:gs pos="71429">
                  <a:srgbClr val="000000">
                    <a:alpha val="2094"/>
                  </a:srgbClr>
                </a:gs>
                <a:gs pos="85714">
                  <a:srgbClr val="000000">
                    <a:alpha val="833"/>
                  </a:srgbClr>
                </a:gs>
                <a:gs pos="100000">
                  <a:srgbClr val="000000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7857688">
              <a:off x="-262915" y="464516"/>
              <a:ext cx="638516" cy="591553"/>
            </a:xfrm>
            <a:prstGeom prst="ellipse">
              <a:avLst/>
            </a:prstGeom>
            <a:gradFill>
              <a:gsLst>
                <a:gs pos="0">
                  <a:srgbClr val="00001C">
                    <a:alpha val="12542"/>
                  </a:srgbClr>
                </a:gs>
                <a:gs pos="14286">
                  <a:srgbClr val="00001C">
                    <a:alpha val="11589"/>
                  </a:srgbClr>
                </a:gs>
                <a:gs pos="28571">
                  <a:srgbClr val="00001C">
                    <a:alpha val="9121"/>
                  </a:srgbClr>
                </a:gs>
                <a:gs pos="42857">
                  <a:srgbClr val="00001C">
                    <a:alpha val="6081"/>
                  </a:srgbClr>
                </a:gs>
                <a:gs pos="57143">
                  <a:srgbClr val="00001C">
                    <a:alpha val="3416"/>
                  </a:srgbClr>
                </a:gs>
                <a:gs pos="71429">
                  <a:srgbClr val="00001C">
                    <a:alpha val="1614"/>
                  </a:srgbClr>
                </a:gs>
                <a:gs pos="85714">
                  <a:srgbClr val="00001C">
                    <a:alpha val="641"/>
                  </a:srgbClr>
                </a:gs>
                <a:gs pos="100000">
                  <a:srgbClr val="00001C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9107356">
              <a:off x="2806311" y="215483"/>
              <a:ext cx="728947" cy="5896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2738047">
              <a:off x="2364493" y="367998"/>
              <a:ext cx="612698" cy="376530"/>
            </a:xfrm>
            <a:prstGeom prst="ellipse">
              <a:avLst/>
            </a:prstGeom>
            <a:gradFill>
              <a:gsLst>
                <a:gs pos="0">
                  <a:srgbClr val="613A00">
                    <a:alpha val="32968"/>
                  </a:srgbClr>
                </a:gs>
                <a:gs pos="14286">
                  <a:srgbClr val="613A00">
                    <a:alpha val="30764"/>
                  </a:srgbClr>
                </a:gs>
                <a:gs pos="28571">
                  <a:srgbClr val="613A00">
                    <a:alpha val="24833"/>
                  </a:srgbClr>
                </a:gs>
                <a:gs pos="42857">
                  <a:srgbClr val="613A00">
                    <a:alpha val="17075"/>
                  </a:srgbClr>
                </a:gs>
                <a:gs pos="57143">
                  <a:srgbClr val="613A00">
                    <a:alpha val="9855"/>
                  </a:srgbClr>
                </a:gs>
                <a:gs pos="71429">
                  <a:srgbClr val="613A00">
                    <a:alpha val="4740"/>
                  </a:srgbClr>
                </a:gs>
                <a:gs pos="85714">
                  <a:srgbClr val="613A00">
                    <a:alpha val="1902"/>
                  </a:srgbClr>
                </a:gs>
                <a:gs pos="100000">
                  <a:srgbClr val="613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2984843">
              <a:off x="2099176" y="270126"/>
              <a:ext cx="697930" cy="492068"/>
            </a:xfrm>
            <a:prstGeom prst="ellipse">
              <a:avLst/>
            </a:prstGeom>
            <a:gradFill>
              <a:gsLst>
                <a:gs pos="0">
                  <a:srgbClr val="7F3E00">
                    <a:alpha val="32968"/>
                  </a:srgbClr>
                </a:gs>
                <a:gs pos="14286">
                  <a:srgbClr val="7F3E00">
                    <a:alpha val="30764"/>
                  </a:srgbClr>
                </a:gs>
                <a:gs pos="28571">
                  <a:srgbClr val="7F3E00">
                    <a:alpha val="24833"/>
                  </a:srgbClr>
                </a:gs>
                <a:gs pos="42857">
                  <a:srgbClr val="7F3E00">
                    <a:alpha val="17075"/>
                  </a:srgbClr>
                </a:gs>
                <a:gs pos="57143">
                  <a:srgbClr val="7F3E00">
                    <a:alpha val="9855"/>
                  </a:srgbClr>
                </a:gs>
                <a:gs pos="71429">
                  <a:srgbClr val="7F3E00">
                    <a:alpha val="4740"/>
                  </a:srgbClr>
                </a:gs>
                <a:gs pos="85714">
                  <a:srgbClr val="7F3E00">
                    <a:alpha val="1902"/>
                  </a:srgbClr>
                </a:gs>
                <a:gs pos="100000">
                  <a:srgbClr val="7F3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5046402">
              <a:off x="1949111" y="215605"/>
              <a:ext cx="700717" cy="604584"/>
            </a:xfrm>
            <a:prstGeom prst="ellipse">
              <a:avLst/>
            </a:prstGeom>
            <a:gradFill>
              <a:gsLst>
                <a:gs pos="0">
                  <a:srgbClr val="7A2C00">
                    <a:alpha val="32952"/>
                  </a:srgbClr>
                </a:gs>
                <a:gs pos="14286">
                  <a:srgbClr val="7A2C00">
                    <a:alpha val="30749"/>
                  </a:srgbClr>
                </a:gs>
                <a:gs pos="28571">
                  <a:srgbClr val="7A2C00">
                    <a:alpha val="24820"/>
                  </a:srgbClr>
                </a:gs>
                <a:gs pos="42857">
                  <a:srgbClr val="7A2C00">
                    <a:alpha val="17066"/>
                  </a:srgbClr>
                </a:gs>
                <a:gs pos="57143">
                  <a:srgbClr val="7A2C00">
                    <a:alpha val="9849"/>
                  </a:srgbClr>
                </a:gs>
                <a:gs pos="71429">
                  <a:srgbClr val="7A2C00">
                    <a:alpha val="4738"/>
                  </a:srgbClr>
                </a:gs>
                <a:gs pos="85714">
                  <a:srgbClr val="7A2C00">
                    <a:alpha val="1901"/>
                  </a:srgbClr>
                </a:gs>
                <a:gs pos="100000">
                  <a:srgbClr val="7A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9554454">
              <a:off x="1735571" y="239792"/>
              <a:ext cx="654678" cy="583841"/>
            </a:xfrm>
            <a:prstGeom prst="ellipse">
              <a:avLst/>
            </a:prstGeom>
            <a:gradFill>
              <a:gsLst>
                <a:gs pos="0">
                  <a:srgbClr val="B82E00">
                    <a:alpha val="31984"/>
                  </a:srgbClr>
                </a:gs>
                <a:gs pos="14286">
                  <a:srgbClr val="B82E00">
                    <a:alpha val="29830"/>
                  </a:srgbClr>
                </a:gs>
                <a:gs pos="28571">
                  <a:srgbClr val="B82E00">
                    <a:alpha val="24047"/>
                  </a:srgbClr>
                </a:gs>
                <a:gs pos="42857">
                  <a:srgbClr val="B82E00">
                    <a:alpha val="16508"/>
                  </a:srgbClr>
                </a:gs>
                <a:gs pos="57143">
                  <a:srgbClr val="B82E00">
                    <a:alpha val="9514"/>
                  </a:srgbClr>
                </a:gs>
                <a:gs pos="71429">
                  <a:srgbClr val="B82E00">
                    <a:alpha val="4572"/>
                  </a:srgbClr>
                </a:gs>
                <a:gs pos="85714">
                  <a:srgbClr val="B82E00">
                    <a:alpha val="1833"/>
                  </a:srgbClr>
                </a:gs>
                <a:gs pos="100000">
                  <a:srgbClr val="B82E0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8913782">
              <a:off x="1555077" y="249472"/>
              <a:ext cx="700468" cy="563264"/>
            </a:xfrm>
            <a:prstGeom prst="ellipse">
              <a:avLst/>
            </a:prstGeom>
            <a:gradFill>
              <a:gsLst>
                <a:gs pos="0">
                  <a:srgbClr val="A90000">
                    <a:alpha val="25907"/>
                  </a:srgbClr>
                </a:gs>
                <a:gs pos="14286">
                  <a:srgbClr val="A90000">
                    <a:alpha val="24088"/>
                  </a:srgbClr>
                </a:gs>
                <a:gs pos="28571">
                  <a:srgbClr val="A90000">
                    <a:alpha val="19264"/>
                  </a:srgbClr>
                </a:gs>
                <a:gs pos="42857">
                  <a:srgbClr val="A90000">
                    <a:alpha val="13095"/>
                  </a:srgbClr>
                </a:gs>
                <a:gs pos="57143">
                  <a:srgbClr val="A90000">
                    <a:alpha val="7482"/>
                  </a:srgbClr>
                </a:gs>
                <a:gs pos="71429">
                  <a:srgbClr val="A90000">
                    <a:alpha val="3575"/>
                  </a:srgbClr>
                </a:gs>
                <a:gs pos="85714">
                  <a:srgbClr val="A90000">
                    <a:alpha val="1429"/>
                  </a:srgbClr>
                </a:gs>
                <a:gs pos="100000">
                  <a:srgbClr val="A90000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7692168">
              <a:off x="1309819" y="220559"/>
              <a:ext cx="682069" cy="604636"/>
            </a:xfrm>
            <a:prstGeom prst="ellipse">
              <a:avLst/>
            </a:prstGeom>
            <a:gradFill>
              <a:gsLst>
                <a:gs pos="0">
                  <a:srgbClr val="A20000">
                    <a:alpha val="27213"/>
                  </a:srgbClr>
                </a:gs>
                <a:gs pos="14286">
                  <a:srgbClr val="A20000">
                    <a:alpha val="25318"/>
                  </a:srgbClr>
                </a:gs>
                <a:gs pos="28571">
                  <a:srgbClr val="A20000">
                    <a:alpha val="20282"/>
                  </a:srgbClr>
                </a:gs>
                <a:gs pos="42857">
                  <a:srgbClr val="A20000">
                    <a:alpha val="13815"/>
                  </a:srgbClr>
                </a:gs>
                <a:gs pos="57143">
                  <a:srgbClr val="A20000">
                    <a:alpha val="7908"/>
                  </a:srgbClr>
                </a:gs>
                <a:gs pos="71429">
                  <a:srgbClr val="A20000">
                    <a:alpha val="3783"/>
                  </a:srgbClr>
                </a:gs>
                <a:gs pos="85714">
                  <a:srgbClr val="A20000">
                    <a:alpha val="1513"/>
                  </a:srgbClr>
                </a:gs>
                <a:gs pos="100000">
                  <a:srgbClr val="A20000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9182721">
              <a:off x="1143630" y="290338"/>
              <a:ext cx="670971" cy="580480"/>
            </a:xfrm>
            <a:prstGeom prst="ellipse">
              <a:avLst/>
            </a:prstGeom>
            <a:gradFill>
              <a:gsLst>
                <a:gs pos="0">
                  <a:srgbClr val="A90031">
                    <a:alpha val="22288"/>
                  </a:srgbClr>
                </a:gs>
                <a:gs pos="14286">
                  <a:srgbClr val="A90031">
                    <a:alpha val="20687"/>
                  </a:srgbClr>
                </a:gs>
                <a:gs pos="28571">
                  <a:srgbClr val="A90031">
                    <a:alpha val="16469"/>
                  </a:srgbClr>
                </a:gs>
                <a:gs pos="42857">
                  <a:srgbClr val="A90031">
                    <a:alpha val="11134"/>
                  </a:srgbClr>
                </a:gs>
                <a:gs pos="57143">
                  <a:srgbClr val="A90031">
                    <a:alpha val="6331"/>
                  </a:srgbClr>
                </a:gs>
                <a:gs pos="71429">
                  <a:srgbClr val="A90031">
                    <a:alpha val="3015"/>
                  </a:srgbClr>
                </a:gs>
                <a:gs pos="85714">
                  <a:srgbClr val="A90031">
                    <a:alpha val="1203"/>
                  </a:srgbClr>
                </a:gs>
                <a:gs pos="100000">
                  <a:srgbClr val="A90031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7275911">
              <a:off x="907876" y="256572"/>
              <a:ext cx="733158" cy="495959"/>
            </a:xfrm>
            <a:prstGeom prst="ellipse">
              <a:avLst/>
            </a:prstGeom>
            <a:gradFill>
              <a:gsLst>
                <a:gs pos="0">
                  <a:srgbClr val="A90033">
                    <a:alpha val="32495"/>
                  </a:srgbClr>
                </a:gs>
                <a:gs pos="14286">
                  <a:srgbClr val="A90033">
                    <a:alpha val="30315"/>
                  </a:srgbClr>
                </a:gs>
                <a:gs pos="28571">
                  <a:srgbClr val="A90033">
                    <a:alpha val="24455"/>
                  </a:srgbClr>
                </a:gs>
                <a:gs pos="42857">
                  <a:srgbClr val="A90033">
                    <a:alpha val="16802"/>
                  </a:srgbClr>
                </a:gs>
                <a:gs pos="57143">
                  <a:srgbClr val="A90033">
                    <a:alpha val="9690"/>
                  </a:srgbClr>
                </a:gs>
                <a:gs pos="71429">
                  <a:srgbClr val="A90033">
                    <a:alpha val="4659"/>
                  </a:srgbClr>
                </a:gs>
                <a:gs pos="85714">
                  <a:srgbClr val="A90033">
                    <a:alpha val="1869"/>
                  </a:srgbClr>
                </a:gs>
                <a:gs pos="100000">
                  <a:srgbClr val="A90033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8106527">
              <a:off x="754010" y="221640"/>
              <a:ext cx="674047" cy="564850"/>
            </a:xfrm>
            <a:prstGeom prst="ellipse">
              <a:avLst/>
            </a:prstGeom>
            <a:gradFill>
              <a:gsLst>
                <a:gs pos="0">
                  <a:srgbClr val="83003E">
                    <a:alpha val="31917"/>
                  </a:srgbClr>
                </a:gs>
                <a:gs pos="14286">
                  <a:srgbClr val="83003E">
                    <a:alpha val="29766"/>
                  </a:srgbClr>
                </a:gs>
                <a:gs pos="28571">
                  <a:srgbClr val="83003E">
                    <a:alpha val="23993"/>
                  </a:srgbClr>
                </a:gs>
                <a:gs pos="42857">
                  <a:srgbClr val="83003E">
                    <a:alpha val="16469"/>
                  </a:srgbClr>
                </a:gs>
                <a:gs pos="57143">
                  <a:srgbClr val="83003E">
                    <a:alpha val="9490"/>
                  </a:srgbClr>
                </a:gs>
                <a:gs pos="71429">
                  <a:srgbClr val="83003E">
                    <a:alpha val="4560"/>
                  </a:srgbClr>
                </a:gs>
                <a:gs pos="85714">
                  <a:srgbClr val="83003E">
                    <a:alpha val="1829"/>
                  </a:srgbClr>
                </a:gs>
                <a:gs pos="100000">
                  <a:srgbClr val="83003E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8265288">
              <a:off x="559111" y="263196"/>
              <a:ext cx="719115" cy="399735"/>
            </a:xfrm>
            <a:prstGeom prst="ellipse">
              <a:avLst/>
            </a:prstGeom>
            <a:gradFill>
              <a:gsLst>
                <a:gs pos="0">
                  <a:srgbClr val="570031">
                    <a:alpha val="32968"/>
                  </a:srgbClr>
                </a:gs>
                <a:gs pos="14286">
                  <a:srgbClr val="570031">
                    <a:alpha val="30764"/>
                  </a:srgbClr>
                </a:gs>
                <a:gs pos="28571">
                  <a:srgbClr val="570031">
                    <a:alpha val="24833"/>
                  </a:srgbClr>
                </a:gs>
                <a:gs pos="42857">
                  <a:srgbClr val="570031">
                    <a:alpha val="17075"/>
                  </a:srgbClr>
                </a:gs>
                <a:gs pos="57143">
                  <a:srgbClr val="570031">
                    <a:alpha val="9855"/>
                  </a:srgbClr>
                </a:gs>
                <a:gs pos="71429">
                  <a:srgbClr val="570031">
                    <a:alpha val="4740"/>
                  </a:srgbClr>
                </a:gs>
                <a:gs pos="85714">
                  <a:srgbClr val="570031">
                    <a:alpha val="1902"/>
                  </a:srgbClr>
                </a:gs>
                <a:gs pos="100000">
                  <a:srgbClr val="57003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9266170">
              <a:off x="-37004" y="236499"/>
              <a:ext cx="712461" cy="542521"/>
            </a:xfrm>
            <a:prstGeom prst="ellipse">
              <a:avLst/>
            </a:prstGeom>
            <a:gradFill>
              <a:gsLst>
                <a:gs pos="0">
                  <a:srgbClr val="000000">
                    <a:alpha val="15720"/>
                  </a:srgbClr>
                </a:gs>
                <a:gs pos="14286">
                  <a:srgbClr val="000000">
                    <a:alpha val="14546"/>
                  </a:srgbClr>
                </a:gs>
                <a:gs pos="28571">
                  <a:srgbClr val="000000">
                    <a:alpha val="11490"/>
                  </a:srgbClr>
                </a:gs>
                <a:gs pos="42857">
                  <a:srgbClr val="000000">
                    <a:alpha val="7693"/>
                  </a:srgbClr>
                </a:gs>
                <a:gs pos="57143">
                  <a:srgbClr val="000000">
                    <a:alpha val="4339"/>
                  </a:srgbClr>
                </a:gs>
                <a:gs pos="71429">
                  <a:srgbClr val="000000">
                    <a:alpha val="2055"/>
                  </a:srgbClr>
                </a:gs>
                <a:gs pos="85714">
                  <a:srgbClr val="000000">
                    <a:alpha val="818"/>
                  </a:srgbClr>
                </a:gs>
                <a:gs pos="100000">
                  <a:srgbClr val="000000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-8555387">
              <a:off x="-220048" y="269748"/>
              <a:ext cx="647587" cy="619781"/>
            </a:xfrm>
            <a:prstGeom prst="ellipse">
              <a:avLst/>
            </a:prstGeom>
            <a:gradFill>
              <a:gsLst>
                <a:gs pos="0">
                  <a:srgbClr val="000000">
                    <a:alpha val="22232"/>
                  </a:srgbClr>
                </a:gs>
                <a:gs pos="14286">
                  <a:srgbClr val="000000">
                    <a:alpha val="20634"/>
                  </a:srgbClr>
                </a:gs>
                <a:gs pos="28571">
                  <a:srgbClr val="000000">
                    <a:alpha val="16426"/>
                  </a:srgbClr>
                </a:gs>
                <a:gs pos="42857">
                  <a:srgbClr val="000000">
                    <a:alpha val="11103"/>
                  </a:srgbClr>
                </a:gs>
                <a:gs pos="57143">
                  <a:srgbClr val="000000">
                    <a:alpha val="6313"/>
                  </a:srgbClr>
                </a:gs>
                <a:gs pos="71429">
                  <a:srgbClr val="000000">
                    <a:alpha val="3007"/>
                  </a:srgbClr>
                </a:gs>
                <a:gs pos="85714">
                  <a:srgbClr val="000000">
                    <a:alpha val="1200"/>
                  </a:srgbClr>
                </a:gs>
                <a:gs pos="100000">
                  <a:srgbClr val="00000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9933601">
              <a:off x="3121541" y="43197"/>
              <a:ext cx="646167" cy="626595"/>
            </a:xfrm>
            <a:prstGeom prst="ellipse">
              <a:avLst/>
            </a:prstGeom>
            <a:gradFill>
              <a:gsLst>
                <a:gs pos="0">
                  <a:srgbClr val="000000">
                    <a:alpha val="18080"/>
                  </a:srgbClr>
                </a:gs>
                <a:gs pos="14286">
                  <a:srgbClr val="000000">
                    <a:alpha val="16748"/>
                  </a:srgbClr>
                </a:gs>
                <a:gs pos="28571">
                  <a:srgbClr val="000000">
                    <a:alpha val="13266"/>
                  </a:srgbClr>
                </a:gs>
                <a:gs pos="42857">
                  <a:srgbClr val="000000">
                    <a:alpha val="8913"/>
                  </a:srgbClr>
                </a:gs>
                <a:gs pos="57143">
                  <a:srgbClr val="000000">
                    <a:alpha val="5041"/>
                  </a:srgbClr>
                </a:gs>
                <a:gs pos="71429">
                  <a:srgbClr val="000000">
                    <a:alpha val="2392"/>
                  </a:srgbClr>
                </a:gs>
                <a:gs pos="85714">
                  <a:srgbClr val="000000">
                    <a:alpha val="953"/>
                  </a:srgbClr>
                </a:gs>
                <a:gs pos="100000">
                  <a:srgbClr val="00000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7595619">
              <a:off x="2804044" y="-63526"/>
              <a:ext cx="764992" cy="666008"/>
            </a:xfrm>
            <a:prstGeom prst="ellipse">
              <a:avLst/>
            </a:prstGeom>
            <a:gradFill>
              <a:gsLst>
                <a:gs pos="0">
                  <a:srgbClr val="000000">
                    <a:alpha val="23602"/>
                  </a:srgbClr>
                </a:gs>
                <a:gs pos="14286">
                  <a:srgbClr val="000000">
                    <a:alpha val="21920"/>
                  </a:srgbClr>
                </a:gs>
                <a:gs pos="28571">
                  <a:srgbClr val="000000">
                    <a:alpha val="17479"/>
                  </a:srgbClr>
                </a:gs>
                <a:gs pos="42857">
                  <a:srgbClr val="000000">
                    <a:alpha val="11840"/>
                  </a:srgbClr>
                </a:gs>
                <a:gs pos="57143">
                  <a:srgbClr val="000000">
                    <a:alpha val="6744"/>
                  </a:srgbClr>
                </a:gs>
                <a:gs pos="71429">
                  <a:srgbClr val="000000">
                    <a:alpha val="3216"/>
                  </a:srgbClr>
                </a:gs>
                <a:gs pos="85714">
                  <a:srgbClr val="000000">
                    <a:alpha val="1284"/>
                  </a:srgbClr>
                </a:gs>
                <a:gs pos="100000">
                  <a:srgbClr val="000000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2728965">
              <a:off x="2621211" y="115533"/>
              <a:ext cx="730960" cy="5229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-8976807">
              <a:off x="1837673" y="66140"/>
              <a:ext cx="700821" cy="372354"/>
            </a:xfrm>
            <a:prstGeom prst="ellipse">
              <a:avLst/>
            </a:prstGeom>
            <a:gradFill>
              <a:gsLst>
                <a:gs pos="0">
                  <a:srgbClr val="A43400">
                    <a:alpha val="7973"/>
                  </a:srgbClr>
                </a:gs>
                <a:gs pos="14286">
                  <a:srgbClr val="A43400">
                    <a:alpha val="7352"/>
                  </a:srgbClr>
                </a:gs>
                <a:gs pos="28571">
                  <a:srgbClr val="A43400">
                    <a:alpha val="5757"/>
                  </a:srgbClr>
                </a:gs>
                <a:gs pos="42857">
                  <a:srgbClr val="A43400">
                    <a:alpha val="3814"/>
                  </a:srgbClr>
                </a:gs>
                <a:gs pos="57143">
                  <a:srgbClr val="A43400">
                    <a:alpha val="2132"/>
                  </a:srgbClr>
                </a:gs>
                <a:gs pos="71429">
                  <a:srgbClr val="A43400">
                    <a:alpha val="1004"/>
                  </a:srgbClr>
                </a:gs>
                <a:gs pos="85714">
                  <a:srgbClr val="A43400">
                    <a:alpha val="398"/>
                  </a:srgbClr>
                </a:gs>
                <a:gs pos="100000">
                  <a:srgbClr val="A43400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-8744276">
              <a:off x="1710196" y="75884"/>
              <a:ext cx="708180" cy="546431"/>
            </a:xfrm>
            <a:prstGeom prst="ellipse">
              <a:avLst/>
            </a:prstGeom>
            <a:gradFill>
              <a:gsLst>
                <a:gs pos="0">
                  <a:srgbClr val="4F1300">
                    <a:alpha val="24717"/>
                  </a:srgbClr>
                </a:gs>
                <a:gs pos="14286">
                  <a:srgbClr val="4F1300">
                    <a:alpha val="22968"/>
                  </a:srgbClr>
                </a:gs>
                <a:gs pos="28571">
                  <a:srgbClr val="4F1300">
                    <a:alpha val="18341"/>
                  </a:srgbClr>
                </a:gs>
                <a:gs pos="42857">
                  <a:srgbClr val="4F1300">
                    <a:alpha val="12445"/>
                  </a:srgbClr>
                </a:gs>
                <a:gs pos="57143">
                  <a:srgbClr val="4F1300">
                    <a:alpha val="7099"/>
                  </a:srgbClr>
                </a:gs>
                <a:gs pos="71429">
                  <a:srgbClr val="4F1300">
                    <a:alpha val="3388"/>
                  </a:srgbClr>
                </a:gs>
                <a:gs pos="85714">
                  <a:srgbClr val="4F1300">
                    <a:alpha val="1354"/>
                  </a:srgbClr>
                </a:gs>
                <a:gs pos="100000">
                  <a:srgbClr val="4F1300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-10689532">
              <a:off x="1524981" y="-29008"/>
              <a:ext cx="655466" cy="559720"/>
            </a:xfrm>
            <a:prstGeom prst="ellipse">
              <a:avLst/>
            </a:prstGeom>
            <a:gradFill>
              <a:gsLst>
                <a:gs pos="0">
                  <a:srgbClr val="890E00">
                    <a:alpha val="19483"/>
                  </a:srgbClr>
                </a:gs>
                <a:gs pos="14286">
                  <a:srgbClr val="890E00">
                    <a:alpha val="18059"/>
                  </a:srgbClr>
                </a:gs>
                <a:gs pos="28571">
                  <a:srgbClr val="890E00">
                    <a:alpha val="14328"/>
                  </a:srgbClr>
                </a:gs>
                <a:gs pos="42857">
                  <a:srgbClr val="890E00">
                    <a:alpha val="9646"/>
                  </a:srgbClr>
                </a:gs>
                <a:gs pos="57143">
                  <a:srgbClr val="890E00">
                    <a:alpha val="5465"/>
                  </a:srgbClr>
                </a:gs>
                <a:gs pos="71429">
                  <a:srgbClr val="890E00">
                    <a:alpha val="2597"/>
                  </a:srgbClr>
                </a:gs>
                <a:gs pos="85714">
                  <a:srgbClr val="890E00">
                    <a:alpha val="1035"/>
                  </a:srgbClr>
                </a:gs>
                <a:gs pos="100000">
                  <a:srgbClr val="890E00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7187080">
              <a:off x="1417108" y="-8437"/>
              <a:ext cx="615391" cy="526507"/>
            </a:xfrm>
            <a:prstGeom prst="ellipse">
              <a:avLst/>
            </a:prstGeom>
            <a:gradFill>
              <a:gsLst>
                <a:gs pos="0">
                  <a:srgbClr val="A70000">
                    <a:alpha val="23058"/>
                  </a:srgbClr>
                </a:gs>
                <a:gs pos="14286">
                  <a:srgbClr val="A70000">
                    <a:alpha val="21409"/>
                  </a:srgbClr>
                </a:gs>
                <a:gs pos="28571">
                  <a:srgbClr val="A70000">
                    <a:alpha val="17060"/>
                  </a:srgbClr>
                </a:gs>
                <a:gs pos="42857">
                  <a:srgbClr val="A70000">
                    <a:alpha val="11547"/>
                  </a:srgbClr>
                </a:gs>
                <a:gs pos="57143">
                  <a:srgbClr val="A70000">
                    <a:alpha val="6573"/>
                  </a:srgbClr>
                </a:gs>
                <a:gs pos="71429">
                  <a:srgbClr val="A70000">
                    <a:alpha val="3132"/>
                  </a:srgbClr>
                </a:gs>
                <a:gs pos="85714">
                  <a:srgbClr val="A70000">
                    <a:alpha val="1251"/>
                  </a:srgbClr>
                </a:gs>
                <a:gs pos="100000">
                  <a:srgbClr val="A70000">
                    <a:alpha val="4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10160704">
              <a:off x="1160627" y="41914"/>
              <a:ext cx="659592" cy="457869"/>
            </a:xfrm>
            <a:prstGeom prst="ellipse">
              <a:avLst/>
            </a:prstGeom>
            <a:gradFill>
              <a:gsLst>
                <a:gs pos="0">
                  <a:srgbClr val="6A0012">
                    <a:alpha val="32968"/>
                  </a:srgbClr>
                </a:gs>
                <a:gs pos="14286">
                  <a:srgbClr val="6A0012">
                    <a:alpha val="30764"/>
                  </a:srgbClr>
                </a:gs>
                <a:gs pos="28571">
                  <a:srgbClr val="6A0012">
                    <a:alpha val="24833"/>
                  </a:srgbClr>
                </a:gs>
                <a:gs pos="42857">
                  <a:srgbClr val="6A0012">
                    <a:alpha val="17075"/>
                  </a:srgbClr>
                </a:gs>
                <a:gs pos="57143">
                  <a:srgbClr val="6A0012">
                    <a:alpha val="9855"/>
                  </a:srgbClr>
                </a:gs>
                <a:gs pos="71429">
                  <a:srgbClr val="6A0012">
                    <a:alpha val="4740"/>
                  </a:srgbClr>
                </a:gs>
                <a:gs pos="85714">
                  <a:srgbClr val="6A0012">
                    <a:alpha val="1902"/>
                  </a:srgbClr>
                </a:gs>
                <a:gs pos="100000">
                  <a:srgbClr val="6A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9828634">
              <a:off x="888270" y="138525"/>
              <a:ext cx="702646" cy="444943"/>
            </a:xfrm>
            <a:prstGeom prst="ellipse">
              <a:avLst/>
            </a:prstGeom>
            <a:gradFill>
              <a:gsLst>
                <a:gs pos="0">
                  <a:srgbClr val="600023">
                    <a:alpha val="26776"/>
                  </a:srgbClr>
                </a:gs>
                <a:gs pos="14286">
                  <a:srgbClr val="600023">
                    <a:alpha val="24907"/>
                  </a:srgbClr>
                </a:gs>
                <a:gs pos="28571">
                  <a:srgbClr val="600023">
                    <a:alpha val="19941"/>
                  </a:srgbClr>
                </a:gs>
                <a:gs pos="42857">
                  <a:srgbClr val="600023">
                    <a:alpha val="13574"/>
                  </a:srgbClr>
                </a:gs>
                <a:gs pos="57143">
                  <a:srgbClr val="600023">
                    <a:alpha val="7765"/>
                  </a:srgbClr>
                </a:gs>
                <a:gs pos="71429">
                  <a:srgbClr val="600023">
                    <a:alpha val="3713"/>
                  </a:srgbClr>
                </a:gs>
                <a:gs pos="85714">
                  <a:srgbClr val="600023">
                    <a:alpha val="1485"/>
                  </a:srgbClr>
                </a:gs>
                <a:gs pos="100000">
                  <a:srgbClr val="600023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7795057">
              <a:off x="332473" y="10055"/>
              <a:ext cx="711385" cy="5174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9424098">
              <a:off x="164215" y="-12251"/>
              <a:ext cx="748159" cy="623453"/>
            </a:xfrm>
            <a:prstGeom prst="ellipse">
              <a:avLst/>
            </a:prstGeom>
            <a:gradFill>
              <a:gsLst>
                <a:gs pos="0">
                  <a:srgbClr val="000000">
                    <a:alpha val="31857"/>
                  </a:srgbClr>
                </a:gs>
                <a:gs pos="14286">
                  <a:srgbClr val="000000">
                    <a:alpha val="29710"/>
                  </a:srgbClr>
                </a:gs>
                <a:gs pos="28571">
                  <a:srgbClr val="000000">
                    <a:alpha val="23946"/>
                  </a:srgbClr>
                </a:gs>
                <a:gs pos="42857">
                  <a:srgbClr val="000000">
                    <a:alpha val="16435"/>
                  </a:srgbClr>
                </a:gs>
                <a:gs pos="57143">
                  <a:srgbClr val="000000">
                    <a:alpha val="9470"/>
                  </a:srgbClr>
                </a:gs>
                <a:gs pos="71429">
                  <a:srgbClr val="000000">
                    <a:alpha val="4550"/>
                  </a:srgbClr>
                </a:gs>
                <a:gs pos="85714">
                  <a:srgbClr val="000000">
                    <a:alpha val="1825"/>
                  </a:srgbClr>
                </a:gs>
                <a:gs pos="100000">
                  <a:srgbClr val="00000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5551858">
              <a:off x="13435" y="-46998"/>
              <a:ext cx="734046" cy="721610"/>
            </a:xfrm>
            <a:prstGeom prst="ellipse">
              <a:avLst/>
            </a:prstGeom>
            <a:gradFill>
              <a:gsLst>
                <a:gs pos="0">
                  <a:srgbClr val="000000">
                    <a:alpha val="31132"/>
                  </a:srgbClr>
                </a:gs>
                <a:gs pos="14286">
                  <a:srgbClr val="000000">
                    <a:alpha val="29023"/>
                  </a:srgbClr>
                </a:gs>
                <a:gs pos="28571">
                  <a:srgbClr val="000000">
                    <a:alpha val="23370"/>
                  </a:srgbClr>
                </a:gs>
                <a:gs pos="42857">
                  <a:srgbClr val="000000">
                    <a:alpha val="16020"/>
                  </a:srgbClr>
                </a:gs>
                <a:gs pos="57143">
                  <a:srgbClr val="000000">
                    <a:alpha val="9221"/>
                  </a:srgbClr>
                </a:gs>
                <a:gs pos="71429">
                  <a:srgbClr val="000000">
                    <a:alpha val="4427"/>
                  </a:srgbClr>
                </a:gs>
                <a:gs pos="85714">
                  <a:srgbClr val="000000">
                    <a:alpha val="1775"/>
                  </a:srgbClr>
                </a:gs>
                <a:gs pos="100000">
                  <a:srgbClr val="000000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2930901">
              <a:off x="-243154" y="20902"/>
              <a:ext cx="711300" cy="6737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-8903553">
              <a:off x="2406082" y="-128894"/>
              <a:ext cx="638272" cy="5736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4011568">
              <a:off x="1494150" y="-173472"/>
              <a:ext cx="709285" cy="571582"/>
            </a:xfrm>
            <a:prstGeom prst="ellipse">
              <a:avLst/>
            </a:prstGeom>
            <a:gradFill>
              <a:gsLst>
                <a:gs pos="0">
                  <a:srgbClr val="000400">
                    <a:alpha val="17227"/>
                  </a:srgbClr>
                </a:gs>
                <a:gs pos="14286">
                  <a:srgbClr val="000400">
                    <a:alpha val="15951"/>
                  </a:srgbClr>
                </a:gs>
                <a:gs pos="28571">
                  <a:srgbClr val="000400">
                    <a:alpha val="12622"/>
                  </a:srgbClr>
                </a:gs>
                <a:gs pos="42857">
                  <a:srgbClr val="000400">
                    <a:alpha val="8470"/>
                  </a:srgbClr>
                </a:gs>
                <a:gs pos="57143">
                  <a:srgbClr val="000400">
                    <a:alpha val="4786"/>
                  </a:srgbClr>
                </a:gs>
                <a:gs pos="71429">
                  <a:srgbClr val="000400">
                    <a:alpha val="2269"/>
                  </a:srgbClr>
                </a:gs>
                <a:gs pos="85714">
                  <a:srgbClr val="000400">
                    <a:alpha val="904"/>
                  </a:srgbClr>
                </a:gs>
                <a:gs pos="100000">
                  <a:srgbClr val="000400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-8894804">
              <a:off x="1347253" y="-203318"/>
              <a:ext cx="698577" cy="647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8060180">
              <a:off x="341842" y="-103735"/>
              <a:ext cx="772424" cy="530562"/>
            </a:xfrm>
            <a:prstGeom prst="ellipse">
              <a:avLst/>
            </a:prstGeom>
            <a:gradFill>
              <a:gsLst>
                <a:gs pos="0">
                  <a:srgbClr val="000000">
                    <a:alpha val="30969"/>
                  </a:srgbClr>
                </a:gs>
                <a:gs pos="14286">
                  <a:srgbClr val="000000">
                    <a:alpha val="28869"/>
                  </a:srgbClr>
                </a:gs>
                <a:gs pos="28571">
                  <a:srgbClr val="000000">
                    <a:alpha val="23240"/>
                  </a:srgbClr>
                </a:gs>
                <a:gs pos="42857">
                  <a:srgbClr val="000000">
                    <a:alpha val="15927"/>
                  </a:srgbClr>
                </a:gs>
                <a:gs pos="57143">
                  <a:srgbClr val="000000">
                    <a:alpha val="9165"/>
                  </a:srgbClr>
                </a:gs>
                <a:gs pos="71429">
                  <a:srgbClr val="000000">
                    <a:alpha val="4400"/>
                  </a:srgbClr>
                </a:gs>
                <a:gs pos="85714">
                  <a:srgbClr val="000000">
                    <a:alpha val="1764"/>
                  </a:srgbClr>
                </a:gs>
                <a:gs pos="100000">
                  <a:srgbClr val="00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2026-08-02T15:01:14Z</dcterms:created>
  <dcterms:modified xsi:type="dcterms:W3CDTF">2026-08-02T15:01:14Z</dcterms:modified>
</cp:coreProperties>
</file>