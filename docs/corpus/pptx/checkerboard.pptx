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905000" cy="19050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1905000" cy="1905000"/>
          <a:chOff x="0" y="0"/>
          <a:chExt cx="1905000" cy="190500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1905000" cy="1905000"/>
            <a:chOff x="0" y="0"/>
            <a:chExt cx="1905000" cy="190500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1905000" cy="1905000"/>
            </a:xfrm>
            <a:prstGeom prst="rect">
              <a:avLst/>
            </a:prstGeom>
            <a:solidFill>
              <a:srgbClr val="9A9A9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8022956">
              <a:off x="1181339" y="241861"/>
              <a:ext cx="39244" cy="10931"/>
            </a:xfrm>
            <a:prstGeom prst="ellipse">
              <a:avLst/>
            </a:prstGeom>
            <a:gradFill>
              <a:gsLst>
                <a:gs pos="0">
                  <a:srgbClr val="FFFFFF">
                    <a:alpha val="24173"/>
                  </a:srgbClr>
                </a:gs>
                <a:gs pos="14286">
                  <a:srgbClr val="FFFFFF">
                    <a:alpha val="22456"/>
                  </a:srgbClr>
                </a:gs>
                <a:gs pos="28571">
                  <a:srgbClr val="FFFFFF">
                    <a:alpha val="17920"/>
                  </a:srgbClr>
                </a:gs>
                <a:gs pos="42857">
                  <a:srgbClr val="FFFFFF">
                    <a:alpha val="12149"/>
                  </a:srgbClr>
                </a:gs>
                <a:gs pos="57143">
                  <a:srgbClr val="FFFFFF">
                    <a:alpha val="6926"/>
                  </a:srgbClr>
                </a:gs>
                <a:gs pos="71429">
                  <a:srgbClr val="FFFFFF">
                    <a:alpha val="3304"/>
                  </a:srgbClr>
                </a:gs>
                <a:gs pos="85714">
                  <a:srgbClr val="FFFFFF">
                    <a:alpha val="1320"/>
                  </a:srgbClr>
                </a:gs>
                <a:gs pos="100000">
                  <a:srgbClr val="FFFFFF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-10794578">
              <a:off x="409798" y="242769"/>
              <a:ext cx="37191" cy="9979"/>
            </a:xfrm>
            <a:prstGeom prst="ellipse">
              <a:avLst/>
            </a:prstGeom>
            <a:gradFill>
              <a:gsLst>
                <a:gs pos="0">
                  <a:srgbClr val="FFFFFF">
                    <a:alpha val="25188"/>
                  </a:srgbClr>
                </a:gs>
                <a:gs pos="14286">
                  <a:srgbClr val="FFFFFF">
                    <a:alpha val="23412"/>
                  </a:srgbClr>
                </a:gs>
                <a:gs pos="28571">
                  <a:srgbClr val="FFFFFF">
                    <a:alpha val="18706"/>
                  </a:srgbClr>
                </a:gs>
                <a:gs pos="42857">
                  <a:srgbClr val="FFFFFF">
                    <a:alpha val="12702"/>
                  </a:srgbClr>
                </a:gs>
                <a:gs pos="57143">
                  <a:srgbClr val="FFFFFF">
                    <a:alpha val="7251"/>
                  </a:srgbClr>
                </a:gs>
                <a:gs pos="71429">
                  <a:srgbClr val="FFFFFF">
                    <a:alpha val="3462"/>
                  </a:srgbClr>
                </a:gs>
                <a:gs pos="85714">
                  <a:srgbClr val="FFFFFF">
                    <a:alpha val="1384"/>
                  </a:srgbClr>
                </a:gs>
                <a:gs pos="100000">
                  <a:srgbClr val="FFFFFF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8106078">
              <a:off x="1630924" y="692787"/>
              <a:ext cx="31403" cy="7672"/>
            </a:xfrm>
            <a:prstGeom prst="ellipse">
              <a:avLst/>
            </a:prstGeom>
            <a:gradFill>
              <a:gsLst>
                <a:gs pos="0">
                  <a:srgbClr val="FFFFFF">
                    <a:alpha val="25741"/>
                  </a:srgbClr>
                </a:gs>
                <a:gs pos="14286">
                  <a:srgbClr val="FFFFFF">
                    <a:alpha val="23932"/>
                  </a:srgbClr>
                </a:gs>
                <a:gs pos="28571">
                  <a:srgbClr val="FFFFFF">
                    <a:alpha val="19135"/>
                  </a:srgbClr>
                </a:gs>
                <a:gs pos="42857">
                  <a:srgbClr val="FFFFFF">
                    <a:alpha val="13004"/>
                  </a:srgbClr>
                </a:gs>
                <a:gs pos="57143">
                  <a:srgbClr val="FFFFFF">
                    <a:alpha val="7429"/>
                  </a:srgbClr>
                </a:gs>
                <a:gs pos="71429">
                  <a:srgbClr val="FFFFFF">
                    <a:alpha val="3549"/>
                  </a:srgbClr>
                </a:gs>
                <a:gs pos="85714">
                  <a:srgbClr val="FFFFFF">
                    <a:alpha val="1419"/>
                  </a:srgbClr>
                </a:gs>
                <a:gs pos="100000">
                  <a:srgbClr val="FFFFFF">
                    <a:alpha val="4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2796579">
              <a:off x="1391084" y="717687"/>
              <a:ext cx="42621" cy="12504"/>
            </a:xfrm>
            <a:prstGeom prst="ellipse">
              <a:avLst/>
            </a:prstGeom>
            <a:gradFill>
              <a:gsLst>
                <a:gs pos="0">
                  <a:srgbClr val="FFFFFF">
                    <a:alpha val="23555"/>
                  </a:srgbClr>
                </a:gs>
                <a:gs pos="14286">
                  <a:srgbClr val="FFFFFF">
                    <a:alpha val="21876"/>
                  </a:srgbClr>
                </a:gs>
                <a:gs pos="28571">
                  <a:srgbClr val="FFFFFF">
                    <a:alpha val="17443"/>
                  </a:srgbClr>
                </a:gs>
                <a:gs pos="42857">
                  <a:srgbClr val="FFFFFF">
                    <a:alpha val="11815"/>
                  </a:srgbClr>
                </a:gs>
                <a:gs pos="57143">
                  <a:srgbClr val="FFFFFF">
                    <a:alpha val="6730"/>
                  </a:srgbClr>
                </a:gs>
                <a:gs pos="71429">
                  <a:srgbClr val="FFFFFF">
                    <a:alpha val="3208"/>
                  </a:srgbClr>
                </a:gs>
                <a:gs pos="85714">
                  <a:srgbClr val="FFFFFF">
                    <a:alpha val="1281"/>
                  </a:srgbClr>
                </a:gs>
                <a:gs pos="100000">
                  <a:srgbClr val="FFFFFF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-9892505">
              <a:off x="1425586" y="1171644"/>
              <a:ext cx="49178" cy="14063"/>
            </a:xfrm>
            <a:prstGeom prst="ellipse">
              <a:avLst/>
            </a:prstGeom>
            <a:gradFill>
              <a:gsLst>
                <a:gs pos="0">
                  <a:srgbClr val="F6F5EE">
                    <a:alpha val="23091"/>
                  </a:srgbClr>
                </a:gs>
                <a:gs pos="14286">
                  <a:srgbClr val="F6F5EE">
                    <a:alpha val="21440"/>
                  </a:srgbClr>
                </a:gs>
                <a:gs pos="28571">
                  <a:srgbClr val="F6F5EE">
                    <a:alpha val="17086"/>
                  </a:srgbClr>
                </a:gs>
                <a:gs pos="42857">
                  <a:srgbClr val="F6F5EE">
                    <a:alpha val="11564"/>
                  </a:srgbClr>
                </a:gs>
                <a:gs pos="57143">
                  <a:srgbClr val="F6F5EE">
                    <a:alpha val="6583"/>
                  </a:srgbClr>
                </a:gs>
                <a:gs pos="71429">
                  <a:srgbClr val="F6F5EE">
                    <a:alpha val="3137"/>
                  </a:srgbClr>
                </a:gs>
                <a:gs pos="85714">
                  <a:srgbClr val="F6F5EE">
                    <a:alpha val="1253"/>
                  </a:srgbClr>
                </a:gs>
                <a:gs pos="100000">
                  <a:srgbClr val="F6F5EE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5280645">
              <a:off x="1049909" y="1089775"/>
              <a:ext cx="251689" cy="359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-10769224">
              <a:off x="1649408" y="1371361"/>
              <a:ext cx="93464" cy="586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10797146">
              <a:off x="264916" y="224861"/>
              <a:ext cx="234068" cy="560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5122469">
              <a:off x="91954" y="582172"/>
              <a:ext cx="225551" cy="798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-10220021">
              <a:off x="1562256" y="1128521"/>
              <a:ext cx="116572" cy="669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4783228">
              <a:off x="1582357" y="1124019"/>
              <a:ext cx="124493" cy="576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4694907">
              <a:off x="800960" y="376222"/>
              <a:ext cx="253706" cy="438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10193998">
              <a:off x="1010685" y="934833"/>
              <a:ext cx="210499" cy="891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-10339458">
              <a:off x="1580226" y="183204"/>
              <a:ext cx="98488" cy="606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10353912">
              <a:off x="801786" y="704392"/>
              <a:ext cx="183747" cy="322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5757567">
              <a:off x="1328133" y="637226"/>
              <a:ext cx="213462" cy="329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10580874">
              <a:off x="1553358" y="641901"/>
              <a:ext cx="122623" cy="767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3895701">
              <a:off x="773895" y="412713"/>
              <a:ext cx="309036" cy="467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4964264">
              <a:off x="134171" y="273682"/>
              <a:ext cx="220346" cy="435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4305375">
              <a:off x="133313" y="1096022"/>
              <a:ext cx="134075" cy="847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10648960">
              <a:off x="685642" y="402554"/>
              <a:ext cx="191157" cy="777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5046906">
              <a:off x="1003438" y="100988"/>
              <a:ext cx="327661" cy="509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-10794987">
              <a:off x="914638" y="942046"/>
              <a:ext cx="188263" cy="293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6064041">
              <a:off x="846829" y="1580155"/>
              <a:ext cx="233736" cy="471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5777940">
              <a:off x="400311" y="882671"/>
              <a:ext cx="103621" cy="535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6859737">
              <a:off x="380293" y="1107307"/>
              <a:ext cx="232389" cy="534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-10707376">
              <a:off x="1505772" y="1141974"/>
              <a:ext cx="189655" cy="530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5761210">
              <a:off x="1286567" y="1705778"/>
              <a:ext cx="249705" cy="388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10681250">
              <a:off x="305135" y="226100"/>
              <a:ext cx="215512" cy="308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4863370">
              <a:off x="1229945" y="-37732"/>
              <a:ext cx="440441" cy="764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6445906">
              <a:off x="852645" y="123762"/>
              <a:ext cx="250006" cy="763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5493648">
              <a:off x="574586" y="1830843"/>
              <a:ext cx="329846" cy="846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5107264">
              <a:off x="855920" y="1001662"/>
              <a:ext cx="249338" cy="849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5498296">
              <a:off x="565504" y="1787322"/>
              <a:ext cx="404194" cy="1412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6808824">
              <a:off x="1285361" y="602066"/>
              <a:ext cx="351055" cy="557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7903505">
              <a:off x="1184554" y="733493"/>
              <a:ext cx="386088" cy="585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4088698">
              <a:off x="996465" y="252930"/>
              <a:ext cx="414892" cy="500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3055798">
              <a:off x="888811" y="143207"/>
              <a:ext cx="510184" cy="724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6845841">
              <a:off x="983857" y="879030"/>
              <a:ext cx="438917" cy="618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3615920">
              <a:off x="1407249" y="632347"/>
              <a:ext cx="456468" cy="666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3124724">
              <a:off x="31154" y="234907"/>
              <a:ext cx="453155" cy="7517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-9357125">
              <a:off x="1411009" y="634730"/>
              <a:ext cx="327299" cy="698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6575026">
              <a:off x="1101757" y="1723521"/>
              <a:ext cx="574668" cy="636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-10748592">
              <a:off x="1411392" y="669386"/>
              <a:ext cx="266662" cy="474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6962179">
              <a:off x="262910" y="255212"/>
              <a:ext cx="368377" cy="612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5427961">
              <a:off x="998742" y="560896"/>
              <a:ext cx="356223" cy="296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3320035">
              <a:off x="-581" y="1537882"/>
              <a:ext cx="364097" cy="835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5219298">
              <a:off x="548463" y="294915"/>
              <a:ext cx="337433" cy="289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3651199">
              <a:off x="1620890" y="246147"/>
              <a:ext cx="169322" cy="889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6874615">
              <a:off x="67075" y="854104"/>
              <a:ext cx="392171" cy="598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4637874">
              <a:off x="12241" y="1191658"/>
              <a:ext cx="455083" cy="366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-10793297">
              <a:off x="1641653" y="224867"/>
              <a:ext cx="411297" cy="503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5413455">
              <a:off x="1277005" y="597836"/>
              <a:ext cx="310005" cy="273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10431427">
              <a:off x="948003" y="937416"/>
              <a:ext cx="265705" cy="1051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-10600664">
              <a:off x="195806" y="224193"/>
              <a:ext cx="261560" cy="877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6355202">
              <a:off x="1521764" y="1414362"/>
              <a:ext cx="158183" cy="1401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8660924">
              <a:off x="282715" y="1132473"/>
              <a:ext cx="952650" cy="8381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-8373024">
              <a:off x="1022263" y="-71576"/>
              <a:ext cx="948241" cy="8249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-10799979">
              <a:off x="947034" y="469024"/>
              <a:ext cx="51677" cy="51675"/>
            </a:xfrm>
            <a:prstGeom prst="ellipse">
              <a:avLst/>
            </a:prstGeom>
            <a:gradFill>
              <a:gsLst>
                <a:gs pos="0">
                  <a:srgbClr val="FFFFFF">
                    <a:alpha val="19267"/>
                  </a:srgbClr>
                </a:gs>
                <a:gs pos="14286">
                  <a:srgbClr val="FFFFFF">
                    <a:alpha val="17857"/>
                  </a:srgbClr>
                </a:gs>
                <a:gs pos="28571">
                  <a:srgbClr val="FFFFFF">
                    <a:alpha val="14164"/>
                  </a:srgbClr>
                </a:gs>
                <a:gs pos="42857">
                  <a:srgbClr val="FFFFFF">
                    <a:alpha val="9533"/>
                  </a:srgbClr>
                </a:gs>
                <a:gs pos="57143">
                  <a:srgbClr val="FFFFFF">
                    <a:alpha val="5400"/>
                  </a:srgbClr>
                </a:gs>
                <a:gs pos="71429">
                  <a:srgbClr val="FFFFFF">
                    <a:alpha val="2565"/>
                  </a:srgbClr>
                </a:gs>
                <a:gs pos="85714">
                  <a:srgbClr val="FFFFFF">
                    <a:alpha val="1022"/>
                  </a:srgbClr>
                </a:gs>
                <a:gs pos="100000">
                  <a:srgbClr val="FFFFFF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10032199">
              <a:off x="1418303" y="572104"/>
              <a:ext cx="253445" cy="1462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-10668892">
              <a:off x="977160" y="943450"/>
              <a:ext cx="47423" cy="13546"/>
            </a:xfrm>
            <a:prstGeom prst="ellipse">
              <a:avLst/>
            </a:prstGeom>
            <a:gradFill>
              <a:gsLst>
                <a:gs pos="0">
                  <a:srgbClr val="FEFFF8">
                    <a:alpha val="23299"/>
                  </a:srgbClr>
                </a:gs>
                <a:gs pos="14286">
                  <a:srgbClr val="FEFFF8">
                    <a:alpha val="21635"/>
                  </a:srgbClr>
                </a:gs>
                <a:gs pos="28571">
                  <a:srgbClr val="FEFFF8">
                    <a:alpha val="17246"/>
                  </a:srgbClr>
                </a:gs>
                <a:gs pos="42857">
                  <a:srgbClr val="FEFFF8">
                    <a:alpha val="11676"/>
                  </a:srgbClr>
                </a:gs>
                <a:gs pos="57143">
                  <a:srgbClr val="FEFFF8">
                    <a:alpha val="6649"/>
                  </a:srgbClr>
                </a:gs>
                <a:gs pos="71429">
                  <a:srgbClr val="FEFFF8">
                    <a:alpha val="3169"/>
                  </a:srgbClr>
                </a:gs>
                <a:gs pos="85714">
                  <a:srgbClr val="FEFFF8">
                    <a:alpha val="1265"/>
                  </a:srgbClr>
                </a:gs>
                <a:gs pos="100000">
                  <a:srgbClr val="FEFFF8">
                    <a:alpha val="4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6320171">
              <a:off x="691853" y="1202506"/>
              <a:ext cx="45367" cy="13557"/>
            </a:xfrm>
            <a:prstGeom prst="ellipse">
              <a:avLst/>
            </a:prstGeom>
            <a:gradFill>
              <a:gsLst>
                <a:gs pos="0">
                  <a:srgbClr val="FAF9F5">
                    <a:alpha val="23338"/>
                  </a:srgbClr>
                </a:gs>
                <a:gs pos="14286">
                  <a:srgbClr val="FAF9F5">
                    <a:alpha val="21672"/>
                  </a:srgbClr>
                </a:gs>
                <a:gs pos="28571">
                  <a:srgbClr val="FAF9F5">
                    <a:alpha val="17276"/>
                  </a:srgbClr>
                </a:gs>
                <a:gs pos="42857">
                  <a:srgbClr val="FAF9F5">
                    <a:alpha val="11697"/>
                  </a:srgbClr>
                </a:gs>
                <a:gs pos="57143">
                  <a:srgbClr val="FAF9F5">
                    <a:alpha val="6661"/>
                  </a:srgbClr>
                </a:gs>
                <a:gs pos="71429">
                  <a:srgbClr val="FAF9F5">
                    <a:alpha val="3175"/>
                  </a:srgbClr>
                </a:gs>
                <a:gs pos="85714">
                  <a:srgbClr val="FAF9F5">
                    <a:alpha val="1268"/>
                  </a:srgbClr>
                </a:gs>
                <a:gs pos="100000">
                  <a:srgbClr val="FAF9F5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5454907">
              <a:off x="690105" y="1688862"/>
              <a:ext cx="49909" cy="14149"/>
            </a:xfrm>
            <a:prstGeom prst="ellipse">
              <a:avLst/>
            </a:prstGeom>
            <a:gradFill>
              <a:gsLst>
                <a:gs pos="0">
                  <a:srgbClr val="FAF9F0">
                    <a:alpha val="23122"/>
                  </a:srgbClr>
                </a:gs>
                <a:gs pos="14286">
                  <a:srgbClr val="FAF9F0">
                    <a:alpha val="21470"/>
                  </a:srgbClr>
                </a:gs>
                <a:gs pos="28571">
                  <a:srgbClr val="FAF9F0">
                    <a:alpha val="17110"/>
                  </a:srgbClr>
                </a:gs>
                <a:gs pos="42857">
                  <a:srgbClr val="FAF9F0">
                    <a:alpha val="11581"/>
                  </a:srgbClr>
                </a:gs>
                <a:gs pos="57143">
                  <a:srgbClr val="FAF9F0">
                    <a:alpha val="6593"/>
                  </a:srgbClr>
                </a:gs>
                <a:gs pos="71429">
                  <a:srgbClr val="FAF9F0">
                    <a:alpha val="3142"/>
                  </a:srgbClr>
                </a:gs>
                <a:gs pos="85714">
                  <a:srgbClr val="FAF9F0">
                    <a:alpha val="1255"/>
                  </a:srgbClr>
                </a:gs>
                <a:gs pos="100000">
                  <a:srgbClr val="FAF9F0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5543894">
              <a:off x="439470" y="409320"/>
              <a:ext cx="49704" cy="14213"/>
            </a:xfrm>
            <a:prstGeom prst="ellipse">
              <a:avLst/>
            </a:prstGeom>
            <a:gradFill>
              <a:gsLst>
                <a:gs pos="0">
                  <a:srgbClr val="FAF9F2">
                    <a:alpha val="23082"/>
                  </a:srgbClr>
                </a:gs>
                <a:gs pos="14286">
                  <a:srgbClr val="FAF9F2">
                    <a:alpha val="21432"/>
                  </a:srgbClr>
                </a:gs>
                <a:gs pos="28571">
                  <a:srgbClr val="FAF9F2">
                    <a:alpha val="17079"/>
                  </a:srgbClr>
                </a:gs>
                <a:gs pos="42857">
                  <a:srgbClr val="FAF9F2">
                    <a:alpha val="11560"/>
                  </a:srgbClr>
                </a:gs>
                <a:gs pos="57143">
                  <a:srgbClr val="FAF9F2">
                    <a:alpha val="6580"/>
                  </a:srgbClr>
                </a:gs>
                <a:gs pos="71429">
                  <a:srgbClr val="FAF9F2">
                    <a:alpha val="3136"/>
                  </a:srgbClr>
                </a:gs>
                <a:gs pos="85714">
                  <a:srgbClr val="FAF9F2">
                    <a:alpha val="1252"/>
                  </a:srgbClr>
                </a:gs>
                <a:gs pos="100000">
                  <a:srgbClr val="FAF9F2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-10752440">
              <a:off x="274103" y="935939"/>
              <a:ext cx="46943" cy="13291"/>
            </a:xfrm>
            <a:prstGeom prst="ellipse">
              <a:avLst/>
            </a:prstGeom>
            <a:gradFill>
              <a:gsLst>
                <a:gs pos="0">
                  <a:srgbClr val="FFFFFC">
                    <a:alpha val="23596"/>
                  </a:srgbClr>
                </a:gs>
                <a:gs pos="14286">
                  <a:srgbClr val="FFFFFC">
                    <a:alpha val="21915"/>
                  </a:srgbClr>
                </a:gs>
                <a:gs pos="28571">
                  <a:srgbClr val="FFFFFC">
                    <a:alpha val="17475"/>
                  </a:srgbClr>
                </a:gs>
                <a:gs pos="42857">
                  <a:srgbClr val="FFFFFC">
                    <a:alpha val="11837"/>
                  </a:srgbClr>
                </a:gs>
                <a:gs pos="57143">
                  <a:srgbClr val="FFFFFC">
                    <a:alpha val="6743"/>
                  </a:srgbClr>
                </a:gs>
                <a:gs pos="71429">
                  <a:srgbClr val="FFFFFC">
                    <a:alpha val="3215"/>
                  </a:srgbClr>
                </a:gs>
                <a:gs pos="85714">
                  <a:srgbClr val="FFFFFC">
                    <a:alpha val="1284"/>
                  </a:srgbClr>
                </a:gs>
                <a:gs pos="100000">
                  <a:srgbClr val="FFFFFC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-10692564">
              <a:off x="1018274" y="1175628"/>
              <a:ext cx="53692" cy="14773"/>
            </a:xfrm>
            <a:prstGeom prst="ellipse">
              <a:avLst/>
            </a:prstGeom>
            <a:gradFill>
              <a:gsLst>
                <a:gs pos="0">
                  <a:srgbClr val="E8E7E0">
                    <a:alpha val="22253"/>
                  </a:srgbClr>
                </a:gs>
                <a:gs pos="14286">
                  <a:srgbClr val="E8E7E0">
                    <a:alpha val="20654"/>
                  </a:srgbClr>
                </a:gs>
                <a:gs pos="28571">
                  <a:srgbClr val="E8E7E0">
                    <a:alpha val="16442"/>
                  </a:srgbClr>
                </a:gs>
                <a:gs pos="42857">
                  <a:srgbClr val="E8E7E0">
                    <a:alpha val="11115"/>
                  </a:srgbClr>
                </a:gs>
                <a:gs pos="57143">
                  <a:srgbClr val="E8E7E0">
                    <a:alpha val="6320"/>
                  </a:srgbClr>
                </a:gs>
                <a:gs pos="71429">
                  <a:srgbClr val="E8E7E0">
                    <a:alpha val="3010"/>
                  </a:srgbClr>
                </a:gs>
                <a:gs pos="85714">
                  <a:srgbClr val="E8E7E0">
                    <a:alpha val="1201"/>
                  </a:srgbClr>
                </a:gs>
                <a:gs pos="100000">
                  <a:srgbClr val="E8E7E0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5280198">
              <a:off x="452053" y="1528882"/>
              <a:ext cx="52895" cy="15010"/>
            </a:xfrm>
            <a:prstGeom prst="ellipse">
              <a:avLst/>
            </a:prstGeom>
            <a:gradFill>
              <a:gsLst>
                <a:gs pos="0">
                  <a:srgbClr val="EFEEE9">
                    <a:alpha val="22551"/>
                  </a:srgbClr>
                </a:gs>
                <a:gs pos="14286">
                  <a:srgbClr val="EFEEE9">
                    <a:alpha val="20933"/>
                  </a:srgbClr>
                </a:gs>
                <a:gs pos="28571">
                  <a:srgbClr val="EFEEE9">
                    <a:alpha val="16671"/>
                  </a:srgbClr>
                </a:gs>
                <a:gs pos="42857">
                  <a:srgbClr val="EFEEE9">
                    <a:alpha val="11274"/>
                  </a:srgbClr>
                </a:gs>
                <a:gs pos="57143">
                  <a:srgbClr val="EFEEE9">
                    <a:alpha val="6413"/>
                  </a:srgbClr>
                </a:gs>
                <a:gs pos="71429">
                  <a:srgbClr val="EFEEE9">
                    <a:alpha val="3055"/>
                  </a:srgbClr>
                </a:gs>
                <a:gs pos="85714">
                  <a:srgbClr val="EFEEE9">
                    <a:alpha val="1219"/>
                  </a:srgbClr>
                </a:gs>
                <a:gs pos="100000">
                  <a:srgbClr val="EFEEE9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5387272">
              <a:off x="1402510" y="31130"/>
              <a:ext cx="53052" cy="14674"/>
            </a:xfrm>
            <a:prstGeom prst="ellipse">
              <a:avLst/>
            </a:prstGeom>
            <a:gradFill>
              <a:gsLst>
                <a:gs pos="0">
                  <a:srgbClr val="EDEDEB">
                    <a:alpha val="22574"/>
                  </a:srgbClr>
                </a:gs>
                <a:gs pos="14286">
                  <a:srgbClr val="EDEDEB">
                    <a:alpha val="20955"/>
                  </a:srgbClr>
                </a:gs>
                <a:gs pos="28571">
                  <a:srgbClr val="EDEDEB">
                    <a:alpha val="16689"/>
                  </a:srgbClr>
                </a:gs>
                <a:gs pos="42857">
                  <a:srgbClr val="EDEDEB">
                    <a:alpha val="11287"/>
                  </a:srgbClr>
                </a:gs>
                <a:gs pos="57143">
                  <a:srgbClr val="EDEDEB">
                    <a:alpha val="6421"/>
                  </a:srgbClr>
                </a:gs>
                <a:gs pos="71429">
                  <a:srgbClr val="EDEDEB">
                    <a:alpha val="3059"/>
                  </a:srgbClr>
                </a:gs>
                <a:gs pos="85714">
                  <a:srgbClr val="EDEDEB">
                    <a:alpha val="1221"/>
                  </a:srgbClr>
                </a:gs>
                <a:gs pos="100000">
                  <a:srgbClr val="EDEDEB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5400976">
              <a:off x="1640067" y="1775974"/>
              <a:ext cx="53617" cy="11699"/>
            </a:xfrm>
            <a:prstGeom prst="ellipse">
              <a:avLst/>
            </a:prstGeom>
            <a:gradFill>
              <a:gsLst>
                <a:gs pos="0">
                  <a:srgbClr val="EBEAE8">
                    <a:alpha val="22418"/>
                  </a:srgbClr>
                </a:gs>
                <a:gs pos="14286">
                  <a:srgbClr val="EBEAE8">
                    <a:alpha val="20809"/>
                  </a:srgbClr>
                </a:gs>
                <a:gs pos="28571">
                  <a:srgbClr val="EBEAE8">
                    <a:alpha val="16569"/>
                  </a:srgbClr>
                </a:gs>
                <a:gs pos="42857">
                  <a:srgbClr val="EBEAE8">
                    <a:alpha val="11203"/>
                  </a:srgbClr>
                </a:gs>
                <a:gs pos="57143">
                  <a:srgbClr val="EBEAE8">
                    <a:alpha val="6372"/>
                  </a:srgbClr>
                </a:gs>
                <a:gs pos="71429">
                  <a:srgbClr val="EBEAE8">
                    <a:alpha val="3035"/>
                  </a:srgbClr>
                </a:gs>
                <a:gs pos="85714">
                  <a:srgbClr val="EBEAE8">
                    <a:alpha val="1211"/>
                  </a:srgbClr>
                </a:gs>
                <a:gs pos="100000">
                  <a:srgbClr val="EBEAE8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5270010">
              <a:off x="689893" y="1266469"/>
              <a:ext cx="53409" cy="15127"/>
            </a:xfrm>
            <a:prstGeom prst="ellipse">
              <a:avLst/>
            </a:prstGeom>
            <a:gradFill>
              <a:gsLst>
                <a:gs pos="0">
                  <a:srgbClr val="EBEBE2">
                    <a:alpha val="22447"/>
                  </a:srgbClr>
                </a:gs>
                <a:gs pos="14286">
                  <a:srgbClr val="EBEBE2">
                    <a:alpha val="20836"/>
                  </a:srgbClr>
                </a:gs>
                <a:gs pos="28571">
                  <a:srgbClr val="EBEBE2">
                    <a:alpha val="16591"/>
                  </a:srgbClr>
                </a:gs>
                <a:gs pos="42857">
                  <a:srgbClr val="EBEBE2">
                    <a:alpha val="11219"/>
                  </a:srgbClr>
                </a:gs>
                <a:gs pos="57143">
                  <a:srgbClr val="EBEBE2">
                    <a:alpha val="6381"/>
                  </a:srgbClr>
                </a:gs>
                <a:gs pos="71429">
                  <a:srgbClr val="EBEBE2">
                    <a:alpha val="3039"/>
                  </a:srgbClr>
                </a:gs>
                <a:gs pos="85714">
                  <a:srgbClr val="EBEBE2">
                    <a:alpha val="1213"/>
                  </a:srgbClr>
                </a:gs>
                <a:gs pos="100000">
                  <a:srgbClr val="EBEBE2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10755618">
              <a:off x="1679185" y="231720"/>
              <a:ext cx="48903" cy="12830"/>
            </a:xfrm>
            <a:prstGeom prst="ellipse">
              <a:avLst/>
            </a:prstGeom>
            <a:gradFill>
              <a:gsLst>
                <a:gs pos="0">
                  <a:srgbClr val="FBFAF5">
                    <a:alpha val="23140"/>
                  </a:srgbClr>
                </a:gs>
                <a:gs pos="14286">
                  <a:srgbClr val="FBFAF5">
                    <a:alpha val="21486"/>
                  </a:srgbClr>
                </a:gs>
                <a:gs pos="28571">
                  <a:srgbClr val="FBFAF5">
                    <a:alpha val="17124"/>
                  </a:srgbClr>
                </a:gs>
                <a:gs pos="42857">
                  <a:srgbClr val="FBFAF5">
                    <a:alpha val="11591"/>
                  </a:srgbClr>
                </a:gs>
                <a:gs pos="57143">
                  <a:srgbClr val="FBFAF5">
                    <a:alpha val="6599"/>
                  </a:srgbClr>
                </a:gs>
                <a:gs pos="71429">
                  <a:srgbClr val="FBFAF5">
                    <a:alpha val="3145"/>
                  </a:srgbClr>
                </a:gs>
                <a:gs pos="85714">
                  <a:srgbClr val="FBFAF5">
                    <a:alpha val="1256"/>
                  </a:srgbClr>
                </a:gs>
                <a:gs pos="100000">
                  <a:srgbClr val="FBFAF5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10752046">
              <a:off x="887427" y="1412809"/>
              <a:ext cx="48332" cy="13480"/>
            </a:xfrm>
            <a:prstGeom prst="ellipse">
              <a:avLst/>
            </a:prstGeom>
            <a:gradFill>
              <a:gsLst>
                <a:gs pos="0">
                  <a:srgbClr val="FDFDF5">
                    <a:alpha val="23294"/>
                  </a:srgbClr>
                </a:gs>
                <a:gs pos="14286">
                  <a:srgbClr val="FDFDF5">
                    <a:alpha val="21631"/>
                  </a:srgbClr>
                </a:gs>
                <a:gs pos="28571">
                  <a:srgbClr val="FDFDF5">
                    <a:alpha val="17242"/>
                  </a:srgbClr>
                </a:gs>
                <a:gs pos="42857">
                  <a:srgbClr val="FDFDF5">
                    <a:alpha val="11674"/>
                  </a:srgbClr>
                </a:gs>
                <a:gs pos="57143">
                  <a:srgbClr val="FDFDF5">
                    <a:alpha val="6647"/>
                  </a:srgbClr>
                </a:gs>
                <a:gs pos="71429">
                  <a:srgbClr val="FDFDF5">
                    <a:alpha val="3168"/>
                  </a:srgbClr>
                </a:gs>
                <a:gs pos="85714">
                  <a:srgbClr val="FDFDF5">
                    <a:alpha val="1265"/>
                  </a:srgbClr>
                </a:gs>
                <a:gs pos="100000">
                  <a:srgbClr val="FDFDF5">
                    <a:alpha val="4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10789465">
              <a:off x="1445334" y="1423138"/>
              <a:ext cx="46532" cy="11266"/>
            </a:xfrm>
            <a:prstGeom prst="ellipse">
              <a:avLst/>
            </a:prstGeom>
            <a:gradFill>
              <a:gsLst>
                <a:gs pos="0">
                  <a:srgbClr val="FFFFFA">
                    <a:alpha val="23612"/>
                  </a:srgbClr>
                </a:gs>
                <a:gs pos="14286">
                  <a:srgbClr val="FFFFFA">
                    <a:alpha val="21929"/>
                  </a:srgbClr>
                </a:gs>
                <a:gs pos="28571">
                  <a:srgbClr val="FFFFFA">
                    <a:alpha val="17487"/>
                  </a:srgbClr>
                </a:gs>
                <a:gs pos="42857">
                  <a:srgbClr val="FFFFFA">
                    <a:alpha val="11845"/>
                  </a:srgbClr>
                </a:gs>
                <a:gs pos="57143">
                  <a:srgbClr val="FFFFFA">
                    <a:alpha val="6747"/>
                  </a:srgbClr>
                </a:gs>
                <a:gs pos="71429">
                  <a:srgbClr val="FFFFFA">
                    <a:alpha val="3217"/>
                  </a:srgbClr>
                </a:gs>
                <a:gs pos="85714">
                  <a:srgbClr val="FFFFFA">
                    <a:alpha val="1285"/>
                  </a:srgbClr>
                </a:gs>
                <a:gs pos="100000">
                  <a:srgbClr val="FFFFFA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-10722868">
              <a:off x="1698775" y="458722"/>
              <a:ext cx="52021" cy="14619"/>
            </a:xfrm>
            <a:prstGeom prst="ellipse">
              <a:avLst/>
            </a:prstGeom>
            <a:gradFill>
              <a:gsLst>
                <a:gs pos="0">
                  <a:srgbClr val="F2F1ED">
                    <a:alpha val="22727"/>
                  </a:srgbClr>
                </a:gs>
                <a:gs pos="14286">
                  <a:srgbClr val="F2F1ED">
                    <a:alpha val="21098"/>
                  </a:srgbClr>
                </a:gs>
                <a:gs pos="28571">
                  <a:srgbClr val="F2F1ED">
                    <a:alpha val="16806"/>
                  </a:srgbClr>
                </a:gs>
                <a:gs pos="42857">
                  <a:srgbClr val="F2F1ED">
                    <a:alpha val="11369"/>
                  </a:srgbClr>
                </a:gs>
                <a:gs pos="57143">
                  <a:srgbClr val="F2F1ED">
                    <a:alpha val="6469"/>
                  </a:srgbClr>
                </a:gs>
                <a:gs pos="71429">
                  <a:srgbClr val="F2F1ED">
                    <a:alpha val="3082"/>
                  </a:srgbClr>
                </a:gs>
                <a:gs pos="85714">
                  <a:srgbClr val="F2F1ED">
                    <a:alpha val="1230"/>
                  </a:srgbClr>
                </a:gs>
                <a:gs pos="100000">
                  <a:srgbClr val="F2F1ED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10790204">
              <a:off x="32955" y="946470"/>
              <a:ext cx="53520" cy="11986"/>
            </a:xfrm>
            <a:prstGeom prst="ellipse">
              <a:avLst/>
            </a:prstGeom>
            <a:gradFill>
              <a:gsLst>
                <a:gs pos="0">
                  <a:srgbClr val="ECECEC">
                    <a:alpha val="22466"/>
                  </a:srgbClr>
                </a:gs>
                <a:gs pos="14286">
                  <a:srgbClr val="ECECEC">
                    <a:alpha val="20854"/>
                  </a:srgbClr>
                </a:gs>
                <a:gs pos="28571">
                  <a:srgbClr val="ECECEC">
                    <a:alpha val="16606"/>
                  </a:srgbClr>
                </a:gs>
                <a:gs pos="42857">
                  <a:srgbClr val="ECECEC">
                    <a:alpha val="11229"/>
                  </a:srgbClr>
                </a:gs>
                <a:gs pos="57143">
                  <a:srgbClr val="ECECEC">
                    <a:alpha val="6387"/>
                  </a:srgbClr>
                </a:gs>
                <a:gs pos="71429">
                  <a:srgbClr val="ECECEC">
                    <a:alpha val="3042"/>
                  </a:srgbClr>
                </a:gs>
                <a:gs pos="85714">
                  <a:srgbClr val="ECECEC">
                    <a:alpha val="1214"/>
                  </a:srgbClr>
                </a:gs>
                <a:gs pos="100000">
                  <a:srgbClr val="ECECEC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10756073">
              <a:off x="654849" y="1174938"/>
              <a:ext cx="46698" cy="13237"/>
            </a:xfrm>
            <a:prstGeom prst="ellipse">
              <a:avLst/>
            </a:prstGeom>
            <a:gradFill>
              <a:gsLst>
                <a:gs pos="0">
                  <a:srgbClr val="FFFFFC">
                    <a:alpha val="23613"/>
                  </a:srgbClr>
                </a:gs>
                <a:gs pos="14286">
                  <a:srgbClr val="FFFFFC">
                    <a:alpha val="21931"/>
                  </a:srgbClr>
                </a:gs>
                <a:gs pos="28571">
                  <a:srgbClr val="FFFFFC">
                    <a:alpha val="17488"/>
                  </a:srgbClr>
                </a:gs>
                <a:gs pos="42857">
                  <a:srgbClr val="FFFFFC">
                    <a:alpha val="11846"/>
                  </a:srgbClr>
                </a:gs>
                <a:gs pos="57143">
                  <a:srgbClr val="FFFFFC">
                    <a:alpha val="6748"/>
                  </a:srgbClr>
                </a:gs>
                <a:gs pos="71429">
                  <a:srgbClr val="FFFFFC">
                    <a:alpha val="3217"/>
                  </a:srgbClr>
                </a:gs>
                <a:gs pos="85714">
                  <a:srgbClr val="FFFFFC">
                    <a:alpha val="1285"/>
                  </a:srgbClr>
                </a:gs>
                <a:gs pos="100000">
                  <a:srgbClr val="FFFFFC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5348579">
              <a:off x="917411" y="1215867"/>
              <a:ext cx="51150" cy="13579"/>
            </a:xfrm>
            <a:prstGeom prst="ellipse">
              <a:avLst/>
            </a:prstGeom>
            <a:gradFill>
              <a:gsLst>
                <a:gs pos="0">
                  <a:srgbClr val="F4F4EB">
                    <a:alpha val="22733"/>
                  </a:srgbClr>
                </a:gs>
                <a:gs pos="14286">
                  <a:srgbClr val="F4F4EB">
                    <a:alpha val="21104"/>
                  </a:srgbClr>
                </a:gs>
                <a:gs pos="28571">
                  <a:srgbClr val="F4F4EB">
                    <a:alpha val="16810"/>
                  </a:srgbClr>
                </a:gs>
                <a:gs pos="42857">
                  <a:srgbClr val="F4F4EB">
                    <a:alpha val="11372"/>
                  </a:srgbClr>
                </a:gs>
                <a:gs pos="57143">
                  <a:srgbClr val="F4F4EB">
                    <a:alpha val="6470"/>
                  </a:srgbClr>
                </a:gs>
                <a:gs pos="71429">
                  <a:srgbClr val="F4F4EB">
                    <a:alpha val="3083"/>
                  </a:srgbClr>
                </a:gs>
                <a:gs pos="85714">
                  <a:srgbClr val="F4F4EB">
                    <a:alpha val="1231"/>
                  </a:srgbClr>
                </a:gs>
                <a:gs pos="100000">
                  <a:srgbClr val="F4F4EB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5379226">
              <a:off x="208562" y="1752891"/>
              <a:ext cx="54529" cy="13046"/>
            </a:xfrm>
            <a:prstGeom prst="ellipse">
              <a:avLst/>
            </a:prstGeom>
            <a:gradFill>
              <a:gsLst>
                <a:gs pos="0">
                  <a:srgbClr val="E3E1DB">
                    <a:alpha val="22109"/>
                  </a:srgbClr>
                </a:gs>
                <a:gs pos="14286">
                  <a:srgbClr val="E3E1DB">
                    <a:alpha val="20519"/>
                  </a:srgbClr>
                </a:gs>
                <a:gs pos="28571">
                  <a:srgbClr val="E3E1DB">
                    <a:alpha val="16332"/>
                  </a:srgbClr>
                </a:gs>
                <a:gs pos="42857">
                  <a:srgbClr val="E3E1DB">
                    <a:alpha val="11038"/>
                  </a:srgbClr>
                </a:gs>
                <a:gs pos="57143">
                  <a:srgbClr val="E3E1DB">
                    <a:alpha val="6275"/>
                  </a:srgbClr>
                </a:gs>
                <a:gs pos="71429">
                  <a:srgbClr val="E3E1DB">
                    <a:alpha val="2988"/>
                  </a:srgbClr>
                </a:gs>
                <a:gs pos="85714">
                  <a:srgbClr val="E3E1DB">
                    <a:alpha val="1192"/>
                  </a:srgbClr>
                </a:gs>
                <a:gs pos="100000">
                  <a:srgbClr val="E3E1DB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5426596">
              <a:off x="202413" y="585879"/>
              <a:ext cx="51862" cy="14328"/>
            </a:xfrm>
            <a:prstGeom prst="ellipse">
              <a:avLst/>
            </a:prstGeom>
            <a:gradFill>
              <a:gsLst>
                <a:gs pos="0">
                  <a:srgbClr val="F2F2F1">
                    <a:alpha val="22744"/>
                  </a:srgbClr>
                </a:gs>
                <a:gs pos="14286">
                  <a:srgbClr val="F2F2F1">
                    <a:alpha val="21114"/>
                  </a:srgbClr>
                </a:gs>
                <a:gs pos="28571">
                  <a:srgbClr val="F2F2F1">
                    <a:alpha val="16819"/>
                  </a:srgbClr>
                </a:gs>
                <a:gs pos="42857">
                  <a:srgbClr val="F2F2F1">
                    <a:alpha val="11378"/>
                  </a:srgbClr>
                </a:gs>
                <a:gs pos="57143">
                  <a:srgbClr val="F2F2F1">
                    <a:alpha val="6474"/>
                  </a:srgbClr>
                </a:gs>
                <a:gs pos="71429">
                  <a:srgbClr val="F2F2F1">
                    <a:alpha val="3084"/>
                  </a:srgbClr>
                </a:gs>
                <a:gs pos="85714">
                  <a:srgbClr val="F2F2F1">
                    <a:alpha val="1231"/>
                  </a:srgbClr>
                </a:gs>
                <a:gs pos="100000">
                  <a:srgbClr val="F2F2F1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-10736453">
              <a:off x="1754117" y="229301"/>
              <a:ext cx="49544" cy="14075"/>
            </a:xfrm>
            <a:prstGeom prst="ellipse">
              <a:avLst/>
            </a:prstGeom>
            <a:gradFill>
              <a:gsLst>
                <a:gs pos="0">
                  <a:srgbClr val="FBFAF3">
                    <a:alpha val="23132"/>
                  </a:srgbClr>
                </a:gs>
                <a:gs pos="14286">
                  <a:srgbClr val="FBFAF3">
                    <a:alpha val="21479"/>
                  </a:srgbClr>
                </a:gs>
                <a:gs pos="28571">
                  <a:srgbClr val="FBFAF3">
                    <a:alpha val="17118"/>
                  </a:srgbClr>
                </a:gs>
                <a:gs pos="42857">
                  <a:srgbClr val="FBFAF3">
                    <a:alpha val="11587"/>
                  </a:srgbClr>
                </a:gs>
                <a:gs pos="57143">
                  <a:srgbClr val="FBFAF3">
                    <a:alpha val="6596"/>
                  </a:srgbClr>
                </a:gs>
                <a:gs pos="71429">
                  <a:srgbClr val="FBFAF3">
                    <a:alpha val="3144"/>
                  </a:srgbClr>
                </a:gs>
                <a:gs pos="85714">
                  <a:srgbClr val="FBFAF3">
                    <a:alpha val="1255"/>
                  </a:srgbClr>
                </a:gs>
                <a:gs pos="100000">
                  <a:srgbClr val="FBFAF3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5285005">
              <a:off x="438670" y="828075"/>
              <a:ext cx="52666" cy="14910"/>
            </a:xfrm>
            <a:prstGeom prst="ellipse">
              <a:avLst/>
            </a:prstGeom>
            <a:gradFill>
              <a:gsLst>
                <a:gs pos="0">
                  <a:srgbClr val="EEEEE6">
                    <a:alpha val="22511"/>
                  </a:srgbClr>
                </a:gs>
                <a:gs pos="14286">
                  <a:srgbClr val="EEEEE6">
                    <a:alpha val="20896"/>
                  </a:srgbClr>
                </a:gs>
                <a:gs pos="28571">
                  <a:srgbClr val="EEEEE6">
                    <a:alpha val="16640"/>
                  </a:srgbClr>
                </a:gs>
                <a:gs pos="42857">
                  <a:srgbClr val="EEEEE6">
                    <a:alpha val="11253"/>
                  </a:srgbClr>
                </a:gs>
                <a:gs pos="57143">
                  <a:srgbClr val="EEEEE6">
                    <a:alpha val="6401"/>
                  </a:srgbClr>
                </a:gs>
                <a:gs pos="71429">
                  <a:srgbClr val="EEEEE6">
                    <a:alpha val="3049"/>
                  </a:srgbClr>
                </a:gs>
                <a:gs pos="85714">
                  <a:srgbClr val="EEEEE6">
                    <a:alpha val="1217"/>
                  </a:srgbClr>
                </a:gs>
                <a:gs pos="100000">
                  <a:srgbClr val="EEEEE6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5365775">
              <a:off x="680273" y="1062456"/>
              <a:ext cx="53145" cy="14318"/>
            </a:xfrm>
            <a:prstGeom prst="ellipse">
              <a:avLst/>
            </a:prstGeom>
            <a:gradFill>
              <a:gsLst>
                <a:gs pos="0">
                  <a:srgbClr val="EBEBDF">
                    <a:alpha val="22409"/>
                  </a:srgbClr>
                </a:gs>
                <a:gs pos="14286">
                  <a:srgbClr val="EBEBDF">
                    <a:alpha val="20800"/>
                  </a:srgbClr>
                </a:gs>
                <a:gs pos="28571">
                  <a:srgbClr val="EBEBDF">
                    <a:alpha val="16562"/>
                  </a:srgbClr>
                </a:gs>
                <a:gs pos="42857">
                  <a:srgbClr val="EBEBDF">
                    <a:alpha val="11198"/>
                  </a:srgbClr>
                </a:gs>
                <a:gs pos="57143">
                  <a:srgbClr val="EBEBDF">
                    <a:alpha val="6369"/>
                  </a:srgbClr>
                </a:gs>
                <a:gs pos="71429">
                  <a:srgbClr val="EBEBDF">
                    <a:alpha val="3033"/>
                  </a:srgbClr>
                </a:gs>
                <a:gs pos="85714">
                  <a:srgbClr val="EBEBDF">
                    <a:alpha val="1211"/>
                  </a:srgbClr>
                </a:gs>
                <a:gs pos="100000">
                  <a:srgbClr val="EBEBDF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6325654">
              <a:off x="1166281" y="1676955"/>
              <a:ext cx="51790" cy="14538"/>
            </a:xfrm>
            <a:prstGeom prst="ellipse">
              <a:avLst/>
            </a:prstGeom>
            <a:gradFill>
              <a:gsLst>
                <a:gs pos="0">
                  <a:srgbClr val="DEDDDA">
                    <a:alpha val="21922"/>
                  </a:srgbClr>
                </a:gs>
                <a:gs pos="14286">
                  <a:srgbClr val="DEDDDA">
                    <a:alpha val="20343"/>
                  </a:srgbClr>
                </a:gs>
                <a:gs pos="28571">
                  <a:srgbClr val="DEDDDA">
                    <a:alpha val="16188"/>
                  </a:srgbClr>
                </a:gs>
                <a:gs pos="42857">
                  <a:srgbClr val="DEDDDA">
                    <a:alpha val="10938"/>
                  </a:srgbClr>
                </a:gs>
                <a:gs pos="57143">
                  <a:srgbClr val="DEDDDA">
                    <a:alpha val="6217"/>
                  </a:srgbClr>
                </a:gs>
                <a:gs pos="71429">
                  <a:srgbClr val="DEDDDA">
                    <a:alpha val="2960"/>
                  </a:srgbClr>
                </a:gs>
                <a:gs pos="85714">
                  <a:srgbClr val="DEDDDA">
                    <a:alpha val="1181"/>
                  </a:srgbClr>
                </a:gs>
                <a:gs pos="100000">
                  <a:srgbClr val="DEDDDA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5537466">
              <a:off x="201321" y="1592161"/>
              <a:ext cx="50699" cy="14412"/>
            </a:xfrm>
            <a:prstGeom prst="ellipse">
              <a:avLst/>
            </a:prstGeom>
            <a:gradFill>
              <a:gsLst>
                <a:gs pos="0">
                  <a:srgbClr val="F7F6F0">
                    <a:alpha val="22877"/>
                  </a:srgbClr>
                </a:gs>
                <a:gs pos="14286">
                  <a:srgbClr val="F7F6F0">
                    <a:alpha val="21240"/>
                  </a:srgbClr>
                </a:gs>
                <a:gs pos="28571">
                  <a:srgbClr val="F7F6F0">
                    <a:alpha val="16922"/>
                  </a:srgbClr>
                </a:gs>
                <a:gs pos="42857">
                  <a:srgbClr val="F7F6F0">
                    <a:alpha val="11450"/>
                  </a:srgbClr>
                </a:gs>
                <a:gs pos="57143">
                  <a:srgbClr val="F7F6F0">
                    <a:alpha val="6516"/>
                  </a:srgbClr>
                </a:gs>
                <a:gs pos="71429">
                  <a:srgbClr val="F7F6F0">
                    <a:alpha val="3105"/>
                  </a:srgbClr>
                </a:gs>
                <a:gs pos="85714">
                  <a:srgbClr val="F7F6F0">
                    <a:alpha val="1239"/>
                  </a:srgbClr>
                </a:gs>
                <a:gs pos="100000">
                  <a:srgbClr val="F7F6F0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5556755">
              <a:off x="636319" y="1247349"/>
              <a:ext cx="244441" cy="1165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5799042">
              <a:off x="1147972" y="740051"/>
              <a:ext cx="252625" cy="1895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10190119">
              <a:off x="1659259" y="1174579"/>
              <a:ext cx="360380" cy="2331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8455062">
              <a:off x="248910" y="1428819"/>
              <a:ext cx="668725" cy="6414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4923976">
              <a:off x="1238599" y="781008"/>
              <a:ext cx="253189" cy="1235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8317023">
              <a:off x="1604051" y="1675751"/>
              <a:ext cx="554075" cy="2982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10719371">
              <a:off x="207981" y="1653747"/>
              <a:ext cx="293958" cy="416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8028197">
              <a:off x="715371" y="37681"/>
              <a:ext cx="680000" cy="6306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7459851">
              <a:off x="1427043" y="778188"/>
              <a:ext cx="649165" cy="6048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5621289">
              <a:off x="60446" y="531362"/>
              <a:ext cx="258125" cy="1102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7084461">
              <a:off x="466625" y="1427552"/>
              <a:ext cx="248135" cy="2359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-10479284">
              <a:off x="-176399" y="451561"/>
              <a:ext cx="411985" cy="2620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-10799691">
              <a:off x="1684214" y="224116"/>
              <a:ext cx="367050" cy="2507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6358071">
              <a:off x="939309" y="1431367"/>
              <a:ext cx="237561" cy="2162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4881751">
              <a:off x="310750" y="324894"/>
              <a:ext cx="232309" cy="10431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8179216">
              <a:off x="21750" y="757983"/>
              <a:ext cx="663928" cy="6339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10642162">
              <a:off x="1182827" y="699081"/>
              <a:ext cx="269190" cy="760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5041455">
              <a:off x="374098" y="1022303"/>
              <a:ext cx="268137" cy="806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5451612">
              <a:off x="625275" y="1717333"/>
              <a:ext cx="260703" cy="1145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-8182428">
              <a:off x="-46041" y="1136507"/>
              <a:ext cx="722211" cy="6825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-10721548">
              <a:off x="1634620" y="835248"/>
              <a:ext cx="429407" cy="1242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3971256">
              <a:off x="1610293" y="1228177"/>
              <a:ext cx="252927" cy="1485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5398412">
              <a:off x="-40450" y="78967"/>
              <a:ext cx="538077" cy="100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5501233">
              <a:off x="550686" y="533809"/>
              <a:ext cx="240700" cy="857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5374261">
              <a:off x="313500" y="334441"/>
              <a:ext cx="282019" cy="504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-10711574">
              <a:off x="478442" y="945462"/>
              <a:ext cx="238826" cy="1401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7677211">
              <a:off x="911822" y="1512639"/>
              <a:ext cx="221156" cy="1290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5583380">
              <a:off x="1340497" y="1489785"/>
              <a:ext cx="259972" cy="1127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3094872">
              <a:off x="738020" y="1227930"/>
              <a:ext cx="238027" cy="1707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5260752">
              <a:off x="59999" y="1032599"/>
              <a:ext cx="287768" cy="721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10178981">
              <a:off x="220860" y="788939"/>
              <a:ext cx="217286" cy="1622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5396384">
              <a:off x="1178306" y="1807009"/>
              <a:ext cx="481888" cy="105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5260806">
              <a:off x="1331491" y="540858"/>
              <a:ext cx="263520" cy="1024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7335305">
              <a:off x="492058" y="267872"/>
              <a:ext cx="658112" cy="6269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3811795">
              <a:off x="1172036" y="718949"/>
              <a:ext cx="256137" cy="2233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5682507">
              <a:off x="1411021" y="-54095"/>
              <a:ext cx="367605" cy="1762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-10793302">
              <a:off x="653704" y="708960"/>
              <a:ext cx="349433" cy="107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5939659">
              <a:off x="1625302" y="292178"/>
              <a:ext cx="218582" cy="1458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5706208">
              <a:off x="1010271" y="525865"/>
              <a:ext cx="262021" cy="1086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-8151709">
              <a:off x="1641015" y="235455"/>
              <a:ext cx="186494" cy="1293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6893933">
              <a:off x="1493461" y="503649"/>
              <a:ext cx="276343" cy="623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5455522">
              <a:off x="1496882" y="1021363"/>
              <a:ext cx="310521" cy="337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-10424303">
              <a:off x="787699" y="891672"/>
              <a:ext cx="192249" cy="658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5400064">
              <a:off x="238226" y="233520"/>
              <a:ext cx="51487" cy="51480"/>
            </a:xfrm>
            <a:prstGeom prst="ellipse">
              <a:avLst/>
            </a:prstGeom>
            <a:gradFill>
              <a:gsLst>
                <a:gs pos="0">
                  <a:srgbClr val="FFFFFF">
                    <a:alpha val="19285"/>
                  </a:srgbClr>
                </a:gs>
                <a:gs pos="14286">
                  <a:srgbClr val="FFFFFF">
                    <a:alpha val="17874"/>
                  </a:srgbClr>
                </a:gs>
                <a:gs pos="28571">
                  <a:srgbClr val="FFFFFF">
                    <a:alpha val="14178"/>
                  </a:srgbClr>
                </a:gs>
                <a:gs pos="42857">
                  <a:srgbClr val="FFFFFF">
                    <a:alpha val="9542"/>
                  </a:srgbClr>
                </a:gs>
                <a:gs pos="57143">
                  <a:srgbClr val="FFFFFF">
                    <a:alpha val="5405"/>
                  </a:srgbClr>
                </a:gs>
                <a:gs pos="71429">
                  <a:srgbClr val="FFFFFF">
                    <a:alpha val="2568"/>
                  </a:srgbClr>
                </a:gs>
                <a:gs pos="85714">
                  <a:srgbClr val="FFFFFF">
                    <a:alpha val="1023"/>
                  </a:srgbClr>
                </a:gs>
                <a:gs pos="100000">
                  <a:srgbClr val="FFFFFF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-9275618">
              <a:off x="-105082" y="1150562"/>
              <a:ext cx="649238" cy="589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-10164687">
              <a:off x="1352868" y="1167982"/>
              <a:ext cx="630967" cy="408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-10799561">
              <a:off x="1364430" y="705403"/>
              <a:ext cx="52285" cy="52227"/>
            </a:xfrm>
            <a:prstGeom prst="ellipse">
              <a:avLst/>
            </a:prstGeom>
            <a:gradFill>
              <a:gsLst>
                <a:gs pos="0">
                  <a:srgbClr val="FFFFFF">
                    <a:alpha val="19101"/>
                  </a:srgbClr>
                </a:gs>
                <a:gs pos="14286">
                  <a:srgbClr val="FFFFFF">
                    <a:alpha val="17702"/>
                  </a:srgbClr>
                </a:gs>
                <a:gs pos="28571">
                  <a:srgbClr val="FFFFFF">
                    <a:alpha val="14038"/>
                  </a:srgbClr>
                </a:gs>
                <a:gs pos="42857">
                  <a:srgbClr val="FFFFFF">
                    <a:alpha val="9446"/>
                  </a:srgbClr>
                </a:gs>
                <a:gs pos="57143">
                  <a:srgbClr val="FFFFFF">
                    <a:alpha val="5349"/>
                  </a:srgbClr>
                </a:gs>
                <a:gs pos="71429">
                  <a:srgbClr val="FFFFFF">
                    <a:alpha val="2541"/>
                  </a:srgbClr>
                </a:gs>
                <a:gs pos="85714">
                  <a:srgbClr val="FFFFFF">
                    <a:alpha val="1012"/>
                  </a:srgbClr>
                </a:gs>
                <a:gs pos="100000">
                  <a:srgbClr val="FFFFFF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-8986915">
              <a:off x="1146821" y="429654"/>
              <a:ext cx="519238" cy="676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9179744">
              <a:off x="650951" y="707803"/>
              <a:ext cx="497164" cy="544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5400000">
              <a:off x="705202" y="1358412"/>
              <a:ext cx="60642" cy="60638"/>
            </a:xfrm>
            <a:prstGeom prst="ellipse">
              <a:avLst/>
            </a:prstGeom>
            <a:gradFill>
              <a:gsLst>
                <a:gs pos="0">
                  <a:srgbClr val="FFFFFF">
                    <a:alpha val="16985"/>
                  </a:srgbClr>
                </a:gs>
                <a:gs pos="14286">
                  <a:srgbClr val="FFFFFF">
                    <a:alpha val="15726"/>
                  </a:srgbClr>
                </a:gs>
                <a:gs pos="28571">
                  <a:srgbClr val="FFFFFF">
                    <a:alpha val="12440"/>
                  </a:srgbClr>
                </a:gs>
                <a:gs pos="42857">
                  <a:srgbClr val="FFFFFF">
                    <a:alpha val="8345"/>
                  </a:srgbClr>
                </a:gs>
                <a:gs pos="57143">
                  <a:srgbClr val="FFFFFF">
                    <a:alpha val="4714"/>
                  </a:srgbClr>
                </a:gs>
                <a:gs pos="71429">
                  <a:srgbClr val="FFFFFF">
                    <a:alpha val="2235"/>
                  </a:srgbClr>
                </a:gs>
                <a:gs pos="85714">
                  <a:srgbClr val="FFFFFF">
                    <a:alpha val="890"/>
                  </a:srgbClr>
                </a:gs>
                <a:gs pos="100000">
                  <a:srgbClr val="FFFFFF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5399930">
              <a:off x="1373378" y="717483"/>
              <a:ext cx="52990" cy="52975"/>
            </a:xfrm>
            <a:prstGeom prst="ellipse">
              <a:avLst/>
            </a:prstGeom>
            <a:gradFill>
              <a:gsLst>
                <a:gs pos="0">
                  <a:srgbClr val="FFFFFF">
                    <a:alpha val="18886"/>
                  </a:srgbClr>
                </a:gs>
                <a:gs pos="14286">
                  <a:srgbClr val="FFFFFF">
                    <a:alpha val="17501"/>
                  </a:srgbClr>
                </a:gs>
                <a:gs pos="28571">
                  <a:srgbClr val="FFFFFF">
                    <a:alpha val="13876"/>
                  </a:srgbClr>
                </a:gs>
                <a:gs pos="42857">
                  <a:srgbClr val="FFFFFF">
                    <a:alpha val="9333"/>
                  </a:srgbClr>
                </a:gs>
                <a:gs pos="57143">
                  <a:srgbClr val="FFFFFF">
                    <a:alpha val="5284"/>
                  </a:srgbClr>
                </a:gs>
                <a:gs pos="71429">
                  <a:srgbClr val="FFFFFF">
                    <a:alpha val="2509"/>
                  </a:srgbClr>
                </a:gs>
                <a:gs pos="85714">
                  <a:srgbClr val="FFFFFF">
                    <a:alpha val="1000"/>
                  </a:srgbClr>
                </a:gs>
                <a:gs pos="100000">
                  <a:srgbClr val="FFFFFF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5399953">
              <a:off x="939984" y="1123617"/>
              <a:ext cx="55729" cy="55668"/>
            </a:xfrm>
            <a:prstGeom prst="ellipse">
              <a:avLst/>
            </a:prstGeom>
            <a:gradFill>
              <a:gsLst>
                <a:gs pos="0">
                  <a:srgbClr val="FFFFFF">
                    <a:alpha val="18201"/>
                  </a:srgbClr>
                </a:gs>
                <a:gs pos="14286">
                  <a:srgbClr val="FFFFFF">
                    <a:alpha val="16861"/>
                  </a:srgbClr>
                </a:gs>
                <a:gs pos="28571">
                  <a:srgbClr val="FFFFFF">
                    <a:alpha val="13357"/>
                  </a:srgbClr>
                </a:gs>
                <a:gs pos="42857">
                  <a:srgbClr val="FFFFFF">
                    <a:alpha val="8976"/>
                  </a:srgbClr>
                </a:gs>
                <a:gs pos="57143">
                  <a:srgbClr val="FFFFFF">
                    <a:alpha val="5078"/>
                  </a:srgbClr>
                </a:gs>
                <a:gs pos="71429">
                  <a:srgbClr val="FFFFFF">
                    <a:alpha val="2410"/>
                  </a:srgbClr>
                </a:gs>
                <a:gs pos="85714">
                  <a:srgbClr val="FFFFFF">
                    <a:alpha val="960"/>
                  </a:srgbClr>
                </a:gs>
                <a:gs pos="100000">
                  <a:srgbClr val="FFFFFF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10737424">
              <a:off x="585448" y="1415232"/>
              <a:ext cx="495235" cy="77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8377787">
              <a:off x="1359881" y="374975"/>
              <a:ext cx="750588" cy="701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-10311561">
              <a:off x="384842" y="462741"/>
              <a:ext cx="327344" cy="449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5400205">
              <a:off x="182531" y="174283"/>
              <a:ext cx="55370" cy="55348"/>
            </a:xfrm>
            <a:prstGeom prst="ellipse">
              <a:avLst/>
            </a:prstGeom>
            <a:gradFill>
              <a:gsLst>
                <a:gs pos="0">
                  <a:srgbClr val="FFFFFF">
                    <a:alpha val="18331"/>
                  </a:srgbClr>
                </a:gs>
                <a:gs pos="14286">
                  <a:srgbClr val="FFFFFF">
                    <a:alpha val="16982"/>
                  </a:srgbClr>
                </a:gs>
                <a:gs pos="28571">
                  <a:srgbClr val="FFFFFF">
                    <a:alpha val="13455"/>
                  </a:srgbClr>
                </a:gs>
                <a:gs pos="42857">
                  <a:srgbClr val="FFFFFF">
                    <a:alpha val="9043"/>
                  </a:srgbClr>
                </a:gs>
                <a:gs pos="57143">
                  <a:srgbClr val="FFFFFF">
                    <a:alpha val="5117"/>
                  </a:srgbClr>
                </a:gs>
                <a:gs pos="71429">
                  <a:srgbClr val="FFFFFF">
                    <a:alpha val="2428"/>
                  </a:srgbClr>
                </a:gs>
                <a:gs pos="85714">
                  <a:srgbClr val="FFFFFF">
                    <a:alpha val="967"/>
                  </a:srgbClr>
                </a:gs>
                <a:gs pos="100000">
                  <a:srgbClr val="FFFFFF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8223420">
              <a:off x="1160620" y="214249"/>
              <a:ext cx="45489" cy="9723"/>
            </a:xfrm>
            <a:prstGeom prst="ellipse">
              <a:avLst/>
            </a:prstGeom>
            <a:gradFill>
              <a:gsLst>
                <a:gs pos="0">
                  <a:srgbClr val="DDDFE3">
                    <a:alpha val="18750"/>
                  </a:srgbClr>
                </a:gs>
                <a:gs pos="14286">
                  <a:srgbClr val="DDDFE3">
                    <a:alpha val="17374"/>
                  </a:srgbClr>
                </a:gs>
                <a:gs pos="28571">
                  <a:srgbClr val="DDDFE3">
                    <a:alpha val="13772"/>
                  </a:srgbClr>
                </a:gs>
                <a:gs pos="42857">
                  <a:srgbClr val="DDDFE3">
                    <a:alpha val="9262"/>
                  </a:srgbClr>
                </a:gs>
                <a:gs pos="57143">
                  <a:srgbClr val="DDDFE3">
                    <a:alpha val="5243"/>
                  </a:srgbClr>
                </a:gs>
                <a:gs pos="71429">
                  <a:srgbClr val="DDDFE3">
                    <a:alpha val="2489"/>
                  </a:srgbClr>
                </a:gs>
                <a:gs pos="85714">
                  <a:srgbClr val="DDDFE3">
                    <a:alpha val="992"/>
                  </a:srgbClr>
                </a:gs>
                <a:gs pos="100000">
                  <a:srgbClr val="DDDFE3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8215115">
              <a:off x="1400717" y="1431868"/>
              <a:ext cx="51735" cy="11234"/>
            </a:xfrm>
            <a:prstGeom prst="ellipse">
              <a:avLst/>
            </a:prstGeom>
            <a:gradFill>
              <a:gsLst>
                <a:gs pos="0">
                  <a:srgbClr val="C0C1C7">
                    <a:alpha val="17545"/>
                  </a:srgbClr>
                </a:gs>
                <a:gs pos="14286">
                  <a:srgbClr val="C0C1C7">
                    <a:alpha val="16248"/>
                  </a:srgbClr>
                </a:gs>
                <a:gs pos="28571">
                  <a:srgbClr val="C0C1C7">
                    <a:alpha val="12862"/>
                  </a:srgbClr>
                </a:gs>
                <a:gs pos="42857">
                  <a:srgbClr val="C0C1C7">
                    <a:alpha val="8635"/>
                  </a:srgbClr>
                </a:gs>
                <a:gs pos="57143">
                  <a:srgbClr val="C0C1C7">
                    <a:alpha val="4881"/>
                  </a:srgbClr>
                </a:gs>
                <a:gs pos="71429">
                  <a:srgbClr val="C0C1C7">
                    <a:alpha val="2315"/>
                  </a:srgbClr>
                </a:gs>
                <a:gs pos="85714">
                  <a:srgbClr val="C0C1C7">
                    <a:alpha val="922"/>
                  </a:srgbClr>
                </a:gs>
                <a:gs pos="100000">
                  <a:srgbClr val="C0C1C7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8159025">
              <a:off x="1171783" y="710693"/>
              <a:ext cx="53594" cy="13530"/>
            </a:xfrm>
            <a:prstGeom prst="ellipse">
              <a:avLst/>
            </a:prstGeom>
            <a:gradFill>
              <a:gsLst>
                <a:gs pos="0">
                  <a:srgbClr val="B7B8BC">
                    <a:alpha val="18093"/>
                  </a:srgbClr>
                </a:gs>
                <a:gs pos="14286">
                  <a:srgbClr val="B7B8BC">
                    <a:alpha val="16760"/>
                  </a:srgbClr>
                </a:gs>
                <a:gs pos="28571">
                  <a:srgbClr val="B7B8BC">
                    <a:alpha val="13275"/>
                  </a:srgbClr>
                </a:gs>
                <a:gs pos="42857">
                  <a:srgbClr val="B7B8BC">
                    <a:alpha val="8919"/>
                  </a:srgbClr>
                </a:gs>
                <a:gs pos="57143">
                  <a:srgbClr val="B7B8BC">
                    <a:alpha val="5045"/>
                  </a:srgbClr>
                </a:gs>
                <a:gs pos="71429">
                  <a:srgbClr val="B7B8BC">
                    <a:alpha val="2394"/>
                  </a:srgbClr>
                </a:gs>
                <a:gs pos="85714">
                  <a:srgbClr val="B7B8BC">
                    <a:alpha val="954"/>
                  </a:srgbClr>
                </a:gs>
                <a:gs pos="100000">
                  <a:srgbClr val="B7B8BC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8193812">
              <a:off x="437863" y="940465"/>
              <a:ext cx="43711" cy="9149"/>
            </a:xfrm>
            <a:prstGeom prst="ellipse">
              <a:avLst/>
            </a:prstGeom>
            <a:gradFill>
              <a:gsLst>
                <a:gs pos="0">
                  <a:srgbClr val="E3E3E5">
                    <a:alpha val="18931"/>
                  </a:srgbClr>
                </a:gs>
                <a:gs pos="14286">
                  <a:srgbClr val="E3E3E5">
                    <a:alpha val="17543"/>
                  </a:srgbClr>
                </a:gs>
                <a:gs pos="28571">
                  <a:srgbClr val="E3E3E5">
                    <a:alpha val="13910"/>
                  </a:srgbClr>
                </a:gs>
                <a:gs pos="42857">
                  <a:srgbClr val="E3E3E5">
                    <a:alpha val="9357"/>
                  </a:srgbClr>
                </a:gs>
                <a:gs pos="57143">
                  <a:srgbClr val="E3E3E5">
                    <a:alpha val="5298"/>
                  </a:srgbClr>
                </a:gs>
                <a:gs pos="71429">
                  <a:srgbClr val="E3E3E5">
                    <a:alpha val="2516"/>
                  </a:srgbClr>
                </a:gs>
                <a:gs pos="85714">
                  <a:srgbClr val="E3E3E5">
                    <a:alpha val="1003"/>
                  </a:srgbClr>
                </a:gs>
                <a:gs pos="100000">
                  <a:srgbClr val="E3E3E5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6110865">
              <a:off x="626739" y="310668"/>
              <a:ext cx="253713" cy="1079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3056486">
              <a:off x="655564" y="443681"/>
              <a:ext cx="582009" cy="629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-9566348">
              <a:off x="-2160" y="87408"/>
              <a:ext cx="256606" cy="1536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7937602">
              <a:off x="165987" y="731341"/>
              <a:ext cx="508495" cy="669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5089737">
              <a:off x="58966" y="774195"/>
              <a:ext cx="365320" cy="289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3276739">
              <a:off x="938450" y="699477"/>
              <a:ext cx="862111" cy="8549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7684896">
              <a:off x="865613" y="151226"/>
              <a:ext cx="229767" cy="792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10732811">
              <a:off x="385109" y="241872"/>
              <a:ext cx="43348" cy="12364"/>
            </a:xfrm>
            <a:prstGeom prst="ellipse">
              <a:avLst/>
            </a:prstGeom>
            <a:gradFill>
              <a:gsLst>
                <a:gs pos="0">
                  <a:srgbClr val="FFFFFF">
                    <a:alpha val="24167"/>
                  </a:srgbClr>
                </a:gs>
                <a:gs pos="14286">
                  <a:srgbClr val="FFFFFF">
                    <a:alpha val="22451"/>
                  </a:srgbClr>
                </a:gs>
                <a:gs pos="28571">
                  <a:srgbClr val="FFFFFF">
                    <a:alpha val="17916"/>
                  </a:srgbClr>
                </a:gs>
                <a:gs pos="42857">
                  <a:srgbClr val="FFFFFF">
                    <a:alpha val="12146"/>
                  </a:srgbClr>
                </a:gs>
                <a:gs pos="57143">
                  <a:srgbClr val="FFFFFF">
                    <a:alpha val="6924"/>
                  </a:srgbClr>
                </a:gs>
                <a:gs pos="71429">
                  <a:srgbClr val="FFFFFF">
                    <a:alpha val="3303"/>
                  </a:srgbClr>
                </a:gs>
                <a:gs pos="85714">
                  <a:srgbClr val="FFFFFF">
                    <a:alpha val="1319"/>
                  </a:srgbClr>
                </a:gs>
                <a:gs pos="100000">
                  <a:srgbClr val="FFFFFF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5563896">
              <a:off x="37882" y="1007304"/>
              <a:ext cx="376684" cy="268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10586715">
              <a:off x="223832" y="899889"/>
              <a:ext cx="232886" cy="552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8150415">
              <a:off x="-132915" y="418238"/>
              <a:ext cx="759680" cy="768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10161480">
              <a:off x="926139" y="1060102"/>
              <a:ext cx="250516" cy="1359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5390473">
              <a:off x="1358708" y="968463"/>
              <a:ext cx="233695" cy="1136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-8299260">
              <a:off x="772621" y="1140936"/>
              <a:ext cx="799099" cy="595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5399968">
              <a:off x="942263" y="1439628"/>
              <a:ext cx="57345" cy="57315"/>
            </a:xfrm>
            <a:prstGeom prst="ellipse">
              <a:avLst/>
            </a:prstGeom>
            <a:gradFill>
              <a:gsLst>
                <a:gs pos="0">
                  <a:srgbClr val="FFFFFF">
                    <a:alpha val="17816"/>
                  </a:srgbClr>
                </a:gs>
                <a:gs pos="14286">
                  <a:srgbClr val="FFFFFF">
                    <a:alpha val="16501"/>
                  </a:srgbClr>
                </a:gs>
                <a:gs pos="28571">
                  <a:srgbClr val="FFFFFF">
                    <a:alpha val="13066"/>
                  </a:srgbClr>
                </a:gs>
                <a:gs pos="42857">
                  <a:srgbClr val="FFFFFF">
                    <a:alpha val="8775"/>
                  </a:srgbClr>
                </a:gs>
                <a:gs pos="57143">
                  <a:srgbClr val="FFFFFF">
                    <a:alpha val="4962"/>
                  </a:srgbClr>
                </a:gs>
                <a:gs pos="71429">
                  <a:srgbClr val="FFFFFF">
                    <a:alpha val="2354"/>
                  </a:srgbClr>
                </a:gs>
                <a:gs pos="85714">
                  <a:srgbClr val="FFFFFF">
                    <a:alpha val="938"/>
                  </a:srgbClr>
                </a:gs>
                <a:gs pos="100000">
                  <a:srgbClr val="FFFFFF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-9440108">
              <a:off x="669703" y="1393499"/>
              <a:ext cx="520392" cy="462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3740333">
              <a:off x="746984" y="830201"/>
              <a:ext cx="319499" cy="837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9465528">
              <a:off x="434848" y="114692"/>
              <a:ext cx="280063" cy="1223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-10681192">
              <a:off x="442198" y="942536"/>
              <a:ext cx="279441" cy="371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-8493376">
              <a:off x="213532" y="269965"/>
              <a:ext cx="247764" cy="2006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5399927">
              <a:off x="1193650" y="1392300"/>
              <a:ext cx="29960" cy="29911"/>
            </a:xfrm>
            <a:prstGeom prst="ellipse">
              <a:avLst/>
            </a:prstGeom>
            <a:gradFill>
              <a:gsLst>
                <a:gs pos="0">
                  <a:srgbClr val="FFFFFF">
                    <a:alpha val="21518"/>
                  </a:srgbClr>
                </a:gs>
                <a:gs pos="14286">
                  <a:srgbClr val="FFFFFF">
                    <a:alpha val="19965"/>
                  </a:srgbClr>
                </a:gs>
                <a:gs pos="28571">
                  <a:srgbClr val="FFFFFF">
                    <a:alpha val="15879"/>
                  </a:srgbClr>
                </a:gs>
                <a:gs pos="42857">
                  <a:srgbClr val="FFFFFF">
                    <a:alpha val="10722"/>
                  </a:srgbClr>
                </a:gs>
                <a:gs pos="57143">
                  <a:srgbClr val="FFFFFF">
                    <a:alpha val="6091"/>
                  </a:srgbClr>
                </a:gs>
                <a:gs pos="71429">
                  <a:srgbClr val="FFFFFF">
                    <a:alpha val="2899"/>
                  </a:srgbClr>
                </a:gs>
                <a:gs pos="85714">
                  <a:srgbClr val="FFFFFF">
                    <a:alpha val="1157"/>
                  </a:srgbClr>
                </a:gs>
                <a:gs pos="100000">
                  <a:srgbClr val="FFFFFF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-10799931">
              <a:off x="1433087" y="1159631"/>
              <a:ext cx="26812" cy="26805"/>
            </a:xfrm>
            <a:prstGeom prst="ellipse">
              <a:avLst/>
            </a:prstGeom>
            <a:gradFill>
              <a:gsLst>
                <a:gs pos="0">
                  <a:srgbClr val="FFFFFF">
                    <a:alpha val="22829"/>
                  </a:srgbClr>
                </a:gs>
                <a:gs pos="14286">
                  <a:srgbClr val="FFFFFF">
                    <a:alpha val="21195"/>
                  </a:srgbClr>
                </a:gs>
                <a:gs pos="28571">
                  <a:srgbClr val="FFFFFF">
                    <a:alpha val="16885"/>
                  </a:srgbClr>
                </a:gs>
                <a:gs pos="42857">
                  <a:srgbClr val="FFFFFF">
                    <a:alpha val="11424"/>
                  </a:srgbClr>
                </a:gs>
                <a:gs pos="57143">
                  <a:srgbClr val="FFFFFF">
                    <a:alpha val="6501"/>
                  </a:srgbClr>
                </a:gs>
                <a:gs pos="71429">
                  <a:srgbClr val="FFFFFF">
                    <a:alpha val="3097"/>
                  </a:srgbClr>
                </a:gs>
                <a:gs pos="85714">
                  <a:srgbClr val="FFFFFF">
                    <a:alpha val="1236"/>
                  </a:srgbClr>
                </a:gs>
                <a:gs pos="100000">
                  <a:srgbClr val="FFFFFF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10799994">
              <a:off x="1387126" y="708329"/>
              <a:ext cx="26471" cy="26460"/>
            </a:xfrm>
            <a:prstGeom prst="ellipse">
              <a:avLst/>
            </a:prstGeom>
            <a:gradFill>
              <a:gsLst>
                <a:gs pos="0">
                  <a:srgbClr val="FFFFFF">
                    <a:alpha val="22746"/>
                  </a:srgbClr>
                </a:gs>
                <a:gs pos="14286">
                  <a:srgbClr val="FFFFFF">
                    <a:alpha val="21117"/>
                  </a:srgbClr>
                </a:gs>
                <a:gs pos="28571">
                  <a:srgbClr val="FFFFFF">
                    <a:alpha val="16821"/>
                  </a:srgbClr>
                </a:gs>
                <a:gs pos="42857">
                  <a:srgbClr val="FFFFFF">
                    <a:alpha val="11379"/>
                  </a:srgbClr>
                </a:gs>
                <a:gs pos="57143">
                  <a:srgbClr val="FFFFFF">
                    <a:alpha val="6475"/>
                  </a:srgbClr>
                </a:gs>
                <a:gs pos="71429">
                  <a:srgbClr val="FFFFFF">
                    <a:alpha val="3085"/>
                  </a:srgbClr>
                </a:gs>
                <a:gs pos="85714">
                  <a:srgbClr val="FFFFFF">
                    <a:alpha val="1231"/>
                  </a:srgbClr>
                </a:gs>
                <a:gs pos="100000">
                  <a:srgbClr val="FFFFFF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3213454">
              <a:off x="26692" y="897451"/>
              <a:ext cx="985006" cy="8293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5400009">
              <a:off x="1670523" y="709187"/>
              <a:ext cx="26728" cy="26721"/>
            </a:xfrm>
            <a:prstGeom prst="ellipse">
              <a:avLst/>
            </a:prstGeom>
            <a:gradFill>
              <a:gsLst>
                <a:gs pos="0">
                  <a:srgbClr val="FFFFFF">
                    <a:alpha val="22712"/>
                  </a:srgbClr>
                </a:gs>
                <a:gs pos="14286">
                  <a:srgbClr val="FFFFFF">
                    <a:alpha val="21085"/>
                  </a:srgbClr>
                </a:gs>
                <a:gs pos="28571">
                  <a:srgbClr val="FFFFFF">
                    <a:alpha val="16795"/>
                  </a:srgbClr>
                </a:gs>
                <a:gs pos="42857">
                  <a:srgbClr val="FFFFFF">
                    <a:alpha val="11361"/>
                  </a:srgbClr>
                </a:gs>
                <a:gs pos="57143">
                  <a:srgbClr val="FFFFFF">
                    <a:alpha val="6464"/>
                  </a:srgbClr>
                </a:gs>
                <a:gs pos="71429">
                  <a:srgbClr val="FFFFFF">
                    <a:alpha val="3080"/>
                  </a:srgbClr>
                </a:gs>
                <a:gs pos="85714">
                  <a:srgbClr val="FFFFFF">
                    <a:alpha val="1229"/>
                  </a:srgbClr>
                </a:gs>
                <a:gs pos="100000">
                  <a:srgbClr val="FFFFFF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5400019">
              <a:off x="946538" y="1431946"/>
              <a:ext cx="30541" cy="30534"/>
            </a:xfrm>
            <a:prstGeom prst="ellipse">
              <a:avLst/>
            </a:prstGeom>
            <a:gradFill>
              <a:gsLst>
                <a:gs pos="0">
                  <a:srgbClr val="FFFFFF">
                    <a:alpha val="21458"/>
                  </a:srgbClr>
                </a:gs>
                <a:gs pos="14286">
                  <a:srgbClr val="FFFFFF">
                    <a:alpha val="19909"/>
                  </a:srgbClr>
                </a:gs>
                <a:gs pos="28571">
                  <a:srgbClr val="FFFFFF">
                    <a:alpha val="15833"/>
                  </a:srgbClr>
                </a:gs>
                <a:gs pos="42857">
                  <a:srgbClr val="FFFFFF">
                    <a:alpha val="10690"/>
                  </a:srgbClr>
                </a:gs>
                <a:gs pos="57143">
                  <a:srgbClr val="FFFFFF">
                    <a:alpha val="6073"/>
                  </a:srgbClr>
                </a:gs>
                <a:gs pos="71429">
                  <a:srgbClr val="FFFFFF">
                    <a:alpha val="2890"/>
                  </a:srgbClr>
                </a:gs>
                <a:gs pos="85714">
                  <a:srgbClr val="FFFFFF">
                    <a:alpha val="1153"/>
                  </a:srgbClr>
                </a:gs>
                <a:gs pos="100000">
                  <a:srgbClr val="FFFFFF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10799977">
              <a:off x="443191" y="434181"/>
              <a:ext cx="25263" cy="25223"/>
            </a:xfrm>
            <a:prstGeom prst="ellipse">
              <a:avLst/>
            </a:prstGeom>
            <a:gradFill>
              <a:gsLst>
                <a:gs pos="0">
                  <a:srgbClr val="FFFFFF">
                    <a:alpha val="22690"/>
                  </a:srgbClr>
                </a:gs>
                <a:gs pos="14286">
                  <a:srgbClr val="FFFFFF">
                    <a:alpha val="21064"/>
                  </a:srgbClr>
                </a:gs>
                <a:gs pos="28571">
                  <a:srgbClr val="FFFFFF">
                    <a:alpha val="16778"/>
                  </a:srgbClr>
                </a:gs>
                <a:gs pos="42857">
                  <a:srgbClr val="FFFFFF">
                    <a:alpha val="11349"/>
                  </a:srgbClr>
                </a:gs>
                <a:gs pos="57143">
                  <a:srgbClr val="FFFFFF">
                    <a:alpha val="6457"/>
                  </a:srgbClr>
                </a:gs>
                <a:gs pos="71429">
                  <a:srgbClr val="FFFFFF">
                    <a:alpha val="3076"/>
                  </a:srgbClr>
                </a:gs>
                <a:gs pos="85714">
                  <a:srgbClr val="FFFFFF">
                    <a:alpha val="1228"/>
                  </a:srgbClr>
                </a:gs>
                <a:gs pos="100000">
                  <a:srgbClr val="FFFFFF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5399938">
              <a:off x="1157343" y="483797"/>
              <a:ext cx="30313" cy="30304"/>
            </a:xfrm>
            <a:prstGeom prst="ellipse">
              <a:avLst/>
            </a:prstGeom>
            <a:gradFill>
              <a:gsLst>
                <a:gs pos="0">
                  <a:srgbClr val="FFFFFF">
                    <a:alpha val="21627"/>
                  </a:srgbClr>
                </a:gs>
                <a:gs pos="14286">
                  <a:srgbClr val="FFFFFF">
                    <a:alpha val="20067"/>
                  </a:srgbClr>
                </a:gs>
                <a:gs pos="28571">
                  <a:srgbClr val="FFFFFF">
                    <a:alpha val="15963"/>
                  </a:srgbClr>
                </a:gs>
                <a:gs pos="42857">
                  <a:srgbClr val="FFFFFF">
                    <a:alpha val="10781"/>
                  </a:srgbClr>
                </a:gs>
                <a:gs pos="57143">
                  <a:srgbClr val="FFFFFF">
                    <a:alpha val="6125"/>
                  </a:srgbClr>
                </a:gs>
                <a:gs pos="71429">
                  <a:srgbClr val="FFFFFF">
                    <a:alpha val="2915"/>
                  </a:srgbClr>
                </a:gs>
                <a:gs pos="85714">
                  <a:srgbClr val="FFFFFF">
                    <a:alpha val="1163"/>
                  </a:srgbClr>
                </a:gs>
                <a:gs pos="100000">
                  <a:srgbClr val="FFFFFF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9187464">
              <a:off x="617655" y="900643"/>
              <a:ext cx="899578" cy="8447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10069048">
              <a:off x="517738" y="463285"/>
              <a:ext cx="202242" cy="1158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5400092">
              <a:off x="678263" y="192849"/>
              <a:ext cx="30474" cy="30425"/>
            </a:xfrm>
            <a:prstGeom prst="ellipse">
              <a:avLst/>
            </a:prstGeom>
            <a:gradFill>
              <a:gsLst>
                <a:gs pos="0">
                  <a:srgbClr val="FFFFFF">
                    <a:alpha val="21368"/>
                  </a:srgbClr>
                </a:gs>
                <a:gs pos="14286">
                  <a:srgbClr val="FFFFFF">
                    <a:alpha val="19824"/>
                  </a:srgbClr>
                </a:gs>
                <a:gs pos="28571">
                  <a:srgbClr val="FFFFFF">
                    <a:alpha val="15764"/>
                  </a:srgbClr>
                </a:gs>
                <a:gs pos="42857">
                  <a:srgbClr val="FFFFFF">
                    <a:alpha val="10642"/>
                  </a:srgbClr>
                </a:gs>
                <a:gs pos="57143">
                  <a:srgbClr val="FFFFFF">
                    <a:alpha val="6045"/>
                  </a:srgbClr>
                </a:gs>
                <a:gs pos="71429">
                  <a:srgbClr val="FFFFFF">
                    <a:alpha val="2876"/>
                  </a:srgbClr>
                </a:gs>
                <a:gs pos="85714">
                  <a:srgbClr val="FFFFFF">
                    <a:alpha val="1147"/>
                  </a:srgbClr>
                </a:gs>
                <a:gs pos="100000">
                  <a:srgbClr val="FFFFFF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-8432918">
              <a:off x="962720" y="-119454"/>
              <a:ext cx="944317" cy="8143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5399546">
              <a:off x="202605" y="960636"/>
              <a:ext cx="27919" cy="27859"/>
            </a:xfrm>
            <a:prstGeom prst="ellipse">
              <a:avLst/>
            </a:prstGeom>
            <a:gradFill>
              <a:gsLst>
                <a:gs pos="0">
                  <a:srgbClr val="FFFFFF">
                    <a:alpha val="22362"/>
                  </a:srgbClr>
                </a:gs>
                <a:gs pos="14286">
                  <a:srgbClr val="FFFFFF">
                    <a:alpha val="20756"/>
                  </a:srgbClr>
                </a:gs>
                <a:gs pos="28571">
                  <a:srgbClr val="FFFFFF">
                    <a:alpha val="16525"/>
                  </a:srgbClr>
                </a:gs>
                <a:gs pos="42857">
                  <a:srgbClr val="FFFFFF">
                    <a:alpha val="11173"/>
                  </a:srgbClr>
                </a:gs>
                <a:gs pos="57143">
                  <a:srgbClr val="FFFFFF">
                    <a:alpha val="6354"/>
                  </a:srgbClr>
                </a:gs>
                <a:gs pos="71429">
                  <a:srgbClr val="FFFFFF">
                    <a:alpha val="3026"/>
                  </a:srgbClr>
                </a:gs>
                <a:gs pos="85714">
                  <a:srgbClr val="FFFFFF">
                    <a:alpha val="1208"/>
                  </a:srgbClr>
                </a:gs>
                <a:gs pos="100000">
                  <a:srgbClr val="FFFFFF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5399912">
              <a:off x="208740" y="1433515"/>
              <a:ext cx="28164" cy="28133"/>
            </a:xfrm>
            <a:prstGeom prst="ellipse">
              <a:avLst/>
            </a:prstGeom>
            <a:gradFill>
              <a:gsLst>
                <a:gs pos="0">
                  <a:srgbClr val="FFFFFF">
                    <a:alpha val="22354"/>
                  </a:srgbClr>
                </a:gs>
                <a:gs pos="14286">
                  <a:srgbClr val="FFFFFF">
                    <a:alpha val="20749"/>
                  </a:srgbClr>
                </a:gs>
                <a:gs pos="28571">
                  <a:srgbClr val="FFFFFF">
                    <a:alpha val="16520"/>
                  </a:srgbClr>
                </a:gs>
                <a:gs pos="42857">
                  <a:srgbClr val="FFFFFF">
                    <a:alpha val="11169"/>
                  </a:srgbClr>
                </a:gs>
                <a:gs pos="57143">
                  <a:srgbClr val="FFFFFF">
                    <a:alpha val="6352"/>
                  </a:srgbClr>
                </a:gs>
                <a:gs pos="71429">
                  <a:srgbClr val="FFFFFF">
                    <a:alpha val="3025"/>
                  </a:srgbClr>
                </a:gs>
                <a:gs pos="85714">
                  <a:srgbClr val="FFFFFF">
                    <a:alpha val="1207"/>
                  </a:srgbClr>
                </a:gs>
                <a:gs pos="100000">
                  <a:srgbClr val="FFFFFF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5577236">
              <a:off x="878939" y="998063"/>
              <a:ext cx="253164" cy="1360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7025972">
              <a:off x="703152" y="741128"/>
              <a:ext cx="427635" cy="564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5219038">
              <a:off x="1499723" y="1524364"/>
              <a:ext cx="295939" cy="439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8019525">
              <a:off x="1069879" y="1607231"/>
              <a:ext cx="746468" cy="705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10088847">
              <a:off x="930352" y="1042582"/>
              <a:ext cx="191746" cy="1533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-8223494">
              <a:off x="80029" y="911838"/>
              <a:ext cx="766352" cy="608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10780870">
              <a:off x="177610" y="923390"/>
              <a:ext cx="337764" cy="300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5113849">
              <a:off x="857814" y="1472401"/>
              <a:ext cx="205863" cy="391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5399912">
              <a:off x="229620" y="388180"/>
              <a:ext cx="57986" cy="57938"/>
            </a:xfrm>
            <a:prstGeom prst="ellipse">
              <a:avLst/>
            </a:prstGeom>
            <a:gradFill>
              <a:gsLst>
                <a:gs pos="0">
                  <a:srgbClr val="FFFFFF">
                    <a:alpha val="17641"/>
                  </a:srgbClr>
                </a:gs>
                <a:gs pos="14286">
                  <a:srgbClr val="FFFFFF">
                    <a:alpha val="16338"/>
                  </a:srgbClr>
                </a:gs>
                <a:gs pos="28571">
                  <a:srgbClr val="FFFFFF">
                    <a:alpha val="12934"/>
                  </a:srgbClr>
                </a:gs>
                <a:gs pos="42857">
                  <a:srgbClr val="FFFFFF">
                    <a:alpha val="8685"/>
                  </a:srgbClr>
                </a:gs>
                <a:gs pos="57143">
                  <a:srgbClr val="FFFFFF">
                    <a:alpha val="4909"/>
                  </a:srgbClr>
                </a:gs>
                <a:gs pos="71429">
                  <a:srgbClr val="FFFFFF">
                    <a:alpha val="2329"/>
                  </a:srgbClr>
                </a:gs>
                <a:gs pos="85714">
                  <a:srgbClr val="FFFFFF">
                    <a:alpha val="927"/>
                  </a:srgbClr>
                </a:gs>
                <a:gs pos="100000">
                  <a:srgbClr val="FFFFFF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5400005">
              <a:off x="945603" y="1444924"/>
              <a:ext cx="57207" cy="57201"/>
            </a:xfrm>
            <a:prstGeom prst="ellipse">
              <a:avLst/>
            </a:prstGeom>
            <a:gradFill>
              <a:gsLst>
                <a:gs pos="0">
                  <a:srgbClr val="FFFFFF">
                    <a:alpha val="17878"/>
                  </a:srgbClr>
                </a:gs>
                <a:gs pos="14286">
                  <a:srgbClr val="FFFFFF">
                    <a:alpha val="16559"/>
                  </a:srgbClr>
                </a:gs>
                <a:gs pos="28571">
                  <a:srgbClr val="FFFFFF">
                    <a:alpha val="13113"/>
                  </a:srgbClr>
                </a:gs>
                <a:gs pos="42857">
                  <a:srgbClr val="FFFFFF">
                    <a:alpha val="8807"/>
                  </a:srgbClr>
                </a:gs>
                <a:gs pos="57143">
                  <a:srgbClr val="FFFFFF">
                    <a:alpha val="4980"/>
                  </a:srgbClr>
                </a:gs>
                <a:gs pos="71429">
                  <a:srgbClr val="FFFFFF">
                    <a:alpha val="2363"/>
                  </a:srgbClr>
                </a:gs>
                <a:gs pos="85714">
                  <a:srgbClr val="FFFFFF">
                    <a:alpha val="941"/>
                  </a:srgbClr>
                </a:gs>
                <a:gs pos="100000">
                  <a:srgbClr val="FFFFFF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5510816">
              <a:off x="1340046" y="1487491"/>
              <a:ext cx="260665" cy="1127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8087493">
              <a:off x="1125234" y="561781"/>
              <a:ext cx="825095" cy="718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-10441602">
              <a:off x="1177327" y="225487"/>
              <a:ext cx="245365" cy="1037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5718376">
              <a:off x="223565" y="1210952"/>
              <a:ext cx="51902" cy="14728"/>
            </a:xfrm>
            <a:prstGeom prst="ellipse">
              <a:avLst/>
            </a:prstGeom>
            <a:gradFill>
              <a:gsLst>
                <a:gs pos="0">
                  <a:srgbClr val="FFFFFF">
                    <a:alpha val="22753"/>
                  </a:srgbClr>
                </a:gs>
                <a:gs pos="14286">
                  <a:srgbClr val="FFFFFF">
                    <a:alpha val="21123"/>
                  </a:srgbClr>
                </a:gs>
                <a:gs pos="28571">
                  <a:srgbClr val="FFFFFF">
                    <a:alpha val="16826"/>
                  </a:srgbClr>
                </a:gs>
                <a:gs pos="42857">
                  <a:srgbClr val="FFFFFF">
                    <a:alpha val="11383"/>
                  </a:srgbClr>
                </a:gs>
                <a:gs pos="57143">
                  <a:srgbClr val="FFFFFF">
                    <a:alpha val="6477"/>
                  </a:srgbClr>
                </a:gs>
                <a:gs pos="71429">
                  <a:srgbClr val="FFFFFF">
                    <a:alpha val="3086"/>
                  </a:srgbClr>
                </a:gs>
                <a:gs pos="85714">
                  <a:srgbClr val="FFFFFF">
                    <a:alpha val="1232"/>
                  </a:srgbClr>
                </a:gs>
                <a:gs pos="100000">
                  <a:srgbClr val="FFFFFF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10741383">
              <a:off x="1607170" y="1165981"/>
              <a:ext cx="46472" cy="13313"/>
            </a:xfrm>
            <a:prstGeom prst="ellipse">
              <a:avLst/>
            </a:prstGeom>
            <a:gradFill>
              <a:gsLst>
                <a:gs pos="0">
                  <a:srgbClr val="FFFFFF">
                    <a:alpha val="23644"/>
                  </a:srgbClr>
                </a:gs>
                <a:gs pos="14286">
                  <a:srgbClr val="FFFFFF">
                    <a:alpha val="21960"/>
                  </a:srgbClr>
                </a:gs>
                <a:gs pos="28571">
                  <a:srgbClr val="FFFFFF">
                    <a:alpha val="17512"/>
                  </a:srgbClr>
                </a:gs>
                <a:gs pos="42857">
                  <a:srgbClr val="FFFFFF">
                    <a:alpha val="11863"/>
                  </a:srgbClr>
                </a:gs>
                <a:gs pos="57143">
                  <a:srgbClr val="FFFFFF">
                    <a:alpha val="6758"/>
                  </a:srgbClr>
                </a:gs>
                <a:gs pos="71429">
                  <a:srgbClr val="FFFFFF">
                    <a:alpha val="3222"/>
                  </a:srgbClr>
                </a:gs>
                <a:gs pos="85714">
                  <a:srgbClr val="FFFFFF">
                    <a:alpha val="1287"/>
                  </a:srgbClr>
                </a:gs>
                <a:gs pos="100000">
                  <a:srgbClr val="FFFFFF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10751477">
              <a:off x="238371" y="1191555"/>
              <a:ext cx="53186" cy="15028"/>
            </a:xfrm>
            <a:prstGeom prst="ellipse">
              <a:avLst/>
            </a:prstGeom>
            <a:gradFill>
              <a:gsLst>
                <a:gs pos="0">
                  <a:srgbClr val="FFFFFF">
                    <a:alpha val="22522"/>
                  </a:srgbClr>
                </a:gs>
                <a:gs pos="14286">
                  <a:srgbClr val="FFFFFF">
                    <a:alpha val="20907"/>
                  </a:srgbClr>
                </a:gs>
                <a:gs pos="28571">
                  <a:srgbClr val="FFFFFF">
                    <a:alpha val="16649"/>
                  </a:srgbClr>
                </a:gs>
                <a:gs pos="42857">
                  <a:srgbClr val="FFFFFF">
                    <a:alpha val="11259"/>
                  </a:srgbClr>
                </a:gs>
                <a:gs pos="57143">
                  <a:srgbClr val="FFFFFF">
                    <a:alpha val="6404"/>
                  </a:srgbClr>
                </a:gs>
                <a:gs pos="71429">
                  <a:srgbClr val="FFFFFF">
                    <a:alpha val="3051"/>
                  </a:srgbClr>
                </a:gs>
                <a:gs pos="85714">
                  <a:srgbClr val="FFFFFF">
                    <a:alpha val="1218"/>
                  </a:srgbClr>
                </a:gs>
                <a:gs pos="100000">
                  <a:srgbClr val="FFFFFF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-10465302">
              <a:off x="237377" y="446971"/>
              <a:ext cx="53552" cy="15156"/>
            </a:xfrm>
            <a:prstGeom prst="ellipse">
              <a:avLst/>
            </a:prstGeom>
            <a:gradFill>
              <a:gsLst>
                <a:gs pos="0">
                  <a:srgbClr val="FFFFFF">
                    <a:alpha val="22311"/>
                  </a:srgbClr>
                </a:gs>
                <a:gs pos="14286">
                  <a:srgbClr val="FFFFFF">
                    <a:alpha val="20708"/>
                  </a:srgbClr>
                </a:gs>
                <a:gs pos="28571">
                  <a:srgbClr val="FFFFFF">
                    <a:alpha val="16486"/>
                  </a:srgbClr>
                </a:gs>
                <a:gs pos="42857">
                  <a:srgbClr val="FFFFFF">
                    <a:alpha val="11146"/>
                  </a:srgbClr>
                </a:gs>
                <a:gs pos="57143">
                  <a:srgbClr val="FFFFFF">
                    <a:alpha val="6338"/>
                  </a:srgbClr>
                </a:gs>
                <a:gs pos="71429">
                  <a:srgbClr val="FFFFFF">
                    <a:alpha val="3019"/>
                  </a:srgbClr>
                </a:gs>
                <a:gs pos="85714">
                  <a:srgbClr val="FFFFFF">
                    <a:alpha val="1205"/>
                  </a:srgbClr>
                </a:gs>
                <a:gs pos="100000">
                  <a:srgbClr val="FFFFFF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-9876050">
              <a:off x="209027" y="704503"/>
              <a:ext cx="136433" cy="509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10379778">
              <a:off x="219576" y="366319"/>
              <a:ext cx="172353" cy="1161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9104132">
              <a:off x="1427735" y="947771"/>
              <a:ext cx="345879" cy="689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10671728">
              <a:off x="410017" y="452583"/>
              <a:ext cx="51094" cy="14623"/>
            </a:xfrm>
            <a:prstGeom prst="ellipse">
              <a:avLst/>
            </a:prstGeom>
            <a:gradFill>
              <a:gsLst>
                <a:gs pos="0">
                  <a:srgbClr val="FFFFFF">
                    <a:alpha val="22694"/>
                  </a:srgbClr>
                </a:gs>
                <a:gs pos="14286">
                  <a:srgbClr val="FFFFFF">
                    <a:alpha val="21068"/>
                  </a:srgbClr>
                </a:gs>
                <a:gs pos="28571">
                  <a:srgbClr val="FFFFFF">
                    <a:alpha val="16781"/>
                  </a:srgbClr>
                </a:gs>
                <a:gs pos="42857">
                  <a:srgbClr val="FFFFFF">
                    <a:alpha val="11351"/>
                  </a:srgbClr>
                </a:gs>
                <a:gs pos="57143">
                  <a:srgbClr val="FFFFFF">
                    <a:alpha val="6458"/>
                  </a:srgbClr>
                </a:gs>
                <a:gs pos="71429">
                  <a:srgbClr val="FFFFFF">
                    <a:alpha val="3077"/>
                  </a:srgbClr>
                </a:gs>
                <a:gs pos="85714">
                  <a:srgbClr val="FFFFFF">
                    <a:alpha val="1228"/>
                  </a:srgbClr>
                </a:gs>
                <a:gs pos="100000">
                  <a:srgbClr val="FFFFFF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10474205">
              <a:off x="889300" y="923748"/>
              <a:ext cx="50186" cy="14322"/>
            </a:xfrm>
            <a:prstGeom prst="ellipse">
              <a:avLst/>
            </a:prstGeom>
            <a:gradFill>
              <a:gsLst>
                <a:gs pos="0">
                  <a:srgbClr val="FFFFFF">
                    <a:alpha val="22666"/>
                  </a:srgbClr>
                </a:gs>
                <a:gs pos="14286">
                  <a:srgbClr val="FFFFFF">
                    <a:alpha val="21041"/>
                  </a:srgbClr>
                </a:gs>
                <a:gs pos="28571">
                  <a:srgbClr val="FFFFFF">
                    <a:alpha val="16759"/>
                  </a:srgbClr>
                </a:gs>
                <a:gs pos="42857">
                  <a:srgbClr val="FFFFFF">
                    <a:alpha val="11336"/>
                  </a:srgbClr>
                </a:gs>
                <a:gs pos="57143">
                  <a:srgbClr val="FFFFFF">
                    <a:alpha val="6449"/>
                  </a:srgbClr>
                </a:gs>
                <a:gs pos="71429">
                  <a:srgbClr val="FFFFFF">
                    <a:alpha val="3072"/>
                  </a:srgbClr>
                </a:gs>
                <a:gs pos="85714">
                  <a:srgbClr val="FFFFFF">
                    <a:alpha val="1226"/>
                  </a:srgbClr>
                </a:gs>
                <a:gs pos="100000">
                  <a:srgbClr val="FFFFFF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-10738724">
              <a:off x="1192120" y="1401142"/>
              <a:ext cx="58555" cy="16238"/>
            </a:xfrm>
            <a:prstGeom prst="ellipse">
              <a:avLst/>
            </a:prstGeom>
            <a:gradFill>
              <a:gsLst>
                <a:gs pos="0">
                  <a:srgbClr val="FFFFFF">
                    <a:alpha val="21534"/>
                  </a:srgbClr>
                </a:gs>
                <a:gs pos="14286">
                  <a:srgbClr val="FFFFFF">
                    <a:alpha val="19980"/>
                  </a:srgbClr>
                </a:gs>
                <a:gs pos="28571">
                  <a:srgbClr val="FFFFFF">
                    <a:alpha val="15892"/>
                  </a:srgbClr>
                </a:gs>
                <a:gs pos="42857">
                  <a:srgbClr val="FFFFFF">
                    <a:alpha val="10731"/>
                  </a:srgbClr>
                </a:gs>
                <a:gs pos="57143">
                  <a:srgbClr val="FFFFFF">
                    <a:alpha val="6096"/>
                  </a:srgbClr>
                </a:gs>
                <a:gs pos="71429">
                  <a:srgbClr val="FFFFFF">
                    <a:alpha val="2901"/>
                  </a:srgbClr>
                </a:gs>
                <a:gs pos="85714">
                  <a:srgbClr val="FFFFFF">
                    <a:alpha val="1158"/>
                  </a:srgbClr>
                </a:gs>
                <a:gs pos="100000">
                  <a:srgbClr val="FFFFFF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-10743789">
              <a:off x="1431565" y="1164072"/>
              <a:ext cx="52001" cy="14545"/>
            </a:xfrm>
            <a:prstGeom prst="ellipse">
              <a:avLst/>
            </a:prstGeom>
            <a:gradFill>
              <a:gsLst>
                <a:gs pos="0">
                  <a:srgbClr val="FFFFFF">
                    <a:alpha val="22747"/>
                  </a:srgbClr>
                </a:gs>
                <a:gs pos="14286">
                  <a:srgbClr val="FFFFFF">
                    <a:alpha val="21117"/>
                  </a:srgbClr>
                </a:gs>
                <a:gs pos="28571">
                  <a:srgbClr val="FFFFFF">
                    <a:alpha val="16821"/>
                  </a:srgbClr>
                </a:gs>
                <a:gs pos="42857">
                  <a:srgbClr val="FFFFFF">
                    <a:alpha val="11379"/>
                  </a:srgbClr>
                </a:gs>
                <a:gs pos="57143">
                  <a:srgbClr val="FFFFFF">
                    <a:alpha val="6475"/>
                  </a:srgbClr>
                </a:gs>
                <a:gs pos="71429">
                  <a:srgbClr val="FFFFFF">
                    <a:alpha val="3085"/>
                  </a:srgbClr>
                </a:gs>
                <a:gs pos="85714">
                  <a:srgbClr val="FFFFFF">
                    <a:alpha val="1231"/>
                  </a:srgbClr>
                </a:gs>
                <a:gs pos="100000">
                  <a:srgbClr val="FFFFFF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-9294989">
              <a:off x="1036762" y="643060"/>
              <a:ext cx="201530" cy="785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10140978">
              <a:off x="1269030" y="1181393"/>
              <a:ext cx="219701" cy="349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-10332924">
              <a:off x="1177920" y="1355850"/>
              <a:ext cx="118476" cy="775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9315842">
              <a:off x="1134478" y="413329"/>
              <a:ext cx="211376" cy="605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7695081">
              <a:off x="986672" y="1426808"/>
              <a:ext cx="361475" cy="413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-9722522">
              <a:off x="485411" y="675938"/>
              <a:ext cx="362757" cy="377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-8138229">
              <a:off x="131524" y="442184"/>
              <a:ext cx="703527" cy="769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7916356">
              <a:off x="1053428" y="1140591"/>
              <a:ext cx="767966" cy="675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5354017">
              <a:off x="459533" y="1146776"/>
              <a:ext cx="52736" cy="14676"/>
            </a:xfrm>
            <a:prstGeom prst="ellipse">
              <a:avLst/>
            </a:prstGeom>
            <a:gradFill>
              <a:gsLst>
                <a:gs pos="0">
                  <a:srgbClr val="FFFFFF">
                    <a:alpha val="22613"/>
                  </a:srgbClr>
                </a:gs>
                <a:gs pos="14286">
                  <a:srgbClr val="FFFFFF">
                    <a:alpha val="20991"/>
                  </a:srgbClr>
                </a:gs>
                <a:gs pos="28571">
                  <a:srgbClr val="FFFFFF">
                    <a:alpha val="16718"/>
                  </a:srgbClr>
                </a:gs>
                <a:gs pos="42857">
                  <a:srgbClr val="FFFFFF">
                    <a:alpha val="11307"/>
                  </a:srgbClr>
                </a:gs>
                <a:gs pos="57143">
                  <a:srgbClr val="FFFFFF">
                    <a:alpha val="6433"/>
                  </a:srgbClr>
                </a:gs>
                <a:gs pos="71429">
                  <a:srgbClr val="FFFFFF">
                    <a:alpha val="3064"/>
                  </a:srgbClr>
                </a:gs>
                <a:gs pos="85714">
                  <a:srgbClr val="FFFFFF">
                    <a:alpha val="1223"/>
                  </a:srgbClr>
                </a:gs>
                <a:gs pos="100000">
                  <a:srgbClr val="FFFFFF">
                    <a:alpha val="4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5464278">
              <a:off x="429990" y="428939"/>
              <a:ext cx="53906" cy="14403"/>
            </a:xfrm>
            <a:prstGeom prst="ellipse">
              <a:avLst/>
            </a:prstGeom>
            <a:gradFill>
              <a:gsLst>
                <a:gs pos="0">
                  <a:srgbClr val="FFFFFF">
                    <a:alpha val="22239"/>
                  </a:srgbClr>
                </a:gs>
                <a:gs pos="14286">
                  <a:srgbClr val="FFFFFF">
                    <a:alpha val="20640"/>
                  </a:srgbClr>
                </a:gs>
                <a:gs pos="28571">
                  <a:srgbClr val="FFFFFF">
                    <a:alpha val="16431"/>
                  </a:srgbClr>
                </a:gs>
                <a:gs pos="42857">
                  <a:srgbClr val="FFFFFF">
                    <a:alpha val="11107"/>
                  </a:srgbClr>
                </a:gs>
                <a:gs pos="57143">
                  <a:srgbClr val="FFFFFF">
                    <a:alpha val="6316"/>
                  </a:srgbClr>
                </a:gs>
                <a:gs pos="71429">
                  <a:srgbClr val="FFFFFF">
                    <a:alpha val="3008"/>
                  </a:srgbClr>
                </a:gs>
                <a:gs pos="85714">
                  <a:srgbClr val="FFFFFF">
                    <a:alpha val="1200"/>
                  </a:srgbClr>
                </a:gs>
                <a:gs pos="100000">
                  <a:srgbClr val="FFFFFF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5027614">
              <a:off x="1129003" y="1214655"/>
              <a:ext cx="144236" cy="444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4186526">
              <a:off x="1104049" y="724765"/>
              <a:ext cx="198893" cy="579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5752872">
              <a:off x="837253" y="742041"/>
              <a:ext cx="206152" cy="282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4356050">
              <a:off x="857658" y="967684"/>
              <a:ext cx="219092" cy="615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-9237822">
              <a:off x="882314" y="944799"/>
              <a:ext cx="282081" cy="1001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6398969">
              <a:off x="491290" y="478689"/>
              <a:ext cx="413105" cy="461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5261140">
              <a:off x="410551" y="516866"/>
              <a:ext cx="246428" cy="1392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10504021">
              <a:off x="173513" y="1637824"/>
              <a:ext cx="56656" cy="15888"/>
            </a:xfrm>
            <a:prstGeom prst="ellipse">
              <a:avLst/>
            </a:prstGeom>
            <a:gradFill>
              <a:gsLst>
                <a:gs pos="0">
                  <a:srgbClr val="FFFFFF">
                    <a:alpha val="21424"/>
                  </a:srgbClr>
                </a:gs>
                <a:gs pos="14286">
                  <a:srgbClr val="FFFFFF">
                    <a:alpha val="19877"/>
                  </a:srgbClr>
                </a:gs>
                <a:gs pos="28571">
                  <a:srgbClr val="FFFFFF">
                    <a:alpha val="15807"/>
                  </a:srgbClr>
                </a:gs>
                <a:gs pos="42857">
                  <a:srgbClr val="FFFFFF">
                    <a:alpha val="10672"/>
                  </a:srgbClr>
                </a:gs>
                <a:gs pos="57143">
                  <a:srgbClr val="FFFFFF">
                    <a:alpha val="6062"/>
                  </a:srgbClr>
                </a:gs>
                <a:gs pos="71429">
                  <a:srgbClr val="FFFFFF">
                    <a:alpha val="2885"/>
                  </a:srgbClr>
                </a:gs>
                <a:gs pos="85714">
                  <a:srgbClr val="FFFFFF">
                    <a:alpha val="1151"/>
                  </a:srgbClr>
                </a:gs>
                <a:gs pos="100000">
                  <a:srgbClr val="FFFFFF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-9170449">
              <a:off x="82585" y="1601010"/>
              <a:ext cx="204678" cy="625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10737806">
              <a:off x="237523" y="1669290"/>
              <a:ext cx="53597" cy="14674"/>
            </a:xfrm>
            <a:prstGeom prst="ellipse">
              <a:avLst/>
            </a:prstGeom>
            <a:gradFill>
              <a:gsLst>
                <a:gs pos="0">
                  <a:srgbClr val="FFFFFF">
                    <a:alpha val="22385"/>
                  </a:srgbClr>
                </a:gs>
                <a:gs pos="14286">
                  <a:srgbClr val="FFFFFF">
                    <a:alpha val="20778"/>
                  </a:srgbClr>
                </a:gs>
                <a:gs pos="28571">
                  <a:srgbClr val="FFFFFF">
                    <a:alpha val="16544"/>
                  </a:srgbClr>
                </a:gs>
                <a:gs pos="42857">
                  <a:srgbClr val="FFFFFF">
                    <a:alpha val="11185"/>
                  </a:srgbClr>
                </a:gs>
                <a:gs pos="57143">
                  <a:srgbClr val="FFFFFF">
                    <a:alpha val="6361"/>
                  </a:srgbClr>
                </a:gs>
                <a:gs pos="71429">
                  <a:srgbClr val="FFFFFF">
                    <a:alpha val="3030"/>
                  </a:srgbClr>
                </a:gs>
                <a:gs pos="85714">
                  <a:srgbClr val="FFFFFF">
                    <a:alpha val="1209"/>
                  </a:srgbClr>
                </a:gs>
                <a:gs pos="100000">
                  <a:srgbClr val="FFFFFF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10744836">
              <a:off x="1120993" y="210968"/>
              <a:ext cx="58525" cy="16302"/>
            </a:xfrm>
            <a:prstGeom prst="ellipse">
              <a:avLst/>
            </a:prstGeom>
            <a:gradFill>
              <a:gsLst>
                <a:gs pos="0">
                  <a:srgbClr val="FFFFFF">
                    <a:alpha val="21586"/>
                  </a:srgbClr>
                </a:gs>
                <a:gs pos="14286">
                  <a:srgbClr val="FFFFFF">
                    <a:alpha val="20028"/>
                  </a:srgbClr>
                </a:gs>
                <a:gs pos="28571">
                  <a:srgbClr val="FFFFFF">
                    <a:alpha val="15931"/>
                  </a:srgbClr>
                </a:gs>
                <a:gs pos="42857">
                  <a:srgbClr val="FFFFFF">
                    <a:alpha val="10759"/>
                  </a:srgbClr>
                </a:gs>
                <a:gs pos="57143">
                  <a:srgbClr val="FFFFFF">
                    <a:alpha val="6112"/>
                  </a:srgbClr>
                </a:gs>
                <a:gs pos="71429">
                  <a:srgbClr val="FFFFFF">
                    <a:alpha val="2909"/>
                  </a:srgbClr>
                </a:gs>
                <a:gs pos="85714">
                  <a:srgbClr val="FFFFFF">
                    <a:alpha val="1161"/>
                  </a:srgbClr>
                </a:gs>
                <a:gs pos="100000">
                  <a:srgbClr val="FFFFFF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10053163">
              <a:off x="1396873" y="185472"/>
              <a:ext cx="189343" cy="507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-10484908">
              <a:off x="166704" y="955976"/>
              <a:ext cx="59488" cy="16593"/>
            </a:xfrm>
            <a:prstGeom prst="ellipse">
              <a:avLst/>
            </a:prstGeom>
            <a:gradFill>
              <a:gsLst>
                <a:gs pos="0">
                  <a:srgbClr val="FFFFFF">
                    <a:alpha val="21174"/>
                  </a:srgbClr>
                </a:gs>
                <a:gs pos="14286">
                  <a:srgbClr val="FFFFFF">
                    <a:alpha val="19642"/>
                  </a:srgbClr>
                </a:gs>
                <a:gs pos="28571">
                  <a:srgbClr val="FFFFFF">
                    <a:alpha val="15616"/>
                  </a:srgbClr>
                </a:gs>
                <a:gs pos="42857">
                  <a:srgbClr val="FFFFFF">
                    <a:alpha val="10539"/>
                  </a:srgbClr>
                </a:gs>
                <a:gs pos="57143">
                  <a:srgbClr val="FFFFFF">
                    <a:alpha val="5985"/>
                  </a:srgbClr>
                </a:gs>
                <a:gs pos="71429">
                  <a:srgbClr val="FFFFFF">
                    <a:alpha val="2847"/>
                  </a:srgbClr>
                </a:gs>
                <a:gs pos="85714">
                  <a:srgbClr val="FFFFFF">
                    <a:alpha val="1136"/>
                  </a:srgbClr>
                </a:gs>
                <a:gs pos="100000">
                  <a:srgbClr val="FFFFFF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9689951">
              <a:off x="1603248" y="895001"/>
              <a:ext cx="215312" cy="645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-8875064">
              <a:off x="1549800" y="1194821"/>
              <a:ext cx="364446" cy="778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-8136822">
              <a:off x="1260206" y="1144535"/>
              <a:ext cx="796522" cy="774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6870161">
              <a:off x="1491928" y="393347"/>
              <a:ext cx="386575" cy="513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8757829">
              <a:off x="-218982" y="493391"/>
              <a:ext cx="700993" cy="892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5690461">
              <a:off x="1170847" y="1686350"/>
              <a:ext cx="61018" cy="16888"/>
            </a:xfrm>
            <a:prstGeom prst="ellipse">
              <a:avLst/>
            </a:prstGeom>
            <a:gradFill>
              <a:gsLst>
                <a:gs pos="0">
                  <a:srgbClr val="FFFFFF">
                    <a:alpha val="21051"/>
                  </a:srgbClr>
                </a:gs>
                <a:gs pos="14286">
                  <a:srgbClr val="FFFFFF">
                    <a:alpha val="19527"/>
                  </a:srgbClr>
                </a:gs>
                <a:gs pos="28571">
                  <a:srgbClr val="FFFFFF">
                    <a:alpha val="15522"/>
                  </a:srgbClr>
                </a:gs>
                <a:gs pos="42857">
                  <a:srgbClr val="FFFFFF">
                    <a:alpha val="10474"/>
                  </a:srgbClr>
                </a:gs>
                <a:gs pos="57143">
                  <a:srgbClr val="FFFFFF">
                    <a:alpha val="5946"/>
                  </a:srgbClr>
                </a:gs>
                <a:gs pos="71429">
                  <a:srgbClr val="FFFFFF">
                    <a:alpha val="2829"/>
                  </a:srgbClr>
                </a:gs>
                <a:gs pos="85714">
                  <a:srgbClr val="FFFFFF">
                    <a:alpha val="1128"/>
                  </a:srgbClr>
                </a:gs>
                <a:gs pos="100000">
                  <a:srgbClr val="FFFFFF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3301723">
              <a:off x="1041276" y="159598"/>
              <a:ext cx="230267" cy="625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6340109">
              <a:off x="132576" y="104412"/>
              <a:ext cx="735924" cy="642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5459228">
              <a:off x="1648691" y="1688831"/>
              <a:ext cx="55865" cy="15230"/>
            </a:xfrm>
            <a:prstGeom prst="ellipse">
              <a:avLst/>
            </a:prstGeom>
            <a:gradFill>
              <a:gsLst>
                <a:gs pos="0">
                  <a:srgbClr val="FFFFFF">
                    <a:alpha val="21982"/>
                  </a:srgbClr>
                </a:gs>
                <a:gs pos="14286">
                  <a:srgbClr val="FFFFFF">
                    <a:alpha val="20400"/>
                  </a:srgbClr>
                </a:gs>
                <a:gs pos="28571">
                  <a:srgbClr val="FFFFFF">
                    <a:alpha val="16234"/>
                  </a:srgbClr>
                </a:gs>
                <a:gs pos="42857">
                  <a:srgbClr val="FFFFFF">
                    <a:alpha val="10970"/>
                  </a:srgbClr>
                </a:gs>
                <a:gs pos="57143">
                  <a:srgbClr val="FFFFFF">
                    <a:alpha val="6236"/>
                  </a:srgbClr>
                </a:gs>
                <a:gs pos="71429">
                  <a:srgbClr val="FFFFFF">
                    <a:alpha val="2969"/>
                  </a:srgbClr>
                </a:gs>
                <a:gs pos="85714">
                  <a:srgbClr val="FFFFFF">
                    <a:alpha val="1185"/>
                  </a:srgbClr>
                </a:gs>
                <a:gs pos="100000">
                  <a:srgbClr val="FFFFFF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5400095">
              <a:off x="420012" y="1682477"/>
              <a:ext cx="59286" cy="59219"/>
            </a:xfrm>
            <a:prstGeom prst="ellipse">
              <a:avLst/>
            </a:prstGeom>
            <a:gradFill>
              <a:gsLst>
                <a:gs pos="0">
                  <a:srgbClr val="FFFFFF">
                    <a:alpha val="17346"/>
                  </a:srgbClr>
                </a:gs>
                <a:gs pos="14286">
                  <a:srgbClr val="FFFFFF">
                    <a:alpha val="16062"/>
                  </a:srgbClr>
                </a:gs>
                <a:gs pos="28571">
                  <a:srgbClr val="FFFFFF">
                    <a:alpha val="12712"/>
                  </a:srgbClr>
                </a:gs>
                <a:gs pos="42857">
                  <a:srgbClr val="FFFFFF">
                    <a:alpha val="8531"/>
                  </a:srgbClr>
                </a:gs>
                <a:gs pos="57143">
                  <a:srgbClr val="FFFFFF">
                    <a:alpha val="4821"/>
                  </a:srgbClr>
                </a:gs>
                <a:gs pos="71429">
                  <a:srgbClr val="FFFFFF">
                    <a:alpha val="2286"/>
                  </a:srgbClr>
                </a:gs>
                <a:gs pos="85714">
                  <a:srgbClr val="FFFFFF">
                    <a:alpha val="910"/>
                  </a:srgbClr>
                </a:gs>
                <a:gs pos="100000">
                  <a:srgbClr val="FFFFFF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-10188613">
              <a:off x="58897" y="669790"/>
              <a:ext cx="216358" cy="443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5335181">
              <a:off x="552439" y="1770923"/>
              <a:ext cx="338114" cy="388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5044078">
              <a:off x="1554365" y="1733149"/>
              <a:ext cx="260965" cy="554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9562086">
              <a:off x="198509" y="1652520"/>
              <a:ext cx="430604" cy="597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5349070">
              <a:off x="1267352" y="1786743"/>
              <a:ext cx="274233" cy="553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4001140">
              <a:off x="479255" y="1120344"/>
              <a:ext cx="425953" cy="536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10780675">
              <a:off x="640166" y="446853"/>
              <a:ext cx="335413" cy="306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-10621747">
              <a:off x="1629897" y="226285"/>
              <a:ext cx="179127" cy="344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-10629787">
              <a:off x="-89724" y="594876"/>
              <a:ext cx="354730" cy="1257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5373460">
              <a:off x="1259792" y="828865"/>
              <a:ext cx="318849" cy="106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10757457">
              <a:off x="1023127" y="1652270"/>
              <a:ext cx="212129" cy="94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8103153">
              <a:off x="1040459" y="218917"/>
              <a:ext cx="739235" cy="542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5355932">
              <a:off x="1623427" y="1458742"/>
              <a:ext cx="50969" cy="14434"/>
            </a:xfrm>
            <a:prstGeom prst="ellipse">
              <a:avLst/>
            </a:prstGeom>
            <a:gradFill>
              <a:gsLst>
                <a:gs pos="0">
                  <a:srgbClr val="FFFFFF">
                    <a:alpha val="22873"/>
                  </a:srgbClr>
                </a:gs>
                <a:gs pos="14286">
                  <a:srgbClr val="FFFFFF">
                    <a:alpha val="21236"/>
                  </a:srgbClr>
                </a:gs>
                <a:gs pos="28571">
                  <a:srgbClr val="FFFFFF">
                    <a:alpha val="16918"/>
                  </a:srgbClr>
                </a:gs>
                <a:gs pos="42857">
                  <a:srgbClr val="FFFFFF">
                    <a:alpha val="11447"/>
                  </a:srgbClr>
                </a:gs>
                <a:gs pos="57143">
                  <a:srgbClr val="FFFFFF">
                    <a:alpha val="6515"/>
                  </a:srgbClr>
                </a:gs>
                <a:gs pos="71429">
                  <a:srgbClr val="FFFFFF">
                    <a:alpha val="3104"/>
                  </a:srgbClr>
                </a:gs>
                <a:gs pos="85714">
                  <a:srgbClr val="FFFFFF">
                    <a:alpha val="1239"/>
                  </a:srgbClr>
                </a:gs>
                <a:gs pos="100000">
                  <a:srgbClr val="FFFFFF">
                    <a:alpha val="4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5188857">
              <a:off x="99823" y="1266160"/>
              <a:ext cx="291891" cy="355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-10646301">
              <a:off x="1589783" y="1165339"/>
              <a:ext cx="52310" cy="14792"/>
            </a:xfrm>
            <a:prstGeom prst="ellipse">
              <a:avLst/>
            </a:prstGeom>
            <a:gradFill>
              <a:gsLst>
                <a:gs pos="0">
                  <a:srgbClr val="FFFFFF">
                    <a:alpha val="22680"/>
                  </a:srgbClr>
                </a:gs>
                <a:gs pos="14286">
                  <a:srgbClr val="FFFFFF">
                    <a:alpha val="21055"/>
                  </a:srgbClr>
                </a:gs>
                <a:gs pos="28571">
                  <a:srgbClr val="FFFFFF">
                    <a:alpha val="16770"/>
                  </a:srgbClr>
                </a:gs>
                <a:gs pos="42857">
                  <a:srgbClr val="FFFFFF">
                    <a:alpha val="11344"/>
                  </a:srgbClr>
                </a:gs>
                <a:gs pos="57143">
                  <a:srgbClr val="FFFFFF">
                    <a:alpha val="6454"/>
                  </a:srgbClr>
                </a:gs>
                <a:gs pos="71429">
                  <a:srgbClr val="FFFFFF">
                    <a:alpha val="3075"/>
                  </a:srgbClr>
                </a:gs>
                <a:gs pos="85714">
                  <a:srgbClr val="FFFFFF">
                    <a:alpha val="1227"/>
                  </a:srgbClr>
                </a:gs>
                <a:gs pos="100000">
                  <a:srgbClr val="FFFFFF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10691990">
              <a:off x="396864" y="1402592"/>
              <a:ext cx="62040" cy="17289"/>
            </a:xfrm>
            <a:prstGeom prst="ellipse">
              <a:avLst/>
            </a:prstGeom>
            <a:gradFill>
              <a:gsLst>
                <a:gs pos="0">
                  <a:srgbClr val="FFFFFF">
                    <a:alpha val="20998"/>
                  </a:srgbClr>
                </a:gs>
                <a:gs pos="14286">
                  <a:srgbClr val="FFFFFF">
                    <a:alpha val="19477"/>
                  </a:srgbClr>
                </a:gs>
                <a:gs pos="28571">
                  <a:srgbClr val="FFFFFF">
                    <a:alpha val="15482"/>
                  </a:srgbClr>
                </a:gs>
                <a:gs pos="42857">
                  <a:srgbClr val="FFFFFF">
                    <a:alpha val="10446"/>
                  </a:srgbClr>
                </a:gs>
                <a:gs pos="57143">
                  <a:srgbClr val="FFFFFF">
                    <a:alpha val="5930"/>
                  </a:srgbClr>
                </a:gs>
                <a:gs pos="71429">
                  <a:srgbClr val="FFFFFF">
                    <a:alpha val="2821"/>
                  </a:srgbClr>
                </a:gs>
                <a:gs pos="85714">
                  <a:srgbClr val="FFFFFF">
                    <a:alpha val="1125"/>
                  </a:srgbClr>
                </a:gs>
                <a:gs pos="100000">
                  <a:srgbClr val="FFFFFF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10694810">
              <a:off x="1030143" y="1419010"/>
              <a:ext cx="189284" cy="272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-10293149">
              <a:off x="1290713" y="1181530"/>
              <a:ext cx="152888" cy="724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-9981028">
              <a:off x="1147971" y="696837"/>
              <a:ext cx="209878" cy="8717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-10656606">
              <a:off x="461618" y="1413188"/>
              <a:ext cx="263214" cy="1246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-9014675">
              <a:off x="931790" y="518391"/>
              <a:ext cx="267675" cy="1967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-10062190">
              <a:off x="696858" y="1182965"/>
              <a:ext cx="238079" cy="1237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9023107">
              <a:off x="1173721" y="1152487"/>
              <a:ext cx="536275" cy="562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2912191">
              <a:off x="823400" y="1147310"/>
              <a:ext cx="717479" cy="593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5402360">
              <a:off x="1380756" y="1221965"/>
              <a:ext cx="57869" cy="16202"/>
            </a:xfrm>
            <a:prstGeom prst="ellipse">
              <a:avLst/>
            </a:prstGeom>
            <a:gradFill>
              <a:gsLst>
                <a:gs pos="0">
                  <a:srgbClr val="FFFFFF">
                    <a:alpha val="21736"/>
                  </a:srgbClr>
                </a:gs>
                <a:gs pos="14286">
                  <a:srgbClr val="FFFFFF">
                    <a:alpha val="20169"/>
                  </a:srgbClr>
                </a:gs>
                <a:gs pos="28571">
                  <a:srgbClr val="FFFFFF">
                    <a:alpha val="16046"/>
                  </a:srgbClr>
                </a:gs>
                <a:gs pos="42857">
                  <a:srgbClr val="FFFFFF">
                    <a:alpha val="10839"/>
                  </a:srgbClr>
                </a:gs>
                <a:gs pos="57143">
                  <a:srgbClr val="FFFFFF">
                    <a:alpha val="6159"/>
                  </a:srgbClr>
                </a:gs>
                <a:gs pos="71429">
                  <a:srgbClr val="FFFFFF">
                    <a:alpha val="2932"/>
                  </a:srgbClr>
                </a:gs>
                <a:gs pos="85714">
                  <a:srgbClr val="FFFFFF">
                    <a:alpha val="1170"/>
                  </a:srgbClr>
                </a:gs>
                <a:gs pos="100000">
                  <a:srgbClr val="FFFFFF">
                    <a:alpha val="3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5406477">
              <a:off x="454872" y="1455045"/>
              <a:ext cx="61759" cy="17182"/>
            </a:xfrm>
            <a:prstGeom prst="ellipse">
              <a:avLst/>
            </a:prstGeom>
            <a:gradFill>
              <a:gsLst>
                <a:gs pos="0">
                  <a:srgbClr val="FFFFFF">
                    <a:alpha val="21051"/>
                  </a:srgbClr>
                </a:gs>
                <a:gs pos="14286">
                  <a:srgbClr val="FFFFFF">
                    <a:alpha val="19527"/>
                  </a:srgbClr>
                </a:gs>
                <a:gs pos="28571">
                  <a:srgbClr val="FFFFFF">
                    <a:alpha val="15522"/>
                  </a:srgbClr>
                </a:gs>
                <a:gs pos="42857">
                  <a:srgbClr val="FFFFFF">
                    <a:alpha val="10474"/>
                  </a:srgbClr>
                </a:gs>
                <a:gs pos="57143">
                  <a:srgbClr val="FFFFFF">
                    <a:alpha val="5947"/>
                  </a:srgbClr>
                </a:gs>
                <a:gs pos="71429">
                  <a:srgbClr val="FFFFFF">
                    <a:alpha val="2829"/>
                  </a:srgbClr>
                </a:gs>
                <a:gs pos="85714">
                  <a:srgbClr val="FFFFFF">
                    <a:alpha val="1128"/>
                  </a:srgbClr>
                </a:gs>
                <a:gs pos="100000">
                  <a:srgbClr val="FFFFFF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5088578">
              <a:off x="585220" y="637350"/>
              <a:ext cx="231190" cy="289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4271356">
              <a:off x="615250" y="740451"/>
              <a:ext cx="233470" cy="542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7239017">
              <a:off x="558597" y="859682"/>
              <a:ext cx="374682" cy="590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4780771">
              <a:off x="893431" y="1453873"/>
              <a:ext cx="190053" cy="945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6706745">
              <a:off x="990692" y="1437890"/>
              <a:ext cx="366428" cy="352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5373878">
              <a:off x="320359" y="794130"/>
              <a:ext cx="176093" cy="1397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-10643709">
              <a:off x="1204745" y="1666855"/>
              <a:ext cx="55040" cy="15529"/>
            </a:xfrm>
            <a:prstGeom prst="ellipse">
              <a:avLst/>
            </a:prstGeom>
            <a:gradFill>
              <a:gsLst>
                <a:gs pos="0">
                  <a:srgbClr val="FFFFFF">
                    <a:alpha val="22129"/>
                  </a:srgbClr>
                </a:gs>
                <a:gs pos="14286">
                  <a:srgbClr val="FFFFFF">
                    <a:alpha val="20538"/>
                  </a:srgbClr>
                </a:gs>
                <a:gs pos="28571">
                  <a:srgbClr val="FFFFFF">
                    <a:alpha val="16347"/>
                  </a:srgbClr>
                </a:gs>
                <a:gs pos="42857">
                  <a:srgbClr val="FFFFFF">
                    <a:alpha val="11049"/>
                  </a:srgbClr>
                </a:gs>
                <a:gs pos="57143">
                  <a:srgbClr val="FFFFFF">
                    <a:alpha val="6282"/>
                  </a:srgbClr>
                </a:gs>
                <a:gs pos="71429">
                  <a:srgbClr val="FFFFFF">
                    <a:alpha val="2991"/>
                  </a:srgbClr>
                </a:gs>
                <a:gs pos="85714">
                  <a:srgbClr val="FFFFFF">
                    <a:alpha val="1194"/>
                  </a:srgbClr>
                </a:gs>
                <a:gs pos="100000">
                  <a:srgbClr val="FFFFFF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-9450405">
              <a:off x="131001" y="1653348"/>
              <a:ext cx="345465" cy="756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9212589">
              <a:off x="62139" y="940374"/>
              <a:ext cx="220175" cy="836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9818330">
              <a:off x="1358376" y="420676"/>
              <a:ext cx="782945" cy="494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5961353">
              <a:off x="939963" y="872666"/>
              <a:ext cx="510717" cy="389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10799976">
              <a:off x="1569416" y="657493"/>
              <a:ext cx="57632" cy="57612"/>
            </a:xfrm>
            <a:prstGeom prst="ellipse">
              <a:avLst/>
            </a:prstGeom>
            <a:gradFill>
              <a:gsLst>
                <a:gs pos="0">
                  <a:srgbClr val="FFFFFF">
                    <a:alpha val="17760"/>
                  </a:srgbClr>
                </a:gs>
                <a:gs pos="14286">
                  <a:srgbClr val="FFFFFF">
                    <a:alpha val="16449"/>
                  </a:srgbClr>
                </a:gs>
                <a:gs pos="28571">
                  <a:srgbClr val="FFFFFF">
                    <a:alpha val="13024"/>
                  </a:srgbClr>
                </a:gs>
                <a:gs pos="42857">
                  <a:srgbClr val="FFFFFF">
                    <a:alpha val="8746"/>
                  </a:srgbClr>
                </a:gs>
                <a:gs pos="57143">
                  <a:srgbClr val="FFFFFF">
                    <a:alpha val="4945"/>
                  </a:srgbClr>
                </a:gs>
                <a:gs pos="71429">
                  <a:srgbClr val="FFFFFF">
                    <a:alpha val="2346"/>
                  </a:srgbClr>
                </a:gs>
                <a:gs pos="85714">
                  <a:srgbClr val="FFFFFF">
                    <a:alpha val="934"/>
                  </a:srgbClr>
                </a:gs>
                <a:gs pos="100000">
                  <a:srgbClr val="FFFFFF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10798899">
              <a:off x="1217417" y="419342"/>
              <a:ext cx="59588" cy="59336"/>
            </a:xfrm>
            <a:prstGeom prst="ellipse">
              <a:avLst/>
            </a:prstGeom>
            <a:gradFill>
              <a:gsLst>
                <a:gs pos="0">
                  <a:srgbClr val="FFFFFF">
                    <a:alpha val="17255"/>
                  </a:srgbClr>
                </a:gs>
                <a:gs pos="14286">
                  <a:srgbClr val="FFFFFF">
                    <a:alpha val="15978"/>
                  </a:srgbClr>
                </a:gs>
                <a:gs pos="28571">
                  <a:srgbClr val="FFFFFF">
                    <a:alpha val="12643"/>
                  </a:srgbClr>
                </a:gs>
                <a:gs pos="42857">
                  <a:srgbClr val="FFFFFF">
                    <a:alpha val="8484"/>
                  </a:srgbClr>
                </a:gs>
                <a:gs pos="57143">
                  <a:srgbClr val="FFFFFF">
                    <a:alpha val="4794"/>
                  </a:srgbClr>
                </a:gs>
                <a:gs pos="71429">
                  <a:srgbClr val="FFFFFF">
                    <a:alpha val="2273"/>
                  </a:srgbClr>
                </a:gs>
                <a:gs pos="85714">
                  <a:srgbClr val="FFFFFF">
                    <a:alpha val="905"/>
                  </a:srgbClr>
                </a:gs>
                <a:gs pos="100000">
                  <a:srgbClr val="FFFFFF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5399951">
              <a:off x="1219717" y="707781"/>
              <a:ext cx="52882" cy="52868"/>
            </a:xfrm>
            <a:prstGeom prst="ellipse">
              <a:avLst/>
            </a:prstGeom>
            <a:gradFill>
              <a:gsLst>
                <a:gs pos="0">
                  <a:srgbClr val="FFFFFF">
                    <a:alpha val="18939"/>
                  </a:srgbClr>
                </a:gs>
                <a:gs pos="14286">
                  <a:srgbClr val="FFFFFF">
                    <a:alpha val="17551"/>
                  </a:srgbClr>
                </a:gs>
                <a:gs pos="28571">
                  <a:srgbClr val="FFFFFF">
                    <a:alpha val="13916"/>
                  </a:srgbClr>
                </a:gs>
                <a:gs pos="42857">
                  <a:srgbClr val="FFFFFF">
                    <a:alpha val="9361"/>
                  </a:srgbClr>
                </a:gs>
                <a:gs pos="57143">
                  <a:srgbClr val="FFFFFF">
                    <a:alpha val="5300"/>
                  </a:srgbClr>
                </a:gs>
                <a:gs pos="71429">
                  <a:srgbClr val="FFFFFF">
                    <a:alpha val="2517"/>
                  </a:srgbClr>
                </a:gs>
                <a:gs pos="85714">
                  <a:srgbClr val="FFFFFF">
                    <a:alpha val="1003"/>
                  </a:srgbClr>
                </a:gs>
                <a:gs pos="100000">
                  <a:srgbClr val="FFFFFF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10768445">
              <a:off x="1159977" y="864201"/>
              <a:ext cx="289945" cy="962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-10499825">
              <a:off x="703789" y="386391"/>
              <a:ext cx="260486" cy="928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2720006">
              <a:off x="1062781" y="1386648"/>
              <a:ext cx="741055" cy="821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5400005">
              <a:off x="466203" y="1455626"/>
              <a:ext cx="61673" cy="61648"/>
            </a:xfrm>
            <a:prstGeom prst="ellipse">
              <a:avLst/>
            </a:prstGeom>
            <a:gradFill>
              <a:gsLst>
                <a:gs pos="0">
                  <a:srgbClr val="FFFFFF">
                    <a:alpha val="16735"/>
                  </a:srgbClr>
                </a:gs>
                <a:gs pos="14286">
                  <a:srgbClr val="FFFFFF">
                    <a:alpha val="15492"/>
                  </a:srgbClr>
                </a:gs>
                <a:gs pos="28571">
                  <a:srgbClr val="FFFFFF">
                    <a:alpha val="12252"/>
                  </a:srgbClr>
                </a:gs>
                <a:gs pos="42857">
                  <a:srgbClr val="FFFFFF">
                    <a:alpha val="8215"/>
                  </a:srgbClr>
                </a:gs>
                <a:gs pos="57143">
                  <a:srgbClr val="FFFFFF">
                    <a:alpha val="4639"/>
                  </a:srgbClr>
                </a:gs>
                <a:gs pos="71429">
                  <a:srgbClr val="FFFFFF">
                    <a:alpha val="2199"/>
                  </a:srgbClr>
                </a:gs>
                <a:gs pos="85714">
                  <a:srgbClr val="FFFFFF">
                    <a:alpha val="875"/>
                  </a:srgbClr>
                </a:gs>
                <a:gs pos="100000">
                  <a:srgbClr val="FFFFFF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5365859">
              <a:off x="785202" y="1536700"/>
              <a:ext cx="341599" cy="270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8010277">
              <a:off x="504466" y="737792"/>
              <a:ext cx="763448" cy="699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8051224">
              <a:off x="917913" y="775107"/>
              <a:ext cx="812143" cy="781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-8200124">
              <a:off x="321765" y="656929"/>
              <a:ext cx="736018" cy="615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5591372">
              <a:off x="30311" y="500091"/>
              <a:ext cx="253249" cy="1760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-10799998">
              <a:off x="1446156" y="168879"/>
              <a:ext cx="61337" cy="61336"/>
            </a:xfrm>
            <a:prstGeom prst="ellipse">
              <a:avLst/>
            </a:prstGeom>
            <a:gradFill>
              <a:gsLst>
                <a:gs pos="0">
                  <a:srgbClr val="FFFFFF">
                    <a:alpha val="16825"/>
                  </a:srgbClr>
                </a:gs>
                <a:gs pos="14286">
                  <a:srgbClr val="FFFFFF">
                    <a:alpha val="15577"/>
                  </a:srgbClr>
                </a:gs>
                <a:gs pos="28571">
                  <a:srgbClr val="FFFFFF">
                    <a:alpha val="12320"/>
                  </a:srgbClr>
                </a:gs>
                <a:gs pos="42857">
                  <a:srgbClr val="FFFFFF">
                    <a:alpha val="8262"/>
                  </a:srgbClr>
                </a:gs>
                <a:gs pos="57143">
                  <a:srgbClr val="FFFFFF">
                    <a:alpha val="4666"/>
                  </a:srgbClr>
                </a:gs>
                <a:gs pos="71429">
                  <a:srgbClr val="FFFFFF">
                    <a:alpha val="2212"/>
                  </a:srgbClr>
                </a:gs>
                <a:gs pos="85714">
                  <a:srgbClr val="FFFFFF">
                    <a:alpha val="881"/>
                  </a:srgbClr>
                </a:gs>
                <a:gs pos="100000">
                  <a:srgbClr val="FFFFFF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3471528">
              <a:off x="-62113" y="1131743"/>
              <a:ext cx="564925" cy="633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-9699776">
              <a:off x="1643164" y="226656"/>
              <a:ext cx="203795" cy="962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5533306">
              <a:off x="572060" y="69719"/>
              <a:ext cx="764593" cy="216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2915723">
              <a:off x="877513" y="1723953"/>
              <a:ext cx="802746" cy="803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5716725">
              <a:off x="225745" y="28469"/>
              <a:ext cx="548659" cy="771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10746940">
              <a:off x="1146432" y="912971"/>
              <a:ext cx="284192" cy="441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-10774807">
              <a:off x="926989" y="463893"/>
              <a:ext cx="251804" cy="1283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8173626">
              <a:off x="699615" y="239695"/>
              <a:ext cx="44972" cy="13209"/>
            </a:xfrm>
            <a:prstGeom prst="ellipse">
              <a:avLst/>
            </a:prstGeom>
            <a:gradFill>
              <a:gsLst>
                <a:gs pos="0">
                  <a:srgbClr val="FFFFFF">
                    <a:alpha val="23062"/>
                  </a:srgbClr>
                </a:gs>
                <a:gs pos="14286">
                  <a:srgbClr val="FFFFFF">
                    <a:alpha val="21413"/>
                  </a:srgbClr>
                </a:gs>
                <a:gs pos="28571">
                  <a:srgbClr val="FFFFFF">
                    <a:alpha val="17064"/>
                  </a:srgbClr>
                </a:gs>
                <a:gs pos="42857">
                  <a:srgbClr val="FFFFFF">
                    <a:alpha val="11549"/>
                  </a:srgbClr>
                </a:gs>
                <a:gs pos="57143">
                  <a:srgbClr val="FFFFFF">
                    <a:alpha val="6574"/>
                  </a:srgbClr>
                </a:gs>
                <a:gs pos="71429">
                  <a:srgbClr val="FFFFFF">
                    <a:alpha val="3133"/>
                  </a:srgbClr>
                </a:gs>
                <a:gs pos="85714">
                  <a:srgbClr val="FFFFFF">
                    <a:alpha val="1251"/>
                  </a:srgbClr>
                </a:gs>
                <a:gs pos="100000">
                  <a:srgbClr val="FFFFFF">
                    <a:alpha val="4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4498837">
              <a:off x="1625437" y="1390140"/>
              <a:ext cx="63921" cy="17747"/>
            </a:xfrm>
            <a:prstGeom prst="ellipse">
              <a:avLst/>
            </a:prstGeom>
            <a:gradFill>
              <a:gsLst>
                <a:gs pos="0">
                  <a:srgbClr val="686B71">
                    <a:alpha val="20331"/>
                  </a:srgbClr>
                </a:gs>
                <a:gs pos="14286">
                  <a:srgbClr val="686B71">
                    <a:alpha val="18853"/>
                  </a:srgbClr>
                </a:gs>
                <a:gs pos="28571">
                  <a:srgbClr val="686B71">
                    <a:alpha val="14973"/>
                  </a:srgbClr>
                </a:gs>
                <a:gs pos="42857">
                  <a:srgbClr val="686B71">
                    <a:alpha val="10093"/>
                  </a:srgbClr>
                </a:gs>
                <a:gs pos="57143">
                  <a:srgbClr val="686B71">
                    <a:alpha val="5725"/>
                  </a:srgbClr>
                </a:gs>
                <a:gs pos="71429">
                  <a:srgbClr val="686B71">
                    <a:alpha val="2722"/>
                  </a:srgbClr>
                </a:gs>
                <a:gs pos="85714">
                  <a:srgbClr val="686B71">
                    <a:alpha val="1085"/>
                  </a:srgbClr>
                </a:gs>
                <a:gs pos="100000">
                  <a:srgbClr val="686B71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4730798">
              <a:off x="1148009" y="915867"/>
              <a:ext cx="64258" cy="17893"/>
            </a:xfrm>
            <a:prstGeom prst="ellipse">
              <a:avLst/>
            </a:prstGeom>
            <a:gradFill>
              <a:gsLst>
                <a:gs pos="0">
                  <a:srgbClr val="6C6E76">
                    <a:alpha val="20565"/>
                  </a:srgbClr>
                </a:gs>
                <a:gs pos="14286">
                  <a:srgbClr val="6C6E76">
                    <a:alpha val="19072"/>
                  </a:srgbClr>
                </a:gs>
                <a:gs pos="28571">
                  <a:srgbClr val="6C6E76">
                    <a:alpha val="15151"/>
                  </a:srgbClr>
                </a:gs>
                <a:gs pos="42857">
                  <a:srgbClr val="6C6E76">
                    <a:alpha val="10216"/>
                  </a:srgbClr>
                </a:gs>
                <a:gs pos="57143">
                  <a:srgbClr val="6C6E76">
                    <a:alpha val="5797"/>
                  </a:srgbClr>
                </a:gs>
                <a:gs pos="71429">
                  <a:srgbClr val="6C6E76">
                    <a:alpha val="2756"/>
                  </a:srgbClr>
                </a:gs>
                <a:gs pos="85714">
                  <a:srgbClr val="6C6E76">
                    <a:alpha val="1099"/>
                  </a:srgbClr>
                </a:gs>
                <a:gs pos="100000">
                  <a:srgbClr val="6C6E76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5297287">
              <a:off x="1637862" y="533739"/>
              <a:ext cx="61439" cy="14239"/>
            </a:xfrm>
            <a:prstGeom prst="ellipse">
              <a:avLst/>
            </a:prstGeom>
            <a:gradFill>
              <a:gsLst>
                <a:gs pos="0">
                  <a:srgbClr val="707277">
                    <a:alpha val="16653"/>
                  </a:srgbClr>
                </a:gs>
                <a:gs pos="14286">
                  <a:srgbClr val="707277">
                    <a:alpha val="15416"/>
                  </a:srgbClr>
                </a:gs>
                <a:gs pos="28571">
                  <a:srgbClr val="707277">
                    <a:alpha val="12190"/>
                  </a:srgbClr>
                </a:gs>
                <a:gs pos="42857">
                  <a:srgbClr val="707277">
                    <a:alpha val="8173"/>
                  </a:srgbClr>
                </a:gs>
                <a:gs pos="57143">
                  <a:srgbClr val="707277">
                    <a:alpha val="4615"/>
                  </a:srgbClr>
                </a:gs>
                <a:gs pos="71429">
                  <a:srgbClr val="707277">
                    <a:alpha val="2187"/>
                  </a:srgbClr>
                </a:gs>
                <a:gs pos="85714">
                  <a:srgbClr val="707277">
                    <a:alpha val="871"/>
                  </a:srgbClr>
                </a:gs>
                <a:gs pos="100000">
                  <a:srgbClr val="707277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5316606">
              <a:off x="445792" y="778687"/>
              <a:ext cx="64154" cy="17864"/>
            </a:xfrm>
            <a:prstGeom prst="ellipse">
              <a:avLst/>
            </a:prstGeom>
            <a:gradFill>
              <a:gsLst>
                <a:gs pos="0">
                  <a:srgbClr val="70747D">
                    <a:alpha val="20507"/>
                  </a:srgbClr>
                </a:gs>
                <a:gs pos="14286">
                  <a:srgbClr val="70747D">
                    <a:alpha val="19017"/>
                  </a:srgbClr>
                </a:gs>
                <a:gs pos="28571">
                  <a:srgbClr val="70747D">
                    <a:alpha val="15107"/>
                  </a:srgbClr>
                </a:gs>
                <a:gs pos="42857">
                  <a:srgbClr val="70747D">
                    <a:alpha val="10186"/>
                  </a:srgbClr>
                </a:gs>
                <a:gs pos="57143">
                  <a:srgbClr val="70747D">
                    <a:alpha val="5779"/>
                  </a:srgbClr>
                </a:gs>
                <a:gs pos="71429">
                  <a:srgbClr val="70747D">
                    <a:alpha val="2748"/>
                  </a:srgbClr>
                </a:gs>
                <a:gs pos="85714">
                  <a:srgbClr val="70747D">
                    <a:alpha val="1096"/>
                  </a:srgbClr>
                </a:gs>
                <a:gs pos="100000">
                  <a:srgbClr val="70747D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10703954">
              <a:off x="521024" y="456539"/>
              <a:ext cx="64089" cy="17838"/>
            </a:xfrm>
            <a:prstGeom prst="ellipse">
              <a:avLst/>
            </a:prstGeom>
            <a:gradFill>
              <a:gsLst>
                <a:gs pos="0">
                  <a:srgbClr val="65686D">
                    <a:alpha val="20652"/>
                  </a:srgbClr>
                </a:gs>
                <a:gs pos="14286">
                  <a:srgbClr val="65686D">
                    <a:alpha val="19153"/>
                  </a:srgbClr>
                </a:gs>
                <a:gs pos="28571">
                  <a:srgbClr val="65686D">
                    <a:alpha val="15218"/>
                  </a:srgbClr>
                </a:gs>
                <a:gs pos="42857">
                  <a:srgbClr val="65686D">
                    <a:alpha val="10262"/>
                  </a:srgbClr>
                </a:gs>
                <a:gs pos="57143">
                  <a:srgbClr val="65686D">
                    <a:alpha val="5823"/>
                  </a:srgbClr>
                </a:gs>
                <a:gs pos="71429">
                  <a:srgbClr val="65686D">
                    <a:alpha val="2769"/>
                  </a:srgbClr>
                </a:gs>
                <a:gs pos="85714">
                  <a:srgbClr val="65686D">
                    <a:alpha val="1104"/>
                  </a:srgbClr>
                </a:gs>
                <a:gs pos="100000">
                  <a:srgbClr val="65686D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5478757">
              <a:off x="1402293" y="1257784"/>
              <a:ext cx="59823" cy="13203"/>
            </a:xfrm>
            <a:prstGeom prst="ellipse">
              <a:avLst/>
            </a:prstGeom>
            <a:gradFill>
              <a:gsLst>
                <a:gs pos="0">
                  <a:srgbClr val="6D717D">
                    <a:alpha val="15645"/>
                  </a:srgbClr>
                </a:gs>
                <a:gs pos="14286">
                  <a:srgbClr val="6D717D">
                    <a:alpha val="14476"/>
                  </a:srgbClr>
                </a:gs>
                <a:gs pos="28571">
                  <a:srgbClr val="6D717D">
                    <a:alpha val="11433"/>
                  </a:srgbClr>
                </a:gs>
                <a:gs pos="42857">
                  <a:srgbClr val="6D717D">
                    <a:alpha val="7655"/>
                  </a:srgbClr>
                </a:gs>
                <a:gs pos="57143">
                  <a:srgbClr val="6D717D">
                    <a:alpha val="4317"/>
                  </a:srgbClr>
                </a:gs>
                <a:gs pos="71429">
                  <a:srgbClr val="6D717D">
                    <a:alpha val="2044"/>
                  </a:srgbClr>
                </a:gs>
                <a:gs pos="85714">
                  <a:srgbClr val="6D717D">
                    <a:alpha val="813"/>
                  </a:srgbClr>
                </a:gs>
                <a:gs pos="100000">
                  <a:srgbClr val="6D717D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10740609">
              <a:off x="263255" y="465800"/>
              <a:ext cx="64176" cy="17646"/>
            </a:xfrm>
            <a:prstGeom prst="ellipse">
              <a:avLst/>
            </a:prstGeom>
            <a:gradFill>
              <a:gsLst>
                <a:gs pos="0">
                  <a:srgbClr val="6B707B">
                    <a:alpha val="20592"/>
                  </a:srgbClr>
                </a:gs>
                <a:gs pos="14286">
                  <a:srgbClr val="6B707B">
                    <a:alpha val="19097"/>
                  </a:srgbClr>
                </a:gs>
                <a:gs pos="28571">
                  <a:srgbClr val="6B707B">
                    <a:alpha val="15172"/>
                  </a:srgbClr>
                </a:gs>
                <a:gs pos="42857">
                  <a:srgbClr val="6B707B">
                    <a:alpha val="10231"/>
                  </a:srgbClr>
                </a:gs>
                <a:gs pos="57143">
                  <a:srgbClr val="6B707B">
                    <a:alpha val="5805"/>
                  </a:srgbClr>
                </a:gs>
                <a:gs pos="71429">
                  <a:srgbClr val="6B707B">
                    <a:alpha val="2761"/>
                  </a:srgbClr>
                </a:gs>
                <a:gs pos="85714">
                  <a:srgbClr val="6B707B">
                    <a:alpha val="1101"/>
                  </a:srgbClr>
                </a:gs>
                <a:gs pos="100000">
                  <a:srgbClr val="6B707B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5499039">
              <a:off x="908389" y="1067978"/>
              <a:ext cx="64050" cy="17836"/>
            </a:xfrm>
            <a:prstGeom prst="ellipse">
              <a:avLst/>
            </a:prstGeom>
            <a:gradFill>
              <a:gsLst>
                <a:gs pos="0">
                  <a:srgbClr val="6D717B">
                    <a:alpha val="20457"/>
                  </a:srgbClr>
                </a:gs>
                <a:gs pos="14286">
                  <a:srgbClr val="6D717B">
                    <a:alpha val="18971"/>
                  </a:srgbClr>
                </a:gs>
                <a:gs pos="28571">
                  <a:srgbClr val="6D717B">
                    <a:alpha val="15069"/>
                  </a:srgbClr>
                </a:gs>
                <a:gs pos="42857">
                  <a:srgbClr val="6D717B">
                    <a:alpha val="10159"/>
                  </a:srgbClr>
                </a:gs>
                <a:gs pos="57143">
                  <a:srgbClr val="6D717B">
                    <a:alpha val="5764"/>
                  </a:srgbClr>
                </a:gs>
                <a:gs pos="71429">
                  <a:srgbClr val="6D717B">
                    <a:alpha val="2740"/>
                  </a:srgbClr>
                </a:gs>
                <a:gs pos="85714">
                  <a:srgbClr val="6D717B">
                    <a:alpha val="1093"/>
                  </a:srgbClr>
                </a:gs>
                <a:gs pos="100000">
                  <a:srgbClr val="6D717B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10795130">
              <a:off x="1777889" y="1648334"/>
              <a:ext cx="64301" cy="17736"/>
            </a:xfrm>
            <a:prstGeom prst="ellipse">
              <a:avLst/>
            </a:prstGeom>
            <a:gradFill>
              <a:gsLst>
                <a:gs pos="0">
                  <a:srgbClr val="767478">
                    <a:alpha val="20573"/>
                  </a:srgbClr>
                </a:gs>
                <a:gs pos="14286">
                  <a:srgbClr val="767478">
                    <a:alpha val="19079"/>
                  </a:srgbClr>
                </a:gs>
                <a:gs pos="28571">
                  <a:srgbClr val="767478">
                    <a:alpha val="15157"/>
                  </a:srgbClr>
                </a:gs>
                <a:gs pos="42857">
                  <a:srgbClr val="767478">
                    <a:alpha val="10221"/>
                  </a:srgbClr>
                </a:gs>
                <a:gs pos="57143">
                  <a:srgbClr val="767478">
                    <a:alpha val="5799"/>
                  </a:srgbClr>
                </a:gs>
                <a:gs pos="71429">
                  <a:srgbClr val="767478">
                    <a:alpha val="2758"/>
                  </a:srgbClr>
                </a:gs>
                <a:gs pos="85714">
                  <a:srgbClr val="767478">
                    <a:alpha val="1100"/>
                  </a:srgbClr>
                </a:gs>
                <a:gs pos="100000">
                  <a:srgbClr val="767478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10778884">
              <a:off x="1383253" y="687785"/>
              <a:ext cx="303559" cy="275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-10788772">
              <a:off x="1606686" y="703287"/>
              <a:ext cx="281572" cy="326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6713059">
              <a:off x="292512" y="233290"/>
              <a:ext cx="197096" cy="1775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4466975">
              <a:off x="751906" y="293505"/>
              <a:ext cx="253783" cy="1353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7611242">
              <a:off x="87218" y="436695"/>
              <a:ext cx="960891" cy="8148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-10570581">
              <a:off x="1135705" y="-59292"/>
              <a:ext cx="856201" cy="7974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7787039">
              <a:off x="148915" y="-80824"/>
              <a:ext cx="935213" cy="8284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6553179">
              <a:off x="225405" y="1718346"/>
              <a:ext cx="422381" cy="652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-8210422">
              <a:off x="1393462" y="1180908"/>
              <a:ext cx="58876" cy="17207"/>
            </a:xfrm>
            <a:prstGeom prst="ellipse">
              <a:avLst/>
            </a:prstGeom>
            <a:gradFill>
              <a:gsLst>
                <a:gs pos="0">
                  <a:srgbClr val="B3B6BB">
                    <a:alpha val="17409"/>
                  </a:srgbClr>
                </a:gs>
                <a:gs pos="14286">
                  <a:srgbClr val="B3B6BB">
                    <a:alpha val="16121"/>
                  </a:srgbClr>
                </a:gs>
                <a:gs pos="28571">
                  <a:srgbClr val="B3B6BB">
                    <a:alpha val="12759"/>
                  </a:srgbClr>
                </a:gs>
                <a:gs pos="42857">
                  <a:srgbClr val="B3B6BB">
                    <a:alpha val="8564"/>
                  </a:srgbClr>
                </a:gs>
                <a:gs pos="57143">
                  <a:srgbClr val="B3B6BB">
                    <a:alpha val="4840"/>
                  </a:srgbClr>
                </a:gs>
                <a:gs pos="71429">
                  <a:srgbClr val="B3B6BB">
                    <a:alpha val="2295"/>
                  </a:srgbClr>
                </a:gs>
                <a:gs pos="85714">
                  <a:srgbClr val="B3B6BB">
                    <a:alpha val="914"/>
                  </a:srgbClr>
                </a:gs>
                <a:gs pos="100000">
                  <a:srgbClr val="B3B6BB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-9934399">
              <a:off x="205080" y="709584"/>
              <a:ext cx="246492" cy="1053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-8842182">
              <a:off x="738484" y="1013481"/>
              <a:ext cx="690361" cy="6164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5339424">
              <a:off x="1366900" y="497656"/>
              <a:ext cx="173210" cy="887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-10790666">
              <a:off x="633910" y="1640274"/>
              <a:ext cx="54300" cy="15154"/>
            </a:xfrm>
            <a:prstGeom prst="ellipse">
              <a:avLst/>
            </a:prstGeom>
            <a:gradFill>
              <a:gsLst>
                <a:gs pos="0">
                  <a:srgbClr val="FFFFFF">
                    <a:alpha val="22360"/>
                  </a:srgbClr>
                </a:gs>
                <a:gs pos="14286">
                  <a:srgbClr val="FFFFFF">
                    <a:alpha val="20754"/>
                  </a:srgbClr>
                </a:gs>
                <a:gs pos="28571">
                  <a:srgbClr val="FFFFFF">
                    <a:alpha val="16524"/>
                  </a:srgbClr>
                </a:gs>
                <a:gs pos="42857">
                  <a:srgbClr val="FFFFFF">
                    <a:alpha val="11172"/>
                  </a:srgbClr>
                </a:gs>
                <a:gs pos="57143">
                  <a:srgbClr val="FFFFFF">
                    <a:alpha val="6354"/>
                  </a:srgbClr>
                </a:gs>
                <a:gs pos="71429">
                  <a:srgbClr val="FFFFFF">
                    <a:alpha val="3026"/>
                  </a:srgbClr>
                </a:gs>
                <a:gs pos="85714">
                  <a:srgbClr val="FFFFFF">
                    <a:alpha val="1208"/>
                  </a:srgbClr>
                </a:gs>
                <a:gs pos="100000">
                  <a:srgbClr val="FFFFFF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10769897">
              <a:off x="1101063" y="1636618"/>
              <a:ext cx="62466" cy="17422"/>
            </a:xfrm>
            <a:prstGeom prst="ellipse">
              <a:avLst/>
            </a:prstGeom>
            <a:gradFill>
              <a:gsLst>
                <a:gs pos="0">
                  <a:srgbClr val="FFFFFF">
                    <a:alpha val="20762"/>
                  </a:srgbClr>
                </a:gs>
                <a:gs pos="14286">
                  <a:srgbClr val="FFFFFF">
                    <a:alpha val="19256"/>
                  </a:srgbClr>
                </a:gs>
                <a:gs pos="28571">
                  <a:srgbClr val="FFFFFF">
                    <a:alpha val="15302"/>
                  </a:srgbClr>
                </a:gs>
                <a:gs pos="42857">
                  <a:srgbClr val="FFFFFF">
                    <a:alpha val="10321"/>
                  </a:srgbClr>
                </a:gs>
                <a:gs pos="57143">
                  <a:srgbClr val="FFFFFF">
                    <a:alpha val="5857"/>
                  </a:srgbClr>
                </a:gs>
                <a:gs pos="71429">
                  <a:srgbClr val="FFFFFF">
                    <a:alpha val="2786"/>
                  </a:srgbClr>
                </a:gs>
                <a:gs pos="85714">
                  <a:srgbClr val="FFFFFF">
                    <a:alpha val="1111"/>
                  </a:srgbClr>
                </a:gs>
                <a:gs pos="100000">
                  <a:srgbClr val="FFFFFF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-10695167">
              <a:off x="958051" y="1540270"/>
              <a:ext cx="238710" cy="1236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5375745">
              <a:off x="1620997" y="1467860"/>
              <a:ext cx="53002" cy="14771"/>
            </a:xfrm>
            <a:prstGeom prst="ellipse">
              <a:avLst/>
            </a:prstGeom>
            <a:gradFill>
              <a:gsLst>
                <a:gs pos="0">
                  <a:srgbClr val="FFFFFF">
                    <a:alpha val="22532"/>
                  </a:srgbClr>
                </a:gs>
                <a:gs pos="14286">
                  <a:srgbClr val="FFFFFF">
                    <a:alpha val="20916"/>
                  </a:srgbClr>
                </a:gs>
                <a:gs pos="28571">
                  <a:srgbClr val="FFFFFF">
                    <a:alpha val="16656"/>
                  </a:srgbClr>
                </a:gs>
                <a:gs pos="42857">
                  <a:srgbClr val="FFFFFF">
                    <a:alpha val="11264"/>
                  </a:srgbClr>
                </a:gs>
                <a:gs pos="57143">
                  <a:srgbClr val="FFFFFF">
                    <a:alpha val="6407"/>
                  </a:srgbClr>
                </a:gs>
                <a:gs pos="71429">
                  <a:srgbClr val="FFFFFF">
                    <a:alpha val="3052"/>
                  </a:srgbClr>
                </a:gs>
                <a:gs pos="85714">
                  <a:srgbClr val="FFFFFF">
                    <a:alpha val="1218"/>
                  </a:srgbClr>
                </a:gs>
                <a:gs pos="100000">
                  <a:srgbClr val="FFFFFF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5395332">
              <a:off x="114112" y="1342163"/>
              <a:ext cx="247984" cy="96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4206791">
              <a:off x="9717" y="705169"/>
              <a:ext cx="462076" cy="510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-10696820">
              <a:off x="200301" y="704839"/>
              <a:ext cx="203807" cy="281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10797353">
              <a:off x="735998" y="450446"/>
              <a:ext cx="49372" cy="13722"/>
            </a:xfrm>
            <a:prstGeom prst="ellipse">
              <a:avLst/>
            </a:prstGeom>
            <a:gradFill>
              <a:gsLst>
                <a:gs pos="0">
                  <a:srgbClr val="FFFFFF">
                    <a:alpha val="23208"/>
                  </a:srgbClr>
                </a:gs>
                <a:gs pos="14286">
                  <a:srgbClr val="FFFFFF">
                    <a:alpha val="21550"/>
                  </a:srgbClr>
                </a:gs>
                <a:gs pos="28571">
                  <a:srgbClr val="FFFFFF">
                    <a:alpha val="17176"/>
                  </a:srgbClr>
                </a:gs>
                <a:gs pos="42857">
                  <a:srgbClr val="FFFFFF">
                    <a:alpha val="11627"/>
                  </a:srgbClr>
                </a:gs>
                <a:gs pos="57143">
                  <a:srgbClr val="FFFFFF">
                    <a:alpha val="6620"/>
                  </a:srgbClr>
                </a:gs>
                <a:gs pos="71429">
                  <a:srgbClr val="FFFFFF">
                    <a:alpha val="3155"/>
                  </a:srgbClr>
                </a:gs>
                <a:gs pos="85714">
                  <a:srgbClr val="FFFFFF">
                    <a:alpha val="1260"/>
                  </a:srgbClr>
                </a:gs>
                <a:gs pos="100000">
                  <a:srgbClr val="FFFFFF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-10709713">
              <a:off x="976802" y="954236"/>
              <a:ext cx="51993" cy="14491"/>
            </a:xfrm>
            <a:prstGeom prst="ellipse">
              <a:avLst/>
            </a:prstGeom>
            <a:gradFill>
              <a:gsLst>
                <a:gs pos="0">
                  <a:srgbClr val="FFFFFF">
                    <a:alpha val="22589"/>
                  </a:srgbClr>
                </a:gs>
                <a:gs pos="14286">
                  <a:srgbClr val="FFFFFF">
                    <a:alpha val="20969"/>
                  </a:srgbClr>
                </a:gs>
                <a:gs pos="28571">
                  <a:srgbClr val="FFFFFF">
                    <a:alpha val="16700"/>
                  </a:srgbClr>
                </a:gs>
                <a:gs pos="42857">
                  <a:srgbClr val="FFFFFF">
                    <a:alpha val="11295"/>
                  </a:srgbClr>
                </a:gs>
                <a:gs pos="57143">
                  <a:srgbClr val="FFFFFF">
                    <a:alpha val="6425"/>
                  </a:srgbClr>
                </a:gs>
                <a:gs pos="71429">
                  <a:srgbClr val="FFFFFF">
                    <a:alpha val="3061"/>
                  </a:srgbClr>
                </a:gs>
                <a:gs pos="85714">
                  <a:srgbClr val="FFFFFF">
                    <a:alpha val="1222"/>
                  </a:srgbClr>
                </a:gs>
                <a:gs pos="100000">
                  <a:srgbClr val="FFFFFF">
                    <a:alpha val="4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10793127">
              <a:off x="866971" y="926205"/>
              <a:ext cx="54165" cy="14632"/>
            </a:xfrm>
            <a:prstGeom prst="ellipse">
              <a:avLst/>
            </a:prstGeom>
            <a:gradFill>
              <a:gsLst>
                <a:gs pos="0">
                  <a:srgbClr val="FFFFFF">
                    <a:alpha val="22286"/>
                  </a:srgbClr>
                </a:gs>
                <a:gs pos="14286">
                  <a:srgbClr val="FFFFFF">
                    <a:alpha val="20685"/>
                  </a:srgbClr>
                </a:gs>
                <a:gs pos="28571">
                  <a:srgbClr val="FFFFFF">
                    <a:alpha val="16468"/>
                  </a:srgbClr>
                </a:gs>
                <a:gs pos="42857">
                  <a:srgbClr val="FFFFFF">
                    <a:alpha val="11132"/>
                  </a:srgbClr>
                </a:gs>
                <a:gs pos="57143">
                  <a:srgbClr val="FFFFFF">
                    <a:alpha val="6330"/>
                  </a:srgbClr>
                </a:gs>
                <a:gs pos="71429">
                  <a:srgbClr val="FFFFFF">
                    <a:alpha val="3015"/>
                  </a:srgbClr>
                </a:gs>
                <a:gs pos="85714">
                  <a:srgbClr val="FFFFFF">
                    <a:alpha val="1203"/>
                  </a:srgbClr>
                </a:gs>
                <a:gs pos="100000">
                  <a:srgbClr val="FFFFFF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10575542">
              <a:off x="295848" y="1179372"/>
              <a:ext cx="213523" cy="418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-10652576">
              <a:off x="531124" y="688289"/>
              <a:ext cx="224762" cy="259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-10758990">
              <a:off x="1380515" y="1417805"/>
              <a:ext cx="229943" cy="304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9432502">
              <a:off x="775090" y="1186792"/>
              <a:ext cx="215641" cy="605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-9271746">
              <a:off x="729206" y="454075"/>
              <a:ext cx="468772" cy="537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-8874647">
              <a:off x="446746" y="647722"/>
              <a:ext cx="426297" cy="579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8044721">
              <a:off x="535192" y="1183836"/>
              <a:ext cx="765478" cy="692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-10318751">
              <a:off x="241936" y="363167"/>
              <a:ext cx="250486" cy="1178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5533816">
              <a:off x="1378229" y="884822"/>
              <a:ext cx="58502" cy="16409"/>
            </a:xfrm>
            <a:prstGeom prst="ellipse">
              <a:avLst/>
            </a:prstGeom>
            <a:gradFill>
              <a:gsLst>
                <a:gs pos="0">
                  <a:srgbClr val="FFFFFE">
                    <a:alpha val="21504"/>
                  </a:srgbClr>
                </a:gs>
                <a:gs pos="14286">
                  <a:srgbClr val="FFFFFE">
                    <a:alpha val="19952"/>
                  </a:srgbClr>
                </a:gs>
                <a:gs pos="28571">
                  <a:srgbClr val="FFFFFE">
                    <a:alpha val="15869"/>
                  </a:srgbClr>
                </a:gs>
                <a:gs pos="42857">
                  <a:srgbClr val="FFFFFE">
                    <a:alpha val="10715"/>
                  </a:srgbClr>
                </a:gs>
                <a:gs pos="57143">
                  <a:srgbClr val="FFFFFE">
                    <a:alpha val="6087"/>
                  </a:srgbClr>
                </a:gs>
                <a:gs pos="71429">
                  <a:srgbClr val="FFFFFE">
                    <a:alpha val="2897"/>
                  </a:srgbClr>
                </a:gs>
                <a:gs pos="85714">
                  <a:srgbClr val="FFFFFE">
                    <a:alpha val="1156"/>
                  </a:srgbClr>
                </a:gs>
                <a:gs pos="100000">
                  <a:srgbClr val="FFFFFE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5385576">
              <a:off x="903230" y="409025"/>
              <a:ext cx="60345" cy="16855"/>
            </a:xfrm>
            <a:prstGeom prst="ellipse">
              <a:avLst/>
            </a:prstGeom>
            <a:gradFill>
              <a:gsLst>
                <a:gs pos="0">
                  <a:srgbClr val="FFFFFF">
                    <a:alpha val="21310"/>
                  </a:srgbClr>
                </a:gs>
                <a:gs pos="14286">
                  <a:srgbClr val="FFFFFF">
                    <a:alpha val="19769"/>
                  </a:srgbClr>
                </a:gs>
                <a:gs pos="28571">
                  <a:srgbClr val="FFFFFF">
                    <a:alpha val="15720"/>
                  </a:srgbClr>
                </a:gs>
                <a:gs pos="42857">
                  <a:srgbClr val="FFFFFF">
                    <a:alpha val="10612"/>
                  </a:srgbClr>
                </a:gs>
                <a:gs pos="57143">
                  <a:srgbClr val="FFFFFF">
                    <a:alpha val="6027"/>
                  </a:srgbClr>
                </a:gs>
                <a:gs pos="71429">
                  <a:srgbClr val="FFFFFF">
                    <a:alpha val="2868"/>
                  </a:srgbClr>
                </a:gs>
                <a:gs pos="85714">
                  <a:srgbClr val="FFFFFF">
                    <a:alpha val="1144"/>
                  </a:srgbClr>
                </a:gs>
                <a:gs pos="100000">
                  <a:srgbClr val="FFFFFF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5495466">
              <a:off x="696302" y="1360579"/>
              <a:ext cx="58450" cy="16376"/>
            </a:xfrm>
            <a:prstGeom prst="ellipse">
              <a:avLst/>
            </a:prstGeom>
            <a:gradFill>
              <a:gsLst>
                <a:gs pos="0">
                  <a:srgbClr val="FFFFFF">
                    <a:alpha val="21636"/>
                  </a:srgbClr>
                </a:gs>
                <a:gs pos="14286">
                  <a:srgbClr val="FFFFFF">
                    <a:alpha val="20075"/>
                  </a:srgbClr>
                </a:gs>
                <a:gs pos="28571">
                  <a:srgbClr val="FFFFFF">
                    <a:alpha val="15969"/>
                  </a:srgbClr>
                </a:gs>
                <a:gs pos="42857">
                  <a:srgbClr val="FFFFFF">
                    <a:alpha val="10785"/>
                  </a:srgbClr>
                </a:gs>
                <a:gs pos="57143">
                  <a:srgbClr val="FFFFFF">
                    <a:alpha val="6128"/>
                  </a:srgbClr>
                </a:gs>
                <a:gs pos="71429">
                  <a:srgbClr val="FFFFFF">
                    <a:alpha val="2917"/>
                  </a:srgbClr>
                </a:gs>
                <a:gs pos="85714">
                  <a:srgbClr val="FFFFFF">
                    <a:alpha val="1164"/>
                  </a:srgbClr>
                </a:gs>
                <a:gs pos="100000">
                  <a:srgbClr val="FFFFFF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6235912">
              <a:off x="1119456" y="359277"/>
              <a:ext cx="197890" cy="808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5409777">
              <a:off x="323606" y="782133"/>
              <a:ext cx="286226" cy="117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6373583">
              <a:off x="613028" y="839068"/>
              <a:ext cx="252996" cy="656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4770594">
              <a:off x="1290296" y="854912"/>
              <a:ext cx="232021" cy="450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5089361">
              <a:off x="299179" y="779989"/>
              <a:ext cx="272268" cy="832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10188919">
              <a:off x="239916" y="1647848"/>
              <a:ext cx="239060" cy="1603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10664949">
              <a:off x="390946" y="1666845"/>
              <a:ext cx="53936" cy="15268"/>
            </a:xfrm>
            <a:prstGeom prst="ellipse">
              <a:avLst/>
            </a:prstGeom>
            <a:gradFill>
              <a:gsLst>
                <a:gs pos="0">
                  <a:srgbClr val="FFFFFF">
                    <a:alpha val="22414"/>
                  </a:srgbClr>
                </a:gs>
                <a:gs pos="14286">
                  <a:srgbClr val="FFFFFF">
                    <a:alpha val="20805"/>
                  </a:srgbClr>
                </a:gs>
                <a:gs pos="28571">
                  <a:srgbClr val="FFFFFF">
                    <a:alpha val="16565"/>
                  </a:srgbClr>
                </a:gs>
                <a:gs pos="42857">
                  <a:srgbClr val="FFFFFF">
                    <a:alpha val="11201"/>
                  </a:srgbClr>
                </a:gs>
                <a:gs pos="57143">
                  <a:srgbClr val="FFFFFF">
                    <a:alpha val="6370"/>
                  </a:srgbClr>
                </a:gs>
                <a:gs pos="71429">
                  <a:srgbClr val="FFFFFF">
                    <a:alpha val="3034"/>
                  </a:srgbClr>
                </a:gs>
                <a:gs pos="85714">
                  <a:srgbClr val="FFFFFF">
                    <a:alpha val="1211"/>
                  </a:srgbClr>
                </a:gs>
                <a:gs pos="100000">
                  <a:srgbClr val="FFFFFF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-10500995">
              <a:off x="939887" y="42208"/>
              <a:ext cx="250579" cy="1926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5175450">
              <a:off x="1599752" y="1265451"/>
              <a:ext cx="222790" cy="1126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7388653">
              <a:off x="-17255" y="1450623"/>
              <a:ext cx="423191" cy="633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6527686">
              <a:off x="-212494" y="1440070"/>
              <a:ext cx="712704" cy="6096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9886147">
              <a:off x="1224199" y="521841"/>
              <a:ext cx="663563" cy="6483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8261911">
              <a:off x="442272" y="-173977"/>
              <a:ext cx="691972" cy="6486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-10710942">
              <a:off x="697130" y="705302"/>
              <a:ext cx="245576" cy="845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-10671305">
              <a:off x="451028" y="461195"/>
              <a:ext cx="273993" cy="950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8410886">
              <a:off x="1360325" y="-182707"/>
              <a:ext cx="770330" cy="6680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8357029">
              <a:off x="-218062" y="43165"/>
              <a:ext cx="681066" cy="6067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10078719">
              <a:off x="701702" y="1649540"/>
              <a:ext cx="260928" cy="1793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4748964">
              <a:off x="1190489" y="1653843"/>
              <a:ext cx="251586" cy="2334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5110445">
              <a:off x="846600" y="540250"/>
              <a:ext cx="260167" cy="772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-9028402">
              <a:off x="-5968" y="1198377"/>
              <a:ext cx="662824" cy="5596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10684566">
              <a:off x="921347" y="462587"/>
              <a:ext cx="290477" cy="802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7968243">
              <a:off x="756951" y="1461451"/>
              <a:ext cx="685713" cy="5617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-9472412">
              <a:off x="642400" y="1188271"/>
              <a:ext cx="306249" cy="716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5593049">
              <a:off x="1616044" y="737904"/>
              <a:ext cx="257264" cy="1892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6135323">
              <a:off x="-202420" y="1434101"/>
              <a:ext cx="687078" cy="6259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-9563837">
              <a:off x="1427995" y="1412338"/>
              <a:ext cx="242796" cy="2272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7952483">
              <a:off x="925223" y="1241640"/>
              <a:ext cx="709380" cy="6119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-8186314">
              <a:off x="1212927" y="1010755"/>
              <a:ext cx="692331" cy="6345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-10327529">
              <a:off x="1645661" y="222424"/>
              <a:ext cx="320545" cy="1106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7924140">
              <a:off x="726111" y="1448268"/>
              <a:ext cx="680439" cy="6120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-8109853">
              <a:off x="221670" y="958865"/>
              <a:ext cx="725452" cy="6340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3175360">
              <a:off x="471581" y="776472"/>
              <a:ext cx="636025" cy="5418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5543133">
              <a:off x="395233" y="1483051"/>
              <a:ext cx="257401" cy="1202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-8115147">
              <a:off x="1231656" y="571628"/>
              <a:ext cx="646584" cy="5561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-8542926">
              <a:off x="760205" y="1031996"/>
              <a:ext cx="681719" cy="6044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7896065">
              <a:off x="988087" y="1252418"/>
              <a:ext cx="649836" cy="5595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4119361">
              <a:off x="1164874" y="233929"/>
              <a:ext cx="225078" cy="2100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-10781551">
              <a:off x="897384" y="465496"/>
              <a:ext cx="324690" cy="316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2704315">
              <a:off x="759991" y="90389"/>
              <a:ext cx="721815" cy="5469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8139371">
              <a:off x="447697" y="-153396"/>
              <a:ext cx="679567" cy="5982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7524948">
              <a:off x="227970" y="1437082"/>
              <a:ext cx="725672" cy="6239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-8847118">
              <a:off x="722280" y="520804"/>
              <a:ext cx="643652" cy="5789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8657544">
              <a:off x="713744" y="520474"/>
              <a:ext cx="674681" cy="5815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8773967">
              <a:off x="-229075" y="539968"/>
              <a:ext cx="711637" cy="5866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-9948957">
              <a:off x="-210385" y="525008"/>
              <a:ext cx="683505" cy="6581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8744020">
              <a:off x="1418768" y="-148720"/>
              <a:ext cx="669623" cy="5592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3393112">
              <a:off x="53010" y="299772"/>
              <a:ext cx="624164" cy="5905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10178580">
              <a:off x="1414405" y="1412130"/>
              <a:ext cx="256232" cy="1401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-8197979">
              <a:off x="1288003" y="1637778"/>
              <a:ext cx="766355" cy="663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10051218">
              <a:off x="696215" y="231728"/>
              <a:ext cx="260344" cy="1214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5400164">
              <a:off x="1608563" y="986522"/>
              <a:ext cx="60645" cy="60632"/>
            </a:xfrm>
            <a:prstGeom prst="ellipse">
              <a:avLst/>
            </a:prstGeom>
            <a:gradFill>
              <a:gsLst>
                <a:gs pos="0">
                  <a:srgbClr val="FFFFFF">
                    <a:alpha val="17016"/>
                  </a:srgbClr>
                </a:gs>
                <a:gs pos="14286">
                  <a:srgbClr val="FFFFFF">
                    <a:alpha val="15755"/>
                  </a:srgbClr>
                </a:gs>
                <a:gs pos="28571">
                  <a:srgbClr val="FFFFFF">
                    <a:alpha val="12463"/>
                  </a:srgbClr>
                </a:gs>
                <a:gs pos="42857">
                  <a:srgbClr val="FFFFFF">
                    <a:alpha val="8361"/>
                  </a:srgbClr>
                </a:gs>
                <a:gs pos="57143">
                  <a:srgbClr val="FFFFFF">
                    <a:alpha val="4723"/>
                  </a:srgbClr>
                </a:gs>
                <a:gs pos="71429">
                  <a:srgbClr val="FFFFFF">
                    <a:alpha val="2239"/>
                  </a:srgbClr>
                </a:gs>
                <a:gs pos="85714">
                  <a:srgbClr val="FFFFFF">
                    <a:alpha val="891"/>
                  </a:srgbClr>
                </a:gs>
                <a:gs pos="100000">
                  <a:srgbClr val="FFFFFF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5614279">
              <a:off x="1254348" y="320076"/>
              <a:ext cx="311786" cy="367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5625951">
              <a:off x="1000884" y="1478566"/>
              <a:ext cx="244513" cy="1387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-10312497">
              <a:off x="928122" y="1420882"/>
              <a:ext cx="264925" cy="1318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2764272">
              <a:off x="1387720" y="208229"/>
              <a:ext cx="56975" cy="16062"/>
            </a:xfrm>
            <a:prstGeom prst="ellipse">
              <a:avLst/>
            </a:prstGeom>
            <a:gradFill>
              <a:gsLst>
                <a:gs pos="0">
                  <a:srgbClr val="000004">
                    <a:alpha val="21898"/>
                  </a:srgbClr>
                </a:gs>
                <a:gs pos="14286">
                  <a:srgbClr val="000004">
                    <a:alpha val="20321"/>
                  </a:srgbClr>
                </a:gs>
                <a:gs pos="28571">
                  <a:srgbClr val="000004">
                    <a:alpha val="16170"/>
                  </a:srgbClr>
                </a:gs>
                <a:gs pos="42857">
                  <a:srgbClr val="000004">
                    <a:alpha val="10925"/>
                  </a:srgbClr>
                </a:gs>
                <a:gs pos="57143">
                  <a:srgbClr val="000004">
                    <a:alpha val="6209"/>
                  </a:srgbClr>
                </a:gs>
                <a:gs pos="71429">
                  <a:srgbClr val="000004">
                    <a:alpha val="2956"/>
                  </a:srgbClr>
                </a:gs>
                <a:gs pos="85714">
                  <a:srgbClr val="000004">
                    <a:alpha val="1180"/>
                  </a:srgbClr>
                </a:gs>
                <a:gs pos="100000">
                  <a:srgbClr val="000004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-9154563">
              <a:off x="915669" y="1647403"/>
              <a:ext cx="595005" cy="524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2868523">
              <a:off x="268134" y="171684"/>
              <a:ext cx="835485" cy="760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10415461">
              <a:off x="1172754" y="1361179"/>
              <a:ext cx="267716" cy="688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7253755">
              <a:off x="1394511" y="1215517"/>
              <a:ext cx="715346" cy="6778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5421803">
              <a:off x="1029149" y="1523210"/>
              <a:ext cx="294020" cy="309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10005333">
              <a:off x="1270880" y="225846"/>
              <a:ext cx="168848" cy="804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5181493">
              <a:off x="1231496" y="775079"/>
              <a:ext cx="276832" cy="1169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-10799972">
              <a:off x="1703346" y="416324"/>
              <a:ext cx="59000" cy="58988"/>
            </a:xfrm>
            <a:prstGeom prst="ellipse">
              <a:avLst/>
            </a:prstGeom>
            <a:gradFill>
              <a:gsLst>
                <a:gs pos="0">
                  <a:srgbClr val="FFFFFF">
                    <a:alpha val="17433"/>
                  </a:srgbClr>
                </a:gs>
                <a:gs pos="14286">
                  <a:srgbClr val="FFFFFF">
                    <a:alpha val="16143"/>
                  </a:srgbClr>
                </a:gs>
                <a:gs pos="28571">
                  <a:srgbClr val="FFFFFF">
                    <a:alpha val="12777"/>
                  </a:srgbClr>
                </a:gs>
                <a:gs pos="42857">
                  <a:srgbClr val="FFFFFF">
                    <a:alpha val="8576"/>
                  </a:srgbClr>
                </a:gs>
                <a:gs pos="57143">
                  <a:srgbClr val="FFFFFF">
                    <a:alpha val="4847"/>
                  </a:srgbClr>
                </a:gs>
                <a:gs pos="71429">
                  <a:srgbClr val="FFFFFF">
                    <a:alpha val="2299"/>
                  </a:srgbClr>
                </a:gs>
                <a:gs pos="85714">
                  <a:srgbClr val="FFFFFF">
                    <a:alpha val="915"/>
                  </a:srgbClr>
                </a:gs>
                <a:gs pos="100000">
                  <a:srgbClr val="FFFFFF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10748146">
              <a:off x="-130413" y="942128"/>
              <a:ext cx="382281" cy="1283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4770731">
              <a:off x="437412" y="699998"/>
              <a:ext cx="730915" cy="7043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2922596">
              <a:off x="11015" y="287033"/>
              <a:ext cx="747736" cy="6567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10508315">
              <a:off x="36660" y="1187134"/>
              <a:ext cx="622783" cy="5950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5343782">
              <a:off x="386964" y="1010951"/>
              <a:ext cx="260130" cy="1029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6258938">
              <a:off x="796644" y="256906"/>
              <a:ext cx="203226" cy="1145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2760699">
              <a:off x="839731" y="263072"/>
              <a:ext cx="835223" cy="829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-10129856">
              <a:off x="210152" y="910487"/>
              <a:ext cx="393662" cy="464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8082843">
              <a:off x="71516" y="1160374"/>
              <a:ext cx="785299" cy="651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5501942">
              <a:off x="524920" y="1019822"/>
              <a:ext cx="289374" cy="977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6084100">
              <a:off x="592811" y="1306323"/>
              <a:ext cx="285803" cy="670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2877488">
              <a:off x="24584" y="327881"/>
              <a:ext cx="664739" cy="5198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9941631">
              <a:off x="754658" y="979387"/>
              <a:ext cx="651168" cy="6232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3734328">
              <a:off x="271403" y="503136"/>
              <a:ext cx="653709" cy="6392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10799979">
              <a:off x="472716" y="138550"/>
              <a:ext cx="61084" cy="61083"/>
            </a:xfrm>
            <a:prstGeom prst="ellipse">
              <a:avLst/>
            </a:prstGeom>
            <a:gradFill>
              <a:gsLst>
                <a:gs pos="0">
                  <a:srgbClr val="FFFFFF">
                    <a:alpha val="16894"/>
                  </a:srgbClr>
                </a:gs>
                <a:gs pos="14286">
                  <a:srgbClr val="FFFFFF">
                    <a:alpha val="15640"/>
                  </a:srgbClr>
                </a:gs>
                <a:gs pos="28571">
                  <a:srgbClr val="FFFFFF">
                    <a:alpha val="12371"/>
                  </a:srgbClr>
                </a:gs>
                <a:gs pos="42857">
                  <a:srgbClr val="FFFFFF">
                    <a:alpha val="8297"/>
                  </a:srgbClr>
                </a:gs>
                <a:gs pos="57143">
                  <a:srgbClr val="FFFFFF">
                    <a:alpha val="4686"/>
                  </a:srgbClr>
                </a:gs>
                <a:gs pos="71429">
                  <a:srgbClr val="FFFFFF">
                    <a:alpha val="2222"/>
                  </a:srgbClr>
                </a:gs>
                <a:gs pos="85714">
                  <a:srgbClr val="FFFFFF">
                    <a:alpha val="884"/>
                  </a:srgbClr>
                </a:gs>
                <a:gs pos="100000">
                  <a:srgbClr val="FFFFFF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10772866">
              <a:off x="1401183" y="1128858"/>
              <a:ext cx="240055" cy="703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10794242">
              <a:off x="271286" y="239920"/>
              <a:ext cx="55310" cy="15484"/>
            </a:xfrm>
            <a:prstGeom prst="ellipse">
              <a:avLst/>
            </a:prstGeom>
            <a:gradFill>
              <a:gsLst>
                <a:gs pos="0">
                  <a:srgbClr val="FFFFFF">
                    <a:alpha val="22182"/>
                  </a:srgbClr>
                </a:gs>
                <a:gs pos="14286">
                  <a:srgbClr val="FFFFFF">
                    <a:alpha val="20587"/>
                  </a:srgbClr>
                </a:gs>
                <a:gs pos="28571">
                  <a:srgbClr val="FFFFFF">
                    <a:alpha val="16388"/>
                  </a:srgbClr>
                </a:gs>
                <a:gs pos="42857">
                  <a:srgbClr val="FFFFFF">
                    <a:alpha val="11077"/>
                  </a:srgbClr>
                </a:gs>
                <a:gs pos="57143">
                  <a:srgbClr val="FFFFFF">
                    <a:alpha val="6298"/>
                  </a:srgbClr>
                </a:gs>
                <a:gs pos="71429">
                  <a:srgbClr val="FFFFFF">
                    <a:alpha val="2999"/>
                  </a:srgbClr>
                </a:gs>
                <a:gs pos="85714">
                  <a:srgbClr val="FFFFFF">
                    <a:alpha val="1197"/>
                  </a:srgbClr>
                </a:gs>
                <a:gs pos="100000">
                  <a:srgbClr val="FFFFFF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-10792090">
              <a:off x="679973" y="228376"/>
              <a:ext cx="201475" cy="413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10439361">
              <a:off x="915670" y="1593206"/>
              <a:ext cx="224147" cy="740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2725302">
              <a:off x="313094" y="1610302"/>
              <a:ext cx="749589" cy="568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5253620">
              <a:off x="1621946" y="998562"/>
              <a:ext cx="55295" cy="15602"/>
            </a:xfrm>
            <a:prstGeom prst="ellipse">
              <a:avLst/>
            </a:prstGeom>
            <a:gradFill>
              <a:gsLst>
                <a:gs pos="0">
                  <a:srgbClr val="FFFFFF">
                    <a:alpha val="22209"/>
                  </a:srgbClr>
                </a:gs>
                <a:gs pos="14286">
                  <a:srgbClr val="FFFFFF">
                    <a:alpha val="20613"/>
                  </a:srgbClr>
                </a:gs>
                <a:gs pos="28571">
                  <a:srgbClr val="FFFFFF">
                    <a:alpha val="16408"/>
                  </a:srgbClr>
                </a:gs>
                <a:gs pos="42857">
                  <a:srgbClr val="FFFFFF">
                    <a:alpha val="11091"/>
                  </a:srgbClr>
                </a:gs>
                <a:gs pos="57143">
                  <a:srgbClr val="FFFFFF">
                    <a:alpha val="6306"/>
                  </a:srgbClr>
                </a:gs>
                <a:gs pos="71429">
                  <a:srgbClr val="FFFFFF">
                    <a:alpha val="3003"/>
                  </a:srgbClr>
                </a:gs>
                <a:gs pos="85714">
                  <a:srgbClr val="FFFFFF">
                    <a:alpha val="1198"/>
                  </a:srgbClr>
                </a:gs>
                <a:gs pos="100000">
                  <a:srgbClr val="FFFFFF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10485441">
              <a:off x="192709" y="1384835"/>
              <a:ext cx="230318" cy="425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2750120">
              <a:off x="817263" y="1613703"/>
              <a:ext cx="707750" cy="592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-10734021">
              <a:off x="1220955" y="926856"/>
              <a:ext cx="50935" cy="14425"/>
            </a:xfrm>
            <a:prstGeom prst="ellipse">
              <a:avLst/>
            </a:prstGeom>
            <a:gradFill>
              <a:gsLst>
                <a:gs pos="0">
                  <a:srgbClr val="FFFFFF">
                    <a:alpha val="22943"/>
                  </a:srgbClr>
                </a:gs>
                <a:gs pos="14286">
                  <a:srgbClr val="FFFFFF">
                    <a:alpha val="21302"/>
                  </a:srgbClr>
                </a:gs>
                <a:gs pos="28571">
                  <a:srgbClr val="FFFFFF">
                    <a:alpha val="16972"/>
                  </a:srgbClr>
                </a:gs>
                <a:gs pos="42857">
                  <a:srgbClr val="FFFFFF">
                    <a:alpha val="11485"/>
                  </a:srgbClr>
                </a:gs>
                <a:gs pos="57143">
                  <a:srgbClr val="FFFFFF">
                    <a:alpha val="6537"/>
                  </a:srgbClr>
                </a:gs>
                <a:gs pos="71429">
                  <a:srgbClr val="FFFFFF">
                    <a:alpha val="3115"/>
                  </a:srgbClr>
                </a:gs>
                <a:gs pos="85714">
                  <a:srgbClr val="FFFFFF">
                    <a:alpha val="1243"/>
                  </a:srgbClr>
                </a:gs>
                <a:gs pos="100000">
                  <a:srgbClr val="FFFFFF">
                    <a:alpha val="4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-10654181">
              <a:off x="855470" y="1188766"/>
              <a:ext cx="63250" cy="17618"/>
            </a:xfrm>
            <a:prstGeom prst="ellipse">
              <a:avLst/>
            </a:prstGeom>
            <a:gradFill>
              <a:gsLst>
                <a:gs pos="0">
                  <a:srgbClr val="FFFFFF">
                    <a:alpha val="20813"/>
                  </a:srgbClr>
                </a:gs>
                <a:gs pos="14286">
                  <a:srgbClr val="FFFFFF">
                    <a:alpha val="19304"/>
                  </a:srgbClr>
                </a:gs>
                <a:gs pos="28571">
                  <a:srgbClr val="FFFFFF">
                    <a:alpha val="15341"/>
                  </a:srgbClr>
                </a:gs>
                <a:gs pos="42857">
                  <a:srgbClr val="FFFFFF">
                    <a:alpha val="10348"/>
                  </a:srgbClr>
                </a:gs>
                <a:gs pos="57143">
                  <a:srgbClr val="FFFFFF">
                    <a:alpha val="5873"/>
                  </a:srgbClr>
                </a:gs>
                <a:gs pos="71429">
                  <a:srgbClr val="FFFFFF">
                    <a:alpha val="2793"/>
                  </a:srgbClr>
                </a:gs>
                <a:gs pos="85714">
                  <a:srgbClr val="FFFFFF">
                    <a:alpha val="1114"/>
                  </a:srgbClr>
                </a:gs>
                <a:gs pos="100000">
                  <a:srgbClr val="FFFFFF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-9607159">
              <a:off x="1384235" y="1412715"/>
              <a:ext cx="231728" cy="901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10747166">
              <a:off x="671930" y="916943"/>
              <a:ext cx="304904" cy="375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10777628">
              <a:off x="461802" y="939975"/>
              <a:ext cx="268804" cy="748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-10627393">
              <a:off x="227298" y="1381239"/>
              <a:ext cx="270012" cy="455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-9373624">
              <a:off x="692899" y="921895"/>
              <a:ext cx="550015" cy="683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7408917">
              <a:off x="1163158" y="1305030"/>
              <a:ext cx="161978" cy="1125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10660986">
              <a:off x="1192732" y="1308124"/>
              <a:ext cx="246321" cy="1221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5529223">
              <a:off x="1410998" y="999724"/>
              <a:ext cx="56243" cy="15752"/>
            </a:xfrm>
            <a:prstGeom prst="ellipse">
              <a:avLst/>
            </a:prstGeom>
            <a:gradFill>
              <a:gsLst>
                <a:gs pos="0">
                  <a:srgbClr val="FFFFFF">
                    <a:alpha val="22017"/>
                  </a:srgbClr>
                </a:gs>
                <a:gs pos="14286">
                  <a:srgbClr val="FFFFFF">
                    <a:alpha val="20433"/>
                  </a:srgbClr>
                </a:gs>
                <a:gs pos="28571">
                  <a:srgbClr val="FFFFFF">
                    <a:alpha val="16261"/>
                  </a:srgbClr>
                </a:gs>
                <a:gs pos="42857">
                  <a:srgbClr val="FFFFFF">
                    <a:alpha val="10989"/>
                  </a:srgbClr>
                </a:gs>
                <a:gs pos="57143">
                  <a:srgbClr val="FFFFFF">
                    <a:alpha val="6246"/>
                  </a:srgbClr>
                </a:gs>
                <a:gs pos="71429">
                  <a:srgbClr val="FFFFFF">
                    <a:alpha val="2974"/>
                  </a:srgbClr>
                </a:gs>
                <a:gs pos="85714">
                  <a:srgbClr val="FFFFFF">
                    <a:alpha val="1187"/>
                  </a:srgbClr>
                </a:gs>
                <a:gs pos="100000">
                  <a:srgbClr val="FFFFFF">
                    <a:alpha val="3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5285963">
              <a:off x="934653" y="1477114"/>
              <a:ext cx="56261" cy="15768"/>
            </a:xfrm>
            <a:prstGeom prst="ellipse">
              <a:avLst/>
            </a:prstGeom>
            <a:gradFill>
              <a:gsLst>
                <a:gs pos="0">
                  <a:srgbClr val="FFFFFF">
                    <a:alpha val="22030"/>
                  </a:srgbClr>
                </a:gs>
                <a:gs pos="14286">
                  <a:srgbClr val="FFFFFF">
                    <a:alpha val="20445"/>
                  </a:srgbClr>
                </a:gs>
                <a:gs pos="28571">
                  <a:srgbClr val="FFFFFF">
                    <a:alpha val="16271"/>
                  </a:srgbClr>
                </a:gs>
                <a:gs pos="42857">
                  <a:srgbClr val="FFFFFF">
                    <a:alpha val="10996"/>
                  </a:srgbClr>
                </a:gs>
                <a:gs pos="57143">
                  <a:srgbClr val="FFFFFF">
                    <a:alpha val="6251"/>
                  </a:srgbClr>
                </a:gs>
                <a:gs pos="71429">
                  <a:srgbClr val="FFFFFF">
                    <a:alpha val="2976"/>
                  </a:srgbClr>
                </a:gs>
                <a:gs pos="85714">
                  <a:srgbClr val="FFFFFF">
                    <a:alpha val="1188"/>
                  </a:srgbClr>
                </a:gs>
                <a:gs pos="100000">
                  <a:srgbClr val="FFFFFF">
                    <a:alpha val="3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5541118">
              <a:off x="1382262" y="1238676"/>
              <a:ext cx="59399" cy="16656"/>
            </a:xfrm>
            <a:prstGeom prst="ellipse">
              <a:avLst/>
            </a:prstGeom>
            <a:gradFill>
              <a:gsLst>
                <a:gs pos="0">
                  <a:srgbClr val="FFFFFF">
                    <a:alpha val="21501"/>
                  </a:srgbClr>
                </a:gs>
                <a:gs pos="14286">
                  <a:srgbClr val="FFFFFF">
                    <a:alpha val="19949"/>
                  </a:srgbClr>
                </a:gs>
                <a:gs pos="28571">
                  <a:srgbClr val="FFFFFF">
                    <a:alpha val="15866"/>
                  </a:srgbClr>
                </a:gs>
                <a:gs pos="42857">
                  <a:srgbClr val="FFFFFF">
                    <a:alpha val="10713"/>
                  </a:srgbClr>
                </a:gs>
                <a:gs pos="57143">
                  <a:srgbClr val="FFFFFF">
                    <a:alpha val="6086"/>
                  </a:srgbClr>
                </a:gs>
                <a:gs pos="71429">
                  <a:srgbClr val="FFFFFF">
                    <a:alpha val="2896"/>
                  </a:srgbClr>
                </a:gs>
                <a:gs pos="85714">
                  <a:srgbClr val="FFFFFF">
                    <a:alpha val="1156"/>
                  </a:srgbClr>
                </a:gs>
                <a:gs pos="100000">
                  <a:srgbClr val="FFFFFF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5536772">
              <a:off x="1146394" y="1119815"/>
              <a:ext cx="54193" cy="15322"/>
            </a:xfrm>
            <a:prstGeom prst="ellipse">
              <a:avLst/>
            </a:prstGeom>
            <a:gradFill>
              <a:gsLst>
                <a:gs pos="0">
                  <a:srgbClr val="FFFFFF">
                    <a:alpha val="22399"/>
                  </a:srgbClr>
                </a:gs>
                <a:gs pos="14286">
                  <a:srgbClr val="FFFFFF">
                    <a:alpha val="20791"/>
                  </a:srgbClr>
                </a:gs>
                <a:gs pos="28571">
                  <a:srgbClr val="FFFFFF">
                    <a:alpha val="16554"/>
                  </a:srgbClr>
                </a:gs>
                <a:gs pos="42857">
                  <a:srgbClr val="FFFFFF">
                    <a:alpha val="11193"/>
                  </a:srgbClr>
                </a:gs>
                <a:gs pos="57143">
                  <a:srgbClr val="FFFFFF">
                    <a:alpha val="6366"/>
                  </a:srgbClr>
                </a:gs>
                <a:gs pos="71429">
                  <a:srgbClr val="FFFFFF">
                    <a:alpha val="3032"/>
                  </a:srgbClr>
                </a:gs>
                <a:gs pos="85714">
                  <a:srgbClr val="FFFFFF">
                    <a:alpha val="1210"/>
                  </a:srgbClr>
                </a:gs>
                <a:gs pos="100000">
                  <a:srgbClr val="FFFFFF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4989373">
              <a:off x="1315734" y="995080"/>
              <a:ext cx="279379" cy="820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6200544">
              <a:off x="392568" y="591173"/>
              <a:ext cx="223776" cy="7567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8019038">
              <a:off x="334722" y="913262"/>
              <a:ext cx="753565" cy="689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5375941">
              <a:off x="758346" y="807044"/>
              <a:ext cx="350659" cy="434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-10282755">
              <a:off x="969919" y="176313"/>
              <a:ext cx="259893" cy="621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10583799">
              <a:off x="430529" y="162937"/>
              <a:ext cx="287499" cy="820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-10452079">
              <a:off x="1519409" y="1088498"/>
              <a:ext cx="167551" cy="1171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4259135">
              <a:off x="152271" y="749356"/>
              <a:ext cx="251902" cy="1026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10380747">
              <a:off x="103354" y="618715"/>
              <a:ext cx="149003" cy="1053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-10382830">
              <a:off x="32287" y="1130879"/>
              <a:ext cx="240470" cy="639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5484054">
              <a:off x="695542" y="1716487"/>
              <a:ext cx="55313" cy="15582"/>
            </a:xfrm>
            <a:prstGeom prst="ellipse">
              <a:avLst/>
            </a:prstGeom>
            <a:gradFill>
              <a:gsLst>
                <a:gs pos="0">
                  <a:srgbClr val="FFFFFF">
                    <a:alpha val="22196"/>
                  </a:srgbClr>
                </a:gs>
                <a:gs pos="14286">
                  <a:srgbClr val="FFFFFF">
                    <a:alpha val="20600"/>
                  </a:srgbClr>
                </a:gs>
                <a:gs pos="28571">
                  <a:srgbClr val="FFFFFF">
                    <a:alpha val="16398"/>
                  </a:srgbClr>
                </a:gs>
                <a:gs pos="42857">
                  <a:srgbClr val="FFFFFF">
                    <a:alpha val="11084"/>
                  </a:srgbClr>
                </a:gs>
                <a:gs pos="57143">
                  <a:srgbClr val="FFFFFF">
                    <a:alpha val="6302"/>
                  </a:srgbClr>
                </a:gs>
                <a:gs pos="71429">
                  <a:srgbClr val="FFFFFF">
                    <a:alpha val="3001"/>
                  </a:srgbClr>
                </a:gs>
                <a:gs pos="85714">
                  <a:srgbClr val="FFFFFF">
                    <a:alpha val="1198"/>
                  </a:srgbClr>
                </a:gs>
                <a:gs pos="100000">
                  <a:srgbClr val="FFFFFF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5380429">
              <a:off x="932019" y="163872"/>
              <a:ext cx="60764" cy="16935"/>
            </a:xfrm>
            <a:prstGeom prst="ellipse">
              <a:avLst/>
            </a:prstGeom>
            <a:gradFill>
              <a:gsLst>
                <a:gs pos="0">
                  <a:srgbClr val="FFFFFF">
                    <a:alpha val="21225"/>
                  </a:srgbClr>
                </a:gs>
                <a:gs pos="14286">
                  <a:srgbClr val="FFFFFF">
                    <a:alpha val="19690"/>
                  </a:srgbClr>
                </a:gs>
                <a:gs pos="28571">
                  <a:srgbClr val="FFFFFF">
                    <a:alpha val="15655"/>
                  </a:srgbClr>
                </a:gs>
                <a:gs pos="42857">
                  <a:srgbClr val="FFFFFF">
                    <a:alpha val="10566"/>
                  </a:srgbClr>
                </a:gs>
                <a:gs pos="57143">
                  <a:srgbClr val="FFFFFF">
                    <a:alpha val="6000"/>
                  </a:srgbClr>
                </a:gs>
                <a:gs pos="71429">
                  <a:srgbClr val="FFFFFF">
                    <a:alpha val="2855"/>
                  </a:srgbClr>
                </a:gs>
                <a:gs pos="85714">
                  <a:srgbClr val="FFFFFF">
                    <a:alpha val="1139"/>
                  </a:srgbClr>
                </a:gs>
                <a:gs pos="100000">
                  <a:srgbClr val="FFFFFF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4112443">
              <a:off x="1016644" y="130367"/>
              <a:ext cx="280129" cy="619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8559862">
              <a:off x="1409463" y="124969"/>
              <a:ext cx="130974" cy="1131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10544096">
              <a:off x="711677" y="702726"/>
              <a:ext cx="243490" cy="1355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-10133081">
              <a:off x="1172701" y="1178843"/>
              <a:ext cx="266487" cy="1038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10646441">
              <a:off x="1394886" y="464017"/>
              <a:ext cx="301550" cy="620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-10585998">
              <a:off x="1630674" y="1656131"/>
              <a:ext cx="236087" cy="471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10714648">
              <a:off x="-166712" y="940683"/>
              <a:ext cx="450589" cy="605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-9025332">
              <a:off x="927558" y="194567"/>
              <a:ext cx="506688" cy="658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8132327">
              <a:off x="-248836" y="920734"/>
              <a:ext cx="939442" cy="797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-10748133">
              <a:off x="1689606" y="399578"/>
              <a:ext cx="326029" cy="823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5528129">
              <a:off x="291598" y="774182"/>
              <a:ext cx="260148" cy="1152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10641572">
              <a:off x="-81460" y="628491"/>
              <a:ext cx="329906" cy="912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4882138">
              <a:off x="992396" y="518063"/>
              <a:ext cx="263242" cy="1511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10682250">
              <a:off x="1250563" y="225968"/>
              <a:ext cx="195451" cy="410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5467450">
              <a:off x="1486526" y="1024624"/>
              <a:ext cx="283664" cy="919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10743933">
              <a:off x="1438791" y="1413329"/>
              <a:ext cx="254485" cy="527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-10688049">
              <a:off x="225189" y="1320009"/>
              <a:ext cx="250443" cy="1036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5544980">
              <a:off x="349253" y="1549617"/>
              <a:ext cx="273098" cy="449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5218547">
              <a:off x="853456" y="1492647"/>
              <a:ext cx="261212" cy="971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-10797693">
              <a:off x="1466402" y="1163529"/>
              <a:ext cx="56007" cy="15737"/>
            </a:xfrm>
            <a:prstGeom prst="ellipse">
              <a:avLst/>
            </a:prstGeom>
            <a:gradFill>
              <a:gsLst>
                <a:gs pos="0">
                  <a:srgbClr val="FFFFFF">
                    <a:alpha val="22079"/>
                  </a:srgbClr>
                </a:gs>
                <a:gs pos="14286">
                  <a:srgbClr val="FFFFFF">
                    <a:alpha val="20491"/>
                  </a:srgbClr>
                </a:gs>
                <a:gs pos="28571">
                  <a:srgbClr val="FFFFFF">
                    <a:alpha val="16309"/>
                  </a:srgbClr>
                </a:gs>
                <a:gs pos="42857">
                  <a:srgbClr val="FFFFFF">
                    <a:alpha val="11022"/>
                  </a:srgbClr>
                </a:gs>
                <a:gs pos="57143">
                  <a:srgbClr val="FFFFFF">
                    <a:alpha val="6266"/>
                  </a:srgbClr>
                </a:gs>
                <a:gs pos="71429">
                  <a:srgbClr val="FFFFFF">
                    <a:alpha val="2983"/>
                  </a:srgbClr>
                </a:gs>
                <a:gs pos="85714">
                  <a:srgbClr val="FFFFFF">
                    <a:alpha val="1191"/>
                  </a:srgbClr>
                </a:gs>
                <a:gs pos="100000">
                  <a:srgbClr val="FFFFFF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10713546">
              <a:off x="1228880" y="717225"/>
              <a:ext cx="59808" cy="16716"/>
            </a:xfrm>
            <a:prstGeom prst="ellipse">
              <a:avLst/>
            </a:prstGeom>
            <a:gradFill>
              <a:gsLst>
                <a:gs pos="0">
                  <a:srgbClr val="FFFFFF">
                    <a:alpha val="21373"/>
                  </a:srgbClr>
                </a:gs>
                <a:gs pos="14286">
                  <a:srgbClr val="FFFFFF">
                    <a:alpha val="19829"/>
                  </a:srgbClr>
                </a:gs>
                <a:gs pos="28571">
                  <a:srgbClr val="FFFFFF">
                    <a:alpha val="15768"/>
                  </a:srgbClr>
                </a:gs>
                <a:gs pos="42857">
                  <a:srgbClr val="FFFFFF">
                    <a:alpha val="10645"/>
                  </a:srgbClr>
                </a:gs>
                <a:gs pos="57143">
                  <a:srgbClr val="FFFFFF">
                    <a:alpha val="6046"/>
                  </a:srgbClr>
                </a:gs>
                <a:gs pos="71429">
                  <a:srgbClr val="FFFFFF">
                    <a:alpha val="2877"/>
                  </a:srgbClr>
                </a:gs>
                <a:gs pos="85714">
                  <a:srgbClr val="FFFFFF">
                    <a:alpha val="1148"/>
                  </a:srgbClr>
                </a:gs>
                <a:gs pos="100000">
                  <a:srgbClr val="FFFFFF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-9968704">
              <a:off x="789943" y="1334197"/>
              <a:ext cx="170951" cy="976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-9310731">
              <a:off x="1183041" y="454419"/>
              <a:ext cx="547605" cy="661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10775435">
              <a:off x="172029" y="1414446"/>
              <a:ext cx="352639" cy="96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9169605">
              <a:off x="207606" y="1160591"/>
              <a:ext cx="525510" cy="508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4090253">
              <a:off x="526415" y="597790"/>
              <a:ext cx="300050" cy="642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5489237">
              <a:off x="674413" y="739737"/>
              <a:ext cx="237688" cy="1804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-8107439">
              <a:off x="300981" y="1132770"/>
              <a:ext cx="788215" cy="784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9764909">
              <a:off x="1038476" y="1419332"/>
              <a:ext cx="171693" cy="923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10672593">
              <a:off x="454742" y="1558484"/>
              <a:ext cx="267464" cy="1112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10704122">
              <a:off x="212481" y="1352750"/>
              <a:ext cx="266294" cy="730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10376288">
              <a:off x="700787" y="1272283"/>
              <a:ext cx="233042" cy="1574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5398832">
              <a:off x="464271" y="1004774"/>
              <a:ext cx="60974" cy="60858"/>
            </a:xfrm>
            <a:prstGeom prst="ellipse">
              <a:avLst/>
            </a:prstGeom>
            <a:gradFill>
              <a:gsLst>
                <a:gs pos="0">
                  <a:srgbClr val="FFFFFF">
                    <a:alpha val="16928"/>
                  </a:srgbClr>
                </a:gs>
                <a:gs pos="14286">
                  <a:srgbClr val="FFFFFF">
                    <a:alpha val="15673"/>
                  </a:srgbClr>
                </a:gs>
                <a:gs pos="28571">
                  <a:srgbClr val="FFFFFF">
                    <a:alpha val="12397"/>
                  </a:srgbClr>
                </a:gs>
                <a:gs pos="42857">
                  <a:srgbClr val="FFFFFF">
                    <a:alpha val="8315"/>
                  </a:srgbClr>
                </a:gs>
                <a:gs pos="57143">
                  <a:srgbClr val="FFFFFF">
                    <a:alpha val="4697"/>
                  </a:srgbClr>
                </a:gs>
                <a:gs pos="71429">
                  <a:srgbClr val="FFFFFF">
                    <a:alpha val="2227"/>
                  </a:srgbClr>
                </a:gs>
                <a:gs pos="85714">
                  <a:srgbClr val="FFFFFF">
                    <a:alpha val="886"/>
                  </a:srgbClr>
                </a:gs>
                <a:gs pos="100000">
                  <a:srgbClr val="FFFFFF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-10652217">
              <a:off x="1321887" y="1665338"/>
              <a:ext cx="63716" cy="17725"/>
            </a:xfrm>
            <a:prstGeom prst="ellipse">
              <a:avLst/>
            </a:prstGeom>
            <a:gradFill>
              <a:gsLst>
                <a:gs pos="0">
                  <a:srgbClr val="FFFFFF">
                    <a:alpha val="20734"/>
                  </a:srgbClr>
                </a:gs>
                <a:gs pos="14286">
                  <a:srgbClr val="FFFFFF">
                    <a:alpha val="19230"/>
                  </a:srgbClr>
                </a:gs>
                <a:gs pos="28571">
                  <a:srgbClr val="FFFFFF">
                    <a:alpha val="15281"/>
                  </a:srgbClr>
                </a:gs>
                <a:gs pos="42857">
                  <a:srgbClr val="FFFFFF">
                    <a:alpha val="10306"/>
                  </a:srgbClr>
                </a:gs>
                <a:gs pos="57143">
                  <a:srgbClr val="FFFFFF">
                    <a:alpha val="5849"/>
                  </a:srgbClr>
                </a:gs>
                <a:gs pos="71429">
                  <a:srgbClr val="FFFFFF">
                    <a:alpha val="2782"/>
                  </a:srgbClr>
                </a:gs>
                <a:gs pos="85714">
                  <a:srgbClr val="FFFFFF">
                    <a:alpha val="1109"/>
                  </a:srgbClr>
                </a:gs>
                <a:gs pos="100000">
                  <a:srgbClr val="FFFFFF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10726053">
              <a:off x="1405099" y="186321"/>
              <a:ext cx="290711" cy="525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6600655">
              <a:off x="683851" y="1655897"/>
              <a:ext cx="148957" cy="1199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10183959">
              <a:off x="920184" y="120312"/>
              <a:ext cx="278505" cy="11647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6582928">
              <a:off x="1547776" y="1303770"/>
              <a:ext cx="295284" cy="695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-8110262">
              <a:off x="1256072" y="199745"/>
              <a:ext cx="833870" cy="781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5253296">
              <a:off x="932541" y="152667"/>
              <a:ext cx="62881" cy="17504"/>
            </a:xfrm>
            <a:prstGeom prst="ellipse">
              <a:avLst/>
            </a:prstGeom>
            <a:gradFill>
              <a:gsLst>
                <a:gs pos="0">
                  <a:srgbClr val="FFFFFF">
                    <a:alpha val="20868"/>
                  </a:srgbClr>
                </a:gs>
                <a:gs pos="14286">
                  <a:srgbClr val="FFFFFF">
                    <a:alpha val="19356"/>
                  </a:srgbClr>
                </a:gs>
                <a:gs pos="28571">
                  <a:srgbClr val="FFFFFF">
                    <a:alpha val="15383"/>
                  </a:srgbClr>
                </a:gs>
                <a:gs pos="42857">
                  <a:srgbClr val="FFFFFF">
                    <a:alpha val="10377"/>
                  </a:srgbClr>
                </a:gs>
                <a:gs pos="57143">
                  <a:srgbClr val="FFFFFF">
                    <a:alpha val="5890"/>
                  </a:srgbClr>
                </a:gs>
                <a:gs pos="71429">
                  <a:srgbClr val="FFFFFF">
                    <a:alpha val="2802"/>
                  </a:srgbClr>
                </a:gs>
                <a:gs pos="85714">
                  <a:srgbClr val="FFFFFF">
                    <a:alpha val="1117"/>
                  </a:srgbClr>
                </a:gs>
                <a:gs pos="100000">
                  <a:srgbClr val="FFFFFF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5401103">
              <a:off x="1168332" y="1725072"/>
              <a:ext cx="63375" cy="17626"/>
            </a:xfrm>
            <a:prstGeom prst="ellipse">
              <a:avLst/>
            </a:prstGeom>
            <a:gradFill>
              <a:gsLst>
                <a:gs pos="0">
                  <a:srgbClr val="FFFFFF">
                    <a:alpha val="20791"/>
                  </a:srgbClr>
                </a:gs>
                <a:gs pos="14286">
                  <a:srgbClr val="FFFFFF">
                    <a:alpha val="19283"/>
                  </a:srgbClr>
                </a:gs>
                <a:gs pos="28571">
                  <a:srgbClr val="FFFFFF">
                    <a:alpha val="15323"/>
                  </a:srgbClr>
                </a:gs>
                <a:gs pos="42857">
                  <a:srgbClr val="FFFFFF">
                    <a:alpha val="10336"/>
                  </a:srgbClr>
                </a:gs>
                <a:gs pos="57143">
                  <a:srgbClr val="FFFFFF">
                    <a:alpha val="5866"/>
                  </a:srgbClr>
                </a:gs>
                <a:gs pos="71429">
                  <a:srgbClr val="FFFFFF">
                    <a:alpha val="2790"/>
                  </a:srgbClr>
                </a:gs>
                <a:gs pos="85714">
                  <a:srgbClr val="FFFFFF">
                    <a:alpha val="1113"/>
                  </a:srgbClr>
                </a:gs>
                <a:gs pos="100000">
                  <a:srgbClr val="FFFFFF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-10491591">
              <a:off x="-140241" y="455406"/>
              <a:ext cx="380036" cy="1281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-10626058">
              <a:off x="-55884" y="171496"/>
              <a:ext cx="335256" cy="700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-8264908">
              <a:off x="-260116" y="1082253"/>
              <a:ext cx="842107" cy="782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5400269">
              <a:off x="1610835" y="543830"/>
              <a:ext cx="60296" cy="60173"/>
            </a:xfrm>
            <a:prstGeom prst="ellipse">
              <a:avLst/>
            </a:prstGeom>
            <a:gradFill>
              <a:gsLst>
                <a:gs pos="0">
                  <a:srgbClr val="FFFFFF">
                    <a:alpha val="17094"/>
                  </a:srgbClr>
                </a:gs>
                <a:gs pos="14286">
                  <a:srgbClr val="FFFFFF">
                    <a:alpha val="15827"/>
                  </a:srgbClr>
                </a:gs>
                <a:gs pos="28571">
                  <a:srgbClr val="FFFFFF">
                    <a:alpha val="12522"/>
                  </a:srgbClr>
                </a:gs>
                <a:gs pos="42857">
                  <a:srgbClr val="FFFFFF">
                    <a:alpha val="8401"/>
                  </a:srgbClr>
                </a:gs>
                <a:gs pos="57143">
                  <a:srgbClr val="FFFFFF">
                    <a:alpha val="4746"/>
                  </a:srgbClr>
                </a:gs>
                <a:gs pos="71429">
                  <a:srgbClr val="FFFFFF">
                    <a:alpha val="2250"/>
                  </a:srgbClr>
                </a:gs>
                <a:gs pos="85714">
                  <a:srgbClr val="FFFFFF">
                    <a:alpha val="896"/>
                  </a:srgbClr>
                </a:gs>
                <a:gs pos="100000">
                  <a:srgbClr val="FFFFFF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8178799">
              <a:off x="-179726" y="1396225"/>
              <a:ext cx="805902" cy="684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5313566">
              <a:off x="1646544" y="1794343"/>
              <a:ext cx="62853" cy="17470"/>
            </a:xfrm>
            <a:prstGeom prst="ellipse">
              <a:avLst/>
            </a:prstGeom>
            <a:gradFill>
              <a:gsLst>
                <a:gs pos="0">
                  <a:srgbClr val="FFFFFF">
                    <a:alpha val="20802"/>
                  </a:srgbClr>
                </a:gs>
                <a:gs pos="14286">
                  <a:srgbClr val="FFFFFF">
                    <a:alpha val="19294"/>
                  </a:srgbClr>
                </a:gs>
                <a:gs pos="28571">
                  <a:srgbClr val="FFFFFF">
                    <a:alpha val="15332"/>
                  </a:srgbClr>
                </a:gs>
                <a:gs pos="42857">
                  <a:srgbClr val="FFFFFF">
                    <a:alpha val="10342"/>
                  </a:srgbClr>
                </a:gs>
                <a:gs pos="57143">
                  <a:srgbClr val="FFFFFF">
                    <a:alpha val="5870"/>
                  </a:srgbClr>
                </a:gs>
                <a:gs pos="71429">
                  <a:srgbClr val="FFFFFF">
                    <a:alpha val="2792"/>
                  </a:srgbClr>
                </a:gs>
                <a:gs pos="85714">
                  <a:srgbClr val="FFFFFF">
                    <a:alpha val="1113"/>
                  </a:srgbClr>
                </a:gs>
                <a:gs pos="100000">
                  <a:srgbClr val="FFFFFF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5258395">
              <a:off x="1647285" y="1765317"/>
              <a:ext cx="61902" cy="17247"/>
            </a:xfrm>
            <a:prstGeom prst="ellipse">
              <a:avLst/>
            </a:prstGeom>
            <a:gradFill>
              <a:gsLst>
                <a:gs pos="0">
                  <a:srgbClr val="FFFFFF">
                    <a:alpha val="21014"/>
                  </a:srgbClr>
                </a:gs>
                <a:gs pos="14286">
                  <a:srgbClr val="FFFFFF">
                    <a:alpha val="19492"/>
                  </a:srgbClr>
                </a:gs>
                <a:gs pos="28571">
                  <a:srgbClr val="FFFFFF">
                    <a:alpha val="15494"/>
                  </a:srgbClr>
                </a:gs>
                <a:gs pos="42857">
                  <a:srgbClr val="FFFFFF">
                    <a:alpha val="10454"/>
                  </a:srgbClr>
                </a:gs>
                <a:gs pos="57143">
                  <a:srgbClr val="FFFFFF">
                    <a:alpha val="5935"/>
                  </a:srgbClr>
                </a:gs>
                <a:gs pos="71429">
                  <a:srgbClr val="FFFFFF">
                    <a:alpha val="2823"/>
                  </a:srgbClr>
                </a:gs>
                <a:gs pos="85714">
                  <a:srgbClr val="FFFFFF">
                    <a:alpha val="1126"/>
                  </a:srgbClr>
                </a:gs>
                <a:gs pos="100000">
                  <a:srgbClr val="FFFFFF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-10792720">
              <a:off x="19399" y="1639353"/>
              <a:ext cx="60665" cy="16877"/>
            </a:xfrm>
            <a:prstGeom prst="ellipse">
              <a:avLst/>
            </a:prstGeom>
            <a:gradFill>
              <a:gsLst>
                <a:gs pos="0">
                  <a:srgbClr val="FFFFFF">
                    <a:alpha val="21252"/>
                  </a:srgbClr>
                </a:gs>
                <a:gs pos="14286">
                  <a:srgbClr val="FFFFFF">
                    <a:alpha val="19715"/>
                  </a:srgbClr>
                </a:gs>
                <a:gs pos="28571">
                  <a:srgbClr val="FFFFFF">
                    <a:alpha val="15676"/>
                  </a:srgbClr>
                </a:gs>
                <a:gs pos="42857">
                  <a:srgbClr val="FFFFFF">
                    <a:alpha val="10581"/>
                  </a:srgbClr>
                </a:gs>
                <a:gs pos="57143">
                  <a:srgbClr val="FFFFFF">
                    <a:alpha val="6009"/>
                  </a:srgbClr>
                </a:gs>
                <a:gs pos="71429">
                  <a:srgbClr val="FFFFFF">
                    <a:alpha val="2859"/>
                  </a:srgbClr>
                </a:gs>
                <a:gs pos="85714">
                  <a:srgbClr val="FFFFFF">
                    <a:alpha val="1140"/>
                  </a:srgbClr>
                </a:gs>
                <a:gs pos="100000">
                  <a:srgbClr val="FFFFFF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10797669">
              <a:off x="1245952" y="925263"/>
              <a:ext cx="59333" cy="16529"/>
            </a:xfrm>
            <a:prstGeom prst="ellipse">
              <a:avLst/>
            </a:prstGeom>
            <a:gradFill>
              <a:gsLst>
                <a:gs pos="0">
                  <a:srgbClr val="FFFFFF">
                    <a:alpha val="21493"/>
                  </a:srgbClr>
                </a:gs>
                <a:gs pos="14286">
                  <a:srgbClr val="FFFFFF">
                    <a:alpha val="19942"/>
                  </a:srgbClr>
                </a:gs>
                <a:gs pos="28571">
                  <a:srgbClr val="FFFFFF">
                    <a:alpha val="15860"/>
                  </a:srgbClr>
                </a:gs>
                <a:gs pos="42857">
                  <a:srgbClr val="FFFFFF">
                    <a:alpha val="10709"/>
                  </a:srgbClr>
                </a:gs>
                <a:gs pos="57143">
                  <a:srgbClr val="FFFFFF">
                    <a:alpha val="6084"/>
                  </a:srgbClr>
                </a:gs>
                <a:gs pos="71429">
                  <a:srgbClr val="FFFFFF">
                    <a:alpha val="2895"/>
                  </a:srgbClr>
                </a:gs>
                <a:gs pos="85714">
                  <a:srgbClr val="FFFFFF">
                    <a:alpha val="1155"/>
                  </a:srgbClr>
                </a:gs>
                <a:gs pos="100000">
                  <a:srgbClr val="FFFFFF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5295624">
              <a:off x="900507" y="363328"/>
              <a:ext cx="64580" cy="17934"/>
            </a:xfrm>
            <a:prstGeom prst="ellipse">
              <a:avLst/>
            </a:prstGeom>
            <a:gradFill>
              <a:gsLst>
                <a:gs pos="0">
                  <a:srgbClr val="FFFFFF">
                    <a:alpha val="20560"/>
                  </a:srgbClr>
                </a:gs>
                <a:gs pos="14286">
                  <a:srgbClr val="FFFFFF">
                    <a:alpha val="19067"/>
                  </a:srgbClr>
                </a:gs>
                <a:gs pos="28571">
                  <a:srgbClr val="FFFFFF">
                    <a:alpha val="15148"/>
                  </a:srgbClr>
                </a:gs>
                <a:gs pos="42857">
                  <a:srgbClr val="FFFFFF">
                    <a:alpha val="10214"/>
                  </a:srgbClr>
                </a:gs>
                <a:gs pos="57143">
                  <a:srgbClr val="FFFFFF">
                    <a:alpha val="5795"/>
                  </a:srgbClr>
                </a:gs>
                <a:gs pos="71429">
                  <a:srgbClr val="FFFFFF">
                    <a:alpha val="2756"/>
                  </a:srgbClr>
                </a:gs>
                <a:gs pos="85714">
                  <a:srgbClr val="FFFFFF">
                    <a:alpha val="1099"/>
                  </a:srgbClr>
                </a:gs>
                <a:gs pos="100000">
                  <a:srgbClr val="FFFFFF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10797197">
              <a:off x="1533375" y="686839"/>
              <a:ext cx="55339" cy="15532"/>
            </a:xfrm>
            <a:prstGeom prst="ellipse">
              <a:avLst/>
            </a:prstGeom>
            <a:gradFill>
              <a:gsLst>
                <a:gs pos="0">
                  <a:srgbClr val="FFFFFF">
                    <a:alpha val="22193"/>
                  </a:srgbClr>
                </a:gs>
                <a:gs pos="14286">
                  <a:srgbClr val="FFFFFF">
                    <a:alpha val="20598"/>
                  </a:srgbClr>
                </a:gs>
                <a:gs pos="28571">
                  <a:srgbClr val="FFFFFF">
                    <a:alpha val="16396"/>
                  </a:srgbClr>
                </a:gs>
                <a:gs pos="42857">
                  <a:srgbClr val="FFFFFF">
                    <a:alpha val="11083"/>
                  </a:srgbClr>
                </a:gs>
                <a:gs pos="57143">
                  <a:srgbClr val="FFFFFF">
                    <a:alpha val="6301"/>
                  </a:srgbClr>
                </a:gs>
                <a:gs pos="71429">
                  <a:srgbClr val="FFFFFF">
                    <a:alpha val="3001"/>
                  </a:srgbClr>
                </a:gs>
                <a:gs pos="85714">
                  <a:srgbClr val="FFFFFF">
                    <a:alpha val="1198"/>
                  </a:srgbClr>
                </a:gs>
                <a:gs pos="100000">
                  <a:srgbClr val="FFFFFF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5347114">
              <a:off x="1141090" y="65527"/>
              <a:ext cx="59817" cy="16627"/>
            </a:xfrm>
            <a:prstGeom prst="ellipse">
              <a:avLst/>
            </a:prstGeom>
            <a:gradFill>
              <a:gsLst>
                <a:gs pos="0">
                  <a:srgbClr val="FFFFFF">
                    <a:alpha val="21365"/>
                  </a:srgbClr>
                </a:gs>
                <a:gs pos="14286">
                  <a:srgbClr val="FFFFFF">
                    <a:alpha val="19821"/>
                  </a:srgbClr>
                </a:gs>
                <a:gs pos="28571">
                  <a:srgbClr val="FFFFFF">
                    <a:alpha val="15762"/>
                  </a:srgbClr>
                </a:gs>
                <a:gs pos="42857">
                  <a:srgbClr val="FFFFFF">
                    <a:alpha val="10641"/>
                  </a:srgbClr>
                </a:gs>
                <a:gs pos="57143">
                  <a:srgbClr val="FFFFFF">
                    <a:alpha val="6044"/>
                  </a:srgbClr>
                </a:gs>
                <a:gs pos="71429">
                  <a:srgbClr val="FFFFFF">
                    <a:alpha val="2876"/>
                  </a:srgbClr>
                </a:gs>
                <a:gs pos="85714">
                  <a:srgbClr val="FFFFFF">
                    <a:alpha val="1147"/>
                  </a:srgbClr>
                </a:gs>
                <a:gs pos="100000">
                  <a:srgbClr val="FFFFFF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10779156">
              <a:off x="1254594" y="239458"/>
              <a:ext cx="57335" cy="16087"/>
            </a:xfrm>
            <a:prstGeom prst="ellipse">
              <a:avLst/>
            </a:prstGeom>
            <a:gradFill>
              <a:gsLst>
                <a:gs pos="0">
                  <a:srgbClr val="FFFFFF">
                    <a:alpha val="21836"/>
                  </a:srgbClr>
                </a:gs>
                <a:gs pos="14286">
                  <a:srgbClr val="FFFFFF">
                    <a:alpha val="20262"/>
                  </a:srgbClr>
                </a:gs>
                <a:gs pos="28571">
                  <a:srgbClr val="FFFFFF">
                    <a:alpha val="16122"/>
                  </a:srgbClr>
                </a:gs>
                <a:gs pos="42857">
                  <a:srgbClr val="FFFFFF">
                    <a:alpha val="10892"/>
                  </a:srgbClr>
                </a:gs>
                <a:gs pos="57143">
                  <a:srgbClr val="FFFFFF">
                    <a:alpha val="6190"/>
                  </a:srgbClr>
                </a:gs>
                <a:gs pos="71429">
                  <a:srgbClr val="FFFFFF">
                    <a:alpha val="2947"/>
                  </a:srgbClr>
                </a:gs>
                <a:gs pos="85714">
                  <a:srgbClr val="FFFFFF">
                    <a:alpha val="1176"/>
                  </a:srgbClr>
                </a:gs>
                <a:gs pos="100000">
                  <a:srgbClr val="FFFFFF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-10799471">
              <a:off x="776254" y="1190914"/>
              <a:ext cx="63564" cy="17698"/>
            </a:xfrm>
            <a:prstGeom prst="ellipse">
              <a:avLst/>
            </a:prstGeom>
            <a:gradFill>
              <a:gsLst>
                <a:gs pos="0">
                  <a:srgbClr val="FFFFFF">
                    <a:alpha val="20752"/>
                  </a:srgbClr>
                </a:gs>
                <a:gs pos="14286">
                  <a:srgbClr val="FFFFFF">
                    <a:alpha val="19247"/>
                  </a:srgbClr>
                </a:gs>
                <a:gs pos="28571">
                  <a:srgbClr val="FFFFFF">
                    <a:alpha val="15294"/>
                  </a:srgbClr>
                </a:gs>
                <a:gs pos="42857">
                  <a:srgbClr val="FFFFFF">
                    <a:alpha val="10316"/>
                  </a:srgbClr>
                </a:gs>
                <a:gs pos="57143">
                  <a:srgbClr val="FFFFFF">
                    <a:alpha val="5854"/>
                  </a:srgbClr>
                </a:gs>
                <a:gs pos="71429">
                  <a:srgbClr val="FFFFFF">
                    <a:alpha val="2784"/>
                  </a:srgbClr>
                </a:gs>
                <a:gs pos="85714">
                  <a:srgbClr val="FFFFFF">
                    <a:alpha val="1110"/>
                  </a:srgbClr>
                </a:gs>
                <a:gs pos="100000">
                  <a:srgbClr val="FFFFFF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-10788644">
              <a:off x="1741027" y="715502"/>
              <a:ext cx="60726" cy="16874"/>
            </a:xfrm>
            <a:prstGeom prst="ellipse">
              <a:avLst/>
            </a:prstGeom>
            <a:gradFill>
              <a:gsLst>
                <a:gs pos="0">
                  <a:srgbClr val="FFFFFF">
                    <a:alpha val="21231"/>
                  </a:srgbClr>
                </a:gs>
                <a:gs pos="14286">
                  <a:srgbClr val="FFFFFF">
                    <a:alpha val="19695"/>
                  </a:srgbClr>
                </a:gs>
                <a:gs pos="28571">
                  <a:srgbClr val="FFFFFF">
                    <a:alpha val="15660"/>
                  </a:srgbClr>
                </a:gs>
                <a:gs pos="42857">
                  <a:srgbClr val="FFFFFF">
                    <a:alpha val="10570"/>
                  </a:srgbClr>
                </a:gs>
                <a:gs pos="57143">
                  <a:srgbClr val="FFFFFF">
                    <a:alpha val="6002"/>
                  </a:srgbClr>
                </a:gs>
                <a:gs pos="71429">
                  <a:srgbClr val="FFFFFF">
                    <a:alpha val="2856"/>
                  </a:srgbClr>
                </a:gs>
                <a:gs pos="85714">
                  <a:srgbClr val="FFFFFF">
                    <a:alpha val="1139"/>
                  </a:srgbClr>
                </a:gs>
                <a:gs pos="100000">
                  <a:srgbClr val="FFFFFF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5548065">
              <a:off x="1622498" y="1563155"/>
              <a:ext cx="55996" cy="15811"/>
            </a:xfrm>
            <a:prstGeom prst="ellipse">
              <a:avLst/>
            </a:prstGeom>
            <a:gradFill>
              <a:gsLst>
                <a:gs pos="0">
                  <a:srgbClr val="FFFFFF">
                    <a:alpha val="22074"/>
                  </a:srgbClr>
                </a:gs>
                <a:gs pos="14286">
                  <a:srgbClr val="FFFFFF">
                    <a:alpha val="20486"/>
                  </a:srgbClr>
                </a:gs>
                <a:gs pos="28571">
                  <a:srgbClr val="FFFFFF">
                    <a:alpha val="16305"/>
                  </a:srgbClr>
                </a:gs>
                <a:gs pos="42857">
                  <a:srgbClr val="FFFFFF">
                    <a:alpha val="11019"/>
                  </a:srgbClr>
                </a:gs>
                <a:gs pos="57143">
                  <a:srgbClr val="FFFFFF">
                    <a:alpha val="6264"/>
                  </a:srgbClr>
                </a:gs>
                <a:gs pos="71429">
                  <a:srgbClr val="FFFFFF">
                    <a:alpha val="2983"/>
                  </a:srgbClr>
                </a:gs>
                <a:gs pos="85714">
                  <a:srgbClr val="FFFFFF">
                    <a:alpha val="1190"/>
                  </a:srgbClr>
                </a:gs>
                <a:gs pos="100000">
                  <a:srgbClr val="FFFFFF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5550421">
              <a:off x="1622961" y="1576050"/>
              <a:ext cx="54488" cy="15426"/>
            </a:xfrm>
            <a:prstGeom prst="ellipse">
              <a:avLst/>
            </a:prstGeom>
            <a:gradFill>
              <a:gsLst>
                <a:gs pos="0">
                  <a:srgbClr val="FFFFFF">
                    <a:alpha val="22340"/>
                  </a:srgbClr>
                </a:gs>
                <a:gs pos="14286">
                  <a:srgbClr val="FFFFFF">
                    <a:alpha val="20735"/>
                  </a:srgbClr>
                </a:gs>
                <a:gs pos="28571">
                  <a:srgbClr val="FFFFFF">
                    <a:alpha val="16509"/>
                  </a:srgbClr>
                </a:gs>
                <a:gs pos="42857">
                  <a:srgbClr val="FFFFFF">
                    <a:alpha val="11161"/>
                  </a:srgbClr>
                </a:gs>
                <a:gs pos="57143">
                  <a:srgbClr val="FFFFFF">
                    <a:alpha val="6347"/>
                  </a:srgbClr>
                </a:gs>
                <a:gs pos="71429">
                  <a:srgbClr val="FFFFFF">
                    <a:alpha val="3023"/>
                  </a:srgbClr>
                </a:gs>
                <a:gs pos="85714">
                  <a:srgbClr val="FFFFFF">
                    <a:alpha val="1206"/>
                  </a:srgbClr>
                </a:gs>
                <a:gs pos="100000">
                  <a:srgbClr val="FFFFFF">
                    <a:alpha val="4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5534520">
              <a:off x="189819" y="1038156"/>
              <a:ext cx="61528" cy="17180"/>
            </a:xfrm>
            <a:prstGeom prst="ellipse">
              <a:avLst/>
            </a:prstGeom>
            <a:gradFill>
              <a:gsLst>
                <a:gs pos="0">
                  <a:srgbClr val="FFFFFF">
                    <a:alpha val="21113"/>
                  </a:srgbClr>
                </a:gs>
                <a:gs pos="14286">
                  <a:srgbClr val="FFFFFF">
                    <a:alpha val="19585"/>
                  </a:srgbClr>
                </a:gs>
                <a:gs pos="28571">
                  <a:srgbClr val="FFFFFF">
                    <a:alpha val="15570"/>
                  </a:srgbClr>
                </a:gs>
                <a:gs pos="42857">
                  <a:srgbClr val="FFFFFF">
                    <a:alpha val="10507"/>
                  </a:srgbClr>
                </a:gs>
                <a:gs pos="57143">
                  <a:srgbClr val="FFFFFF">
                    <a:alpha val="5966"/>
                  </a:srgbClr>
                </a:gs>
                <a:gs pos="71429">
                  <a:srgbClr val="FFFFFF">
                    <a:alpha val="2838"/>
                  </a:srgbClr>
                </a:gs>
                <a:gs pos="85714">
                  <a:srgbClr val="FFFFFF">
                    <a:alpha val="1132"/>
                  </a:srgbClr>
                </a:gs>
                <a:gs pos="100000">
                  <a:srgbClr val="FFFFFF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5369950">
              <a:off x="1615456" y="1075305"/>
              <a:ext cx="61735" cy="17207"/>
            </a:xfrm>
            <a:prstGeom prst="ellipse">
              <a:avLst/>
            </a:prstGeom>
            <a:gradFill>
              <a:gsLst>
                <a:gs pos="0">
                  <a:srgbClr val="FFFFFF">
                    <a:alpha val="21068"/>
                  </a:srgbClr>
                </a:gs>
                <a:gs pos="14286">
                  <a:srgbClr val="FFFFFF">
                    <a:alpha val="19543"/>
                  </a:srgbClr>
                </a:gs>
                <a:gs pos="28571">
                  <a:srgbClr val="FFFFFF">
                    <a:alpha val="15535"/>
                  </a:srgbClr>
                </a:gs>
                <a:gs pos="42857">
                  <a:srgbClr val="FFFFFF">
                    <a:alpha val="10483"/>
                  </a:srgbClr>
                </a:gs>
                <a:gs pos="57143">
                  <a:srgbClr val="FFFFFF">
                    <a:alpha val="5952"/>
                  </a:srgbClr>
                </a:gs>
                <a:gs pos="71429">
                  <a:srgbClr val="FFFFFF">
                    <a:alpha val="2832"/>
                  </a:srgbClr>
                </a:gs>
                <a:gs pos="85714">
                  <a:srgbClr val="FFFFFF">
                    <a:alpha val="1129"/>
                  </a:srgbClr>
                </a:gs>
                <a:gs pos="100000">
                  <a:srgbClr val="FFFFFF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-10655898">
              <a:off x="775921" y="1669645"/>
              <a:ext cx="62101" cy="17296"/>
            </a:xfrm>
            <a:prstGeom prst="ellipse">
              <a:avLst/>
            </a:prstGeom>
            <a:gradFill>
              <a:gsLst>
                <a:gs pos="0">
                  <a:srgbClr val="FFFFFF">
                    <a:alpha val="21017"/>
                  </a:srgbClr>
                </a:gs>
                <a:gs pos="14286">
                  <a:srgbClr val="FFFFFF">
                    <a:alpha val="19495"/>
                  </a:srgbClr>
                </a:gs>
                <a:gs pos="28571">
                  <a:srgbClr val="FFFFFF">
                    <a:alpha val="15496"/>
                  </a:srgbClr>
                </a:gs>
                <a:gs pos="42857">
                  <a:srgbClr val="FFFFFF">
                    <a:alpha val="10456"/>
                  </a:srgbClr>
                </a:gs>
                <a:gs pos="57143">
                  <a:srgbClr val="FFFFFF">
                    <a:alpha val="5936"/>
                  </a:srgbClr>
                </a:gs>
                <a:gs pos="71429">
                  <a:srgbClr val="FFFFFF">
                    <a:alpha val="2824"/>
                  </a:srgbClr>
                </a:gs>
                <a:gs pos="85714">
                  <a:srgbClr val="FFFFFF">
                    <a:alpha val="1126"/>
                  </a:srgbClr>
                </a:gs>
                <a:gs pos="100000">
                  <a:srgbClr val="FFFFFF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-10697509">
              <a:off x="585079" y="479250"/>
              <a:ext cx="63522" cy="17662"/>
            </a:xfrm>
            <a:prstGeom prst="ellipse">
              <a:avLst/>
            </a:prstGeom>
            <a:gradFill>
              <a:gsLst>
                <a:gs pos="0">
                  <a:srgbClr val="FFFFFF">
                    <a:alpha val="20757"/>
                  </a:srgbClr>
                </a:gs>
                <a:gs pos="14286">
                  <a:srgbClr val="FFFFFF">
                    <a:alpha val="19251"/>
                  </a:srgbClr>
                </a:gs>
                <a:gs pos="28571">
                  <a:srgbClr val="FFFFFF">
                    <a:alpha val="15298"/>
                  </a:srgbClr>
                </a:gs>
                <a:gs pos="42857">
                  <a:srgbClr val="FFFFFF">
                    <a:alpha val="10318"/>
                  </a:srgbClr>
                </a:gs>
                <a:gs pos="57143">
                  <a:srgbClr val="FFFFFF">
                    <a:alpha val="5856"/>
                  </a:srgbClr>
                </a:gs>
                <a:gs pos="71429">
                  <a:srgbClr val="FFFFFF">
                    <a:alpha val="2785"/>
                  </a:srgbClr>
                </a:gs>
                <a:gs pos="85714">
                  <a:srgbClr val="FFFFFF">
                    <a:alpha val="1111"/>
                  </a:srgbClr>
                </a:gs>
                <a:gs pos="100000">
                  <a:srgbClr val="FFFFFF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5405585">
              <a:off x="930755" y="581500"/>
              <a:ext cx="63751" cy="17720"/>
            </a:xfrm>
            <a:prstGeom prst="ellipse">
              <a:avLst/>
            </a:prstGeom>
            <a:gradFill>
              <a:gsLst>
                <a:gs pos="0">
                  <a:srgbClr val="FFFFFF">
                    <a:alpha val="20717"/>
                  </a:srgbClr>
                </a:gs>
                <a:gs pos="14286">
                  <a:srgbClr val="FFFFFF">
                    <a:alpha val="19214"/>
                  </a:srgbClr>
                </a:gs>
                <a:gs pos="28571">
                  <a:srgbClr val="FFFFFF">
                    <a:alpha val="15267"/>
                  </a:srgbClr>
                </a:gs>
                <a:gs pos="42857">
                  <a:srgbClr val="FFFFFF">
                    <a:alpha val="10297"/>
                  </a:srgbClr>
                </a:gs>
                <a:gs pos="57143">
                  <a:srgbClr val="FFFFFF">
                    <a:alpha val="5843"/>
                  </a:srgbClr>
                </a:gs>
                <a:gs pos="71429">
                  <a:srgbClr val="FFFFFF">
                    <a:alpha val="2779"/>
                  </a:srgbClr>
                </a:gs>
                <a:gs pos="85714">
                  <a:srgbClr val="FFFFFF">
                    <a:alpha val="1108"/>
                  </a:srgbClr>
                </a:gs>
                <a:gs pos="100000">
                  <a:srgbClr val="FFFFFF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5326412">
              <a:off x="218013" y="344856"/>
              <a:ext cx="60791" cy="16962"/>
            </a:xfrm>
            <a:prstGeom prst="ellipse">
              <a:avLst/>
            </a:prstGeom>
            <a:gradFill>
              <a:gsLst>
                <a:gs pos="0">
                  <a:srgbClr val="FFFFFF">
                    <a:alpha val="21236"/>
                  </a:srgbClr>
                </a:gs>
                <a:gs pos="14286">
                  <a:srgbClr val="FFFFFF">
                    <a:alpha val="19700"/>
                  </a:srgbClr>
                </a:gs>
                <a:gs pos="28571">
                  <a:srgbClr val="FFFFFF">
                    <a:alpha val="15663"/>
                  </a:srgbClr>
                </a:gs>
                <a:gs pos="42857">
                  <a:srgbClr val="FFFFFF">
                    <a:alpha val="10572"/>
                  </a:srgbClr>
                </a:gs>
                <a:gs pos="57143">
                  <a:srgbClr val="FFFFFF">
                    <a:alpha val="6004"/>
                  </a:srgbClr>
                </a:gs>
                <a:gs pos="71429">
                  <a:srgbClr val="FFFFFF">
                    <a:alpha val="2857"/>
                  </a:srgbClr>
                </a:gs>
                <a:gs pos="85714">
                  <a:srgbClr val="FFFFFF">
                    <a:alpha val="1139"/>
                  </a:srgbClr>
                </a:gs>
                <a:gs pos="100000">
                  <a:srgbClr val="FFFFFF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5492379">
              <a:off x="454466" y="117865"/>
              <a:ext cx="64168" cy="17801"/>
            </a:xfrm>
            <a:prstGeom prst="ellipse">
              <a:avLst/>
            </a:prstGeom>
            <a:gradFill>
              <a:gsLst>
                <a:gs pos="0">
                  <a:srgbClr val="FFFFFF">
                    <a:alpha val="20629"/>
                  </a:srgbClr>
                </a:gs>
                <a:gs pos="14286">
                  <a:srgbClr val="FFFFFF">
                    <a:alpha val="19132"/>
                  </a:srgbClr>
                </a:gs>
                <a:gs pos="28571">
                  <a:srgbClr val="FFFFFF">
                    <a:alpha val="15200"/>
                  </a:srgbClr>
                </a:gs>
                <a:gs pos="42857">
                  <a:srgbClr val="FFFFFF">
                    <a:alpha val="10250"/>
                  </a:srgbClr>
                </a:gs>
                <a:gs pos="57143">
                  <a:srgbClr val="FFFFFF">
                    <a:alpha val="5816"/>
                  </a:srgbClr>
                </a:gs>
                <a:gs pos="71429">
                  <a:srgbClr val="FFFFFF">
                    <a:alpha val="2766"/>
                  </a:srgbClr>
                </a:gs>
                <a:gs pos="85714">
                  <a:srgbClr val="FFFFFF">
                    <a:alpha val="1103"/>
                  </a:srgbClr>
                </a:gs>
                <a:gs pos="100000">
                  <a:srgbClr val="FFFFFF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-10656998">
              <a:off x="54356" y="1428024"/>
              <a:ext cx="57581" cy="16193"/>
            </a:xfrm>
            <a:prstGeom prst="ellipse">
              <a:avLst/>
            </a:prstGeom>
            <a:gradFill>
              <a:gsLst>
                <a:gs pos="0">
                  <a:srgbClr val="FFFFFF">
                    <a:alpha val="21791"/>
                  </a:srgbClr>
                </a:gs>
                <a:gs pos="14286">
                  <a:srgbClr val="FFFFFF">
                    <a:alpha val="20220"/>
                  </a:srgbClr>
                </a:gs>
                <a:gs pos="28571">
                  <a:srgbClr val="FFFFFF">
                    <a:alpha val="16088"/>
                  </a:srgbClr>
                </a:gs>
                <a:gs pos="42857">
                  <a:srgbClr val="FFFFFF">
                    <a:alpha val="10868"/>
                  </a:srgbClr>
                </a:gs>
                <a:gs pos="57143">
                  <a:srgbClr val="FFFFFF">
                    <a:alpha val="6176"/>
                  </a:srgbClr>
                </a:gs>
                <a:gs pos="71429">
                  <a:srgbClr val="FFFFFF">
                    <a:alpha val="2940"/>
                  </a:srgbClr>
                </a:gs>
                <a:gs pos="85714">
                  <a:srgbClr val="FFFFFF">
                    <a:alpha val="1173"/>
                  </a:srgbClr>
                </a:gs>
                <a:gs pos="100000">
                  <a:srgbClr val="FFFFFF">
                    <a:alpha val="3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10794489">
              <a:off x="28410" y="1430373"/>
              <a:ext cx="56400" cy="15672"/>
            </a:xfrm>
            <a:prstGeom prst="ellipse">
              <a:avLst/>
            </a:prstGeom>
            <a:gradFill>
              <a:gsLst>
                <a:gs pos="0">
                  <a:srgbClr val="FFFFFF">
                    <a:alpha val="21993"/>
                  </a:srgbClr>
                </a:gs>
                <a:gs pos="14286">
                  <a:srgbClr val="FFFFFF">
                    <a:alpha val="20410"/>
                  </a:srgbClr>
                </a:gs>
                <a:gs pos="28571">
                  <a:srgbClr val="FFFFFF">
                    <a:alpha val="16243"/>
                  </a:srgbClr>
                </a:gs>
                <a:gs pos="42857">
                  <a:srgbClr val="FFFFFF">
                    <a:alpha val="10976"/>
                  </a:srgbClr>
                </a:gs>
                <a:gs pos="57143">
                  <a:srgbClr val="FFFFFF">
                    <a:alpha val="6239"/>
                  </a:srgbClr>
                </a:gs>
                <a:gs pos="71429">
                  <a:srgbClr val="FFFFFF">
                    <a:alpha val="2971"/>
                  </a:srgbClr>
                </a:gs>
                <a:gs pos="85714">
                  <a:srgbClr val="FFFFFF">
                    <a:alpha val="1185"/>
                  </a:srgbClr>
                </a:gs>
                <a:gs pos="100000">
                  <a:srgbClr val="FFFFFF">
                    <a:alpha val="3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10708619">
              <a:off x="1839048" y="716082"/>
              <a:ext cx="60083" cy="16743"/>
            </a:xfrm>
            <a:prstGeom prst="ellipse">
              <a:avLst/>
            </a:prstGeom>
            <a:gradFill>
              <a:gsLst>
                <a:gs pos="0">
                  <a:srgbClr val="FFFFFF">
                    <a:alpha val="21350"/>
                  </a:srgbClr>
                </a:gs>
                <a:gs pos="14286">
                  <a:srgbClr val="FFFFFF">
                    <a:alpha val="19807"/>
                  </a:srgbClr>
                </a:gs>
                <a:gs pos="28571">
                  <a:srgbClr val="FFFFFF">
                    <a:alpha val="15750"/>
                  </a:srgbClr>
                </a:gs>
                <a:gs pos="42857">
                  <a:srgbClr val="FFFFFF">
                    <a:alpha val="10633"/>
                  </a:srgbClr>
                </a:gs>
                <a:gs pos="57143">
                  <a:srgbClr val="FFFFFF">
                    <a:alpha val="6039"/>
                  </a:srgbClr>
                </a:gs>
                <a:gs pos="71429">
                  <a:srgbClr val="FFFFFF">
                    <a:alpha val="2874"/>
                  </a:srgbClr>
                </a:gs>
                <a:gs pos="85714">
                  <a:srgbClr val="FFFFFF">
                    <a:alpha val="1146"/>
                  </a:srgbClr>
                </a:gs>
                <a:gs pos="100000">
                  <a:srgbClr val="FFFFFF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-10676611">
              <a:off x="1770895" y="1403528"/>
              <a:ext cx="59621" cy="16695"/>
            </a:xfrm>
            <a:prstGeom prst="ellipse">
              <a:avLst/>
            </a:prstGeom>
            <a:gradFill>
              <a:gsLst>
                <a:gs pos="0">
                  <a:srgbClr val="FFFFFF">
                    <a:alpha val="21431"/>
                  </a:srgbClr>
                </a:gs>
                <a:gs pos="14286">
                  <a:srgbClr val="FFFFFF">
                    <a:alpha val="19883"/>
                  </a:srgbClr>
                </a:gs>
                <a:gs pos="28571">
                  <a:srgbClr val="FFFFFF">
                    <a:alpha val="15813"/>
                  </a:srgbClr>
                </a:gs>
                <a:gs pos="42857">
                  <a:srgbClr val="FFFFFF">
                    <a:alpha val="10676"/>
                  </a:srgbClr>
                </a:gs>
                <a:gs pos="57143">
                  <a:srgbClr val="FFFFFF">
                    <a:alpha val="6064"/>
                  </a:srgbClr>
                </a:gs>
                <a:gs pos="71429">
                  <a:srgbClr val="FFFFFF">
                    <a:alpha val="2886"/>
                  </a:srgbClr>
                </a:gs>
                <a:gs pos="85714">
                  <a:srgbClr val="FFFFFF">
                    <a:alpha val="1151"/>
                  </a:srgbClr>
                </a:gs>
                <a:gs pos="100000">
                  <a:srgbClr val="FFFFFF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5312106">
              <a:off x="189032" y="1021590"/>
              <a:ext cx="60600" cy="16926"/>
            </a:xfrm>
            <a:prstGeom prst="ellipse">
              <a:avLst/>
            </a:prstGeom>
            <a:gradFill>
              <a:gsLst>
                <a:gs pos="0">
                  <a:srgbClr val="FFFFFF">
                    <a:alpha val="21277"/>
                  </a:srgbClr>
                </a:gs>
                <a:gs pos="14286">
                  <a:srgbClr val="FFFFFF">
                    <a:alpha val="19739"/>
                  </a:srgbClr>
                </a:gs>
                <a:gs pos="28571">
                  <a:srgbClr val="FFFFFF">
                    <a:alpha val="15695"/>
                  </a:srgbClr>
                </a:gs>
                <a:gs pos="42857">
                  <a:srgbClr val="FFFFFF">
                    <a:alpha val="10594"/>
                  </a:srgbClr>
                </a:gs>
                <a:gs pos="57143">
                  <a:srgbClr val="FFFFFF">
                    <a:alpha val="6017"/>
                  </a:srgbClr>
                </a:gs>
                <a:gs pos="71429">
                  <a:srgbClr val="FFFFFF">
                    <a:alpha val="2863"/>
                  </a:srgbClr>
                </a:gs>
                <a:gs pos="85714">
                  <a:srgbClr val="FFFFFF">
                    <a:alpha val="1142"/>
                  </a:srgbClr>
                </a:gs>
                <a:gs pos="100000">
                  <a:srgbClr val="FFFFFF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5257931">
              <a:off x="1143688" y="55997"/>
              <a:ext cx="59625" cy="16699"/>
            </a:xfrm>
            <a:prstGeom prst="ellipse">
              <a:avLst/>
            </a:prstGeom>
            <a:gradFill>
              <a:gsLst>
                <a:gs pos="0">
                  <a:srgbClr val="FFFFFF">
                    <a:alpha val="21395"/>
                  </a:srgbClr>
                </a:gs>
                <a:gs pos="14286">
                  <a:srgbClr val="FFFFFF">
                    <a:alpha val="19850"/>
                  </a:srgbClr>
                </a:gs>
                <a:gs pos="28571">
                  <a:srgbClr val="FFFFFF">
                    <a:alpha val="15785"/>
                  </a:srgbClr>
                </a:gs>
                <a:gs pos="42857">
                  <a:srgbClr val="FFFFFF">
                    <a:alpha val="10657"/>
                  </a:srgbClr>
                </a:gs>
                <a:gs pos="57143">
                  <a:srgbClr val="FFFFFF">
                    <a:alpha val="6053"/>
                  </a:srgbClr>
                </a:gs>
                <a:gs pos="71429">
                  <a:srgbClr val="FFFFFF">
                    <a:alpha val="2881"/>
                  </a:srgbClr>
                </a:gs>
                <a:gs pos="85714">
                  <a:srgbClr val="FFFFFF">
                    <a:alpha val="1149"/>
                  </a:srgbClr>
                </a:gs>
                <a:gs pos="100000">
                  <a:srgbClr val="FFFFFF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5546481">
              <a:off x="1641029" y="1274056"/>
              <a:ext cx="66408" cy="18431"/>
            </a:xfrm>
            <a:prstGeom prst="ellipse">
              <a:avLst/>
            </a:prstGeom>
            <a:gradFill>
              <a:gsLst>
                <a:gs pos="0">
                  <a:srgbClr val="FFFFFF">
                    <a:alpha val="20254"/>
                  </a:srgbClr>
                </a:gs>
                <a:gs pos="14286">
                  <a:srgbClr val="FFFFFF">
                    <a:alpha val="18781"/>
                  </a:srgbClr>
                </a:gs>
                <a:gs pos="28571">
                  <a:srgbClr val="FFFFFF">
                    <a:alpha val="14915"/>
                  </a:srgbClr>
                </a:gs>
                <a:gs pos="42857">
                  <a:srgbClr val="FFFFFF">
                    <a:alpha val="10052"/>
                  </a:srgbClr>
                </a:gs>
                <a:gs pos="57143">
                  <a:srgbClr val="FFFFFF">
                    <a:alpha val="5701"/>
                  </a:srgbClr>
                </a:gs>
                <a:gs pos="71429">
                  <a:srgbClr val="FFFFFF">
                    <a:alpha val="2710"/>
                  </a:srgbClr>
                </a:gs>
                <a:gs pos="85714">
                  <a:srgbClr val="FFFFFF">
                    <a:alpha val="1081"/>
                  </a:srgbClr>
                </a:gs>
                <a:gs pos="100000">
                  <a:srgbClr val="FFFFFF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5536804">
              <a:off x="1617220" y="1554735"/>
              <a:ext cx="57439" cy="16119"/>
            </a:xfrm>
            <a:prstGeom prst="ellipse">
              <a:avLst/>
            </a:prstGeom>
            <a:gradFill>
              <a:gsLst>
                <a:gs pos="0">
                  <a:srgbClr val="FFFFFF">
                    <a:alpha val="21816"/>
                  </a:srgbClr>
                </a:gs>
                <a:gs pos="14286">
                  <a:srgbClr val="FFFFFF">
                    <a:alpha val="20244"/>
                  </a:srgbClr>
                </a:gs>
                <a:gs pos="28571">
                  <a:srgbClr val="FFFFFF">
                    <a:alpha val="16107"/>
                  </a:srgbClr>
                </a:gs>
                <a:gs pos="42857">
                  <a:srgbClr val="FFFFFF">
                    <a:alpha val="10881"/>
                  </a:srgbClr>
                </a:gs>
                <a:gs pos="57143">
                  <a:srgbClr val="FFFFFF">
                    <a:alpha val="6184"/>
                  </a:srgbClr>
                </a:gs>
                <a:gs pos="71429">
                  <a:srgbClr val="FFFFFF">
                    <a:alpha val="2944"/>
                  </a:srgbClr>
                </a:gs>
                <a:gs pos="85714">
                  <a:srgbClr val="FFFFFF">
                    <a:alpha val="1175"/>
                  </a:srgbClr>
                </a:gs>
                <a:gs pos="100000">
                  <a:srgbClr val="FFFFFF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10658419">
              <a:off x="1074403" y="1430968"/>
              <a:ext cx="65487" cy="18166"/>
            </a:xfrm>
            <a:prstGeom prst="ellipse">
              <a:avLst/>
            </a:prstGeom>
            <a:gradFill>
              <a:gsLst>
                <a:gs pos="0">
                  <a:srgbClr val="FFFFFF">
                    <a:alpha val="20422"/>
                  </a:srgbClr>
                </a:gs>
                <a:gs pos="14286">
                  <a:srgbClr val="FFFFFF">
                    <a:alpha val="18938"/>
                  </a:srgbClr>
                </a:gs>
                <a:gs pos="28571">
                  <a:srgbClr val="FFFFFF">
                    <a:alpha val="15042"/>
                  </a:srgbClr>
                </a:gs>
                <a:gs pos="42857">
                  <a:srgbClr val="FFFFFF">
                    <a:alpha val="10141"/>
                  </a:srgbClr>
                </a:gs>
                <a:gs pos="57143">
                  <a:srgbClr val="FFFFFF">
                    <a:alpha val="5753"/>
                  </a:srgbClr>
                </a:gs>
                <a:gs pos="71429">
                  <a:srgbClr val="FFFFFF">
                    <a:alpha val="2735"/>
                  </a:srgbClr>
                </a:gs>
                <a:gs pos="85714">
                  <a:srgbClr val="FFFFFF">
                    <a:alpha val="1091"/>
                  </a:srgbClr>
                </a:gs>
                <a:gs pos="100000">
                  <a:srgbClr val="FFFFFF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10658009">
              <a:off x="15018" y="208062"/>
              <a:ext cx="62959" cy="17526"/>
            </a:xfrm>
            <a:prstGeom prst="ellipse">
              <a:avLst/>
            </a:prstGeom>
            <a:gradFill>
              <a:gsLst>
                <a:gs pos="0">
                  <a:srgbClr val="FFFFFF">
                    <a:alpha val="20851"/>
                  </a:srgbClr>
                </a:gs>
                <a:gs pos="14286">
                  <a:srgbClr val="FFFFFF">
                    <a:alpha val="19340"/>
                  </a:srgbClr>
                </a:gs>
                <a:gs pos="28571">
                  <a:srgbClr val="FFFFFF">
                    <a:alpha val="15369"/>
                  </a:srgbClr>
                </a:gs>
                <a:gs pos="42857">
                  <a:srgbClr val="FFFFFF">
                    <a:alpha val="10368"/>
                  </a:srgbClr>
                </a:gs>
                <a:gs pos="57143">
                  <a:srgbClr val="FFFFFF">
                    <a:alpha val="5885"/>
                  </a:srgbClr>
                </a:gs>
                <a:gs pos="71429">
                  <a:srgbClr val="FFFFFF">
                    <a:alpha val="2799"/>
                  </a:srgbClr>
                </a:gs>
                <a:gs pos="85714">
                  <a:srgbClr val="FFFFFF">
                    <a:alpha val="1116"/>
                  </a:srgbClr>
                </a:gs>
                <a:gs pos="100000">
                  <a:srgbClr val="FFFFFF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-10652893">
              <a:off x="-27148" y="208478"/>
              <a:ext cx="61655" cy="17196"/>
            </a:xfrm>
            <a:prstGeom prst="ellipse">
              <a:avLst/>
            </a:prstGeom>
            <a:gradFill>
              <a:gsLst>
                <a:gs pos="0">
                  <a:srgbClr val="FFFFFF">
                    <a:alpha val="21090"/>
                  </a:srgbClr>
                </a:gs>
                <a:gs pos="14286">
                  <a:srgbClr val="FFFFFF">
                    <a:alpha val="19563"/>
                  </a:srgbClr>
                </a:gs>
                <a:gs pos="28571">
                  <a:srgbClr val="FFFFFF">
                    <a:alpha val="15552"/>
                  </a:srgbClr>
                </a:gs>
                <a:gs pos="42857">
                  <a:srgbClr val="FFFFFF">
                    <a:alpha val="10495"/>
                  </a:srgbClr>
                </a:gs>
                <a:gs pos="57143">
                  <a:srgbClr val="FFFFFF">
                    <a:alpha val="5958"/>
                  </a:srgbClr>
                </a:gs>
                <a:gs pos="71429">
                  <a:srgbClr val="FFFFFF">
                    <a:alpha val="2835"/>
                  </a:srgbClr>
                </a:gs>
                <a:gs pos="85714">
                  <a:srgbClr val="FFFFFF">
                    <a:alpha val="1131"/>
                  </a:srgbClr>
                </a:gs>
                <a:gs pos="100000">
                  <a:srgbClr val="FFFFFF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5251856">
              <a:off x="215578" y="362569"/>
              <a:ext cx="60716" cy="16980"/>
            </a:xfrm>
            <a:prstGeom prst="ellipse">
              <a:avLst/>
            </a:prstGeom>
            <a:gradFill>
              <a:gsLst>
                <a:gs pos="0">
                  <a:srgbClr val="FFFFFF">
                    <a:alpha val="21257"/>
                  </a:srgbClr>
                </a:gs>
                <a:gs pos="14286">
                  <a:srgbClr val="FFFFFF">
                    <a:alpha val="19720"/>
                  </a:srgbClr>
                </a:gs>
                <a:gs pos="28571">
                  <a:srgbClr val="FFFFFF">
                    <a:alpha val="15680"/>
                  </a:srgbClr>
                </a:gs>
                <a:gs pos="42857">
                  <a:srgbClr val="FFFFFF">
                    <a:alpha val="10584"/>
                  </a:srgbClr>
                </a:gs>
                <a:gs pos="57143">
                  <a:srgbClr val="FFFFFF">
                    <a:alpha val="6010"/>
                  </a:srgbClr>
                </a:gs>
                <a:gs pos="71429">
                  <a:srgbClr val="FFFFFF">
                    <a:alpha val="2860"/>
                  </a:srgbClr>
                </a:gs>
                <a:gs pos="85714">
                  <a:srgbClr val="FFFFFF">
                    <a:alpha val="1141"/>
                  </a:srgbClr>
                </a:gs>
                <a:gs pos="100000">
                  <a:srgbClr val="FFFFFF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10797584">
              <a:off x="-18318" y="953173"/>
              <a:ext cx="62069" cy="17284"/>
            </a:xfrm>
            <a:prstGeom prst="ellipse">
              <a:avLst/>
            </a:prstGeom>
            <a:gradFill>
              <a:gsLst>
                <a:gs pos="0">
                  <a:srgbClr val="FFFFFF">
                    <a:alpha val="21014"/>
                  </a:srgbClr>
                </a:gs>
                <a:gs pos="14286">
                  <a:srgbClr val="FFFFFF">
                    <a:alpha val="19492"/>
                  </a:srgbClr>
                </a:gs>
                <a:gs pos="28571">
                  <a:srgbClr val="FFFFFF">
                    <a:alpha val="15494"/>
                  </a:srgbClr>
                </a:gs>
                <a:gs pos="42857">
                  <a:srgbClr val="FFFFFF">
                    <a:alpha val="10454"/>
                  </a:srgbClr>
                </a:gs>
                <a:gs pos="57143">
                  <a:srgbClr val="FFFFFF">
                    <a:alpha val="5935"/>
                  </a:srgbClr>
                </a:gs>
                <a:gs pos="71429">
                  <a:srgbClr val="FFFFFF">
                    <a:alpha val="2823"/>
                  </a:srgbClr>
                </a:gs>
                <a:gs pos="85714">
                  <a:srgbClr val="FFFFFF">
                    <a:alpha val="1126"/>
                  </a:srgbClr>
                </a:gs>
                <a:gs pos="100000">
                  <a:srgbClr val="FFFFFF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10654924">
              <a:off x="290929" y="713099"/>
              <a:ext cx="64931" cy="18029"/>
            </a:xfrm>
            <a:prstGeom prst="ellipse">
              <a:avLst/>
            </a:prstGeom>
            <a:gradFill>
              <a:gsLst>
                <a:gs pos="0">
                  <a:srgbClr val="FFFFFF">
                    <a:alpha val="20524"/>
                  </a:srgbClr>
                </a:gs>
                <a:gs pos="14286">
                  <a:srgbClr val="FFFFFF">
                    <a:alpha val="19033"/>
                  </a:srgbClr>
                </a:gs>
                <a:gs pos="28571">
                  <a:srgbClr val="FFFFFF">
                    <a:alpha val="15120"/>
                  </a:srgbClr>
                </a:gs>
                <a:gs pos="42857">
                  <a:srgbClr val="FFFFFF">
                    <a:alpha val="10195"/>
                  </a:srgbClr>
                </a:gs>
                <a:gs pos="57143">
                  <a:srgbClr val="FFFFFF">
                    <a:alpha val="5784"/>
                  </a:srgbClr>
                </a:gs>
                <a:gs pos="71429">
                  <a:srgbClr val="FFFFFF">
                    <a:alpha val="2750"/>
                  </a:srgbClr>
                </a:gs>
                <a:gs pos="85714">
                  <a:srgbClr val="FFFFFF">
                    <a:alpha val="1097"/>
                  </a:srgbClr>
                </a:gs>
                <a:gs pos="100000">
                  <a:srgbClr val="FFFFFF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6613034">
              <a:off x="1522103" y="956148"/>
              <a:ext cx="173944" cy="1331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-10589697">
              <a:off x="249662" y="855107"/>
              <a:ext cx="243687" cy="1057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9801000">
              <a:off x="743932" y="227278"/>
              <a:ext cx="238174" cy="826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-10334971">
              <a:off x="1000054" y="1609920"/>
              <a:ext cx="212259" cy="562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-10569669">
              <a:off x="688723" y="228492"/>
              <a:ext cx="209459" cy="776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10767663">
              <a:off x="253444" y="1178072"/>
              <a:ext cx="234152" cy="816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-10052808">
              <a:off x="440556" y="941011"/>
              <a:ext cx="214423" cy="752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-10756807">
              <a:off x="906405" y="663139"/>
              <a:ext cx="330537" cy="535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-10435144">
              <a:off x="1154314" y="1178102"/>
              <a:ext cx="283081" cy="586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-10717263">
              <a:off x="1388049" y="941031"/>
              <a:ext cx="316598" cy="542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10791189">
              <a:off x="198156" y="1179795"/>
              <a:ext cx="304426" cy="329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-10708257">
              <a:off x="1407575" y="942491"/>
              <a:ext cx="267022" cy="1135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-10799528">
              <a:off x="914282" y="634592"/>
              <a:ext cx="302557" cy="819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5345326">
              <a:off x="1278183" y="784567"/>
              <a:ext cx="258179" cy="433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5398788">
              <a:off x="1327174" y="565828"/>
              <a:ext cx="255078" cy="922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5137955">
              <a:off x="625790" y="1232840"/>
              <a:ext cx="219133" cy="710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5265624">
              <a:off x="1045364" y="1538851"/>
              <a:ext cx="244941" cy="504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5455289">
              <a:off x="325463" y="581977"/>
              <a:ext cx="314220" cy="339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5552429">
              <a:off x="366499" y="1503441"/>
              <a:ext cx="270711" cy="774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5978441">
              <a:off x="1376306" y="501206"/>
              <a:ext cx="253438" cy="2034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5483932">
              <a:off x="1094219" y="771550"/>
              <a:ext cx="292151" cy="1286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4853165">
              <a:off x="902045" y="1457100"/>
              <a:ext cx="240941" cy="1766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5439632">
              <a:off x="520399" y="1471947"/>
              <a:ext cx="252753" cy="1478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-8106891">
              <a:off x="28447" y="1393925"/>
              <a:ext cx="891433" cy="592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10344028">
              <a:off x="915439" y="156182"/>
              <a:ext cx="285476" cy="819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4216794">
              <a:off x="1567764" y="1231380"/>
              <a:ext cx="288896" cy="1085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10731122">
              <a:off x="461922" y="941836"/>
              <a:ext cx="261240" cy="1176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-10406673">
              <a:off x="923408" y="561396"/>
              <a:ext cx="287486" cy="1526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10583136">
              <a:off x="206475" y="218965"/>
              <a:ext cx="281473" cy="1273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5041423">
              <a:off x="154192" y="282018"/>
              <a:ext cx="259365" cy="1344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5880763">
              <a:off x="1242209" y="284843"/>
              <a:ext cx="242647" cy="1204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5365170">
              <a:off x="1011798" y="546586"/>
              <a:ext cx="278411" cy="948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-10744352">
              <a:off x="208783" y="1645459"/>
              <a:ext cx="281932" cy="884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5515479">
              <a:off x="49917" y="1005978"/>
              <a:ext cx="263449" cy="1242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4994355">
              <a:off x="1101467" y="1239911"/>
              <a:ext cx="263712" cy="1008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5061109">
              <a:off x="1089529" y="290586"/>
              <a:ext cx="277539" cy="1019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5312934">
              <a:off x="764237" y="789478"/>
              <a:ext cx="305894" cy="794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5176102">
              <a:off x="102835" y="1736718"/>
              <a:ext cx="297992" cy="483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-10648410">
              <a:off x="32280" y="658140"/>
              <a:ext cx="224413" cy="595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10779026">
              <a:off x="-101589" y="1035014"/>
              <a:ext cx="339131" cy="1672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3688859">
              <a:off x="947639" y="1697958"/>
              <a:ext cx="548285" cy="532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5577665">
              <a:off x="841451" y="36672"/>
              <a:ext cx="316947" cy="1207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-10528609">
              <a:off x="1420290" y="155235"/>
              <a:ext cx="267192" cy="823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6096843">
              <a:off x="464011" y="460984"/>
              <a:ext cx="242020" cy="2351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5075246">
              <a:off x="294174" y="297477"/>
              <a:ext cx="274052" cy="1060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5605453">
              <a:off x="1323637" y="-16639"/>
              <a:ext cx="323926" cy="1394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10732758">
              <a:off x="-118789" y="948085"/>
              <a:ext cx="354327" cy="2394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6787323">
              <a:off x="465741" y="460670"/>
              <a:ext cx="242557" cy="2356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5055646">
              <a:off x="683645" y="1770898"/>
              <a:ext cx="416215" cy="1350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10717689">
              <a:off x="1159601" y="865159"/>
              <a:ext cx="281766" cy="981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4832784">
              <a:off x="1474065" y="60267"/>
              <a:ext cx="288408" cy="1032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5697168">
              <a:off x="1614055" y="267248"/>
              <a:ext cx="256751" cy="1645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-10500690">
              <a:off x="917642" y="1418882"/>
              <a:ext cx="281503" cy="972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10784614">
              <a:off x="695764" y="877554"/>
              <a:ext cx="275454" cy="790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10446218">
              <a:off x="463933" y="585635"/>
              <a:ext cx="240936" cy="1282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5318529">
              <a:off x="52941" y="1481096"/>
              <a:ext cx="267779" cy="1093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5506945">
              <a:off x="474154" y="25441"/>
              <a:ext cx="385716" cy="1024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-10416127">
              <a:off x="1650144" y="1661204"/>
              <a:ext cx="279729" cy="1632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5691981">
              <a:off x="1260411" y="311236"/>
              <a:ext cx="268800" cy="663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10514917">
              <a:off x="1654040" y="814075"/>
              <a:ext cx="341544" cy="1450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10704368">
              <a:off x="-154312" y="1604381"/>
              <a:ext cx="426659" cy="649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10622878">
              <a:off x="700658" y="227860"/>
              <a:ext cx="232462" cy="730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10600130">
              <a:off x="930502" y="1538599"/>
              <a:ext cx="255160" cy="1242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5294157">
              <a:off x="137350" y="1248567"/>
              <a:ext cx="242373" cy="706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-10291949">
              <a:off x="495886" y="1114349"/>
              <a:ext cx="243206" cy="806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-9823765">
              <a:off x="675942" y="705419"/>
              <a:ext cx="227194" cy="742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10747341">
              <a:off x="919911" y="1117860"/>
              <a:ext cx="299411" cy="772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10709919">
              <a:off x="679412" y="1387445"/>
              <a:ext cx="270419" cy="430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10324114">
              <a:off x="1186477" y="697120"/>
              <a:ext cx="255267" cy="12127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-10393918">
              <a:off x="454771" y="1414092"/>
              <a:ext cx="257846" cy="864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-10779097">
              <a:off x="926824" y="1083482"/>
              <a:ext cx="286147" cy="1111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5141072">
              <a:off x="334991" y="1304006"/>
              <a:ext cx="240722" cy="434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5838804">
              <a:off x="809137" y="1233516"/>
              <a:ext cx="218326" cy="689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5221725">
              <a:off x="1253661" y="795484"/>
              <a:ext cx="284370" cy="677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5329213">
              <a:off x="873277" y="519032"/>
              <a:ext cx="250692" cy="1327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5660494">
              <a:off x="1089290" y="1290184"/>
              <a:ext cx="251762" cy="672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4817602">
              <a:off x="766575" y="1265056"/>
              <a:ext cx="268026" cy="979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5771529">
              <a:off x="398602" y="1478215"/>
              <a:ext cx="257039" cy="1259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5404252">
              <a:off x="1261479" y="1273080"/>
              <a:ext cx="293607" cy="539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10586046">
              <a:off x="1407938" y="942575"/>
              <a:ext cx="282799" cy="902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10775017">
              <a:off x="895907" y="210374"/>
              <a:ext cx="335100" cy="278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4817225">
              <a:off x="1571886" y="281087"/>
              <a:ext cx="237395" cy="682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5580083">
              <a:off x="1555612" y="790679"/>
              <a:ext cx="291085" cy="987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5295459">
              <a:off x="1564801" y="303891"/>
              <a:ext cx="274143" cy="915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-10666346">
              <a:off x="-140679" y="149337"/>
              <a:ext cx="407089" cy="917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2793868">
              <a:off x="1249916" y="1660513"/>
              <a:ext cx="885809" cy="689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-10083914">
              <a:off x="1446301" y="1504609"/>
              <a:ext cx="230412" cy="1737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7829745">
              <a:off x="227987" y="724634"/>
              <a:ext cx="245793" cy="2328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4952523">
              <a:off x="126276" y="296661"/>
              <a:ext cx="277855" cy="921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-10618768">
              <a:off x="708718" y="1177644"/>
              <a:ext cx="238732" cy="785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-10659562">
              <a:off x="683524" y="703760"/>
              <a:ext cx="234776" cy="421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10056876">
              <a:off x="743872" y="703091"/>
              <a:ext cx="233867" cy="712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10772376">
              <a:off x="465422" y="1415077"/>
              <a:ext cx="250400" cy="471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10505051">
              <a:off x="697386" y="1314301"/>
              <a:ext cx="241137" cy="1165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-10710021">
              <a:off x="920136" y="593697"/>
              <a:ext cx="288032" cy="1218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-10674620">
              <a:off x="214424" y="1178436"/>
              <a:ext cx="261410" cy="1063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10703352">
              <a:off x="463103" y="619971"/>
              <a:ext cx="259662" cy="959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-10638669">
              <a:off x="461375" y="1090343"/>
              <a:ext cx="257720" cy="1041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5376931">
              <a:off x="572200" y="1070891"/>
              <a:ext cx="247558" cy="424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5351003">
              <a:off x="1315312" y="1504300"/>
              <a:ext cx="243639" cy="430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5337367">
              <a:off x="1260552" y="785959"/>
              <a:ext cx="250147" cy="878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5718299">
              <a:off x="1028206" y="1502374"/>
              <a:ext cx="259038" cy="700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5454095">
              <a:off x="538088" y="1490020"/>
              <a:ext cx="256515" cy="1078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5724599">
              <a:off x="1012751" y="1489102"/>
              <a:ext cx="246682" cy="1142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5439981">
              <a:off x="532360" y="527411"/>
              <a:ext cx="249346" cy="1181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10589662">
              <a:off x="1639702" y="697479"/>
              <a:ext cx="267324" cy="954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10535888">
              <a:off x="1185229" y="1652146"/>
              <a:ext cx="261620" cy="1357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5410458">
              <a:off x="1542754" y="815738"/>
              <a:ext cx="264864" cy="417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10245617">
              <a:off x="258807" y="216613"/>
              <a:ext cx="244039" cy="1370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5386188">
              <a:off x="1478066" y="1478897"/>
              <a:ext cx="276159" cy="1143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5694964">
              <a:off x="597792" y="323677"/>
              <a:ext cx="278437" cy="830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-10230933">
              <a:off x="-82027" y="460315"/>
              <a:ext cx="328096" cy="2530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5484913">
              <a:off x="159150" y="1242892"/>
              <a:ext cx="238925" cy="1117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-10646569">
              <a:off x="212178" y="702349"/>
              <a:ext cx="247971" cy="805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10688917">
              <a:off x="715863" y="703379"/>
              <a:ext cx="248133" cy="461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-10530136">
              <a:off x="685406" y="1177543"/>
              <a:ext cx="226149" cy="577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10751185">
              <a:off x="435147" y="941877"/>
              <a:ext cx="318650" cy="338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10781672">
              <a:off x="887278" y="683268"/>
              <a:ext cx="355105" cy="320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5492485">
              <a:off x="385868" y="1031215"/>
              <a:ext cx="243566" cy="861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5411756">
              <a:off x="554027" y="542863"/>
              <a:ext cx="249852" cy="744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5180849">
              <a:off x="308750" y="806017"/>
              <a:ext cx="281273" cy="605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5363721">
              <a:off x="542581" y="576284"/>
              <a:ext cx="313692" cy="309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10625349">
              <a:off x="1655053" y="1175285"/>
              <a:ext cx="381320" cy="1336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9760878">
              <a:off x="697096" y="1648775"/>
              <a:ext cx="259828" cy="1632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5489339">
              <a:off x="1584616" y="767137"/>
              <a:ext cx="273944" cy="1403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-10688552">
              <a:off x="1181935" y="224861"/>
              <a:ext cx="216464" cy="469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9946648">
              <a:off x="1411901" y="1470450"/>
              <a:ext cx="258518" cy="2140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5234129">
              <a:off x="1054996" y="1260173"/>
              <a:ext cx="298174" cy="485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5537653">
              <a:off x="1070430" y="787492"/>
              <a:ext cx="305498" cy="946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5753842">
              <a:off x="533131" y="1027233"/>
              <a:ext cx="303584" cy="656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5640841">
              <a:off x="522936" y="508153"/>
              <a:ext cx="245070" cy="1407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9881501">
              <a:off x="1540653" y="833298"/>
              <a:ext cx="526168" cy="4843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3458419">
              <a:off x="599464" y="1356218"/>
              <a:ext cx="439111" cy="3854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5235998">
              <a:off x="846997" y="1008622"/>
              <a:ext cx="286907" cy="1116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5371609">
              <a:off x="555336" y="1778555"/>
              <a:ext cx="359859" cy="762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-10772831">
              <a:off x="1731696" y="224081"/>
              <a:ext cx="234655" cy="498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-10257156">
              <a:off x="1624262" y="1177350"/>
              <a:ext cx="245003" cy="918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10202789">
              <a:off x="24363" y="459417"/>
              <a:ext cx="233903" cy="1048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10337810">
              <a:off x="1646784" y="379958"/>
              <a:ext cx="212094" cy="1032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-10021002">
              <a:off x="926617" y="467614"/>
              <a:ext cx="264961" cy="2341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-10208607">
              <a:off x="1621764" y="225595"/>
              <a:ext cx="344571" cy="859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5602197">
              <a:off x="1177913" y="1772813"/>
              <a:ext cx="388489" cy="1326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5548655">
              <a:off x="163447" y="1240801"/>
              <a:ext cx="236422" cy="1175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-10778931">
              <a:off x="687323" y="351092"/>
              <a:ext cx="270666" cy="1324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-9990136">
              <a:off x="1178605" y="1179660"/>
              <a:ext cx="262239" cy="1244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5268637">
              <a:off x="760885" y="769754"/>
              <a:ext cx="272913" cy="1184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5508901">
              <a:off x="1256291" y="1250024"/>
              <a:ext cx="264214" cy="1018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-10398816">
              <a:off x="1169278" y="223417"/>
              <a:ext cx="252654" cy="863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5541694">
              <a:off x="91700" y="1771349"/>
              <a:ext cx="386161" cy="1144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10461934">
              <a:off x="1635092" y="859675"/>
              <a:ext cx="296099" cy="992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10005338">
              <a:off x="-10745" y="512717"/>
              <a:ext cx="261542" cy="2105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10446390">
              <a:off x="231737" y="706858"/>
              <a:ext cx="238839" cy="2024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4928819">
              <a:off x="1002884" y="1003764"/>
              <a:ext cx="267062" cy="1278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-10787389">
              <a:off x="-130918" y="1550381"/>
              <a:ext cx="378109" cy="1164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-8262285">
              <a:off x="1259971" y="706522"/>
              <a:ext cx="883968" cy="848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-9459505">
              <a:off x="1386053" y="1670684"/>
              <a:ext cx="710826" cy="521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10649708">
              <a:off x="5655" y="1606348"/>
              <a:ext cx="241801" cy="617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10752095">
              <a:off x="-102139" y="461462"/>
              <a:ext cx="384609" cy="551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10538990">
              <a:off x="1655536" y="692382"/>
              <a:ext cx="360070" cy="1637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5540938">
              <a:off x="1625032" y="1702119"/>
              <a:ext cx="327489" cy="2715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2878737">
              <a:off x="-31695" y="165069"/>
              <a:ext cx="468286" cy="838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-10777965">
              <a:off x="1635476" y="1363453"/>
              <a:ext cx="395550" cy="671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10799745">
              <a:off x="58234" y="1416102"/>
              <a:ext cx="60765" cy="60721"/>
            </a:xfrm>
            <a:prstGeom prst="ellipse">
              <a:avLst/>
            </a:prstGeom>
            <a:gradFill>
              <a:gsLst>
                <a:gs pos="0">
                  <a:srgbClr val="FFFFFF">
                    <a:alpha val="16974"/>
                  </a:srgbClr>
                </a:gs>
                <a:gs pos="14286">
                  <a:srgbClr val="FFFFFF">
                    <a:alpha val="15715"/>
                  </a:srgbClr>
                </a:gs>
                <a:gs pos="28571">
                  <a:srgbClr val="FFFFFF">
                    <a:alpha val="12431"/>
                  </a:srgbClr>
                </a:gs>
                <a:gs pos="42857">
                  <a:srgbClr val="FFFFFF">
                    <a:alpha val="8339"/>
                  </a:srgbClr>
                </a:gs>
                <a:gs pos="57143">
                  <a:srgbClr val="FFFFFF">
                    <a:alpha val="4710"/>
                  </a:srgbClr>
                </a:gs>
                <a:gs pos="71429">
                  <a:srgbClr val="FFFFFF">
                    <a:alpha val="2233"/>
                  </a:srgbClr>
                </a:gs>
                <a:gs pos="85714">
                  <a:srgbClr val="FFFFFF">
                    <a:alpha val="889"/>
                  </a:srgbClr>
                </a:gs>
                <a:gs pos="100000">
                  <a:srgbClr val="FFFFFF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10748120">
              <a:off x="1639357" y="1344563"/>
              <a:ext cx="279695" cy="856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5436388">
              <a:off x="627847" y="1248149"/>
              <a:ext cx="255732" cy="1127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10683820">
              <a:off x="908719" y="461238"/>
              <a:ext cx="319235" cy="629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10710334">
              <a:off x="-154749" y="1103307"/>
              <a:ext cx="360335" cy="975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4252878">
              <a:off x="12464" y="86409"/>
              <a:ext cx="348233" cy="910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5264721">
              <a:off x="952123" y="-11497"/>
              <a:ext cx="352975" cy="1279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5318606">
              <a:off x="966199" y="9802"/>
              <a:ext cx="358168" cy="955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-10693419">
              <a:off x="1389903" y="634871"/>
              <a:ext cx="307537" cy="880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5402784">
              <a:off x="373937" y="67852"/>
              <a:ext cx="265021" cy="1051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5481651">
              <a:off x="797689" y="1748590"/>
              <a:ext cx="250803" cy="678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10741060">
              <a:off x="1648389" y="1655840"/>
              <a:ext cx="364170" cy="967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4811310">
              <a:off x="29173" y="1459959"/>
              <a:ext cx="263133" cy="1566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6116000">
              <a:off x="997201" y="984240"/>
              <a:ext cx="349727" cy="534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-10794981">
              <a:off x="1665807" y="1413499"/>
              <a:ext cx="247726" cy="113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5527729">
              <a:off x="1090592" y="1750411"/>
              <a:ext cx="250381" cy="736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10650240">
              <a:off x="1408023" y="465478"/>
              <a:ext cx="270709" cy="1207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2839929">
              <a:off x="706818" y="725394"/>
              <a:ext cx="258304" cy="2128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4032417">
              <a:off x="462771" y="1425311"/>
              <a:ext cx="253725" cy="2366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4916212">
              <a:off x="1201469" y="742624"/>
              <a:ext cx="269777" cy="1792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-10765104">
              <a:off x="1178171" y="349121"/>
              <a:ext cx="238048" cy="1289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10608494">
              <a:off x="1658897" y="1658230"/>
              <a:ext cx="367682" cy="1627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5362044">
              <a:off x="1490565" y="1784502"/>
              <a:ext cx="359415" cy="263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-10740198">
              <a:off x="-26051" y="1408378"/>
              <a:ext cx="260899" cy="1401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5601016">
              <a:off x="1135447" y="1718393"/>
              <a:ext cx="356875" cy="2488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5184599">
              <a:off x="938146" y="-31176"/>
              <a:ext cx="347587" cy="16047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5232076">
              <a:off x="1584611" y="1739526"/>
              <a:ext cx="311621" cy="1652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10570544">
              <a:off x="-60121" y="1588945"/>
              <a:ext cx="242412" cy="797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-10515208">
              <a:off x="-81790" y="1546687"/>
              <a:ext cx="337819" cy="1172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-10799913">
              <a:off x="1465987" y="1189398"/>
              <a:ext cx="70864" cy="21303"/>
            </a:xfrm>
            <a:prstGeom prst="ellipse">
              <a:avLst/>
            </a:prstGeom>
            <a:gradFill>
              <a:gsLst>
                <a:gs pos="0">
                  <a:srgbClr val="000000">
                    <a:alpha val="18193"/>
                  </a:srgbClr>
                </a:gs>
                <a:gs pos="14286">
                  <a:srgbClr val="000000">
                    <a:alpha val="16854"/>
                  </a:srgbClr>
                </a:gs>
                <a:gs pos="28571">
                  <a:srgbClr val="000000">
                    <a:alpha val="13351"/>
                  </a:srgbClr>
                </a:gs>
                <a:gs pos="42857">
                  <a:srgbClr val="000000">
                    <a:alpha val="8972"/>
                  </a:srgbClr>
                </a:gs>
                <a:gs pos="57143">
                  <a:srgbClr val="000000">
                    <a:alpha val="5075"/>
                  </a:srgbClr>
                </a:gs>
                <a:gs pos="71429">
                  <a:srgbClr val="000000">
                    <a:alpha val="2409"/>
                  </a:srgbClr>
                </a:gs>
                <a:gs pos="85714">
                  <a:srgbClr val="000000">
                    <a:alpha val="959"/>
                  </a:srgbClr>
                </a:gs>
                <a:gs pos="100000">
                  <a:srgbClr val="000000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-9645073">
              <a:off x="-126525" y="453161"/>
              <a:ext cx="374306" cy="2237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5607649">
              <a:off x="1293236" y="27250"/>
              <a:ext cx="327310" cy="812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10784239">
              <a:off x="1669229" y="441592"/>
              <a:ext cx="424645" cy="362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10721420">
              <a:off x="1651789" y="1656032"/>
              <a:ext cx="371748" cy="1098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5394855">
              <a:off x="-13043" y="-12734"/>
              <a:ext cx="359876" cy="1569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10763779">
              <a:off x="224284" y="704399"/>
              <a:ext cx="254104" cy="1222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9809774">
              <a:off x="220128" y="248913"/>
              <a:ext cx="266768" cy="2253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4293228">
              <a:off x="461392" y="1423919"/>
              <a:ext cx="254885" cy="2408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5443441">
              <a:off x="1191899" y="1791643"/>
              <a:ext cx="403600" cy="859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10770873">
              <a:off x="-151243" y="669978"/>
              <a:ext cx="344505" cy="478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5468257">
              <a:off x="133079" y="1818679"/>
              <a:ext cx="239426" cy="524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5140384">
              <a:off x="398206" y="-65845"/>
              <a:ext cx="354406" cy="2572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5215791">
              <a:off x="846583" y="14587"/>
              <a:ext cx="251555" cy="691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5478433">
              <a:off x="1045058" y="23252"/>
              <a:ext cx="240108" cy="5511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10797884">
              <a:off x="1719870" y="1656921"/>
              <a:ext cx="247408" cy="287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5585310">
              <a:off x="1565565" y="1790684"/>
              <a:ext cx="266783" cy="895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5343977">
              <a:off x="1438557" y="17143"/>
              <a:ext cx="387681" cy="829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10504705">
              <a:off x="1661407" y="702723"/>
              <a:ext cx="348053" cy="2522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-10791021">
              <a:off x="-71040" y="1637517"/>
              <a:ext cx="241279" cy="300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5471015">
              <a:off x="84238" y="1774181"/>
              <a:ext cx="369907" cy="846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-10733055">
              <a:off x="1677755" y="384893"/>
              <a:ext cx="287007" cy="977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-10771932">
              <a:off x="1614515" y="1177852"/>
              <a:ext cx="409932" cy="666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-10754175">
              <a:off x="-90256" y="1409037"/>
              <a:ext cx="324009" cy="1037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5404566">
              <a:off x="1060085" y="43288"/>
              <a:ext cx="241913" cy="116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4678887">
              <a:off x="1014951" y="615335"/>
              <a:ext cx="307922" cy="546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9807969">
              <a:off x="220091" y="249995"/>
              <a:ext cx="266862" cy="2242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10622801">
              <a:off x="690374" y="1350700"/>
              <a:ext cx="256145" cy="813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5367832">
              <a:off x="11657" y="1804047"/>
              <a:ext cx="461768" cy="279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10729683">
              <a:off x="-110168" y="1414553"/>
              <a:ext cx="369358" cy="480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10700378">
              <a:off x="1641524" y="1655289"/>
              <a:ext cx="399507" cy="653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5335458">
              <a:off x="1562631" y="1757379"/>
              <a:ext cx="321532" cy="1346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-9216102">
              <a:off x="1472213" y="389671"/>
              <a:ext cx="645955" cy="4127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10676808">
              <a:off x="639284" y="611207"/>
              <a:ext cx="385396" cy="1239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-10487336">
              <a:off x="1110720" y="-69665"/>
              <a:ext cx="424998" cy="3755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4854376">
              <a:off x="1122191" y="1368613"/>
              <a:ext cx="425316" cy="3550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-8584660">
              <a:off x="770727" y="204237"/>
              <a:ext cx="600263" cy="3054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3535965">
              <a:off x="1211674" y="1601678"/>
              <a:ext cx="700375" cy="3706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5003732">
              <a:off x="675125" y="1443255"/>
              <a:ext cx="423235" cy="2231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-8486706">
              <a:off x="753116" y="212953"/>
              <a:ext cx="649032" cy="2938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8003620">
              <a:off x="780996" y="701395"/>
              <a:ext cx="673134" cy="2231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3702967">
              <a:off x="1232556" y="1598975"/>
              <a:ext cx="661079" cy="3792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-8325976">
              <a:off x="-214742" y="734434"/>
              <a:ext cx="719796" cy="2761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7953141">
              <a:off x="1211669" y="713255"/>
              <a:ext cx="651058" cy="2515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3045077">
              <a:off x="587510" y="947744"/>
              <a:ext cx="529197" cy="2826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-8677455">
              <a:off x="388365" y="641514"/>
              <a:ext cx="436940" cy="3429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7811425">
              <a:off x="1061220" y="372680"/>
              <a:ext cx="657671" cy="2446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2725530">
              <a:off x="509905" y="1439790"/>
              <a:ext cx="673928" cy="2780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5210994">
              <a:off x="768582" y="1244181"/>
              <a:ext cx="243277" cy="1216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6885818">
              <a:off x="1175899" y="243740"/>
              <a:ext cx="243983" cy="2162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4675307">
              <a:off x="1122401" y="1228116"/>
              <a:ext cx="256380" cy="1275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5627543">
              <a:off x="1645394" y="1672071"/>
              <a:ext cx="255361" cy="2259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5661898">
              <a:off x="1047827" y="1788525"/>
              <a:ext cx="350308" cy="915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5950360">
              <a:off x="147219" y="1721551"/>
              <a:ext cx="366482" cy="2016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10494812">
              <a:off x="1669765" y="224566"/>
              <a:ext cx="320875" cy="2494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3097253">
              <a:off x="753063" y="1612781"/>
              <a:ext cx="640147" cy="3997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5397081">
              <a:off x="229960" y="1772780"/>
              <a:ext cx="397381" cy="1006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7758634">
              <a:off x="1410140" y="56780"/>
              <a:ext cx="186182" cy="1701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5106667">
              <a:off x="898321" y="30595"/>
              <a:ext cx="539018" cy="398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-10259602">
              <a:off x="-116286" y="1407350"/>
              <a:ext cx="339580" cy="2432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5346746">
              <a:off x="1276256" y="16847"/>
              <a:ext cx="334867" cy="567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4897152">
              <a:off x="-25872" y="37868"/>
              <a:ext cx="442283" cy="808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-10563483">
              <a:off x="695813" y="240230"/>
              <a:ext cx="242736" cy="2385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7351820">
              <a:off x="1405786" y="1416857"/>
              <a:ext cx="266186" cy="2447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-8589957">
              <a:off x="1197828" y="1191618"/>
              <a:ext cx="245872" cy="2268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-10584694">
              <a:off x="-136979" y="115913"/>
              <a:ext cx="391536" cy="1242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-9354283">
              <a:off x="123658" y="220393"/>
              <a:ext cx="299453" cy="684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6886828">
              <a:off x="1175891" y="243748"/>
              <a:ext cx="243993" cy="2162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-10243053">
              <a:off x="1413668" y="468351"/>
              <a:ext cx="260928" cy="2518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10636770">
              <a:off x="935460" y="942075"/>
              <a:ext cx="267617" cy="2448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-10749430">
              <a:off x="-110256" y="1077779"/>
              <a:ext cx="355210" cy="1219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-8413192">
              <a:off x="-347701" y="1457985"/>
              <a:ext cx="813037" cy="1013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-10799868">
              <a:off x="229128" y="1864503"/>
              <a:ext cx="55527" cy="55525"/>
            </a:xfrm>
            <a:prstGeom prst="ellipse">
              <a:avLst/>
            </a:prstGeom>
            <a:gradFill>
              <a:gsLst>
                <a:gs pos="0">
                  <a:srgbClr val="FFFFFF">
                    <a:alpha val="18323"/>
                  </a:srgbClr>
                </a:gs>
                <a:gs pos="14286">
                  <a:srgbClr val="FFFFFF">
                    <a:alpha val="16975"/>
                  </a:srgbClr>
                </a:gs>
                <a:gs pos="28571">
                  <a:srgbClr val="FFFFFF">
                    <a:alpha val="13449"/>
                  </a:srgbClr>
                </a:gs>
                <a:gs pos="42857">
                  <a:srgbClr val="FFFFFF">
                    <a:alpha val="9039"/>
                  </a:srgbClr>
                </a:gs>
                <a:gs pos="57143">
                  <a:srgbClr val="FFFFFF">
                    <a:alpha val="5114"/>
                  </a:srgbClr>
                </a:gs>
                <a:gs pos="71429">
                  <a:srgbClr val="FFFFFF">
                    <a:alpha val="2427"/>
                  </a:srgbClr>
                </a:gs>
                <a:gs pos="85714">
                  <a:srgbClr val="FFFFFF">
                    <a:alpha val="967"/>
                  </a:srgbClr>
                </a:gs>
                <a:gs pos="100000">
                  <a:srgbClr val="FFFFFF">
                    <a:alpha val="3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10485911">
              <a:off x="1755772" y="218219"/>
              <a:ext cx="243643" cy="1145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10151333">
              <a:off x="1193190" y="1653933"/>
              <a:ext cx="261618" cy="1416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9844174">
              <a:off x="220378" y="241337"/>
              <a:ext cx="266110" cy="2321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5518618">
              <a:off x="134416" y="800374"/>
              <a:ext cx="271918" cy="933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5428506">
              <a:off x="1062576" y="320206"/>
              <a:ext cx="305118" cy="760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5194224">
              <a:off x="388590" y="524734"/>
              <a:ext cx="263256" cy="1104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-9381625">
              <a:off x="235972" y="1189326"/>
              <a:ext cx="234156" cy="2146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9097669">
              <a:off x="944085" y="1433010"/>
              <a:ext cx="240855" cy="2353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-8589609">
              <a:off x="1197815" y="1191622"/>
              <a:ext cx="245893" cy="2268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5537534">
              <a:off x="113137" y="1753002"/>
              <a:ext cx="373649" cy="1414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10642279">
              <a:off x="1648102" y="694152"/>
              <a:ext cx="383183" cy="1098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9624130">
              <a:off x="921236" y="76600"/>
              <a:ext cx="274653" cy="1533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7974180">
              <a:off x="1388943" y="1782396"/>
              <a:ext cx="775822" cy="1779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6931633">
              <a:off x="-50186" y="467338"/>
              <a:ext cx="534629" cy="741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10585376">
              <a:off x="-96120" y="941722"/>
              <a:ext cx="367238" cy="898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5669757">
              <a:off x="1048136" y="1785546"/>
              <a:ext cx="361963" cy="10420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10521865">
              <a:off x="-104296" y="949998"/>
              <a:ext cx="342744" cy="2306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5101283">
              <a:off x="1014197" y="1029820"/>
              <a:ext cx="290293" cy="773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-10571191">
              <a:off x="1426550" y="115393"/>
              <a:ext cx="249859" cy="1200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10408017">
              <a:off x="448300" y="95307"/>
              <a:ext cx="262540" cy="1506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3593337">
              <a:off x="905166" y="-30548"/>
              <a:ext cx="313086" cy="2198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7880124">
              <a:off x="219336" y="740745"/>
              <a:ext cx="265062" cy="2079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10173287">
              <a:off x="951695" y="934613"/>
              <a:ext cx="313349" cy="729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5241745">
              <a:off x="822701" y="-21897"/>
              <a:ext cx="358857" cy="1314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-9203434">
              <a:off x="1418363" y="958988"/>
              <a:ext cx="254190" cy="2470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10529163">
              <a:off x="935471" y="942077"/>
              <a:ext cx="267675" cy="2448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4394154">
              <a:off x="461443" y="469430"/>
              <a:ext cx="242027" cy="2193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5491169">
              <a:off x="473686" y="40681"/>
              <a:ext cx="433956" cy="558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3593385">
              <a:off x="1149384" y="724712"/>
              <a:ext cx="294995" cy="2049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6332642">
              <a:off x="656829" y="1700455"/>
              <a:ext cx="322757" cy="2410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5443586">
              <a:off x="476587" y="24669"/>
              <a:ext cx="364863" cy="1163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10750115">
              <a:off x="1637895" y="1177030"/>
              <a:ext cx="390206" cy="1147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-9545161">
              <a:off x="1520894" y="700181"/>
              <a:ext cx="377869" cy="574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9040288">
              <a:off x="1375982" y="455950"/>
              <a:ext cx="514320" cy="648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6731159">
              <a:off x="51253" y="992384"/>
              <a:ext cx="256534" cy="1131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5434051">
              <a:off x="628030" y="780346"/>
              <a:ext cx="253039" cy="1030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9204974">
              <a:off x="944268" y="1432825"/>
              <a:ext cx="240604" cy="2354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3585895">
              <a:off x="1149075" y="724832"/>
              <a:ext cx="295434" cy="2045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5570966">
              <a:off x="831761" y="1521004"/>
              <a:ext cx="281799" cy="711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-10557637">
              <a:off x="-56610" y="59422"/>
              <a:ext cx="307093" cy="1803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6567265">
              <a:off x="1479529" y="507439"/>
              <a:ext cx="317379" cy="556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5640991">
              <a:off x="1074069" y="1764576"/>
              <a:ext cx="348325" cy="1379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8988200">
              <a:off x="-79052" y="162488"/>
              <a:ext cx="635639" cy="1367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6875688">
              <a:off x="1175930" y="243669"/>
              <a:ext cx="243896" cy="2163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8828044">
              <a:off x="693373" y="241080"/>
              <a:ext cx="246653" cy="2349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-10245234">
              <a:off x="1413662" y="468343"/>
              <a:ext cx="260936" cy="2518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10158019">
              <a:off x="925678" y="464197"/>
              <a:ext cx="282714" cy="1769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-9814048">
              <a:off x="706261" y="1185082"/>
              <a:ext cx="230666" cy="2265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10662713">
              <a:off x="701068" y="837840"/>
              <a:ext cx="254978" cy="1181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5296426">
              <a:off x="1250834" y="313588"/>
              <a:ext cx="259783" cy="943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9620821">
              <a:off x="982151" y="464327"/>
              <a:ext cx="231339" cy="1741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5638397">
              <a:off x="72927" y="376952"/>
              <a:ext cx="335606" cy="303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-10757099">
              <a:off x="1661210" y="896190"/>
              <a:ext cx="398856" cy="618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9223438">
              <a:off x="1521876" y="1380036"/>
              <a:ext cx="346171" cy="526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-9329218">
              <a:off x="1419070" y="960682"/>
              <a:ext cx="251301" cy="2443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5038852">
              <a:off x="182311" y="1703956"/>
              <a:ext cx="353971" cy="2231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-10531388">
              <a:off x="1433572" y="59308"/>
              <a:ext cx="240061" cy="1712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9747510">
              <a:off x="26168" y="1417871"/>
              <a:ext cx="273811" cy="567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6731512">
              <a:off x="816719" y="159526"/>
              <a:ext cx="296313" cy="562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5805554">
              <a:off x="324913" y="1084676"/>
              <a:ext cx="319733" cy="375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5409860">
              <a:off x="1509358" y="1786087"/>
              <a:ext cx="387453" cy="999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5240035">
              <a:off x="331116" y="1039293"/>
              <a:ext cx="307657" cy="391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5601267">
              <a:off x="1193934" y="1820996"/>
              <a:ext cx="508730" cy="1010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5494664">
              <a:off x="1497873" y="555178"/>
              <a:ext cx="305914" cy="365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-10364526">
              <a:off x="1654827" y="1188586"/>
              <a:ext cx="343367" cy="2317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-10351261">
              <a:off x="1654648" y="1188672"/>
              <a:ext cx="342744" cy="2316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5028134">
              <a:off x="397352" y="-65278"/>
              <a:ext cx="354527" cy="2564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6264333">
              <a:off x="86780" y="385532"/>
              <a:ext cx="325831" cy="496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-9255731">
              <a:off x="1418604" y="960427"/>
              <a:ext cx="252187" cy="2447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5686991">
              <a:off x="304621" y="1244939"/>
              <a:ext cx="238123" cy="1063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10648114">
              <a:off x="1156761" y="441546"/>
              <a:ext cx="204387" cy="366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-9227111">
              <a:off x="1418879" y="960617"/>
              <a:ext cx="251552" cy="2444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10786773">
              <a:off x="473858" y="953142"/>
              <a:ext cx="236093" cy="2329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10786845">
              <a:off x="473858" y="953142"/>
              <a:ext cx="236093" cy="2329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5475026">
              <a:off x="1540223" y="1272023"/>
              <a:ext cx="283233" cy="564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5451254">
              <a:off x="244871" y="1786854"/>
              <a:ext cx="407602" cy="603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-9383300">
              <a:off x="235984" y="1189322"/>
              <a:ext cx="234143" cy="2146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-8589056">
              <a:off x="1197804" y="1191626"/>
              <a:ext cx="245910" cy="2268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7607024">
              <a:off x="1397779" y="1423985"/>
              <a:ext cx="274183" cy="2299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9765199">
              <a:off x="452090" y="457841"/>
              <a:ext cx="425558" cy="537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6227540">
              <a:off x="1400850" y="-61627"/>
              <a:ext cx="314500" cy="2375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7256539">
              <a:off x="1260420" y="701089"/>
              <a:ext cx="304523" cy="536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5193714">
              <a:off x="1524657" y="785971"/>
              <a:ext cx="319047" cy="648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5325717">
              <a:off x="1283353" y="382257"/>
              <a:ext cx="260370" cy="319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5343588">
              <a:off x="67407" y="568318"/>
              <a:ext cx="295905" cy="594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6386330">
              <a:off x="654497" y="1702097"/>
              <a:ext cx="324597" cy="2388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7055471">
              <a:off x="1128648" y="1720114"/>
              <a:ext cx="361023" cy="20797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4873107">
              <a:off x="1517019" y="1246154"/>
              <a:ext cx="323273" cy="505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-8145288">
              <a:off x="-203760" y="373983"/>
              <a:ext cx="845431" cy="1642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8147760">
              <a:off x="165319" y="251173"/>
              <a:ext cx="809414" cy="2340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6818262">
              <a:off x="1015001" y="508881"/>
              <a:ext cx="470050" cy="2113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-10652889">
              <a:off x="226597" y="1314005"/>
              <a:ext cx="248500" cy="1089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-8172901">
              <a:off x="102615" y="343702"/>
              <a:ext cx="571328" cy="882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8091624">
              <a:off x="683222" y="247862"/>
              <a:ext cx="263390" cy="2173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5337604">
              <a:off x="399357" y="1461585"/>
              <a:ext cx="171961" cy="430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9193230">
              <a:off x="785696" y="1613090"/>
              <a:ext cx="765331" cy="1206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3368693">
              <a:off x="-73777" y="1250840"/>
              <a:ext cx="492804" cy="1793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4273355">
              <a:off x="1188273" y="467196"/>
              <a:ext cx="481074" cy="527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10425808">
              <a:off x="1599777" y="1391826"/>
              <a:ext cx="298454" cy="353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-8950859">
              <a:off x="716474" y="722174"/>
              <a:ext cx="234146" cy="2259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5401738">
              <a:off x="-7178" y="-19003"/>
              <a:ext cx="330635" cy="1756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10794417">
              <a:off x="180810" y="703854"/>
              <a:ext cx="316049" cy="331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3978183">
              <a:off x="-15829" y="1664815"/>
              <a:ext cx="535022" cy="617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6227811">
              <a:off x="1400830" y="-61657"/>
              <a:ext cx="314547" cy="2375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5459406">
              <a:off x="1251307" y="783941"/>
              <a:ext cx="326779" cy="289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3498082">
              <a:off x="217598" y="900316"/>
              <a:ext cx="488054" cy="625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-10230343">
              <a:off x="-113256" y="1407787"/>
              <a:ext cx="336582" cy="2425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10310771">
              <a:off x="-69705" y="1253450"/>
              <a:ext cx="396479" cy="2067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5705770">
              <a:off x="151501" y="1320280"/>
              <a:ext cx="204680" cy="588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5338357">
              <a:off x="1489062" y="1499372"/>
              <a:ext cx="290318" cy="779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-10725773">
              <a:off x="1680356" y="1389648"/>
              <a:ext cx="371977" cy="408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5718485">
              <a:off x="1310150" y="-8482"/>
              <a:ext cx="338147" cy="1224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5307588">
              <a:off x="1278862" y="1036582"/>
              <a:ext cx="313402" cy="374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8062357">
              <a:off x="1141335" y="1224446"/>
              <a:ext cx="781089" cy="1779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-8123488">
              <a:off x="1168331" y="290664"/>
              <a:ext cx="823104" cy="1749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7068435">
              <a:off x="884186" y="1140365"/>
              <a:ext cx="341130" cy="3408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-8110010">
              <a:off x="804582" y="897523"/>
              <a:ext cx="820918" cy="1547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7938396">
              <a:off x="866916" y="518722"/>
              <a:ext cx="840884" cy="1952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10784526">
              <a:off x="-157491" y="205882"/>
              <a:ext cx="385643" cy="340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10291652">
              <a:off x="1662630" y="697266"/>
              <a:ext cx="343228" cy="2524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-10621137">
              <a:off x="449479" y="1145226"/>
              <a:ext cx="300062" cy="482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5338425">
              <a:off x="18213" y="22524"/>
              <a:ext cx="384040" cy="634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-9990039">
              <a:off x="934134" y="943722"/>
              <a:ext cx="268725" cy="2409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5208169">
              <a:off x="348577" y="540303"/>
              <a:ext cx="290507" cy="605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10671949">
              <a:off x="1401006" y="1550873"/>
              <a:ext cx="273996" cy="1241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10703570">
              <a:off x="473726" y="953161"/>
              <a:ext cx="236201" cy="2329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10483603">
              <a:off x="-104866" y="951138"/>
              <a:ext cx="343034" cy="23587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5818592">
              <a:off x="398763" y="-70132"/>
              <a:ext cx="357194" cy="2576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5420418">
              <a:off x="221314" y="1762921"/>
              <a:ext cx="390809" cy="12267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-10571190">
              <a:off x="1182616" y="395731"/>
              <a:ext cx="251717" cy="826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5277223">
              <a:off x="782329" y="355725"/>
              <a:ext cx="302169" cy="423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10048487">
              <a:off x="233829" y="1190561"/>
              <a:ext cx="233034" cy="2170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5791493">
              <a:off x="1037799" y="527867"/>
              <a:ext cx="267395" cy="459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6222569">
              <a:off x="989638" y="130165"/>
              <a:ext cx="424436" cy="833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7585560">
              <a:off x="346971" y="-8115"/>
              <a:ext cx="500425" cy="1637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2719476">
              <a:off x="1373854" y="1002610"/>
              <a:ext cx="359189" cy="1487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9835394">
              <a:off x="473329" y="953470"/>
              <a:ext cx="236953" cy="2320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8109596">
              <a:off x="-108260" y="1515512"/>
              <a:ext cx="801586" cy="1567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5796889">
              <a:off x="538103" y="1489653"/>
              <a:ext cx="292731" cy="692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5460698">
              <a:off x="226076" y="1806745"/>
              <a:ext cx="467830" cy="345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5064877">
              <a:off x="337639" y="1648934"/>
              <a:ext cx="500037" cy="3346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5361191">
              <a:off x="733903" y="1788399"/>
              <a:ext cx="366824" cy="817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5791799">
              <a:off x="1403531" y="-62610"/>
              <a:ext cx="307635" cy="2394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-10381688">
              <a:off x="1670176" y="224148"/>
              <a:ext cx="299724" cy="2451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10754692">
              <a:off x="200985" y="396537"/>
              <a:ext cx="298682" cy="841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2718094">
              <a:off x="236315" y="478882"/>
              <a:ext cx="575384" cy="824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-10681219">
              <a:off x="458412" y="195305"/>
              <a:ext cx="287758" cy="465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5328470">
              <a:off x="1047324" y="793467"/>
              <a:ext cx="310776" cy="515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5247696">
              <a:off x="975632" y="286026"/>
              <a:ext cx="350712" cy="1315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5544658">
              <a:off x="770180" y="300419"/>
              <a:ext cx="293887" cy="743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10770718">
              <a:off x="915819" y="1151771"/>
              <a:ext cx="320843" cy="414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3958391">
              <a:off x="313704" y="1351203"/>
              <a:ext cx="272411" cy="441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-10796617">
              <a:off x="181452" y="433062"/>
              <a:ext cx="339440" cy="468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8362356">
              <a:off x="703308" y="1188634"/>
              <a:ext cx="235119" cy="2205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7613091">
              <a:off x="-67551" y="-70536"/>
              <a:ext cx="339220" cy="2794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6051594">
              <a:off x="209838" y="1675919"/>
              <a:ext cx="298482" cy="2192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10746458">
              <a:off x="1373734" y="1623768"/>
              <a:ext cx="302588" cy="477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4980310">
              <a:off x="1489183" y="561102"/>
              <a:ext cx="280879" cy="882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6575965">
              <a:off x="816418" y="631159"/>
              <a:ext cx="299475" cy="527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9272342">
              <a:off x="1136761" y="1367150"/>
              <a:ext cx="211361" cy="5720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3123187">
              <a:off x="472062" y="695288"/>
              <a:ext cx="508164" cy="688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5369779">
              <a:off x="61314" y="1057445"/>
              <a:ext cx="313218" cy="470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-10427003">
              <a:off x="-197499" y="194298"/>
              <a:ext cx="548280" cy="401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8362076">
              <a:off x="703317" y="1188626"/>
              <a:ext cx="235100" cy="2205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8115621">
              <a:off x="941835" y="933294"/>
              <a:ext cx="826565" cy="1756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-10051886">
              <a:off x="55173" y="1635402"/>
              <a:ext cx="270298" cy="326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5598377">
              <a:off x="856069" y="1089640"/>
              <a:ext cx="213168" cy="478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10263674">
              <a:off x="717306" y="1181023"/>
              <a:ext cx="265048" cy="695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10777800">
              <a:off x="1627056" y="699229"/>
              <a:ext cx="362805" cy="546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9488829">
              <a:off x="233425" y="1191708"/>
              <a:ext cx="234601" cy="2144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-10486532">
              <a:off x="1084432" y="926776"/>
              <a:ext cx="394398" cy="914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9687133">
              <a:off x="-122515" y="1463394"/>
              <a:ext cx="343818" cy="2021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5480628">
              <a:off x="695463" y="-33449"/>
              <a:ext cx="452068" cy="1127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4366086">
              <a:off x="1058098" y="472544"/>
              <a:ext cx="399636" cy="2283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-10749721">
              <a:off x="1227359" y="1395976"/>
              <a:ext cx="257518" cy="342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-10670424">
              <a:off x="173040" y="224222"/>
              <a:ext cx="320509" cy="514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-10589957">
              <a:off x="1220454" y="438937"/>
              <a:ext cx="246226" cy="396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5034913">
              <a:off x="897249" y="-66813"/>
              <a:ext cx="332147" cy="2267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5342871">
              <a:off x="560201" y="1539926"/>
              <a:ext cx="271645" cy="420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-10761882">
              <a:off x="904205" y="938778"/>
              <a:ext cx="257492" cy="508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5341909">
              <a:off x="1110277" y="66543"/>
              <a:ext cx="247223" cy="1771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4671239">
              <a:off x="1037438" y="159616"/>
              <a:ext cx="270299" cy="389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2955066">
              <a:off x="665405" y="918238"/>
              <a:ext cx="344635" cy="3095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5621325">
              <a:off x="351408" y="753485"/>
              <a:ext cx="204789" cy="512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4261795">
              <a:off x="447944" y="333045"/>
              <a:ext cx="459276" cy="1303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2703608">
              <a:off x="563118" y="1124749"/>
              <a:ext cx="780254" cy="1459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-9486959">
              <a:off x="1364553" y="668124"/>
              <a:ext cx="232171" cy="1613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-10542721">
              <a:off x="930183" y="1625126"/>
              <a:ext cx="286468" cy="395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4676501">
              <a:off x="604894" y="265628"/>
              <a:ext cx="242005" cy="511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3212160">
              <a:off x="283172" y="218476"/>
              <a:ext cx="491202" cy="1903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-8167293">
              <a:off x="40242" y="123999"/>
              <a:ext cx="807744" cy="1679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5326616">
              <a:off x="70911" y="1505700"/>
              <a:ext cx="278197" cy="637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10475889">
              <a:off x="915449" y="1622760"/>
              <a:ext cx="207032" cy="4477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-10790266">
              <a:off x="663465" y="228367"/>
              <a:ext cx="272253" cy="282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10700982">
              <a:off x="452686" y="650429"/>
              <a:ext cx="285682" cy="654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10691077">
              <a:off x="-162403" y="1361328"/>
              <a:ext cx="430807" cy="838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-10735931">
              <a:off x="1395028" y="1590422"/>
              <a:ext cx="294569" cy="8377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10729136">
              <a:off x="1207132" y="1180069"/>
              <a:ext cx="280591" cy="322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5595987">
              <a:off x="555145" y="548841"/>
              <a:ext cx="280818" cy="401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5432011">
              <a:off x="38496" y="1233380"/>
              <a:ext cx="334917" cy="958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5416399">
              <a:off x="1214948" y="557413"/>
              <a:ext cx="368442" cy="897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2854410">
              <a:off x="416137" y="1480802"/>
              <a:ext cx="861777" cy="1860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10739602">
              <a:off x="50986" y="1630483"/>
              <a:ext cx="210034" cy="373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-10758274">
              <a:off x="687944" y="418200"/>
              <a:ext cx="280774" cy="630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5434921">
              <a:off x="777184" y="1788117"/>
              <a:ext cx="314608" cy="417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10617874">
              <a:off x="1164915" y="419298"/>
              <a:ext cx="257075" cy="593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-10422904">
              <a:off x="1121669" y="915489"/>
              <a:ext cx="277731" cy="1413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9949829">
              <a:off x="1072985" y="599618"/>
              <a:ext cx="419547" cy="1549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3217965">
              <a:off x="283252" y="219458"/>
              <a:ext cx="492662" cy="1918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8077169">
              <a:off x="155029" y="319566"/>
              <a:ext cx="801402" cy="1320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-10646647">
              <a:off x="-56882" y="667804"/>
              <a:ext cx="374212" cy="1862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4154408">
              <a:off x="1423523" y="1662118"/>
              <a:ext cx="499882" cy="556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10627206">
              <a:off x="1188241" y="1374981"/>
              <a:ext cx="269145" cy="557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-9942142">
              <a:off x="146037" y="1177707"/>
              <a:ext cx="294418" cy="491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5424992">
              <a:off x="569984" y="1288622"/>
              <a:ext cx="302730" cy="380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-10782309">
              <a:off x="444644" y="462101"/>
              <a:ext cx="299599" cy="514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8611427">
              <a:off x="718229" y="1167928"/>
              <a:ext cx="443280" cy="510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5085934">
              <a:off x="695618" y="1774942"/>
              <a:ext cx="337323" cy="1964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8141301">
              <a:off x="207325" y="1239828"/>
              <a:ext cx="779779" cy="1156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8685725">
              <a:off x="250055" y="673662"/>
              <a:ext cx="461677" cy="586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-10524964">
              <a:off x="1404157" y="1411569"/>
              <a:ext cx="274708" cy="820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7370040">
              <a:off x="1561319" y="1359822"/>
              <a:ext cx="244278" cy="575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-10541245">
              <a:off x="1656981" y="1187414"/>
              <a:ext cx="322890" cy="2326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9651214">
              <a:off x="908150" y="191329"/>
              <a:ext cx="566492" cy="792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-10421657">
              <a:off x="1367515" y="666761"/>
              <a:ext cx="270873" cy="1643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-9070033">
              <a:off x="394775" y="358593"/>
              <a:ext cx="481603" cy="1362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2739292">
              <a:off x="1143580" y="1598932"/>
              <a:ext cx="565991" cy="1358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2842567">
              <a:off x="493386" y="110081"/>
              <a:ext cx="842490" cy="1781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7779628">
              <a:off x="1553572" y="416725"/>
              <a:ext cx="261213" cy="583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4636095">
              <a:off x="1015168" y="50842"/>
              <a:ext cx="764349" cy="1115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5309875">
              <a:off x="1484732" y="1048007"/>
              <a:ext cx="315473" cy="625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-10774005">
              <a:off x="162975" y="1573241"/>
              <a:ext cx="380944" cy="1120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3857019">
              <a:off x="1140636" y="1397843"/>
              <a:ext cx="343998" cy="3269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2720110">
              <a:off x="327558" y="893789"/>
              <a:ext cx="801589" cy="1370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-10771818">
              <a:off x="-19627" y="679831"/>
              <a:ext cx="284861" cy="363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6570009">
              <a:off x="1147855" y="1717240"/>
              <a:ext cx="320359" cy="2258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10756467">
              <a:off x="-125747" y="941675"/>
              <a:ext cx="432498" cy="347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10759658">
              <a:off x="677632" y="451192"/>
              <a:ext cx="343768" cy="927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5733852">
              <a:off x="1566433" y="369593"/>
              <a:ext cx="228476" cy="497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8086238">
              <a:off x="176523" y="825894"/>
              <a:ext cx="710653" cy="1198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-10457031">
              <a:off x="347598" y="1382261"/>
              <a:ext cx="141063" cy="470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9511053">
              <a:off x="-15243" y="218114"/>
              <a:ext cx="377838" cy="768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10717600">
              <a:off x="431459" y="678942"/>
              <a:ext cx="323466" cy="364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10279045">
              <a:off x="-143703" y="64267"/>
              <a:ext cx="388785" cy="1744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8004409">
              <a:off x="1092481" y="798464"/>
              <a:ext cx="788322" cy="1721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5480392">
              <a:off x="1287578" y="93973"/>
              <a:ext cx="296128" cy="349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8120747">
              <a:off x="909072" y="182425"/>
              <a:ext cx="559807" cy="973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9969206">
              <a:off x="1662459" y="698407"/>
              <a:ext cx="341505" cy="2495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-9830149">
              <a:off x="432770" y="670297"/>
              <a:ext cx="341951" cy="3168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-10784468">
              <a:off x="1414033" y="941643"/>
              <a:ext cx="298089" cy="360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9086695">
              <a:off x="-3268" y="1125238"/>
              <a:ext cx="519473" cy="916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5488452">
              <a:off x="39514" y="298312"/>
              <a:ext cx="342196" cy="792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5597196">
              <a:off x="804983" y="296954"/>
              <a:ext cx="258781" cy="393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9747941">
              <a:off x="1087433" y="444858"/>
              <a:ext cx="547971" cy="1031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5377892">
              <a:off x="1530207" y="320444"/>
              <a:ext cx="286093" cy="333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5519661">
              <a:off x="810378" y="107442"/>
              <a:ext cx="296905" cy="340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5975372">
              <a:off x="28608" y="285523"/>
              <a:ext cx="359387" cy="832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5306942">
              <a:off x="560666" y="117143"/>
              <a:ext cx="267359" cy="459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8117281">
              <a:off x="467703" y="922517"/>
              <a:ext cx="877183" cy="1371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10720346">
              <a:off x="432746" y="1158624"/>
              <a:ext cx="218174" cy="332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7345286">
              <a:off x="-38484" y="1132414"/>
              <a:ext cx="545660" cy="953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-10666145">
              <a:off x="-160149" y="1153405"/>
              <a:ext cx="408379" cy="1146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10768360">
              <a:off x="703735" y="1653248"/>
              <a:ext cx="280173" cy="502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5381833">
              <a:off x="301223" y="318264"/>
              <a:ext cx="306913" cy="522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9520635">
              <a:off x="459214" y="1411990"/>
              <a:ext cx="421260" cy="539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-8606369">
              <a:off x="187441" y="899760"/>
              <a:ext cx="331219" cy="3260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-8764747">
              <a:off x="971642" y="438538"/>
              <a:ext cx="528057" cy="1317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5477873">
              <a:off x="1026258" y="1038764"/>
              <a:ext cx="359567" cy="735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8119244">
              <a:off x="545706" y="861717"/>
              <a:ext cx="840140" cy="1408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8500062">
              <a:off x="1542898" y="1372202"/>
              <a:ext cx="496988" cy="3175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7308647">
              <a:off x="1395496" y="1598540"/>
              <a:ext cx="545222" cy="1144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-10620161">
              <a:off x="-162348" y="205157"/>
              <a:ext cx="456521" cy="1417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5271001">
              <a:off x="67629" y="1020418"/>
              <a:ext cx="397992" cy="1127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-10766196">
              <a:off x="428024" y="1627477"/>
              <a:ext cx="321184" cy="419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5856134">
              <a:off x="1189204" y="515653"/>
              <a:ext cx="374557" cy="1558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-10799359">
              <a:off x="180372" y="1121299"/>
              <a:ext cx="342390" cy="829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-10572751">
              <a:off x="743127" y="1385740"/>
              <a:ext cx="239958" cy="455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6046195">
              <a:off x="1458202" y="744614"/>
              <a:ext cx="360804" cy="821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-10713382">
              <a:off x="1650305" y="1299884"/>
              <a:ext cx="374914" cy="1321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9414581">
              <a:off x="158385" y="921192"/>
              <a:ext cx="535198" cy="925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10755196">
              <a:off x="747797" y="1180528"/>
              <a:ext cx="235115" cy="319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-10758455">
              <a:off x="1161937" y="1655323"/>
              <a:ext cx="299210" cy="382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5407246">
              <a:off x="815364" y="60577"/>
              <a:ext cx="312847" cy="623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6659343">
              <a:off x="7724" y="614939"/>
              <a:ext cx="489871" cy="1099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2705238">
              <a:off x="646869" y="727663"/>
              <a:ext cx="786720" cy="1473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5232952">
              <a:off x="736054" y="514891"/>
              <a:ext cx="344449" cy="1484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-10766186">
              <a:off x="-99999" y="398067"/>
              <a:ext cx="382916" cy="1005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5298905">
              <a:off x="1026531" y="540428"/>
              <a:ext cx="363832" cy="834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-10735762">
              <a:off x="-115030" y="1141732"/>
              <a:ext cx="415562" cy="1920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5585295">
              <a:off x="553533" y="584606"/>
              <a:ext cx="353494" cy="718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-9421274">
              <a:off x="790053" y="1627820"/>
              <a:ext cx="410476" cy="1147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7397606">
              <a:off x="28616" y="223749"/>
              <a:ext cx="367478" cy="796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-10301844">
              <a:off x="662096" y="106434"/>
              <a:ext cx="331287" cy="1607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5391695">
              <a:off x="1051702" y="335904"/>
              <a:ext cx="292695" cy="369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5433966">
              <a:off x="82115" y="1507269"/>
              <a:ext cx="277012" cy="400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10737171">
              <a:off x="164715" y="1579570"/>
              <a:ext cx="376522" cy="1043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8112312">
              <a:off x="697886" y="1286243"/>
              <a:ext cx="633231" cy="1432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-10735577">
              <a:off x="912346" y="198769"/>
              <a:ext cx="299342" cy="404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8526765">
              <a:off x="795014" y="1396380"/>
              <a:ext cx="245816" cy="1044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5168401">
              <a:off x="196283" y="1742601"/>
              <a:ext cx="337609" cy="2176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5255099">
              <a:off x="795483" y="1297744"/>
              <a:ext cx="276211" cy="382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5690779">
              <a:off x="903709" y="-66120"/>
              <a:ext cx="321013" cy="2251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-8103671">
              <a:off x="-36565" y="1550789"/>
              <a:ext cx="935003" cy="1408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5423493">
              <a:off x="270498" y="535661"/>
              <a:ext cx="333633" cy="1099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8120214">
              <a:off x="654017" y="772543"/>
              <a:ext cx="794259" cy="1513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5092433">
              <a:off x="40307" y="337296"/>
              <a:ext cx="343720" cy="760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-10738737">
              <a:off x="1398618" y="1354048"/>
              <a:ext cx="336676" cy="886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10799371">
              <a:off x="-87314" y="213698"/>
              <a:ext cx="359915" cy="896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-10718168">
              <a:off x="1382531" y="464871"/>
              <a:ext cx="292646" cy="376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5264043">
              <a:off x="1076861" y="1740472"/>
              <a:ext cx="254981" cy="488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5336390">
              <a:off x="997250" y="1801405"/>
              <a:ext cx="397028" cy="299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-10756636">
              <a:off x="901604" y="1418805"/>
              <a:ext cx="293776" cy="316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10697998">
              <a:off x="1579807" y="1551229"/>
              <a:ext cx="469025" cy="1461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10660735">
              <a:off x="1377250" y="1301810"/>
              <a:ext cx="352596" cy="1486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4974775">
              <a:off x="1078663" y="-92580"/>
              <a:ext cx="453189" cy="3227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-10691040">
              <a:off x="1644369" y="1113166"/>
              <a:ext cx="368727" cy="1018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5487760">
              <a:off x="329622" y="327384"/>
              <a:ext cx="328921" cy="788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-8168013">
              <a:off x="1271640" y="917066"/>
              <a:ext cx="867394" cy="1443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5343281">
              <a:off x="1451625" y="63411"/>
              <a:ext cx="393186" cy="448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-8488307">
              <a:off x="1304965" y="1155265"/>
              <a:ext cx="260512" cy="751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4060035">
              <a:off x="220670" y="1166348"/>
              <a:ext cx="517664" cy="924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5443886">
              <a:off x="791187" y="1800760"/>
              <a:ext cx="364380" cy="894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-10323998">
              <a:off x="218133" y="164211"/>
              <a:ext cx="348701" cy="934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10765212">
              <a:off x="911372" y="1641512"/>
              <a:ext cx="274186" cy="248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-8592701">
              <a:off x="40095" y="401160"/>
              <a:ext cx="327958" cy="1037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5724092">
              <a:off x="1532058" y="509291"/>
              <a:ext cx="348860" cy="1612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5472209">
              <a:off x="1528094" y="1047937"/>
              <a:ext cx="318289" cy="867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8385915">
              <a:off x="467813" y="1136866"/>
              <a:ext cx="503942" cy="829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-8100212">
              <a:off x="459372" y="510310"/>
              <a:ext cx="741021" cy="1578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-8982399">
              <a:off x="432785" y="173637"/>
              <a:ext cx="447156" cy="621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5389035">
              <a:off x="187234" y="-793"/>
              <a:ext cx="492453" cy="1470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-10718842">
              <a:off x="1587898" y="1504822"/>
              <a:ext cx="477805" cy="2038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-10781718">
              <a:off x="-160971" y="1140523"/>
              <a:ext cx="460461" cy="1953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9824121">
              <a:off x="939460" y="679950"/>
              <a:ext cx="402223" cy="997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-10757168">
              <a:off x="1642566" y="645966"/>
              <a:ext cx="363410" cy="82974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5440822">
              <a:off x="1525622" y="1037935"/>
              <a:ext cx="322892" cy="868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10762878">
              <a:off x="1383418" y="207329"/>
              <a:ext cx="316361" cy="311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10792217">
              <a:off x="1385007" y="1364560"/>
              <a:ext cx="331864" cy="752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5439978">
              <a:off x="567362" y="808106"/>
              <a:ext cx="307679" cy="347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-10755793">
              <a:off x="645443" y="1407308"/>
              <a:ext cx="331007" cy="793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10799389">
              <a:off x="1378264" y="1641427"/>
              <a:ext cx="336002" cy="868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5338123">
              <a:off x="1472745" y="796779"/>
              <a:ext cx="333067" cy="811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5888128">
              <a:off x="1486616" y="1220727"/>
              <a:ext cx="310757" cy="768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-8913356">
              <a:off x="835901" y="203320"/>
              <a:ext cx="263321" cy="903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-10794295">
              <a:off x="1381293" y="371437"/>
              <a:ext cx="329441" cy="1237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4945573">
              <a:off x="1328841" y="1648625"/>
              <a:ext cx="452605" cy="3475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5399059">
              <a:off x="189063" y="-1141"/>
              <a:ext cx="487743" cy="1488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8071971">
              <a:off x="-39877" y="1618510"/>
              <a:ext cx="522871" cy="1128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-10759395">
              <a:off x="-152582" y="320126"/>
              <a:ext cx="358873" cy="1984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5466014">
              <a:off x="761984" y="1007327"/>
              <a:ext cx="326305" cy="941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10589769">
              <a:off x="1432550" y="1167356"/>
              <a:ext cx="306729" cy="842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5544367">
              <a:off x="1275894" y="770310"/>
              <a:ext cx="364191" cy="1155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5436615">
              <a:off x="1067203" y="1315784"/>
              <a:ext cx="258946" cy="316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10236756">
              <a:off x="-169878" y="1137518"/>
              <a:ext cx="464702" cy="3376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-10770137">
              <a:off x="416303" y="1168474"/>
              <a:ext cx="322847" cy="808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8717575">
              <a:off x="-196922" y="-89153"/>
              <a:ext cx="494525" cy="2741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10588423">
              <a:off x="1585518" y="424403"/>
              <a:ext cx="467305" cy="3380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2852978">
              <a:off x="1393255" y="413631"/>
              <a:ext cx="517284" cy="917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10764717">
              <a:off x="412578" y="1330807"/>
              <a:ext cx="351176" cy="1166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10386940">
              <a:off x="1124642" y="1064525"/>
              <a:ext cx="378391" cy="1496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5209650">
              <a:off x="1059097" y="-68413"/>
              <a:ext cx="356526" cy="1889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2911728">
              <a:off x="1550370" y="917265"/>
              <a:ext cx="253669" cy="945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5368407">
              <a:off x="523239" y="1266655"/>
              <a:ext cx="318815" cy="904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5442308">
              <a:off x="1288898" y="1252699"/>
              <a:ext cx="323326" cy="911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5417539">
              <a:off x="1290244" y="1248780"/>
              <a:ext cx="320438" cy="905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-8100299">
              <a:off x="459573" y="509464"/>
              <a:ext cx="739081" cy="1580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5471576">
              <a:off x="816251" y="1262030"/>
              <a:ext cx="243043" cy="290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7355161">
              <a:off x="566217" y="659522"/>
              <a:ext cx="311294" cy="629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5405250">
              <a:off x="526978" y="1263885"/>
              <a:ext cx="315617" cy="840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10236424">
              <a:off x="-169868" y="1137493"/>
              <a:ext cx="464696" cy="3376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8108013">
              <a:off x="1146253" y="313812"/>
              <a:ext cx="742246" cy="1310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5114541">
              <a:off x="93050" y="-50554"/>
              <a:ext cx="346495" cy="1706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5370573">
              <a:off x="764489" y="540238"/>
              <a:ext cx="324486" cy="923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5084196">
              <a:off x="136566" y="-86151"/>
              <a:ext cx="420501" cy="3448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10789358">
              <a:off x="1645527" y="923743"/>
              <a:ext cx="332627" cy="890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9971268">
              <a:off x="499677" y="217126"/>
              <a:ext cx="300257" cy="737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4508122">
              <a:off x="578188" y="1441555"/>
              <a:ext cx="307225" cy="843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10755759">
              <a:off x="-16016" y="692704"/>
              <a:ext cx="317583" cy="778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2789013">
              <a:off x="-42154" y="959196"/>
              <a:ext cx="735268" cy="1583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9837798">
              <a:off x="493948" y="1172704"/>
              <a:ext cx="304036" cy="717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5220784">
              <a:off x="1521057" y="-20645"/>
              <a:ext cx="422438" cy="1989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5436988">
              <a:off x="286296" y="67999"/>
              <a:ext cx="322745" cy="1004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5368092">
              <a:off x="520354" y="1757436"/>
              <a:ext cx="328769" cy="887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4910360">
              <a:off x="1077475" y="-92183"/>
              <a:ext cx="454246" cy="3221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10773753">
              <a:off x="-174876" y="1640176"/>
              <a:ext cx="490402" cy="1124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-9989035">
              <a:off x="981013" y="880529"/>
              <a:ext cx="298291" cy="908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2722924">
              <a:off x="-143995" y="702015"/>
              <a:ext cx="801750" cy="616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8102479">
              <a:off x="24422" y="239461"/>
              <a:ext cx="823355" cy="598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-8105514">
              <a:off x="1015752" y="449479"/>
              <a:ext cx="830519" cy="583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8123031">
              <a:off x="544161" y="698940"/>
              <a:ext cx="776553" cy="538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3844790">
              <a:off x="1173191" y="929914"/>
              <a:ext cx="507905" cy="4867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8099304">
              <a:off x="1075048" y="1300456"/>
              <a:ext cx="799270" cy="1503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8106428">
              <a:off x="103546" y="1606746"/>
              <a:ext cx="776514" cy="683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8124358">
              <a:off x="1224294" y="1417570"/>
              <a:ext cx="824601" cy="676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7701972">
              <a:off x="589987" y="192555"/>
              <a:ext cx="256289" cy="609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-9805668">
              <a:off x="1571351" y="921243"/>
              <a:ext cx="305544" cy="983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8290498">
              <a:off x="-170654" y="-75088"/>
              <a:ext cx="457167" cy="2499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-8717728">
              <a:off x="71452" y="1377591"/>
              <a:ext cx="283225" cy="651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3635464">
              <a:off x="809080" y="1649207"/>
              <a:ext cx="311133" cy="940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5436581">
              <a:off x="102622" y="1510440"/>
              <a:ext cx="306247" cy="774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5455416">
              <a:off x="772069" y="1479439"/>
              <a:ext cx="307061" cy="771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-9223926">
              <a:off x="405633" y="1154350"/>
              <a:ext cx="344476" cy="3036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9803946">
              <a:off x="1580787" y="1120450"/>
              <a:ext cx="284340" cy="861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7678157">
              <a:off x="62293" y="697479"/>
              <a:ext cx="306402" cy="741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8091010">
              <a:off x="1224914" y="951068"/>
              <a:ext cx="815912" cy="514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9262150">
              <a:off x="-28773" y="919182"/>
              <a:ext cx="526546" cy="584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9350591">
              <a:off x="459731" y="928294"/>
              <a:ext cx="493154" cy="428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-9429661">
              <a:off x="1183468" y="924107"/>
              <a:ext cx="484691" cy="508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5373564">
              <a:off x="1000294" y="1768432"/>
              <a:ext cx="323088" cy="821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7887151">
              <a:off x="1312175" y="439074"/>
              <a:ext cx="233134" cy="54950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7998975">
              <a:off x="893797" y="208869"/>
              <a:ext cx="322038" cy="2990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5518634">
              <a:off x="646532" y="14572"/>
              <a:ext cx="533038" cy="1134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3050640">
              <a:off x="466823" y="20059"/>
              <a:ext cx="730702" cy="1725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2702721">
              <a:off x="532528" y="1379198"/>
              <a:ext cx="788696" cy="496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-8147083">
              <a:off x="1121301" y="1397619"/>
              <a:ext cx="614764" cy="612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5204523">
              <a:off x="779993" y="309099"/>
              <a:ext cx="241914" cy="1062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8091716">
              <a:off x="519910" y="1641619"/>
              <a:ext cx="841025" cy="535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8104179">
              <a:off x="533936" y="225297"/>
              <a:ext cx="787431" cy="558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6049529">
              <a:off x="127402" y="-94116"/>
              <a:ext cx="440759" cy="3399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2713805">
              <a:off x="566750" y="955277"/>
              <a:ext cx="835367" cy="563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-10479788">
              <a:off x="429774" y="673876"/>
              <a:ext cx="327907" cy="3137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3251881">
              <a:off x="1160341" y="1397554"/>
              <a:ext cx="333917" cy="3121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-8987950">
              <a:off x="1145455" y="914154"/>
              <a:ext cx="351210" cy="3112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8097431">
              <a:off x="792186" y="912862"/>
              <a:ext cx="795112" cy="628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8095209">
              <a:off x="269037" y="448429"/>
              <a:ext cx="867919" cy="567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5289696">
              <a:off x="820722" y="1038883"/>
              <a:ext cx="287303" cy="480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6070379">
              <a:off x="127577" y="-94091"/>
              <a:ext cx="440707" cy="3399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8107818">
              <a:off x="824112" y="432822"/>
              <a:ext cx="742365" cy="572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-8102902">
              <a:off x="794626" y="723597"/>
              <a:ext cx="867362" cy="584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5445723">
              <a:off x="811195" y="571749"/>
              <a:ext cx="297551" cy="370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8106016">
              <a:off x="246444" y="1425613"/>
              <a:ext cx="860215" cy="631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10772777">
              <a:off x="1184844" y="1654190"/>
              <a:ext cx="264429" cy="685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5882571">
              <a:off x="1410154" y="1413872"/>
              <a:ext cx="502131" cy="341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6820200">
              <a:off x="1137652" y="138027"/>
              <a:ext cx="636685" cy="439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9774006">
              <a:off x="1583276" y="403475"/>
              <a:ext cx="472911" cy="3363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7862767">
              <a:off x="633765" y="1426092"/>
              <a:ext cx="372721" cy="2670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8104089">
              <a:off x="363024" y="604935"/>
              <a:ext cx="800002" cy="1062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8123785">
              <a:off x="155600" y="342356"/>
              <a:ext cx="790214" cy="1014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10290967">
              <a:off x="717363" y="230056"/>
              <a:ext cx="257363" cy="531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5399219">
              <a:off x="101110" y="810462"/>
              <a:ext cx="294250" cy="456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-9697158">
              <a:off x="-162232" y="905236"/>
              <a:ext cx="767524" cy="783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9831555">
              <a:off x="1185682" y="683715"/>
              <a:ext cx="492917" cy="457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4158082">
              <a:off x="1183227" y="1411068"/>
              <a:ext cx="490145" cy="467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4449923">
              <a:off x="179988" y="439008"/>
              <a:ext cx="326620" cy="3063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10618559">
              <a:off x="942275" y="1418597"/>
              <a:ext cx="271750" cy="558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5672875">
              <a:off x="1320341" y="1048275"/>
              <a:ext cx="260680" cy="713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5606289">
              <a:off x="1313642" y="1522610"/>
              <a:ext cx="271682" cy="712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5183765">
              <a:off x="799177" y="1278738"/>
              <a:ext cx="241536" cy="647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10783926">
              <a:off x="460770" y="1588978"/>
              <a:ext cx="262088" cy="813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-10663372">
              <a:off x="1160834" y="701079"/>
              <a:ext cx="243185" cy="519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5834954">
              <a:off x="318567" y="1256595"/>
              <a:ext cx="243892" cy="689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8644386">
              <a:off x="1102098" y="1376862"/>
              <a:ext cx="663244" cy="81058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9582848">
              <a:off x="1082113" y="914172"/>
              <a:ext cx="670423" cy="724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-10669670">
              <a:off x="949959" y="1585074"/>
              <a:ext cx="241727" cy="797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4847381">
              <a:off x="1485738" y="548075"/>
              <a:ext cx="270172" cy="10213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10583615">
              <a:off x="238938" y="702731"/>
              <a:ext cx="255813" cy="612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5415696">
              <a:off x="604812" y="799782"/>
              <a:ext cx="257619" cy="616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5462553">
              <a:off x="322275" y="1273190"/>
              <a:ext cx="276165" cy="330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-10580986">
              <a:off x="699369" y="1652658"/>
              <a:ext cx="252794" cy="836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10731060">
              <a:off x="1620501" y="920923"/>
              <a:ext cx="361382" cy="322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2710553">
              <a:off x="-172179" y="1639494"/>
              <a:ext cx="817015" cy="492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-10612694">
              <a:off x="1615228" y="916181"/>
              <a:ext cx="433224" cy="3227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4203934">
              <a:off x="854378" y="915358"/>
              <a:ext cx="666697" cy="733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5386251">
              <a:off x="811075" y="1259967"/>
              <a:ext cx="329445" cy="888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2710441">
              <a:off x="1198367" y="1292832"/>
              <a:ext cx="786511" cy="1169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-8189434">
              <a:off x="899011" y="679224"/>
              <a:ext cx="328852" cy="2962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10720428">
              <a:off x="-49027" y="463664"/>
              <a:ext cx="310748" cy="505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5456458">
              <a:off x="1333053" y="1647758"/>
              <a:ext cx="443552" cy="3474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-10612485">
              <a:off x="1615227" y="916186"/>
              <a:ext cx="433233" cy="3227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-8107591">
              <a:off x="85239" y="675466"/>
              <a:ext cx="797003" cy="934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-8100784">
              <a:off x="949431" y="588285"/>
              <a:ext cx="821777" cy="1186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-10587593">
              <a:off x="1668854" y="1322637"/>
              <a:ext cx="338806" cy="1109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10666479">
              <a:off x="1630593" y="433841"/>
              <a:ext cx="345488" cy="441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-10725590">
              <a:off x="1587211" y="1180452"/>
              <a:ext cx="469765" cy="349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-10718699">
              <a:off x="1624679" y="1656462"/>
              <a:ext cx="339305" cy="385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8099894">
              <a:off x="509763" y="444427"/>
              <a:ext cx="826585" cy="1035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2730496">
              <a:off x="68273" y="1611425"/>
              <a:ext cx="798563" cy="943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8119972">
              <a:off x="1250586" y="1140840"/>
              <a:ext cx="813443" cy="983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8172246">
              <a:off x="1269354" y="640595"/>
              <a:ext cx="812828" cy="1089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5478785">
              <a:off x="284667" y="51478"/>
              <a:ext cx="401964" cy="416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6337231">
              <a:off x="799604" y="1710129"/>
              <a:ext cx="215857" cy="850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5347882">
              <a:off x="1487012" y="1803665"/>
              <a:ext cx="385368" cy="503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4129000">
              <a:off x="1308324" y="1368032"/>
              <a:ext cx="699088" cy="865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4971819">
              <a:off x="590879" y="517058"/>
              <a:ext cx="331335" cy="1455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-10764524">
              <a:off x="423136" y="389781"/>
              <a:ext cx="336836" cy="1033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-10721244">
              <a:off x="-126224" y="1150606"/>
              <a:ext cx="399344" cy="419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-10627427">
              <a:off x="1674985" y="343508"/>
              <a:ext cx="312781" cy="1387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-8561025">
              <a:off x="-149815" y="1623899"/>
              <a:ext cx="443064" cy="3928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5722286">
              <a:off x="369461" y="1672423"/>
              <a:ext cx="440510" cy="3244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5688399">
              <a:off x="605346" y="-94050"/>
              <a:ext cx="436513" cy="3080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2711060">
              <a:off x="228041" y="1316411"/>
              <a:ext cx="845634" cy="973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6220231">
              <a:off x="688299" y="446915"/>
              <a:ext cx="325645" cy="2839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-10795969">
              <a:off x="180781" y="621014"/>
              <a:ext cx="329297" cy="1091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5676268">
              <a:off x="856751" y="1681076"/>
              <a:ext cx="419066" cy="3057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5733096">
              <a:off x="1074919" y="992344"/>
              <a:ext cx="325906" cy="1638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5348725">
              <a:off x="273688" y="1487708"/>
              <a:ext cx="327768" cy="1117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4605878">
              <a:off x="535804" y="75796"/>
              <a:ext cx="764603" cy="735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5419199">
              <a:off x="1054468" y="1485406"/>
              <a:ext cx="332685" cy="1106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-10615570">
              <a:off x="889650" y="1169709"/>
              <a:ext cx="347212" cy="812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5238507">
              <a:off x="1221045" y="1753190"/>
              <a:ext cx="483514" cy="1308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5875955">
              <a:off x="1340172" y="1185018"/>
              <a:ext cx="305715" cy="2026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5421630">
              <a:off x="1054354" y="1485573"/>
              <a:ext cx="332714" cy="1103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10436806">
              <a:off x="-100285" y="615016"/>
              <a:ext cx="322680" cy="10237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8117150">
              <a:off x="1200760" y="197325"/>
              <a:ext cx="897213" cy="994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5676753">
              <a:off x="856756" y="1681062"/>
              <a:ext cx="419057" cy="3057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5688483">
              <a:off x="605344" y="-94046"/>
              <a:ext cx="436515" cy="3080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5241536">
              <a:off x="14456" y="37207"/>
              <a:ext cx="402104" cy="507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8348724">
              <a:off x="-277208" y="583113"/>
              <a:ext cx="684630" cy="705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-10614675">
              <a:off x="-156297" y="193816"/>
              <a:ext cx="446649" cy="3195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5436954">
              <a:off x="36588" y="31490"/>
              <a:ext cx="458645" cy="1104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10784385">
              <a:off x="1578980" y="1395795"/>
              <a:ext cx="484444" cy="1341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5490127">
              <a:off x="-34516" y="1769233"/>
              <a:ext cx="468683" cy="1103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10764935">
              <a:off x="1589958" y="144418"/>
              <a:ext cx="465810" cy="1109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3608441">
              <a:off x="1614683" y="-134561"/>
              <a:ext cx="439678" cy="4116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-10748194">
              <a:off x="-179055" y="688015"/>
              <a:ext cx="475506" cy="1088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-8528450">
              <a:off x="-152093" y="1624401"/>
              <a:ext cx="446587" cy="3963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10742286">
              <a:off x="1600627" y="923034"/>
              <a:ext cx="469486" cy="1278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5454105">
              <a:off x="1465339" y="24912"/>
              <a:ext cx="454541" cy="978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5456237">
              <a:off x="1465142" y="25051"/>
              <a:ext cx="454749" cy="97561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10773859">
              <a:off x="1584457" y="609782"/>
              <a:ext cx="474781" cy="1249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-10798499">
              <a:off x="1583026" y="448328"/>
              <a:ext cx="483412" cy="1095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5676695">
              <a:off x="856754" y="1681056"/>
              <a:ext cx="419061" cy="3057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5675831">
              <a:off x="856433" y="1681348"/>
              <a:ext cx="419678" cy="3057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5536048">
              <a:off x="662185" y="1720947"/>
              <a:ext cx="309471" cy="2173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5837222">
              <a:off x="367423" y="1673624"/>
              <a:ext cx="440844" cy="3208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2759157">
              <a:off x="-398246" y="1709731"/>
              <a:ext cx="980168" cy="2624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-8436157">
              <a:off x="-152691" y="1625175"/>
              <a:ext cx="446481" cy="3954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8246128">
              <a:off x="1545884" y="1710721"/>
              <a:ext cx="653472" cy="2258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6019382">
              <a:off x="1320802" y="1656236"/>
              <a:ext cx="443812" cy="3275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6020992">
              <a:off x="1320932" y="1656176"/>
              <a:ext cx="443552" cy="3275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5721704">
              <a:off x="863768" y="1673832"/>
              <a:ext cx="406315" cy="3039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5920580">
              <a:off x="371053" y="1669248"/>
              <a:ext cx="433451" cy="3198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6470429">
              <a:off x="383781" y="1653994"/>
              <a:ext cx="407781" cy="3115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-8350676">
              <a:off x="-145346" y="1623895"/>
              <a:ext cx="439695" cy="3958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-8689392">
              <a:off x="-149736" y="1622554"/>
              <a:ext cx="444194" cy="3903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-10716551">
              <a:off x="1598094" y="1375856"/>
              <a:ext cx="454195" cy="3262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3108127">
              <a:off x="1146697" y="1400722"/>
              <a:ext cx="327297" cy="2837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-10728265">
              <a:off x="1598083" y="1375692"/>
              <a:ext cx="453977" cy="3261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-10723013">
              <a:off x="1596813" y="1375009"/>
              <a:ext cx="453190" cy="3280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3106639">
              <a:off x="1146708" y="1400688"/>
              <a:ext cx="327270" cy="2838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8060538">
              <a:off x="638776" y="1422084"/>
              <a:ext cx="366494" cy="2560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8061452">
              <a:off x="638383" y="1422386"/>
              <a:ext cx="367244" cy="2554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7124533">
              <a:off x="195680" y="1392293"/>
              <a:ext cx="313898" cy="3029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7134591">
              <a:off x="195652" y="1392299"/>
              <a:ext cx="313957" cy="3028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-8288098">
              <a:off x="1380786" y="1149376"/>
              <a:ext cx="338276" cy="2885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7913396">
              <a:off x="922210" y="1158970"/>
              <a:ext cx="294617" cy="2904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8009969">
              <a:off x="922076" y="1158950"/>
              <a:ext cx="294776" cy="2904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9103412">
              <a:off x="432558" y="1152516"/>
              <a:ext cx="312830" cy="3069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9900355">
              <a:off x="-125938" y="1155221"/>
              <a:ext cx="421370" cy="3158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10187683">
              <a:off x="-169659" y="1155627"/>
              <a:ext cx="463987" cy="3187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-8286855">
              <a:off x="1380780" y="1149381"/>
              <a:ext cx="338293" cy="2885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Splat 1345"/>
            <p:cNvSpPr>
              <a:spLocks noGrp="1"/>
            </p:cNvSpPr>
            <p:nvPr/>
          </p:nvSpPr>
          <p:spPr>
            <a:xfrm rot="9153678">
              <a:off x="432563" y="1152478"/>
              <a:ext cx="312841" cy="3070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Splat 1346"/>
            <p:cNvSpPr>
              <a:spLocks noGrp="1"/>
            </p:cNvSpPr>
            <p:nvPr/>
          </p:nvSpPr>
          <p:spPr>
            <a:xfrm rot="10642588">
              <a:off x="1615227" y="910654"/>
              <a:ext cx="432438" cy="3113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Splat 1347"/>
            <p:cNvSpPr>
              <a:spLocks noGrp="1"/>
            </p:cNvSpPr>
            <p:nvPr/>
          </p:nvSpPr>
          <p:spPr>
            <a:xfrm rot="10562887">
              <a:off x="1151390" y="912338"/>
              <a:ext cx="322462" cy="3172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Splat 1348"/>
            <p:cNvSpPr>
              <a:spLocks noGrp="1"/>
            </p:cNvSpPr>
            <p:nvPr/>
          </p:nvSpPr>
          <p:spPr>
            <a:xfrm rot="4538156">
              <a:off x="669846" y="914435"/>
              <a:ext cx="308462" cy="3054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Splat 1349"/>
            <p:cNvSpPr>
              <a:spLocks noGrp="1"/>
            </p:cNvSpPr>
            <p:nvPr/>
          </p:nvSpPr>
          <p:spPr>
            <a:xfrm rot="4443996">
              <a:off x="669808" y="914486"/>
              <a:ext cx="308399" cy="3054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Splat 1350"/>
            <p:cNvSpPr>
              <a:spLocks noGrp="1"/>
            </p:cNvSpPr>
            <p:nvPr/>
          </p:nvSpPr>
          <p:spPr>
            <a:xfrm rot="8759250">
              <a:off x="187114" y="909525"/>
              <a:ext cx="334862" cy="3143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Splat 1351"/>
            <p:cNvSpPr>
              <a:spLocks noGrp="1"/>
            </p:cNvSpPr>
            <p:nvPr/>
          </p:nvSpPr>
          <p:spPr>
            <a:xfrm rot="10642741">
              <a:off x="1615236" y="910671"/>
              <a:ext cx="432104" cy="3112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Splat 1352"/>
            <p:cNvSpPr>
              <a:spLocks noGrp="1"/>
            </p:cNvSpPr>
            <p:nvPr/>
          </p:nvSpPr>
          <p:spPr>
            <a:xfrm rot="10783213">
              <a:off x="1151416" y="912293"/>
              <a:ext cx="322414" cy="3172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Splat 1353"/>
            <p:cNvSpPr>
              <a:spLocks noGrp="1"/>
            </p:cNvSpPr>
            <p:nvPr/>
          </p:nvSpPr>
          <p:spPr>
            <a:xfrm rot="4510946">
              <a:off x="669777" y="914611"/>
              <a:ext cx="308237" cy="305274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Splat 1354"/>
            <p:cNvSpPr>
              <a:spLocks noGrp="1"/>
            </p:cNvSpPr>
            <p:nvPr/>
          </p:nvSpPr>
          <p:spPr>
            <a:xfrm rot="8750438">
              <a:off x="187113" y="909475"/>
              <a:ext cx="334851" cy="3143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Splat 1355"/>
            <p:cNvSpPr>
              <a:spLocks noGrp="1"/>
            </p:cNvSpPr>
            <p:nvPr/>
          </p:nvSpPr>
          <p:spPr>
            <a:xfrm rot="2945178">
              <a:off x="1381398" y="679871"/>
              <a:ext cx="330940" cy="2955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Splat 1356"/>
            <p:cNvSpPr>
              <a:spLocks noGrp="1"/>
            </p:cNvSpPr>
            <p:nvPr/>
          </p:nvSpPr>
          <p:spPr>
            <a:xfrm rot="10447528">
              <a:off x="-152203" y="681258"/>
              <a:ext cx="438439" cy="3088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Splat 1357"/>
            <p:cNvSpPr>
              <a:spLocks noGrp="1"/>
            </p:cNvSpPr>
            <p:nvPr/>
          </p:nvSpPr>
          <p:spPr>
            <a:xfrm rot="10471953">
              <a:off x="-165060" y="680952"/>
              <a:ext cx="450652" cy="3096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Splat 1358"/>
            <p:cNvSpPr>
              <a:spLocks noGrp="1"/>
            </p:cNvSpPr>
            <p:nvPr/>
          </p:nvSpPr>
          <p:spPr>
            <a:xfrm rot="2944819">
              <a:off x="1381445" y="679609"/>
              <a:ext cx="330652" cy="2959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Splat 1359"/>
            <p:cNvSpPr>
              <a:spLocks noGrp="1"/>
            </p:cNvSpPr>
            <p:nvPr/>
          </p:nvSpPr>
          <p:spPr>
            <a:xfrm rot="-8189508">
              <a:off x="899013" y="679220"/>
              <a:ext cx="328855" cy="2962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Splat 1360"/>
            <p:cNvSpPr>
              <a:spLocks noGrp="1"/>
            </p:cNvSpPr>
            <p:nvPr/>
          </p:nvSpPr>
          <p:spPr>
            <a:xfrm rot="-8189600">
              <a:off x="899008" y="679213"/>
              <a:ext cx="328874" cy="2962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Splat 1361"/>
            <p:cNvSpPr>
              <a:spLocks noGrp="1"/>
            </p:cNvSpPr>
            <p:nvPr/>
          </p:nvSpPr>
          <p:spPr>
            <a:xfrm rot="-10705274">
              <a:off x="428714" y="674124"/>
              <a:ext cx="317821" cy="3135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Splat 1362"/>
            <p:cNvSpPr>
              <a:spLocks noGrp="1"/>
            </p:cNvSpPr>
            <p:nvPr/>
          </p:nvSpPr>
          <p:spPr>
            <a:xfrm rot="10398716">
              <a:off x="-135428" y="681707"/>
              <a:ext cx="422947" cy="3075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Splat 1363"/>
            <p:cNvSpPr>
              <a:spLocks noGrp="1"/>
            </p:cNvSpPr>
            <p:nvPr/>
          </p:nvSpPr>
          <p:spPr>
            <a:xfrm rot="10472428">
              <a:off x="-164930" y="680931"/>
              <a:ext cx="450493" cy="3096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Splat 1364"/>
            <p:cNvSpPr>
              <a:spLocks noGrp="1"/>
            </p:cNvSpPr>
            <p:nvPr/>
          </p:nvSpPr>
          <p:spPr>
            <a:xfrm rot="10539646">
              <a:off x="1606585" y="430190"/>
              <a:ext cx="436723" cy="3194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Splat 1365"/>
            <p:cNvSpPr>
              <a:spLocks noGrp="1"/>
            </p:cNvSpPr>
            <p:nvPr/>
          </p:nvSpPr>
          <p:spPr>
            <a:xfrm rot="10381667">
              <a:off x="1604356" y="431249"/>
              <a:ext cx="406234" cy="3180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Splat 1366"/>
            <p:cNvSpPr>
              <a:spLocks noGrp="1"/>
            </p:cNvSpPr>
            <p:nvPr/>
          </p:nvSpPr>
          <p:spPr>
            <a:xfrm rot="2729049">
              <a:off x="1130746" y="454778"/>
              <a:ext cx="355449" cy="2882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Splat 1367"/>
            <p:cNvSpPr>
              <a:spLocks noGrp="1"/>
            </p:cNvSpPr>
            <p:nvPr/>
          </p:nvSpPr>
          <p:spPr>
            <a:xfrm rot="2729024">
              <a:off x="1130694" y="454773"/>
              <a:ext cx="355506" cy="2882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Splat 1368"/>
            <p:cNvSpPr>
              <a:spLocks noGrp="1"/>
            </p:cNvSpPr>
            <p:nvPr/>
          </p:nvSpPr>
          <p:spPr>
            <a:xfrm rot="6488779">
              <a:off x="664307" y="436803"/>
              <a:ext cx="326457" cy="3065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Splat 1369"/>
            <p:cNvSpPr>
              <a:spLocks noGrp="1"/>
            </p:cNvSpPr>
            <p:nvPr/>
          </p:nvSpPr>
          <p:spPr>
            <a:xfrm rot="6488377">
              <a:off x="664309" y="436805"/>
              <a:ext cx="326451" cy="3065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Splat 1370"/>
            <p:cNvSpPr>
              <a:spLocks noGrp="1"/>
            </p:cNvSpPr>
            <p:nvPr/>
          </p:nvSpPr>
          <p:spPr>
            <a:xfrm rot="7266678">
              <a:off x="184432" y="434708"/>
              <a:ext cx="316407" cy="3022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Splat 1371"/>
            <p:cNvSpPr>
              <a:spLocks noGrp="1"/>
            </p:cNvSpPr>
            <p:nvPr/>
          </p:nvSpPr>
          <p:spPr>
            <a:xfrm rot="7266969">
              <a:off x="184433" y="434709"/>
              <a:ext cx="316410" cy="3022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Splat 1372"/>
            <p:cNvSpPr>
              <a:spLocks noGrp="1"/>
            </p:cNvSpPr>
            <p:nvPr/>
          </p:nvSpPr>
          <p:spPr>
            <a:xfrm rot="10426429">
              <a:off x="1605264" y="427914"/>
              <a:ext cx="466456" cy="3189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Splat 1373"/>
            <p:cNvSpPr>
              <a:spLocks noGrp="1"/>
            </p:cNvSpPr>
            <p:nvPr/>
          </p:nvSpPr>
          <p:spPr>
            <a:xfrm rot="-8350665">
              <a:off x="1384788" y="198975"/>
              <a:ext cx="327606" cy="2982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Splat 1374"/>
            <p:cNvSpPr>
              <a:spLocks noGrp="1"/>
            </p:cNvSpPr>
            <p:nvPr/>
          </p:nvSpPr>
          <p:spPr>
            <a:xfrm rot="7774902">
              <a:off x="894594" y="220512"/>
              <a:ext cx="330986" cy="2743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Splat 1375"/>
            <p:cNvSpPr>
              <a:spLocks noGrp="1"/>
            </p:cNvSpPr>
            <p:nvPr/>
          </p:nvSpPr>
          <p:spPr>
            <a:xfrm rot="7774011">
              <a:off x="894594" y="220525"/>
              <a:ext cx="330972" cy="2743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Splat 1376"/>
            <p:cNvSpPr>
              <a:spLocks noGrp="1"/>
            </p:cNvSpPr>
            <p:nvPr/>
          </p:nvSpPr>
          <p:spPr>
            <a:xfrm rot="2816124">
              <a:off x="428614" y="198618"/>
              <a:ext cx="337793" cy="2955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Splat 1377"/>
            <p:cNvSpPr>
              <a:spLocks noGrp="1"/>
            </p:cNvSpPr>
            <p:nvPr/>
          </p:nvSpPr>
          <p:spPr>
            <a:xfrm rot="-10648271">
              <a:off x="-127397" y="194864"/>
              <a:ext cx="418805" cy="3186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Splat 1378"/>
            <p:cNvSpPr>
              <a:spLocks noGrp="1"/>
            </p:cNvSpPr>
            <p:nvPr/>
          </p:nvSpPr>
          <p:spPr>
            <a:xfrm rot="-10614888">
              <a:off x="-156379" y="193834"/>
              <a:ext cx="446737" cy="3195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Splat 1379"/>
            <p:cNvSpPr>
              <a:spLocks noGrp="1"/>
            </p:cNvSpPr>
            <p:nvPr/>
          </p:nvSpPr>
          <p:spPr>
            <a:xfrm rot="7762182">
              <a:off x="894575" y="220664"/>
              <a:ext cx="330805" cy="2741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Splat 1380"/>
            <p:cNvSpPr>
              <a:spLocks noGrp="1"/>
            </p:cNvSpPr>
            <p:nvPr/>
          </p:nvSpPr>
          <p:spPr>
            <a:xfrm rot="2816798">
              <a:off x="428597" y="198608"/>
              <a:ext cx="337817" cy="2955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Splat 1381"/>
            <p:cNvSpPr>
              <a:spLocks noGrp="1"/>
            </p:cNvSpPr>
            <p:nvPr/>
          </p:nvSpPr>
          <p:spPr>
            <a:xfrm rot="-10615643">
              <a:off x="-156318" y="193847"/>
              <a:ext cx="446669" cy="3194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Splat 1382"/>
            <p:cNvSpPr>
              <a:spLocks noGrp="1"/>
            </p:cNvSpPr>
            <p:nvPr/>
          </p:nvSpPr>
          <p:spPr>
            <a:xfrm rot="-8145387">
              <a:off x="1417909" y="-27967"/>
              <a:ext cx="881743" cy="2695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Splat 1383"/>
            <p:cNvSpPr>
              <a:spLocks noGrp="1"/>
            </p:cNvSpPr>
            <p:nvPr/>
          </p:nvSpPr>
          <p:spPr>
            <a:xfrm rot="4080081">
              <a:off x="1608151" y="-125979"/>
              <a:ext cx="433157" cy="3978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Splat 1384"/>
            <p:cNvSpPr>
              <a:spLocks noGrp="1"/>
            </p:cNvSpPr>
            <p:nvPr/>
          </p:nvSpPr>
          <p:spPr>
            <a:xfrm rot="5401363">
              <a:off x="1079372" y="-93666"/>
              <a:ext cx="450534" cy="3202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Splat 1385"/>
            <p:cNvSpPr>
              <a:spLocks noGrp="1"/>
            </p:cNvSpPr>
            <p:nvPr/>
          </p:nvSpPr>
          <p:spPr>
            <a:xfrm rot="5696404">
              <a:off x="607891" y="-90869"/>
              <a:ext cx="431090" cy="3077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Splat 1386"/>
            <p:cNvSpPr>
              <a:spLocks noGrp="1"/>
            </p:cNvSpPr>
            <p:nvPr/>
          </p:nvSpPr>
          <p:spPr>
            <a:xfrm rot="6182805">
              <a:off x="133200" y="-71276"/>
              <a:ext cx="429111" cy="3041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Splat 1387"/>
            <p:cNvSpPr>
              <a:spLocks noGrp="1"/>
            </p:cNvSpPr>
            <p:nvPr/>
          </p:nvSpPr>
          <p:spPr>
            <a:xfrm rot="3471106">
              <a:off x="1615103" y="-135598"/>
              <a:ext cx="441483" cy="4132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Splat 1388"/>
            <p:cNvSpPr>
              <a:spLocks noGrp="1"/>
            </p:cNvSpPr>
            <p:nvPr/>
          </p:nvSpPr>
          <p:spPr>
            <a:xfrm rot="2888100">
              <a:off x="1437010" y="-96968"/>
              <a:ext cx="743430" cy="2965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Splat 1389"/>
            <p:cNvSpPr>
              <a:spLocks noGrp="1"/>
            </p:cNvSpPr>
            <p:nvPr/>
          </p:nvSpPr>
          <p:spPr>
            <a:xfrm rot="5412428">
              <a:off x="1078906" y="-94256"/>
              <a:ext cx="451642" cy="3203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Splat 1390"/>
            <p:cNvSpPr>
              <a:spLocks noGrp="1"/>
            </p:cNvSpPr>
            <p:nvPr/>
          </p:nvSpPr>
          <p:spPr>
            <a:xfrm rot="5373884">
              <a:off x="1078690" y="-94071"/>
              <a:ext cx="451329" cy="3202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Splat 1391"/>
            <p:cNvSpPr>
              <a:spLocks noGrp="1"/>
            </p:cNvSpPr>
            <p:nvPr/>
          </p:nvSpPr>
          <p:spPr>
            <a:xfrm rot="5688668">
              <a:off x="605340" y="-94047"/>
              <a:ext cx="436526" cy="3080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Splat 1392"/>
            <p:cNvSpPr>
              <a:spLocks noGrp="1"/>
            </p:cNvSpPr>
            <p:nvPr/>
          </p:nvSpPr>
          <p:spPr>
            <a:xfrm rot="6181591">
              <a:off x="133180" y="-71308"/>
              <a:ext cx="429158" cy="3041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Splat 1393"/>
            <p:cNvSpPr>
              <a:spLocks noGrp="1"/>
            </p:cNvSpPr>
            <p:nvPr/>
          </p:nvSpPr>
          <p:spPr>
            <a:xfrm rot="6181778">
              <a:off x="133174" y="-71322"/>
              <a:ext cx="429174" cy="3041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Splat 1394"/>
            <p:cNvSpPr>
              <a:spLocks noGrp="1"/>
            </p:cNvSpPr>
            <p:nvPr/>
          </p:nvSpPr>
          <p:spPr>
            <a:xfrm rot="8163871">
              <a:off x="-137670" y="-84957"/>
              <a:ext cx="363173" cy="2637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2026-08-02T14:59:19Z</dcterms:created>
  <dcterms:modified xsi:type="dcterms:W3CDTF">2026-08-02T14:59:19Z</dcterms:modified>
</cp:coreProperties>
</file>