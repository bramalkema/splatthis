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3657600" cy="3657600" type="custom"/>
  <p:notesSz cx="6858000" cy="9144000"/>
  <p:defaultTextStyle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heme" Target="theme/theme1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Slide Background"/>
        <p:cNvGrpSpPr/>
        <p:nvPr/>
      </p:nvGrpSpPr>
      <p:grpSpPr>
        <a:xfrm>
          <a:off x="0" y="0"/>
          <a:ext cx="3657600" cy="3657600"/>
          <a:chOff x="0" y="0"/>
          <a:chExt cx="3657600" cy="3657600"/>
        </a:xfrm>
      </p:grpSpPr>
      <p:grpSp>
        <p:nvGrpSpPr>
          <p:cNvPr id="2" name="Splat Group"/>
          <p:cNvGrpSpPr/>
          <p:nvPr/>
        </p:nvGrpSpPr>
        <p:grpSpPr>
          <a:xfrm>
            <a:off x="0" y="0"/>
            <a:ext cx="3657600" cy="3657600"/>
            <a:chOff x="0" y="0"/>
            <a:chExt cx="3657600" cy="3657600"/>
          </a:xfrm>
        </p:grpSpPr>
        <p:sp>
          <p:nvSpPr>
            <p:cNvPr id="3" name="Splat Background"/>
            <p:cNvSpPr>
              <a:spLocks noGrp="1"/>
            </p:cNvSpPr>
            <p:nvPr/>
          </p:nvSpPr>
          <p:spPr>
            <a:xfrm>
              <a:off x="0" y="0"/>
              <a:ext cx="3657600" cy="3657600"/>
            </a:xfrm>
            <a:prstGeom prst="rect">
              <a:avLst/>
            </a:prstGeom>
            <a:solidFill>
              <a:srgbClr val="A4A4A4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Splat 4"/>
            <p:cNvSpPr>
              <a:spLocks noGrp="1"/>
            </p:cNvSpPr>
            <p:nvPr/>
          </p:nvSpPr>
          <p:spPr>
            <a:xfrm rot="7357796">
              <a:off x="333058" y="1300578"/>
              <a:ext cx="23816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4686"/>
                  </a:srgbClr>
                </a:gs>
                <a:gs pos="14286">
                  <a:srgbClr val="FFFFFF">
                    <a:alpha val="22939"/>
                  </a:srgbClr>
                </a:gs>
                <a:gs pos="28571">
                  <a:srgbClr val="FFFFFF">
                    <a:alpha val="18317"/>
                  </a:srgbClr>
                </a:gs>
                <a:gs pos="42857">
                  <a:srgbClr val="FFFFFF">
                    <a:alpha val="12428"/>
                  </a:srgbClr>
                </a:gs>
                <a:gs pos="57143">
                  <a:srgbClr val="FFFFFF">
                    <a:alpha val="7089"/>
                  </a:srgbClr>
                </a:gs>
                <a:gs pos="71429">
                  <a:srgbClr val="FFFFFF">
                    <a:alpha val="3383"/>
                  </a:srgbClr>
                </a:gs>
                <a:gs pos="85714">
                  <a:srgbClr val="FFFFFF">
                    <a:alpha val="1352"/>
                  </a:srgbClr>
                </a:gs>
                <a:gs pos="100000">
                  <a:srgbClr val="FFFFFF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Splat 5"/>
            <p:cNvSpPr>
              <a:spLocks noGrp="1"/>
            </p:cNvSpPr>
            <p:nvPr/>
          </p:nvSpPr>
          <p:spPr>
            <a:xfrm rot="5375502">
              <a:off x="2086260" y="2475309"/>
              <a:ext cx="23446" cy="6668"/>
            </a:xfrm>
            <a:prstGeom prst="ellipse">
              <a:avLst/>
            </a:prstGeom>
            <a:gradFill>
              <a:gsLst>
                <a:gs pos="0">
                  <a:srgbClr val="FEFEFE">
                    <a:alpha val="24748"/>
                  </a:srgbClr>
                </a:gs>
                <a:gs pos="14286">
                  <a:srgbClr val="FEFEFE">
                    <a:alpha val="22997"/>
                  </a:srgbClr>
                </a:gs>
                <a:gs pos="28571">
                  <a:srgbClr val="FEFEFE">
                    <a:alpha val="18365"/>
                  </a:srgbClr>
                </a:gs>
                <a:gs pos="42857">
                  <a:srgbClr val="FEFEFE">
                    <a:alpha val="12461"/>
                  </a:srgbClr>
                </a:gs>
                <a:gs pos="57143">
                  <a:srgbClr val="FEFEFE">
                    <a:alpha val="7109"/>
                  </a:srgbClr>
                </a:gs>
                <a:gs pos="71429">
                  <a:srgbClr val="FEFEFE">
                    <a:alpha val="3393"/>
                  </a:srgbClr>
                </a:gs>
                <a:gs pos="85714">
                  <a:srgbClr val="FEFEFE">
                    <a:alpha val="1356"/>
                  </a:srgbClr>
                </a:gs>
                <a:gs pos="100000">
                  <a:srgbClr val="FEFEFE">
                    <a:alpha val="4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" name="Splat 6"/>
            <p:cNvSpPr>
              <a:spLocks noGrp="1"/>
            </p:cNvSpPr>
            <p:nvPr/>
          </p:nvSpPr>
          <p:spPr>
            <a:xfrm rot="6311008">
              <a:off x="2042321" y="2370039"/>
              <a:ext cx="16580" cy="6668"/>
            </a:xfrm>
            <a:prstGeom prst="ellipse">
              <a:avLst/>
            </a:prstGeom>
            <a:gradFill>
              <a:gsLst>
                <a:gs pos="0">
                  <a:srgbClr val="FFFFFF">
                    <a:alpha val="25024"/>
                  </a:srgbClr>
                </a:gs>
                <a:gs pos="14286">
                  <a:srgbClr val="FFFFFF">
                    <a:alpha val="23257"/>
                  </a:srgbClr>
                </a:gs>
                <a:gs pos="28571">
                  <a:srgbClr val="FFFFFF">
                    <a:alpha val="18578"/>
                  </a:srgbClr>
                </a:gs>
                <a:gs pos="42857">
                  <a:srgbClr val="FFFFFF">
                    <a:alpha val="12612"/>
                  </a:srgbClr>
                </a:gs>
                <a:gs pos="57143">
                  <a:srgbClr val="FFFFFF">
                    <a:alpha val="7198"/>
                  </a:srgbClr>
                </a:gs>
                <a:gs pos="71429">
                  <a:srgbClr val="FFFFFF">
                    <a:alpha val="3436"/>
                  </a:srgbClr>
                </a:gs>
                <a:gs pos="85714">
                  <a:srgbClr val="FFFFFF">
                    <a:alpha val="1373"/>
                  </a:srgbClr>
                </a:gs>
                <a:gs pos="100000">
                  <a:srgbClr val="FFFFFF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Splat 7"/>
            <p:cNvSpPr>
              <a:spLocks noGrp="1"/>
            </p:cNvSpPr>
            <p:nvPr/>
          </p:nvSpPr>
          <p:spPr>
            <a:xfrm rot="3423577">
              <a:off x="1799756" y="1761469"/>
              <a:ext cx="411619" cy="91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Splat 8"/>
            <p:cNvSpPr>
              <a:spLocks noGrp="1"/>
            </p:cNvSpPr>
            <p:nvPr/>
          </p:nvSpPr>
          <p:spPr>
            <a:xfrm rot="5171164">
              <a:off x="1603919" y="2435154"/>
              <a:ext cx="592089" cy="587352"/>
            </a:xfrm>
            <a:prstGeom prst="ellipse">
              <a:avLst/>
            </a:prstGeom>
            <a:gradFill>
              <a:gsLst>
                <a:gs pos="0">
                  <a:srgbClr val="8C8C8B">
                    <a:alpha val="6363"/>
                  </a:srgbClr>
                </a:gs>
                <a:gs pos="14286">
                  <a:srgbClr val="8C8C8B">
                    <a:alpha val="5864"/>
                  </a:srgbClr>
                </a:gs>
                <a:gs pos="28571">
                  <a:srgbClr val="8C8C8B">
                    <a:alpha val="4584"/>
                  </a:srgbClr>
                </a:gs>
                <a:gs pos="42857">
                  <a:srgbClr val="8C8C8B">
                    <a:alpha val="3031"/>
                  </a:srgbClr>
                </a:gs>
                <a:gs pos="57143">
                  <a:srgbClr val="8C8C8B">
                    <a:alpha val="1691"/>
                  </a:srgbClr>
                </a:gs>
                <a:gs pos="71429">
                  <a:srgbClr val="8C8C8B">
                    <a:alpha val="795"/>
                  </a:srgbClr>
                </a:gs>
                <a:gs pos="85714">
                  <a:srgbClr val="8C8C8B">
                    <a:alpha val="315"/>
                  </a:srgbClr>
                </a:gs>
                <a:gs pos="100000">
                  <a:srgbClr val="8C8C8B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Splat 9"/>
            <p:cNvSpPr>
              <a:spLocks noGrp="1"/>
            </p:cNvSpPr>
            <p:nvPr/>
          </p:nvSpPr>
          <p:spPr>
            <a:xfrm rot="3699491">
              <a:off x="2064223" y="2878863"/>
              <a:ext cx="900395" cy="146395"/>
            </a:xfrm>
            <a:prstGeom prst="ellipse">
              <a:avLst/>
            </a:prstGeom>
            <a:gradFill>
              <a:gsLst>
                <a:gs pos="0">
                  <a:srgbClr val="7D7D7C">
                    <a:alpha val="32028"/>
                  </a:srgbClr>
                </a:gs>
                <a:gs pos="14286">
                  <a:srgbClr val="7D7D7C">
                    <a:alpha val="29872"/>
                  </a:srgbClr>
                </a:gs>
                <a:gs pos="28571">
                  <a:srgbClr val="7D7D7C">
                    <a:alpha val="24082"/>
                  </a:srgbClr>
                </a:gs>
                <a:gs pos="42857">
                  <a:srgbClr val="7D7D7C">
                    <a:alpha val="16533"/>
                  </a:srgbClr>
                </a:gs>
                <a:gs pos="57143">
                  <a:srgbClr val="7D7D7C">
                    <a:alpha val="9529"/>
                  </a:srgbClr>
                </a:gs>
                <a:gs pos="71429">
                  <a:srgbClr val="7D7D7C">
                    <a:alpha val="4579"/>
                  </a:srgbClr>
                </a:gs>
                <a:gs pos="85714">
                  <a:srgbClr val="7D7D7C">
                    <a:alpha val="1836"/>
                  </a:srgbClr>
                </a:gs>
                <a:gs pos="100000">
                  <a:srgbClr val="7D7D7C">
                    <a:alpha val="6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Splat 10"/>
            <p:cNvSpPr>
              <a:spLocks noGrp="1"/>
            </p:cNvSpPr>
            <p:nvPr/>
          </p:nvSpPr>
          <p:spPr>
            <a:xfrm rot="3690014">
              <a:off x="1815030" y="2460629"/>
              <a:ext cx="962294" cy="137161"/>
            </a:xfrm>
            <a:prstGeom prst="ellipse">
              <a:avLst/>
            </a:prstGeom>
            <a:gradFill>
              <a:gsLst>
                <a:gs pos="0">
                  <a:srgbClr val="000208">
                    <a:alpha val="32968"/>
                  </a:srgbClr>
                </a:gs>
                <a:gs pos="14286">
                  <a:srgbClr val="000208">
                    <a:alpha val="30764"/>
                  </a:srgbClr>
                </a:gs>
                <a:gs pos="28571">
                  <a:srgbClr val="000208">
                    <a:alpha val="24833"/>
                  </a:srgbClr>
                </a:gs>
                <a:gs pos="42857">
                  <a:srgbClr val="000208">
                    <a:alpha val="17075"/>
                  </a:srgbClr>
                </a:gs>
                <a:gs pos="57143">
                  <a:srgbClr val="000208">
                    <a:alpha val="9855"/>
                  </a:srgbClr>
                </a:gs>
                <a:gs pos="71429">
                  <a:srgbClr val="000208">
                    <a:alpha val="4740"/>
                  </a:srgbClr>
                </a:gs>
                <a:gs pos="85714">
                  <a:srgbClr val="000208">
                    <a:alpha val="1902"/>
                  </a:srgbClr>
                </a:gs>
                <a:gs pos="100000">
                  <a:srgbClr val="0002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Splat 11"/>
            <p:cNvSpPr>
              <a:spLocks noGrp="1"/>
            </p:cNvSpPr>
            <p:nvPr/>
          </p:nvSpPr>
          <p:spPr>
            <a:xfrm rot="6322272">
              <a:off x="1372865" y="3168403"/>
              <a:ext cx="866182" cy="165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Splat 12"/>
            <p:cNvSpPr>
              <a:spLocks noGrp="1"/>
            </p:cNvSpPr>
            <p:nvPr/>
          </p:nvSpPr>
          <p:spPr>
            <a:xfrm rot="3480061">
              <a:off x="1809459" y="1812112"/>
              <a:ext cx="425997" cy="683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Splat 13"/>
            <p:cNvSpPr>
              <a:spLocks noGrp="1"/>
            </p:cNvSpPr>
            <p:nvPr/>
          </p:nvSpPr>
          <p:spPr>
            <a:xfrm rot="-8170963">
              <a:off x="2019452" y="2783236"/>
              <a:ext cx="921934" cy="217547"/>
            </a:xfrm>
            <a:prstGeom prst="ellipse">
              <a:avLst/>
            </a:prstGeom>
            <a:gradFill>
              <a:gsLst>
                <a:gs pos="0">
                  <a:srgbClr val="818180">
                    <a:alpha val="14461"/>
                  </a:srgbClr>
                </a:gs>
                <a:gs pos="14286">
                  <a:srgbClr val="818180">
                    <a:alpha val="13373"/>
                  </a:srgbClr>
                </a:gs>
                <a:gs pos="28571">
                  <a:srgbClr val="818180">
                    <a:alpha val="10548"/>
                  </a:srgbClr>
                </a:gs>
                <a:gs pos="42857">
                  <a:srgbClr val="818180">
                    <a:alpha val="7050"/>
                  </a:srgbClr>
                </a:gs>
                <a:gs pos="57143">
                  <a:srgbClr val="818180">
                    <a:alpha val="3970"/>
                  </a:srgbClr>
                </a:gs>
                <a:gs pos="71429">
                  <a:srgbClr val="818180">
                    <a:alpha val="1878"/>
                  </a:srgbClr>
                </a:gs>
                <a:gs pos="85714">
                  <a:srgbClr val="818180">
                    <a:alpha val="747"/>
                  </a:srgbClr>
                </a:gs>
                <a:gs pos="100000">
                  <a:srgbClr val="818180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Splat 14"/>
            <p:cNvSpPr>
              <a:spLocks noGrp="1"/>
            </p:cNvSpPr>
            <p:nvPr/>
          </p:nvSpPr>
          <p:spPr>
            <a:xfrm rot="5962473">
              <a:off x="1692139" y="2516552"/>
              <a:ext cx="798385" cy="302422"/>
            </a:xfrm>
            <a:prstGeom prst="ellipse">
              <a:avLst/>
            </a:prstGeom>
            <a:gradFill>
              <a:gsLst>
                <a:gs pos="0">
                  <a:srgbClr val="BEBFBF">
                    <a:alpha val="7771"/>
                  </a:srgbClr>
                </a:gs>
                <a:gs pos="14286">
                  <a:srgbClr val="BEBFBF">
                    <a:alpha val="7166"/>
                  </a:srgbClr>
                </a:gs>
                <a:gs pos="28571">
                  <a:srgbClr val="BEBFBF">
                    <a:alpha val="5610"/>
                  </a:srgbClr>
                </a:gs>
                <a:gs pos="42857">
                  <a:srgbClr val="BEBFBF">
                    <a:alpha val="3716"/>
                  </a:srgbClr>
                </a:gs>
                <a:gs pos="57143">
                  <a:srgbClr val="BEBFBF">
                    <a:alpha val="2076"/>
                  </a:srgbClr>
                </a:gs>
                <a:gs pos="71429">
                  <a:srgbClr val="BEBFBF">
                    <a:alpha val="977"/>
                  </a:srgbClr>
                </a:gs>
                <a:gs pos="85714">
                  <a:srgbClr val="BEBFBF">
                    <a:alpha val="388"/>
                  </a:srgbClr>
                </a:gs>
                <a:gs pos="100000">
                  <a:srgbClr val="BEBFBF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Splat 15"/>
            <p:cNvSpPr>
              <a:spLocks noGrp="1"/>
            </p:cNvSpPr>
            <p:nvPr/>
          </p:nvSpPr>
          <p:spPr>
            <a:xfrm rot="3732615">
              <a:off x="1775863" y="2618407"/>
              <a:ext cx="1110554" cy="317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Splat 16"/>
            <p:cNvSpPr>
              <a:spLocks noGrp="1"/>
            </p:cNvSpPr>
            <p:nvPr/>
          </p:nvSpPr>
          <p:spPr>
            <a:xfrm rot="4763477">
              <a:off x="2540801" y="3479376"/>
              <a:ext cx="623976" cy="60697"/>
            </a:xfrm>
            <a:prstGeom prst="ellipse">
              <a:avLst/>
            </a:prstGeom>
            <a:gradFill>
              <a:gsLst>
                <a:gs pos="0">
                  <a:srgbClr val="E7E7E7">
                    <a:alpha val="17825"/>
                  </a:srgbClr>
                </a:gs>
                <a:gs pos="14286">
                  <a:srgbClr val="E7E7E7">
                    <a:alpha val="16510"/>
                  </a:srgbClr>
                </a:gs>
                <a:gs pos="28571">
                  <a:srgbClr val="E7E7E7">
                    <a:alpha val="13073"/>
                  </a:srgbClr>
                </a:gs>
                <a:gs pos="42857">
                  <a:srgbClr val="E7E7E7">
                    <a:alpha val="8780"/>
                  </a:srgbClr>
                </a:gs>
                <a:gs pos="57143">
                  <a:srgbClr val="E7E7E7">
                    <a:alpha val="4964"/>
                  </a:srgbClr>
                </a:gs>
                <a:gs pos="71429">
                  <a:srgbClr val="E7E7E7">
                    <a:alpha val="2355"/>
                  </a:srgbClr>
                </a:gs>
                <a:gs pos="85714">
                  <a:srgbClr val="E7E7E7">
                    <a:alpha val="938"/>
                  </a:srgbClr>
                </a:gs>
                <a:gs pos="100000">
                  <a:srgbClr val="E7E7E7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Splat 17"/>
            <p:cNvSpPr>
              <a:spLocks noGrp="1"/>
            </p:cNvSpPr>
            <p:nvPr/>
          </p:nvSpPr>
          <p:spPr>
            <a:xfrm rot="8390871">
              <a:off x="1523979" y="2759988"/>
              <a:ext cx="729259" cy="484240"/>
            </a:xfrm>
            <a:prstGeom prst="ellipse">
              <a:avLst/>
            </a:prstGeom>
            <a:gradFill>
              <a:gsLst>
                <a:gs pos="0">
                  <a:srgbClr val="4E4E4D">
                    <a:alpha val="7310"/>
                  </a:srgbClr>
                </a:gs>
                <a:gs pos="14286">
                  <a:srgbClr val="4E4E4D">
                    <a:alpha val="6739"/>
                  </a:srgbClr>
                </a:gs>
                <a:gs pos="28571">
                  <a:srgbClr val="4E4E4D">
                    <a:alpha val="5273"/>
                  </a:srgbClr>
                </a:gs>
                <a:gs pos="42857">
                  <a:srgbClr val="4E4E4D">
                    <a:alpha val="3491"/>
                  </a:srgbClr>
                </a:gs>
                <a:gs pos="57143">
                  <a:srgbClr val="4E4E4D">
                    <a:alpha val="1950"/>
                  </a:srgbClr>
                </a:gs>
                <a:gs pos="71429">
                  <a:srgbClr val="4E4E4D">
                    <a:alpha val="917"/>
                  </a:srgbClr>
                </a:gs>
                <a:gs pos="85714">
                  <a:srgbClr val="4E4E4D">
                    <a:alpha val="364"/>
                  </a:srgbClr>
                </a:gs>
                <a:gs pos="100000">
                  <a:srgbClr val="4E4E4D">
                    <a:alpha val="1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Splat 18"/>
            <p:cNvSpPr>
              <a:spLocks noGrp="1"/>
            </p:cNvSpPr>
            <p:nvPr/>
          </p:nvSpPr>
          <p:spPr>
            <a:xfrm rot="6207427">
              <a:off x="1318656" y="2960877"/>
              <a:ext cx="1102420" cy="147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Splat 19"/>
            <p:cNvSpPr>
              <a:spLocks noGrp="1"/>
            </p:cNvSpPr>
            <p:nvPr/>
          </p:nvSpPr>
          <p:spPr>
            <a:xfrm rot="6410900">
              <a:off x="1436312" y="2482636"/>
              <a:ext cx="1100047" cy="1354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Splat 20"/>
            <p:cNvSpPr>
              <a:spLocks noGrp="1"/>
            </p:cNvSpPr>
            <p:nvPr/>
          </p:nvSpPr>
          <p:spPr>
            <a:xfrm rot="6099309">
              <a:off x="1392326" y="2566878"/>
              <a:ext cx="1127243" cy="1404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Splat 21"/>
            <p:cNvSpPr>
              <a:spLocks noGrp="1"/>
            </p:cNvSpPr>
            <p:nvPr/>
          </p:nvSpPr>
          <p:spPr>
            <a:xfrm rot="8516540">
              <a:off x="1288710" y="1451138"/>
              <a:ext cx="46667" cy="11667"/>
            </a:xfrm>
            <a:prstGeom prst="ellipse">
              <a:avLst/>
            </a:prstGeom>
            <a:gradFill>
              <a:gsLst>
                <a:gs pos="0">
                  <a:srgbClr val="ECECEC">
                    <a:alpha val="20775"/>
                  </a:srgbClr>
                </a:gs>
                <a:gs pos="14286">
                  <a:srgbClr val="ECECEC">
                    <a:alpha val="19269"/>
                  </a:srgbClr>
                </a:gs>
                <a:gs pos="28571">
                  <a:srgbClr val="ECECEC">
                    <a:alpha val="15312"/>
                  </a:srgbClr>
                </a:gs>
                <a:gs pos="42857">
                  <a:srgbClr val="ECECEC">
                    <a:alpha val="10328"/>
                  </a:srgbClr>
                </a:gs>
                <a:gs pos="57143">
                  <a:srgbClr val="ECECEC">
                    <a:alpha val="5861"/>
                  </a:srgbClr>
                </a:gs>
                <a:gs pos="71429">
                  <a:srgbClr val="ECECEC">
                    <a:alpha val="2788"/>
                  </a:srgbClr>
                </a:gs>
                <a:gs pos="85714">
                  <a:srgbClr val="ECECEC">
                    <a:alpha val="1112"/>
                  </a:srgbClr>
                </a:gs>
                <a:gs pos="100000">
                  <a:srgbClr val="ECECEC">
                    <a:alpha val="3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Splat 22"/>
            <p:cNvSpPr>
              <a:spLocks noGrp="1"/>
            </p:cNvSpPr>
            <p:nvPr/>
          </p:nvSpPr>
          <p:spPr>
            <a:xfrm rot="3010330">
              <a:off x="2345662" y="3546247"/>
              <a:ext cx="1103933" cy="119478"/>
            </a:xfrm>
            <a:prstGeom prst="ellipse">
              <a:avLst/>
            </a:prstGeom>
            <a:gradFill>
              <a:gsLst>
                <a:gs pos="0">
                  <a:srgbClr val="6D6F6F">
                    <a:alpha val="32945"/>
                  </a:srgbClr>
                </a:gs>
                <a:gs pos="14286">
                  <a:srgbClr val="6D6F6F">
                    <a:alpha val="30742"/>
                  </a:srgbClr>
                </a:gs>
                <a:gs pos="28571">
                  <a:srgbClr val="6D6F6F">
                    <a:alpha val="24814"/>
                  </a:srgbClr>
                </a:gs>
                <a:gs pos="42857">
                  <a:srgbClr val="6D6F6F">
                    <a:alpha val="17062"/>
                  </a:srgbClr>
                </a:gs>
                <a:gs pos="57143">
                  <a:srgbClr val="6D6F6F">
                    <a:alpha val="9847"/>
                  </a:srgbClr>
                </a:gs>
                <a:gs pos="71429">
                  <a:srgbClr val="6D6F6F">
                    <a:alpha val="4736"/>
                  </a:srgbClr>
                </a:gs>
                <a:gs pos="85714">
                  <a:srgbClr val="6D6F6F">
                    <a:alpha val="1900"/>
                  </a:srgbClr>
                </a:gs>
                <a:gs pos="100000">
                  <a:srgbClr val="6D6F6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Splat 23"/>
            <p:cNvSpPr>
              <a:spLocks noGrp="1"/>
            </p:cNvSpPr>
            <p:nvPr/>
          </p:nvSpPr>
          <p:spPr>
            <a:xfrm rot="4022469">
              <a:off x="1218629" y="1212920"/>
              <a:ext cx="52209" cy="13052"/>
            </a:xfrm>
            <a:prstGeom prst="ellipse">
              <a:avLst/>
            </a:prstGeom>
            <a:gradFill>
              <a:gsLst>
                <a:gs pos="0">
                  <a:srgbClr val="DFDFDF">
                    <a:alpha val="19797"/>
                  </a:srgbClr>
                </a:gs>
                <a:gs pos="14286">
                  <a:srgbClr val="DFDFDF">
                    <a:alpha val="18353"/>
                  </a:srgbClr>
                </a:gs>
                <a:gs pos="28571">
                  <a:srgbClr val="DFDFDF">
                    <a:alpha val="14567"/>
                  </a:srgbClr>
                </a:gs>
                <a:gs pos="42857">
                  <a:srgbClr val="DFDFDF">
                    <a:alpha val="9811"/>
                  </a:srgbClr>
                </a:gs>
                <a:gs pos="57143">
                  <a:srgbClr val="DFDFDF">
                    <a:alpha val="5561"/>
                  </a:srgbClr>
                </a:gs>
                <a:gs pos="71429">
                  <a:srgbClr val="DFDFDF">
                    <a:alpha val="2643"/>
                  </a:srgbClr>
                </a:gs>
                <a:gs pos="85714">
                  <a:srgbClr val="DFDFDF">
                    <a:alpha val="1054"/>
                  </a:srgbClr>
                </a:gs>
                <a:gs pos="100000">
                  <a:srgbClr val="DFDFDF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Splat 24"/>
            <p:cNvSpPr>
              <a:spLocks noGrp="1"/>
            </p:cNvSpPr>
            <p:nvPr/>
          </p:nvSpPr>
          <p:spPr>
            <a:xfrm rot="3799756">
              <a:off x="2055754" y="2449613"/>
              <a:ext cx="424665" cy="331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Splat 25"/>
            <p:cNvSpPr>
              <a:spLocks noGrp="1"/>
            </p:cNvSpPr>
            <p:nvPr/>
          </p:nvSpPr>
          <p:spPr>
            <a:xfrm rot="3460222">
              <a:off x="1041885" y="1211080"/>
              <a:ext cx="402054" cy="216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Splat 26"/>
            <p:cNvSpPr>
              <a:spLocks noGrp="1"/>
            </p:cNvSpPr>
            <p:nvPr/>
          </p:nvSpPr>
          <p:spPr>
            <a:xfrm rot="5400000">
              <a:off x="1236857" y="1258102"/>
              <a:ext cx="58337" cy="58337"/>
            </a:xfrm>
            <a:prstGeom prst="ellipse">
              <a:avLst/>
            </a:prstGeom>
            <a:gradFill>
              <a:gsLst>
                <a:gs pos="0">
                  <a:srgbClr val="FFFFFF">
                    <a:alpha val="14288"/>
                  </a:srgbClr>
                </a:gs>
                <a:gs pos="14286">
                  <a:srgbClr val="FFFFFF">
                    <a:alpha val="13213"/>
                  </a:srgbClr>
                </a:gs>
                <a:gs pos="28571">
                  <a:srgbClr val="FFFFFF">
                    <a:alpha val="10419"/>
                  </a:srgbClr>
                </a:gs>
                <a:gs pos="42857">
                  <a:srgbClr val="FFFFFF">
                    <a:alpha val="6963"/>
                  </a:srgbClr>
                </a:gs>
                <a:gs pos="57143">
                  <a:srgbClr val="FFFFFF">
                    <a:alpha val="3920"/>
                  </a:srgbClr>
                </a:gs>
                <a:gs pos="71429">
                  <a:srgbClr val="FFFFFF">
                    <a:alpha val="1855"/>
                  </a:srgbClr>
                </a:gs>
                <a:gs pos="85714">
                  <a:srgbClr val="FFFFFF">
                    <a:alpha val="737"/>
                  </a:srgbClr>
                </a:gs>
                <a:gs pos="100000">
                  <a:srgbClr val="FFFFFF">
                    <a:alpha val="2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Splat 27"/>
            <p:cNvSpPr>
              <a:spLocks noGrp="1"/>
            </p:cNvSpPr>
            <p:nvPr/>
          </p:nvSpPr>
          <p:spPr>
            <a:xfrm rot="3960656">
              <a:off x="2394712" y="2762411"/>
              <a:ext cx="55703" cy="13926"/>
            </a:xfrm>
            <a:prstGeom prst="ellipse">
              <a:avLst/>
            </a:prstGeom>
            <a:gradFill>
              <a:gsLst>
                <a:gs pos="0">
                  <a:srgbClr val="BBBBBC">
                    <a:alpha val="19173"/>
                  </a:srgbClr>
                </a:gs>
                <a:gs pos="14286">
                  <a:srgbClr val="BBBBBC">
                    <a:alpha val="17770"/>
                  </a:srgbClr>
                </a:gs>
                <a:gs pos="28571">
                  <a:srgbClr val="BBBBBC">
                    <a:alpha val="14093"/>
                  </a:srgbClr>
                </a:gs>
                <a:gs pos="42857">
                  <a:srgbClr val="BBBBBC">
                    <a:alpha val="9484"/>
                  </a:srgbClr>
                </a:gs>
                <a:gs pos="57143">
                  <a:srgbClr val="BBBBBC">
                    <a:alpha val="5371"/>
                  </a:srgbClr>
                </a:gs>
                <a:gs pos="71429">
                  <a:srgbClr val="BBBBBC">
                    <a:alpha val="2551"/>
                  </a:srgbClr>
                </a:gs>
                <a:gs pos="85714">
                  <a:srgbClr val="BBBBBC">
                    <a:alpha val="1017"/>
                  </a:srgbClr>
                </a:gs>
                <a:gs pos="100000">
                  <a:srgbClr val="BBBBBC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Splat 28"/>
            <p:cNvSpPr>
              <a:spLocks noGrp="1"/>
            </p:cNvSpPr>
            <p:nvPr/>
          </p:nvSpPr>
          <p:spPr>
            <a:xfrm rot="4898285">
              <a:off x="969318" y="1327648"/>
              <a:ext cx="561743" cy="3774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Splat 29"/>
            <p:cNvSpPr>
              <a:spLocks noGrp="1"/>
            </p:cNvSpPr>
            <p:nvPr/>
          </p:nvSpPr>
          <p:spPr>
            <a:xfrm rot="3955524">
              <a:off x="2308054" y="2604598"/>
              <a:ext cx="55800" cy="13950"/>
            </a:xfrm>
            <a:prstGeom prst="ellipse">
              <a:avLst/>
            </a:prstGeom>
            <a:gradFill>
              <a:gsLst>
                <a:gs pos="0">
                  <a:srgbClr val="BBBBBB">
                    <a:alpha val="19156"/>
                  </a:srgbClr>
                </a:gs>
                <a:gs pos="14286">
                  <a:srgbClr val="BBBBBB">
                    <a:alpha val="17753"/>
                  </a:srgbClr>
                </a:gs>
                <a:gs pos="28571">
                  <a:srgbClr val="BBBBBB">
                    <a:alpha val="14080"/>
                  </a:srgbClr>
                </a:gs>
                <a:gs pos="42857">
                  <a:srgbClr val="BBBBBB">
                    <a:alpha val="9475"/>
                  </a:srgbClr>
                </a:gs>
                <a:gs pos="57143">
                  <a:srgbClr val="BBBBBB">
                    <a:alpha val="5366"/>
                  </a:srgbClr>
                </a:gs>
                <a:gs pos="71429">
                  <a:srgbClr val="BBBBBB">
                    <a:alpha val="2549"/>
                  </a:srgbClr>
                </a:gs>
                <a:gs pos="85714">
                  <a:srgbClr val="BBBBBB">
                    <a:alpha val="1016"/>
                  </a:srgbClr>
                </a:gs>
                <a:gs pos="100000">
                  <a:srgbClr val="BBBBBB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Splat 30"/>
            <p:cNvSpPr>
              <a:spLocks noGrp="1"/>
            </p:cNvSpPr>
            <p:nvPr/>
          </p:nvSpPr>
          <p:spPr>
            <a:xfrm rot="6208896">
              <a:off x="1946295" y="2653675"/>
              <a:ext cx="55848" cy="13962"/>
            </a:xfrm>
            <a:prstGeom prst="ellipse">
              <a:avLst/>
            </a:prstGeom>
            <a:gradFill>
              <a:gsLst>
                <a:gs pos="0">
                  <a:srgbClr val="BEBEBE">
                    <a:alpha val="19147"/>
                  </a:srgbClr>
                </a:gs>
                <a:gs pos="14286">
                  <a:srgbClr val="BEBEBE">
                    <a:alpha val="17745"/>
                  </a:srgbClr>
                </a:gs>
                <a:gs pos="28571">
                  <a:srgbClr val="BEBEBE">
                    <a:alpha val="14074"/>
                  </a:srgbClr>
                </a:gs>
                <a:gs pos="42857">
                  <a:srgbClr val="BEBEBE">
                    <a:alpha val="9470"/>
                  </a:srgbClr>
                </a:gs>
                <a:gs pos="57143">
                  <a:srgbClr val="BEBEBE">
                    <a:alpha val="5364"/>
                  </a:srgbClr>
                </a:gs>
                <a:gs pos="71429">
                  <a:srgbClr val="BEBEBE">
                    <a:alpha val="2547"/>
                  </a:srgbClr>
                </a:gs>
                <a:gs pos="85714">
                  <a:srgbClr val="BEBEBE">
                    <a:alpha val="1015"/>
                  </a:srgbClr>
                </a:gs>
                <a:gs pos="100000">
                  <a:srgbClr val="BEBEBE">
                    <a:alpha val="3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Splat 31"/>
            <p:cNvSpPr>
              <a:spLocks noGrp="1"/>
            </p:cNvSpPr>
            <p:nvPr/>
          </p:nvSpPr>
          <p:spPr>
            <a:xfrm rot="3730348">
              <a:off x="2244396" y="2909656"/>
              <a:ext cx="537347" cy="3877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Splat 32"/>
            <p:cNvSpPr>
              <a:spLocks noGrp="1"/>
            </p:cNvSpPr>
            <p:nvPr/>
          </p:nvSpPr>
          <p:spPr>
            <a:xfrm rot="3728435">
              <a:off x="1434975" y="3504938"/>
              <a:ext cx="797729" cy="286274"/>
            </a:xfrm>
            <a:prstGeom prst="ellipse">
              <a:avLst/>
            </a:prstGeom>
            <a:gradFill>
              <a:gsLst>
                <a:gs pos="0">
                  <a:srgbClr val="D5D5D5">
                    <a:alpha val="11381"/>
                  </a:srgbClr>
                </a:gs>
                <a:gs pos="14286">
                  <a:srgbClr val="D5D5D5">
                    <a:alpha val="10510"/>
                  </a:srgbClr>
                </a:gs>
                <a:gs pos="28571">
                  <a:srgbClr val="D5D5D5">
                    <a:alpha val="8261"/>
                  </a:srgbClr>
                </a:gs>
                <a:gs pos="42857">
                  <a:srgbClr val="D5D5D5">
                    <a:alpha val="5499"/>
                  </a:srgbClr>
                </a:gs>
                <a:gs pos="57143">
                  <a:srgbClr val="D5D5D5">
                    <a:alpha val="3085"/>
                  </a:srgbClr>
                </a:gs>
                <a:gs pos="71429">
                  <a:srgbClr val="D5D5D5">
                    <a:alpha val="1456"/>
                  </a:srgbClr>
                </a:gs>
                <a:gs pos="85714">
                  <a:srgbClr val="D5D5D5">
                    <a:alpha val="578"/>
                  </a:srgbClr>
                </a:gs>
                <a:gs pos="100000">
                  <a:srgbClr val="D5D5D5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Splat 33"/>
            <p:cNvSpPr>
              <a:spLocks noGrp="1"/>
            </p:cNvSpPr>
            <p:nvPr/>
          </p:nvSpPr>
          <p:spPr>
            <a:xfrm rot="6360070">
              <a:off x="1708511" y="2487330"/>
              <a:ext cx="602273" cy="287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Splat 34"/>
            <p:cNvSpPr>
              <a:spLocks noGrp="1"/>
            </p:cNvSpPr>
            <p:nvPr/>
          </p:nvSpPr>
          <p:spPr>
            <a:xfrm rot="3978206">
              <a:off x="2578865" y="3134567"/>
              <a:ext cx="57682" cy="14421"/>
            </a:xfrm>
            <a:prstGeom prst="ellipse">
              <a:avLst/>
            </a:prstGeom>
            <a:gradFill>
              <a:gsLst>
                <a:gs pos="0">
                  <a:srgbClr val="AFAFAF">
                    <a:alpha val="18818"/>
                  </a:srgbClr>
                </a:gs>
                <a:gs pos="14286">
                  <a:srgbClr val="AFAFAF">
                    <a:alpha val="17438"/>
                  </a:srgbClr>
                </a:gs>
                <a:gs pos="28571">
                  <a:srgbClr val="AFAFAF">
                    <a:alpha val="13824"/>
                  </a:srgbClr>
                </a:gs>
                <a:gs pos="42857">
                  <a:srgbClr val="AFAFAF">
                    <a:alpha val="9298"/>
                  </a:srgbClr>
                </a:gs>
                <a:gs pos="57143">
                  <a:srgbClr val="AFAFAF">
                    <a:alpha val="5264"/>
                  </a:srgbClr>
                </a:gs>
                <a:gs pos="71429">
                  <a:srgbClr val="AFAFAF">
                    <a:alpha val="2499"/>
                  </a:srgbClr>
                </a:gs>
                <a:gs pos="85714">
                  <a:srgbClr val="AFAFAF">
                    <a:alpha val="996"/>
                  </a:srgbClr>
                </a:gs>
                <a:gs pos="100000">
                  <a:srgbClr val="AFAFAF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Splat 35"/>
            <p:cNvSpPr>
              <a:spLocks noGrp="1"/>
            </p:cNvSpPr>
            <p:nvPr/>
          </p:nvSpPr>
          <p:spPr>
            <a:xfrm rot="3733236">
              <a:off x="2294837" y="3047797"/>
              <a:ext cx="581446" cy="3650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Splat 36"/>
            <p:cNvSpPr>
              <a:spLocks noGrp="1"/>
            </p:cNvSpPr>
            <p:nvPr/>
          </p:nvSpPr>
          <p:spPr>
            <a:xfrm rot="5287349">
              <a:off x="1553414" y="2410331"/>
              <a:ext cx="1073980" cy="1496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Splat 37"/>
            <p:cNvSpPr>
              <a:spLocks noGrp="1"/>
            </p:cNvSpPr>
            <p:nvPr/>
          </p:nvSpPr>
          <p:spPr>
            <a:xfrm rot="3968242">
              <a:off x="2236071" y="2467454"/>
              <a:ext cx="58485" cy="14621"/>
            </a:xfrm>
            <a:prstGeom prst="ellipse">
              <a:avLst/>
            </a:prstGeom>
            <a:gradFill>
              <a:gsLst>
                <a:gs pos="0">
                  <a:srgbClr val="C3C3C3">
                    <a:alpha val="18674"/>
                  </a:srgbClr>
                </a:gs>
                <a:gs pos="14286">
                  <a:srgbClr val="C3C3C3">
                    <a:alpha val="17303"/>
                  </a:srgbClr>
                </a:gs>
                <a:gs pos="28571">
                  <a:srgbClr val="C3C3C3">
                    <a:alpha val="13715"/>
                  </a:srgbClr>
                </a:gs>
                <a:gs pos="42857">
                  <a:srgbClr val="C3C3C3">
                    <a:alpha val="9222"/>
                  </a:srgbClr>
                </a:gs>
                <a:gs pos="57143">
                  <a:srgbClr val="C3C3C3">
                    <a:alpha val="5220"/>
                  </a:srgbClr>
                </a:gs>
                <a:gs pos="71429">
                  <a:srgbClr val="C3C3C3">
                    <a:alpha val="2478"/>
                  </a:srgbClr>
                </a:gs>
                <a:gs pos="85714">
                  <a:srgbClr val="C3C3C3">
                    <a:alpha val="987"/>
                  </a:srgbClr>
                </a:gs>
                <a:gs pos="100000">
                  <a:srgbClr val="C3C3C3">
                    <a:alpha val="3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Splat 38"/>
            <p:cNvSpPr>
              <a:spLocks noGrp="1"/>
            </p:cNvSpPr>
            <p:nvPr/>
          </p:nvSpPr>
          <p:spPr>
            <a:xfrm rot="4415605">
              <a:off x="2344374" y="3333877"/>
              <a:ext cx="754956" cy="52910"/>
            </a:xfrm>
            <a:prstGeom prst="ellipse">
              <a:avLst/>
            </a:prstGeom>
            <a:gradFill>
              <a:gsLst>
                <a:gs pos="0">
                  <a:srgbClr val="000002">
                    <a:alpha val="31628"/>
                  </a:srgbClr>
                </a:gs>
                <a:gs pos="14286">
                  <a:srgbClr val="000002">
                    <a:alpha val="29492"/>
                  </a:srgbClr>
                </a:gs>
                <a:gs pos="28571">
                  <a:srgbClr val="000002">
                    <a:alpha val="23763"/>
                  </a:srgbClr>
                </a:gs>
                <a:gs pos="42857">
                  <a:srgbClr val="000002">
                    <a:alpha val="16303"/>
                  </a:srgbClr>
                </a:gs>
                <a:gs pos="57143">
                  <a:srgbClr val="000002">
                    <a:alpha val="9391"/>
                  </a:srgbClr>
                </a:gs>
                <a:gs pos="71429">
                  <a:srgbClr val="000002">
                    <a:alpha val="4511"/>
                  </a:srgbClr>
                </a:gs>
                <a:gs pos="85714">
                  <a:srgbClr val="000002">
                    <a:alpha val="1809"/>
                  </a:srgbClr>
                </a:gs>
                <a:gs pos="100000">
                  <a:srgbClr val="000002">
                    <a:alpha val="6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Splat 39"/>
            <p:cNvSpPr>
              <a:spLocks noGrp="1"/>
            </p:cNvSpPr>
            <p:nvPr/>
          </p:nvSpPr>
          <p:spPr>
            <a:xfrm rot="4186626">
              <a:off x="1003074" y="1138832"/>
              <a:ext cx="376557" cy="3356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Splat 40"/>
            <p:cNvSpPr>
              <a:spLocks noGrp="1"/>
            </p:cNvSpPr>
            <p:nvPr/>
          </p:nvSpPr>
          <p:spPr>
            <a:xfrm rot="4005308">
              <a:off x="1222616" y="1221855"/>
              <a:ext cx="52455" cy="13114"/>
            </a:xfrm>
            <a:prstGeom prst="ellipse">
              <a:avLst/>
            </a:prstGeom>
            <a:gradFill>
              <a:gsLst>
                <a:gs pos="0">
                  <a:srgbClr val="F8F8F8">
                    <a:alpha val="19753"/>
                  </a:srgbClr>
                </a:gs>
                <a:gs pos="14286">
                  <a:srgbClr val="F8F8F8">
                    <a:alpha val="18312"/>
                  </a:srgbClr>
                </a:gs>
                <a:gs pos="28571">
                  <a:srgbClr val="F8F8F8">
                    <a:alpha val="14533"/>
                  </a:srgbClr>
                </a:gs>
                <a:gs pos="42857">
                  <a:srgbClr val="F8F8F8">
                    <a:alpha val="9788"/>
                  </a:srgbClr>
                </a:gs>
                <a:gs pos="57143">
                  <a:srgbClr val="F8F8F8">
                    <a:alpha val="5548"/>
                  </a:srgbClr>
                </a:gs>
                <a:gs pos="71429">
                  <a:srgbClr val="F8F8F8">
                    <a:alpha val="2636"/>
                  </a:srgbClr>
                </a:gs>
                <a:gs pos="85714">
                  <a:srgbClr val="F8F8F8">
                    <a:alpha val="1051"/>
                  </a:srgbClr>
                </a:gs>
                <a:gs pos="100000">
                  <a:srgbClr val="F8F8F8">
                    <a:alpha val="3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Splat 41"/>
            <p:cNvSpPr>
              <a:spLocks noGrp="1"/>
            </p:cNvSpPr>
            <p:nvPr/>
          </p:nvSpPr>
          <p:spPr>
            <a:xfrm rot="6218826">
              <a:off x="1818308" y="3079524"/>
              <a:ext cx="59193" cy="14798"/>
            </a:xfrm>
            <a:prstGeom prst="ellipse">
              <a:avLst/>
            </a:prstGeom>
            <a:gradFill>
              <a:gsLst>
                <a:gs pos="0">
                  <a:srgbClr val="CCCCCC">
                    <a:alpha val="18546"/>
                  </a:srgbClr>
                </a:gs>
                <a:gs pos="14286">
                  <a:srgbClr val="CCCCCC">
                    <a:alpha val="17183"/>
                  </a:srgbClr>
                </a:gs>
                <a:gs pos="28571">
                  <a:srgbClr val="CCCCCC">
                    <a:alpha val="13618"/>
                  </a:srgbClr>
                </a:gs>
                <a:gs pos="42857">
                  <a:srgbClr val="CCCCCC">
                    <a:alpha val="9156"/>
                  </a:srgbClr>
                </a:gs>
                <a:gs pos="57143">
                  <a:srgbClr val="CCCCCC">
                    <a:alpha val="5182"/>
                  </a:srgbClr>
                </a:gs>
                <a:gs pos="71429">
                  <a:srgbClr val="CCCCCC">
                    <a:alpha val="2460"/>
                  </a:srgbClr>
                </a:gs>
                <a:gs pos="85714">
                  <a:srgbClr val="CCCCCC">
                    <a:alpha val="980"/>
                  </a:srgbClr>
                </a:gs>
                <a:gs pos="100000">
                  <a:srgbClr val="CCCCCC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Splat 42"/>
            <p:cNvSpPr>
              <a:spLocks noGrp="1"/>
            </p:cNvSpPr>
            <p:nvPr/>
          </p:nvSpPr>
          <p:spPr>
            <a:xfrm rot="4105430">
              <a:off x="1159948" y="1091309"/>
              <a:ext cx="41733" cy="10433"/>
            </a:xfrm>
            <a:prstGeom prst="ellipse">
              <a:avLst/>
            </a:prstGeom>
            <a:gradFill>
              <a:gsLst>
                <a:gs pos="0">
                  <a:srgbClr val="F1F1F1">
                    <a:alpha val="21636"/>
                  </a:srgbClr>
                </a:gs>
                <a:gs pos="14286">
                  <a:srgbClr val="F1F1F1">
                    <a:alpha val="20076"/>
                  </a:srgbClr>
                </a:gs>
                <a:gs pos="28571">
                  <a:srgbClr val="F1F1F1">
                    <a:alpha val="15970"/>
                  </a:srgbClr>
                </a:gs>
                <a:gs pos="42857">
                  <a:srgbClr val="F1F1F1">
                    <a:alpha val="10786"/>
                  </a:srgbClr>
                </a:gs>
                <a:gs pos="57143">
                  <a:srgbClr val="F1F1F1">
                    <a:alpha val="6128"/>
                  </a:srgbClr>
                </a:gs>
                <a:gs pos="71429">
                  <a:srgbClr val="F1F1F1">
                    <a:alpha val="2917"/>
                  </a:srgbClr>
                </a:gs>
                <a:gs pos="85714">
                  <a:srgbClr val="F1F1F1">
                    <a:alpha val="1164"/>
                  </a:srgbClr>
                </a:gs>
                <a:gs pos="100000">
                  <a:srgbClr val="F1F1F1">
                    <a:alpha val="3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Splat 43"/>
            <p:cNvSpPr>
              <a:spLocks noGrp="1"/>
            </p:cNvSpPr>
            <p:nvPr/>
          </p:nvSpPr>
          <p:spPr>
            <a:xfrm rot="6022038">
              <a:off x="1856564" y="2426453"/>
              <a:ext cx="318781" cy="471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Splat 44"/>
            <p:cNvSpPr>
              <a:spLocks noGrp="1"/>
            </p:cNvSpPr>
            <p:nvPr/>
          </p:nvSpPr>
          <p:spPr>
            <a:xfrm rot="7326249">
              <a:off x="86671" y="1091810"/>
              <a:ext cx="554671" cy="164286"/>
            </a:xfrm>
            <a:prstGeom prst="ellipse">
              <a:avLst/>
            </a:prstGeom>
            <a:gradFill>
              <a:gsLst>
                <a:gs pos="0">
                  <a:srgbClr val="FEFEFE">
                    <a:alpha val="32968"/>
                  </a:srgbClr>
                </a:gs>
                <a:gs pos="14286">
                  <a:srgbClr val="FEFEFE">
                    <a:alpha val="30764"/>
                  </a:srgbClr>
                </a:gs>
                <a:gs pos="28571">
                  <a:srgbClr val="FEFEFE">
                    <a:alpha val="24833"/>
                  </a:srgbClr>
                </a:gs>
                <a:gs pos="42857">
                  <a:srgbClr val="FEFEFE">
                    <a:alpha val="17075"/>
                  </a:srgbClr>
                </a:gs>
                <a:gs pos="57143">
                  <a:srgbClr val="FEFEFE">
                    <a:alpha val="9855"/>
                  </a:srgbClr>
                </a:gs>
                <a:gs pos="71429">
                  <a:srgbClr val="FEFEFE">
                    <a:alpha val="4740"/>
                  </a:srgbClr>
                </a:gs>
                <a:gs pos="85714">
                  <a:srgbClr val="FEFEFE">
                    <a:alpha val="1902"/>
                  </a:srgbClr>
                </a:gs>
                <a:gs pos="100000">
                  <a:srgbClr val="FE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Splat 45"/>
            <p:cNvSpPr>
              <a:spLocks noGrp="1"/>
            </p:cNvSpPr>
            <p:nvPr/>
          </p:nvSpPr>
          <p:spPr>
            <a:xfrm rot="2937713">
              <a:off x="2021273" y="2991055"/>
              <a:ext cx="1010903" cy="227116"/>
            </a:xfrm>
            <a:prstGeom prst="ellipse">
              <a:avLst/>
            </a:prstGeom>
            <a:gradFill>
              <a:gsLst>
                <a:gs pos="0">
                  <a:srgbClr val="040E00">
                    <a:alpha val="6971"/>
                  </a:srgbClr>
                </a:gs>
                <a:gs pos="14286">
                  <a:srgbClr val="040E00">
                    <a:alpha val="6425"/>
                  </a:srgbClr>
                </a:gs>
                <a:gs pos="28571">
                  <a:srgbClr val="040E00">
                    <a:alpha val="5026"/>
                  </a:srgbClr>
                </a:gs>
                <a:gs pos="42857">
                  <a:srgbClr val="040E00">
                    <a:alpha val="3326"/>
                  </a:srgbClr>
                </a:gs>
                <a:gs pos="57143">
                  <a:srgbClr val="040E00">
                    <a:alpha val="1857"/>
                  </a:srgbClr>
                </a:gs>
                <a:gs pos="71429">
                  <a:srgbClr val="040E00">
                    <a:alpha val="873"/>
                  </a:srgbClr>
                </a:gs>
                <a:gs pos="85714">
                  <a:srgbClr val="040E00">
                    <a:alpha val="346"/>
                  </a:srgbClr>
                </a:gs>
                <a:gs pos="100000">
                  <a:srgbClr val="040E00">
                    <a:alpha val="1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Splat 46"/>
            <p:cNvSpPr>
              <a:spLocks noGrp="1"/>
            </p:cNvSpPr>
            <p:nvPr/>
          </p:nvSpPr>
          <p:spPr>
            <a:xfrm rot="6256196">
              <a:off x="1843765" y="2889111"/>
              <a:ext cx="60344" cy="15086"/>
            </a:xfrm>
            <a:prstGeom prst="ellipse">
              <a:avLst/>
            </a:prstGeom>
            <a:gradFill>
              <a:gsLst>
                <a:gs pos="0">
                  <a:srgbClr val="BEBEBE">
                    <a:alpha val="18338"/>
                  </a:srgbClr>
                </a:gs>
                <a:gs pos="14286">
                  <a:srgbClr val="BEBEBE">
                    <a:alpha val="16989"/>
                  </a:srgbClr>
                </a:gs>
                <a:gs pos="28571">
                  <a:srgbClr val="BEBEBE">
                    <a:alpha val="13461"/>
                  </a:srgbClr>
                </a:gs>
                <a:gs pos="42857">
                  <a:srgbClr val="BEBEBE">
                    <a:alpha val="9047"/>
                  </a:srgbClr>
                </a:gs>
                <a:gs pos="57143">
                  <a:srgbClr val="BEBEBE">
                    <a:alpha val="5119"/>
                  </a:srgbClr>
                </a:gs>
                <a:gs pos="71429">
                  <a:srgbClr val="BEBEBE">
                    <a:alpha val="2430"/>
                  </a:srgbClr>
                </a:gs>
                <a:gs pos="85714">
                  <a:srgbClr val="BEBEBE">
                    <a:alpha val="968"/>
                  </a:srgbClr>
                </a:gs>
                <a:gs pos="100000">
                  <a:srgbClr val="BEBEBE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Splat 47"/>
            <p:cNvSpPr>
              <a:spLocks noGrp="1"/>
            </p:cNvSpPr>
            <p:nvPr/>
          </p:nvSpPr>
          <p:spPr>
            <a:xfrm rot="6373938">
              <a:off x="1635707" y="2900077"/>
              <a:ext cx="497165" cy="468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Splat 48"/>
            <p:cNvSpPr>
              <a:spLocks noGrp="1"/>
            </p:cNvSpPr>
            <p:nvPr/>
          </p:nvSpPr>
          <p:spPr>
            <a:xfrm rot="3501256">
              <a:off x="1155082" y="1238574"/>
              <a:ext cx="191616" cy="736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Splat 49"/>
            <p:cNvSpPr>
              <a:spLocks noGrp="1"/>
            </p:cNvSpPr>
            <p:nvPr/>
          </p:nvSpPr>
          <p:spPr>
            <a:xfrm rot="-8418353">
              <a:off x="1136187" y="1292345"/>
              <a:ext cx="326852" cy="2484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Splat 50"/>
            <p:cNvSpPr>
              <a:spLocks noGrp="1"/>
            </p:cNvSpPr>
            <p:nvPr/>
          </p:nvSpPr>
          <p:spPr>
            <a:xfrm rot="3730430">
              <a:off x="2291034" y="3081681"/>
              <a:ext cx="625019" cy="361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Splat 51"/>
            <p:cNvSpPr>
              <a:spLocks noGrp="1"/>
            </p:cNvSpPr>
            <p:nvPr/>
          </p:nvSpPr>
          <p:spPr>
            <a:xfrm rot="7677772">
              <a:off x="2249366" y="3429473"/>
              <a:ext cx="812784" cy="96825"/>
            </a:xfrm>
            <a:prstGeom prst="ellipse">
              <a:avLst/>
            </a:prstGeom>
            <a:gradFill>
              <a:gsLst>
                <a:gs pos="0">
                  <a:srgbClr val="E6E6E5">
                    <a:alpha val="11247"/>
                  </a:srgbClr>
                </a:gs>
                <a:gs pos="14286">
                  <a:srgbClr val="E6E6E5">
                    <a:alpha val="10386"/>
                  </a:srgbClr>
                </a:gs>
                <a:gs pos="28571">
                  <a:srgbClr val="E6E6E5">
                    <a:alpha val="8162"/>
                  </a:srgbClr>
                </a:gs>
                <a:gs pos="42857">
                  <a:srgbClr val="E6E6E5">
                    <a:alpha val="5432"/>
                  </a:srgbClr>
                </a:gs>
                <a:gs pos="57143">
                  <a:srgbClr val="E6E6E5">
                    <a:alpha val="3047"/>
                  </a:srgbClr>
                </a:gs>
                <a:gs pos="71429">
                  <a:srgbClr val="E6E6E5">
                    <a:alpha val="1438"/>
                  </a:srgbClr>
                </a:gs>
                <a:gs pos="85714">
                  <a:srgbClr val="E6E6E5">
                    <a:alpha val="571"/>
                  </a:srgbClr>
                </a:gs>
                <a:gs pos="100000">
                  <a:srgbClr val="E6E6E5">
                    <a:alpha val="1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Splat 52"/>
            <p:cNvSpPr>
              <a:spLocks noGrp="1"/>
            </p:cNvSpPr>
            <p:nvPr/>
          </p:nvSpPr>
          <p:spPr>
            <a:xfrm rot="8377314">
              <a:off x="1278931" y="1447898"/>
              <a:ext cx="50393" cy="12598"/>
            </a:xfrm>
            <a:prstGeom prst="ellipse">
              <a:avLst/>
            </a:prstGeom>
            <a:gradFill>
              <a:gsLst>
                <a:gs pos="0">
                  <a:srgbClr val="FFFFFF">
                    <a:alpha val="20119"/>
                  </a:srgbClr>
                </a:gs>
                <a:gs pos="14286">
                  <a:srgbClr val="FFFFFF">
                    <a:alpha val="18654"/>
                  </a:srgbClr>
                </a:gs>
                <a:gs pos="28571">
                  <a:srgbClr val="FFFFFF">
                    <a:alpha val="14812"/>
                  </a:srgbClr>
                </a:gs>
                <a:gs pos="42857">
                  <a:srgbClr val="FFFFFF">
                    <a:alpha val="9981"/>
                  </a:srgbClr>
                </a:gs>
                <a:gs pos="57143">
                  <a:srgbClr val="FFFFFF">
                    <a:alpha val="5660"/>
                  </a:srgbClr>
                </a:gs>
                <a:gs pos="71429">
                  <a:srgbClr val="FFFFFF">
                    <a:alpha val="2690"/>
                  </a:srgbClr>
                </a:gs>
                <a:gs pos="85714">
                  <a:srgbClr val="FFFFFF">
                    <a:alpha val="1073"/>
                  </a:srgbClr>
                </a:gs>
                <a:gs pos="100000">
                  <a:srgbClr val="FFFFFF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Splat 53"/>
            <p:cNvSpPr>
              <a:spLocks noGrp="1"/>
            </p:cNvSpPr>
            <p:nvPr/>
          </p:nvSpPr>
          <p:spPr>
            <a:xfrm rot="5467203">
              <a:off x="1837147" y="2025399"/>
              <a:ext cx="519881" cy="355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Splat 54"/>
            <p:cNvSpPr>
              <a:spLocks noGrp="1"/>
            </p:cNvSpPr>
            <p:nvPr/>
          </p:nvSpPr>
          <p:spPr>
            <a:xfrm rot="3950596">
              <a:off x="2442966" y="2890699"/>
              <a:ext cx="61052" cy="15263"/>
            </a:xfrm>
            <a:prstGeom prst="ellipse">
              <a:avLst/>
            </a:prstGeom>
            <a:gradFill>
              <a:gsLst>
                <a:gs pos="0">
                  <a:srgbClr val="ACACAC">
                    <a:alpha val="18210"/>
                  </a:srgbClr>
                </a:gs>
                <a:gs pos="14286">
                  <a:srgbClr val="ACACAC">
                    <a:alpha val="16869"/>
                  </a:srgbClr>
                </a:gs>
                <a:gs pos="28571">
                  <a:srgbClr val="ACACAC">
                    <a:alpha val="13364"/>
                  </a:srgbClr>
                </a:gs>
                <a:gs pos="42857">
                  <a:srgbClr val="ACACAC">
                    <a:alpha val="8980"/>
                  </a:srgbClr>
                </a:gs>
                <a:gs pos="57143">
                  <a:srgbClr val="ACACAC">
                    <a:alpha val="5080"/>
                  </a:srgbClr>
                </a:gs>
                <a:gs pos="71429">
                  <a:srgbClr val="ACACAC">
                    <a:alpha val="2411"/>
                  </a:srgbClr>
                </a:gs>
                <a:gs pos="85714">
                  <a:srgbClr val="ACACAC">
                    <a:alpha val="960"/>
                  </a:srgbClr>
                </a:gs>
                <a:gs pos="100000">
                  <a:srgbClr val="ACACAC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Splat 55"/>
            <p:cNvSpPr>
              <a:spLocks noGrp="1"/>
            </p:cNvSpPr>
            <p:nvPr/>
          </p:nvSpPr>
          <p:spPr>
            <a:xfrm rot="2716179">
              <a:off x="1206481" y="1129972"/>
              <a:ext cx="987487" cy="107233"/>
            </a:xfrm>
            <a:prstGeom prst="ellipse">
              <a:avLst/>
            </a:prstGeom>
            <a:gradFill>
              <a:gsLst>
                <a:gs pos="0">
                  <a:srgbClr val="D6D5D6">
                    <a:alpha val="29843"/>
                  </a:srgbClr>
                </a:gs>
                <a:gs pos="14286">
                  <a:srgbClr val="D6D5D6">
                    <a:alpha val="27803"/>
                  </a:srgbClr>
                </a:gs>
                <a:gs pos="28571">
                  <a:srgbClr val="D6D5D6">
                    <a:alpha val="22349"/>
                  </a:srgbClr>
                </a:gs>
                <a:gs pos="42857">
                  <a:srgbClr val="D6D5D6">
                    <a:alpha val="15288"/>
                  </a:srgbClr>
                </a:gs>
                <a:gs pos="57143">
                  <a:srgbClr val="D6D5D6">
                    <a:alpha val="8783"/>
                  </a:srgbClr>
                </a:gs>
                <a:gs pos="71429">
                  <a:srgbClr val="D6D5D6">
                    <a:alpha val="4212"/>
                  </a:srgbClr>
                </a:gs>
                <a:gs pos="85714">
                  <a:srgbClr val="D6D5D6">
                    <a:alpha val="1687"/>
                  </a:srgbClr>
                </a:gs>
                <a:gs pos="100000">
                  <a:srgbClr val="D6D5D6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Splat 56"/>
            <p:cNvSpPr>
              <a:spLocks noGrp="1"/>
            </p:cNvSpPr>
            <p:nvPr/>
          </p:nvSpPr>
          <p:spPr>
            <a:xfrm rot="5467313">
              <a:off x="1883311" y="2131547"/>
              <a:ext cx="425651" cy="320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Splat 57"/>
            <p:cNvSpPr>
              <a:spLocks noGrp="1"/>
            </p:cNvSpPr>
            <p:nvPr/>
          </p:nvSpPr>
          <p:spPr>
            <a:xfrm rot="6333921">
              <a:off x="1625331" y="3072252"/>
              <a:ext cx="440739" cy="229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Splat 58"/>
            <p:cNvSpPr>
              <a:spLocks noGrp="1"/>
            </p:cNvSpPr>
            <p:nvPr/>
          </p:nvSpPr>
          <p:spPr>
            <a:xfrm rot="6232061">
              <a:off x="1848961" y="2976189"/>
              <a:ext cx="60895" cy="15224"/>
            </a:xfrm>
            <a:prstGeom prst="ellipse">
              <a:avLst/>
            </a:prstGeom>
            <a:gradFill>
              <a:gsLst>
                <a:gs pos="0">
                  <a:srgbClr val="D0D0D0">
                    <a:alpha val="18238"/>
                  </a:srgbClr>
                </a:gs>
                <a:gs pos="14286">
                  <a:srgbClr val="D0D0D0">
                    <a:alpha val="16896"/>
                  </a:srgbClr>
                </a:gs>
                <a:gs pos="28571">
                  <a:srgbClr val="D0D0D0">
                    <a:alpha val="13385"/>
                  </a:srgbClr>
                </a:gs>
                <a:gs pos="42857">
                  <a:srgbClr val="D0D0D0">
                    <a:alpha val="8995"/>
                  </a:srgbClr>
                </a:gs>
                <a:gs pos="57143">
                  <a:srgbClr val="D0D0D0">
                    <a:alpha val="5089"/>
                  </a:srgbClr>
                </a:gs>
                <a:gs pos="71429">
                  <a:srgbClr val="D0D0D0">
                    <a:alpha val="2415"/>
                  </a:srgbClr>
                </a:gs>
                <a:gs pos="85714">
                  <a:srgbClr val="D0D0D0">
                    <a:alpha val="962"/>
                  </a:srgbClr>
                </a:gs>
                <a:gs pos="100000">
                  <a:srgbClr val="D0D0D0">
                    <a:alpha val="3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Splat 59"/>
            <p:cNvSpPr>
              <a:spLocks noGrp="1"/>
            </p:cNvSpPr>
            <p:nvPr/>
          </p:nvSpPr>
          <p:spPr>
            <a:xfrm rot="7725896">
              <a:off x="459355" y="1057151"/>
              <a:ext cx="55027" cy="13757"/>
            </a:xfrm>
            <a:prstGeom prst="ellipse">
              <a:avLst/>
            </a:prstGeom>
            <a:gradFill>
              <a:gsLst>
                <a:gs pos="0">
                  <a:srgbClr val="DBDBDB">
                    <a:alpha val="19294"/>
                  </a:srgbClr>
                </a:gs>
                <a:gs pos="14286">
                  <a:srgbClr val="DBDBDB">
                    <a:alpha val="17883"/>
                  </a:srgbClr>
                </a:gs>
                <a:gs pos="28571">
                  <a:srgbClr val="DBDBDB">
                    <a:alpha val="14185"/>
                  </a:srgbClr>
                </a:gs>
                <a:gs pos="42857">
                  <a:srgbClr val="DBDBDB">
                    <a:alpha val="9547"/>
                  </a:srgbClr>
                </a:gs>
                <a:gs pos="57143">
                  <a:srgbClr val="DBDBDB">
                    <a:alpha val="5408"/>
                  </a:srgbClr>
                </a:gs>
                <a:gs pos="71429">
                  <a:srgbClr val="DBDBDB">
                    <a:alpha val="2569"/>
                  </a:srgbClr>
                </a:gs>
                <a:gs pos="85714">
                  <a:srgbClr val="DBDBDB">
                    <a:alpha val="1024"/>
                  </a:srgbClr>
                </a:gs>
                <a:gs pos="100000">
                  <a:srgbClr val="DBDBDB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Splat 60"/>
            <p:cNvSpPr>
              <a:spLocks noGrp="1"/>
            </p:cNvSpPr>
            <p:nvPr/>
          </p:nvSpPr>
          <p:spPr>
            <a:xfrm rot="5753951">
              <a:off x="1715762" y="3449135"/>
              <a:ext cx="48474" cy="12118"/>
            </a:xfrm>
            <a:prstGeom prst="ellipse">
              <a:avLst/>
            </a:prstGeom>
            <a:gradFill>
              <a:gsLst>
                <a:gs pos="0">
                  <a:srgbClr val="EFEFEF">
                    <a:alpha val="20457"/>
                  </a:srgbClr>
                </a:gs>
                <a:gs pos="14286">
                  <a:srgbClr val="EFEFEF">
                    <a:alpha val="18971"/>
                  </a:srgbClr>
                </a:gs>
                <a:gs pos="28571">
                  <a:srgbClr val="EFEFEF">
                    <a:alpha val="15070"/>
                  </a:srgbClr>
                </a:gs>
                <a:gs pos="42857">
                  <a:srgbClr val="EFEFEF">
                    <a:alpha val="10160"/>
                  </a:srgbClr>
                </a:gs>
                <a:gs pos="57143">
                  <a:srgbClr val="EFEFEF">
                    <a:alpha val="5764"/>
                  </a:srgbClr>
                </a:gs>
                <a:gs pos="71429">
                  <a:srgbClr val="EFEFEF">
                    <a:alpha val="2741"/>
                  </a:srgbClr>
                </a:gs>
                <a:gs pos="85714">
                  <a:srgbClr val="EFEFEF">
                    <a:alpha val="1093"/>
                  </a:srgbClr>
                </a:gs>
                <a:gs pos="100000">
                  <a:srgbClr val="EFEFEF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Splat 61"/>
            <p:cNvSpPr>
              <a:spLocks noGrp="1"/>
            </p:cNvSpPr>
            <p:nvPr/>
          </p:nvSpPr>
          <p:spPr>
            <a:xfrm rot="3742262">
              <a:off x="2036268" y="2527591"/>
              <a:ext cx="549425" cy="353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Splat 62"/>
            <p:cNvSpPr>
              <a:spLocks noGrp="1"/>
            </p:cNvSpPr>
            <p:nvPr/>
          </p:nvSpPr>
          <p:spPr>
            <a:xfrm rot="3525462">
              <a:off x="2109092" y="2412446"/>
              <a:ext cx="274794" cy="281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Splat 63"/>
            <p:cNvSpPr>
              <a:spLocks noGrp="1"/>
            </p:cNvSpPr>
            <p:nvPr/>
          </p:nvSpPr>
          <p:spPr>
            <a:xfrm rot="6198319">
              <a:off x="1533486" y="3326475"/>
              <a:ext cx="463541" cy="451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Splat 64"/>
            <p:cNvSpPr>
              <a:spLocks noGrp="1"/>
            </p:cNvSpPr>
            <p:nvPr/>
          </p:nvSpPr>
          <p:spPr>
            <a:xfrm rot="5400705">
              <a:off x="2082931" y="2633686"/>
              <a:ext cx="62329" cy="15582"/>
            </a:xfrm>
            <a:prstGeom prst="ellipse">
              <a:avLst/>
            </a:prstGeom>
            <a:gradFill>
              <a:gsLst>
                <a:gs pos="0">
                  <a:srgbClr val="B1B1B1">
                    <a:alpha val="17978"/>
                  </a:srgbClr>
                </a:gs>
                <a:gs pos="14286">
                  <a:srgbClr val="B1B1B1">
                    <a:alpha val="16653"/>
                  </a:srgbClr>
                </a:gs>
                <a:gs pos="28571">
                  <a:srgbClr val="B1B1B1">
                    <a:alpha val="13189"/>
                  </a:srgbClr>
                </a:gs>
                <a:gs pos="42857">
                  <a:srgbClr val="B1B1B1">
                    <a:alpha val="8860"/>
                  </a:srgbClr>
                </a:gs>
                <a:gs pos="57143">
                  <a:srgbClr val="B1B1B1">
                    <a:alpha val="5011"/>
                  </a:srgbClr>
                </a:gs>
                <a:gs pos="71429">
                  <a:srgbClr val="B1B1B1">
                    <a:alpha val="2377"/>
                  </a:srgbClr>
                </a:gs>
                <a:gs pos="85714">
                  <a:srgbClr val="B1B1B1">
                    <a:alpha val="947"/>
                  </a:srgbClr>
                </a:gs>
                <a:gs pos="100000">
                  <a:srgbClr val="B1B1B1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Splat 65"/>
            <p:cNvSpPr>
              <a:spLocks noGrp="1"/>
            </p:cNvSpPr>
            <p:nvPr/>
          </p:nvSpPr>
          <p:spPr>
            <a:xfrm rot="10417310">
              <a:off x="1524813" y="3352708"/>
              <a:ext cx="616068" cy="521998"/>
            </a:xfrm>
            <a:prstGeom prst="ellipse">
              <a:avLst/>
            </a:prstGeom>
            <a:gradFill>
              <a:gsLst>
                <a:gs pos="0">
                  <a:srgbClr val="7A7B7A">
                    <a:alpha val="6106"/>
                  </a:srgbClr>
                </a:gs>
                <a:gs pos="14286">
                  <a:srgbClr val="7A7B7A">
                    <a:alpha val="5626"/>
                  </a:srgbClr>
                </a:gs>
                <a:gs pos="28571">
                  <a:srgbClr val="7A7B7A">
                    <a:alpha val="4397"/>
                  </a:srgbClr>
                </a:gs>
                <a:gs pos="42857">
                  <a:srgbClr val="7A7B7A">
                    <a:alpha val="2906"/>
                  </a:srgbClr>
                </a:gs>
                <a:gs pos="57143">
                  <a:srgbClr val="7A7B7A">
                    <a:alpha val="1621"/>
                  </a:srgbClr>
                </a:gs>
                <a:gs pos="71429">
                  <a:srgbClr val="7A7B7A">
                    <a:alpha val="762"/>
                  </a:srgbClr>
                </a:gs>
                <a:gs pos="85714">
                  <a:srgbClr val="7A7B7A">
                    <a:alpha val="302"/>
                  </a:srgbClr>
                </a:gs>
                <a:gs pos="100000">
                  <a:srgbClr val="7A7B7A">
                    <a:alpha val="1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Splat 66"/>
            <p:cNvSpPr>
              <a:spLocks noGrp="1"/>
            </p:cNvSpPr>
            <p:nvPr/>
          </p:nvSpPr>
          <p:spPr>
            <a:xfrm rot="10480693">
              <a:off x="2352854" y="1645744"/>
              <a:ext cx="40080" cy="10020"/>
            </a:xfrm>
            <a:prstGeom prst="ellipse">
              <a:avLst/>
            </a:prstGeom>
            <a:gradFill>
              <a:gsLst>
                <a:gs pos="0">
                  <a:srgbClr val="FDFDFD">
                    <a:alpha val="21923"/>
                  </a:srgbClr>
                </a:gs>
                <a:gs pos="14286">
                  <a:srgbClr val="FDFDFD">
                    <a:alpha val="20344"/>
                  </a:srgbClr>
                </a:gs>
                <a:gs pos="28571">
                  <a:srgbClr val="FDFDFD">
                    <a:alpha val="16189"/>
                  </a:srgbClr>
                </a:gs>
                <a:gs pos="42857">
                  <a:srgbClr val="FDFDFD">
                    <a:alpha val="10938"/>
                  </a:srgbClr>
                </a:gs>
                <a:gs pos="57143">
                  <a:srgbClr val="FDFDFD">
                    <a:alpha val="6217"/>
                  </a:srgbClr>
                </a:gs>
                <a:gs pos="71429">
                  <a:srgbClr val="FDFDFD">
                    <a:alpha val="2960"/>
                  </a:srgbClr>
                </a:gs>
                <a:gs pos="85714">
                  <a:srgbClr val="FDFDFD">
                    <a:alpha val="1181"/>
                  </a:srgbClr>
                </a:gs>
                <a:gs pos="100000">
                  <a:srgbClr val="FDFDFD">
                    <a:alpha val="3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Splat 67"/>
            <p:cNvSpPr>
              <a:spLocks noGrp="1"/>
            </p:cNvSpPr>
            <p:nvPr/>
          </p:nvSpPr>
          <p:spPr>
            <a:xfrm rot="5590656">
              <a:off x="1607434" y="1166133"/>
              <a:ext cx="533756" cy="110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Splat 68"/>
            <p:cNvSpPr>
              <a:spLocks noGrp="1"/>
            </p:cNvSpPr>
            <p:nvPr/>
          </p:nvSpPr>
          <p:spPr>
            <a:xfrm rot="6635963">
              <a:off x="2195403" y="1057895"/>
              <a:ext cx="61258" cy="15315"/>
            </a:xfrm>
            <a:prstGeom prst="ellipse">
              <a:avLst/>
            </a:prstGeom>
            <a:gradFill>
              <a:gsLst>
                <a:gs pos="0">
                  <a:srgbClr val="DCDCDC">
                    <a:alpha val="18172"/>
                  </a:srgbClr>
                </a:gs>
                <a:gs pos="14286">
                  <a:srgbClr val="DCDCDC">
                    <a:alpha val="16834"/>
                  </a:srgbClr>
                </a:gs>
                <a:gs pos="28571">
                  <a:srgbClr val="DCDCDC">
                    <a:alpha val="13335"/>
                  </a:srgbClr>
                </a:gs>
                <a:gs pos="42857">
                  <a:srgbClr val="DCDCDC">
                    <a:alpha val="8961"/>
                  </a:srgbClr>
                </a:gs>
                <a:gs pos="57143">
                  <a:srgbClr val="DCDCDC">
                    <a:alpha val="5069"/>
                  </a:srgbClr>
                </a:gs>
                <a:gs pos="71429">
                  <a:srgbClr val="DCDCDC">
                    <a:alpha val="2406"/>
                  </a:srgbClr>
                </a:gs>
                <a:gs pos="85714">
                  <a:srgbClr val="DCDCDC">
                    <a:alpha val="958"/>
                  </a:srgbClr>
                </a:gs>
                <a:gs pos="100000">
                  <a:srgbClr val="DCDCDC">
                    <a:alpha val="3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Splat 69"/>
            <p:cNvSpPr>
              <a:spLocks noGrp="1"/>
            </p:cNvSpPr>
            <p:nvPr/>
          </p:nvSpPr>
          <p:spPr>
            <a:xfrm rot="7632483">
              <a:off x="449046" y="1067703"/>
              <a:ext cx="56190" cy="14047"/>
            </a:xfrm>
            <a:prstGeom prst="ellipse">
              <a:avLst/>
            </a:prstGeom>
            <a:gradFill>
              <a:gsLst>
                <a:gs pos="0">
                  <a:srgbClr val="DEDEDE">
                    <a:alpha val="19086"/>
                  </a:srgbClr>
                </a:gs>
                <a:gs pos="14286">
                  <a:srgbClr val="DEDEDE">
                    <a:alpha val="17688"/>
                  </a:srgbClr>
                </a:gs>
                <a:gs pos="28571">
                  <a:srgbClr val="DEDEDE">
                    <a:alpha val="14027"/>
                  </a:srgbClr>
                </a:gs>
                <a:gs pos="42857">
                  <a:srgbClr val="DEDEDE">
                    <a:alpha val="9438"/>
                  </a:srgbClr>
                </a:gs>
                <a:gs pos="57143">
                  <a:srgbClr val="DEDEDE">
                    <a:alpha val="5345"/>
                  </a:srgbClr>
                </a:gs>
                <a:gs pos="71429">
                  <a:srgbClr val="DEDEDE">
                    <a:alpha val="2539"/>
                  </a:srgbClr>
                </a:gs>
                <a:gs pos="85714">
                  <a:srgbClr val="DEDEDE">
                    <a:alpha val="1012"/>
                  </a:srgbClr>
                </a:gs>
                <a:gs pos="100000">
                  <a:srgbClr val="DEDEDE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Splat 70"/>
            <p:cNvSpPr>
              <a:spLocks noGrp="1"/>
            </p:cNvSpPr>
            <p:nvPr/>
          </p:nvSpPr>
          <p:spPr>
            <a:xfrm rot="-10615917">
              <a:off x="1919298" y="1307381"/>
              <a:ext cx="62764" cy="15691"/>
            </a:xfrm>
            <a:prstGeom prst="ellipse">
              <a:avLst/>
            </a:prstGeom>
            <a:gradFill>
              <a:gsLst>
                <a:gs pos="0">
                  <a:srgbClr val="8D8D8D">
                    <a:alpha val="17899"/>
                  </a:srgbClr>
                </a:gs>
                <a:gs pos="14286">
                  <a:srgbClr val="8D8D8D">
                    <a:alpha val="16579"/>
                  </a:srgbClr>
                </a:gs>
                <a:gs pos="28571">
                  <a:srgbClr val="8D8D8D">
                    <a:alpha val="13129"/>
                  </a:srgbClr>
                </a:gs>
                <a:gs pos="42857">
                  <a:srgbClr val="8D8D8D">
                    <a:alpha val="8818"/>
                  </a:srgbClr>
                </a:gs>
                <a:gs pos="57143">
                  <a:srgbClr val="8D8D8D">
                    <a:alpha val="4987"/>
                  </a:srgbClr>
                </a:gs>
                <a:gs pos="71429">
                  <a:srgbClr val="8D8D8D">
                    <a:alpha val="2366"/>
                  </a:srgbClr>
                </a:gs>
                <a:gs pos="85714">
                  <a:srgbClr val="8D8D8D">
                    <a:alpha val="942"/>
                  </a:srgbClr>
                </a:gs>
                <a:gs pos="100000">
                  <a:srgbClr val="8D8D8D">
                    <a:alpha val="3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Splat 71"/>
            <p:cNvSpPr>
              <a:spLocks noGrp="1"/>
            </p:cNvSpPr>
            <p:nvPr/>
          </p:nvSpPr>
          <p:spPr>
            <a:xfrm rot="3938833">
              <a:off x="2376521" y="2766699"/>
              <a:ext cx="62874" cy="15718"/>
            </a:xfrm>
            <a:prstGeom prst="ellipse">
              <a:avLst/>
            </a:prstGeom>
            <a:gradFill>
              <a:gsLst>
                <a:gs pos="0">
                  <a:srgbClr val="A9A9A9">
                    <a:alpha val="17879"/>
                  </a:srgbClr>
                </a:gs>
                <a:gs pos="14286">
                  <a:srgbClr val="A9A9A9">
                    <a:alpha val="16560"/>
                  </a:srgbClr>
                </a:gs>
                <a:gs pos="28571">
                  <a:srgbClr val="A9A9A9">
                    <a:alpha val="13114"/>
                  </a:srgbClr>
                </a:gs>
                <a:gs pos="42857">
                  <a:srgbClr val="A9A9A9">
                    <a:alpha val="8808"/>
                  </a:srgbClr>
                </a:gs>
                <a:gs pos="57143">
                  <a:srgbClr val="A9A9A9">
                    <a:alpha val="4981"/>
                  </a:srgbClr>
                </a:gs>
                <a:gs pos="71429">
                  <a:srgbClr val="A9A9A9">
                    <a:alpha val="2363"/>
                  </a:srgbClr>
                </a:gs>
                <a:gs pos="85714">
                  <a:srgbClr val="A9A9A9">
                    <a:alpha val="941"/>
                  </a:srgbClr>
                </a:gs>
                <a:gs pos="100000">
                  <a:srgbClr val="A9A9A9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Splat 72"/>
            <p:cNvSpPr>
              <a:spLocks noGrp="1"/>
            </p:cNvSpPr>
            <p:nvPr/>
          </p:nvSpPr>
          <p:spPr>
            <a:xfrm rot="6390534">
              <a:off x="1624015" y="2981090"/>
              <a:ext cx="473070" cy="456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Splat 73"/>
            <p:cNvSpPr>
              <a:spLocks noGrp="1"/>
            </p:cNvSpPr>
            <p:nvPr/>
          </p:nvSpPr>
          <p:spPr>
            <a:xfrm rot="5281203">
              <a:off x="1219775" y="1393879"/>
              <a:ext cx="60868" cy="15217"/>
            </a:xfrm>
            <a:prstGeom prst="ellipse">
              <a:avLst/>
            </a:prstGeom>
            <a:gradFill>
              <a:gsLst>
                <a:gs pos="0">
                  <a:srgbClr val="C0C0C0">
                    <a:alpha val="18243"/>
                  </a:srgbClr>
                </a:gs>
                <a:gs pos="14286">
                  <a:srgbClr val="C0C0C0">
                    <a:alpha val="16900"/>
                  </a:srgbClr>
                </a:gs>
                <a:gs pos="28571">
                  <a:srgbClr val="C0C0C0">
                    <a:alpha val="13389"/>
                  </a:srgbClr>
                </a:gs>
                <a:gs pos="42857">
                  <a:srgbClr val="C0C0C0">
                    <a:alpha val="8998"/>
                  </a:srgbClr>
                </a:gs>
                <a:gs pos="57143">
                  <a:srgbClr val="C0C0C0">
                    <a:alpha val="5090"/>
                  </a:srgbClr>
                </a:gs>
                <a:gs pos="71429">
                  <a:srgbClr val="C0C0C0">
                    <a:alpha val="2416"/>
                  </a:srgbClr>
                </a:gs>
                <a:gs pos="85714">
                  <a:srgbClr val="C0C0C0">
                    <a:alpha val="962"/>
                  </a:srgbClr>
                </a:gs>
                <a:gs pos="100000">
                  <a:srgbClr val="C0C0C0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Splat 74"/>
            <p:cNvSpPr>
              <a:spLocks noGrp="1"/>
            </p:cNvSpPr>
            <p:nvPr/>
          </p:nvSpPr>
          <p:spPr>
            <a:xfrm rot="3590040">
              <a:off x="2130316" y="1211671"/>
              <a:ext cx="464073" cy="469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Splat 75"/>
            <p:cNvSpPr>
              <a:spLocks noGrp="1"/>
            </p:cNvSpPr>
            <p:nvPr/>
          </p:nvSpPr>
          <p:spPr>
            <a:xfrm rot="8426094">
              <a:off x="2200550" y="1225291"/>
              <a:ext cx="432289" cy="770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Splat 76"/>
            <p:cNvSpPr>
              <a:spLocks noGrp="1"/>
            </p:cNvSpPr>
            <p:nvPr/>
          </p:nvSpPr>
          <p:spPr>
            <a:xfrm rot="6409180">
              <a:off x="1617792" y="3598707"/>
              <a:ext cx="131319" cy="532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Splat 77"/>
            <p:cNvSpPr>
              <a:spLocks noGrp="1"/>
            </p:cNvSpPr>
            <p:nvPr/>
          </p:nvSpPr>
          <p:spPr>
            <a:xfrm rot="7104256">
              <a:off x="1190200" y="1352795"/>
              <a:ext cx="235967" cy="9639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Splat 78"/>
            <p:cNvSpPr>
              <a:spLocks noGrp="1"/>
            </p:cNvSpPr>
            <p:nvPr/>
          </p:nvSpPr>
          <p:spPr>
            <a:xfrm rot="4699208">
              <a:off x="888624" y="1234173"/>
              <a:ext cx="615702" cy="1433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Splat 79"/>
            <p:cNvSpPr>
              <a:spLocks noGrp="1"/>
            </p:cNvSpPr>
            <p:nvPr/>
          </p:nvSpPr>
          <p:spPr>
            <a:xfrm rot="6460608">
              <a:off x="1257575" y="1488323"/>
              <a:ext cx="38650" cy="9662"/>
            </a:xfrm>
            <a:prstGeom prst="ellipse">
              <a:avLst/>
            </a:prstGeom>
            <a:gradFill>
              <a:gsLst>
                <a:gs pos="0">
                  <a:srgbClr val="E4E4E4">
                    <a:alpha val="22170"/>
                  </a:srgbClr>
                </a:gs>
                <a:gs pos="14286">
                  <a:srgbClr val="E4E4E4">
                    <a:alpha val="20576"/>
                  </a:srgbClr>
                </a:gs>
                <a:gs pos="28571">
                  <a:srgbClr val="E4E4E4">
                    <a:alpha val="16378"/>
                  </a:srgbClr>
                </a:gs>
                <a:gs pos="42857">
                  <a:srgbClr val="E4E4E4">
                    <a:alpha val="11070"/>
                  </a:srgbClr>
                </a:gs>
                <a:gs pos="57143">
                  <a:srgbClr val="E4E4E4">
                    <a:alpha val="6294"/>
                  </a:srgbClr>
                </a:gs>
                <a:gs pos="71429">
                  <a:srgbClr val="E4E4E4">
                    <a:alpha val="2997"/>
                  </a:srgbClr>
                </a:gs>
                <a:gs pos="85714">
                  <a:srgbClr val="E4E4E4">
                    <a:alpha val="1196"/>
                  </a:srgbClr>
                </a:gs>
                <a:gs pos="100000">
                  <a:srgbClr val="E4E4E4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Splat 80"/>
            <p:cNvSpPr>
              <a:spLocks noGrp="1"/>
            </p:cNvSpPr>
            <p:nvPr/>
          </p:nvSpPr>
          <p:spPr>
            <a:xfrm rot="6529080">
              <a:off x="365611" y="1200770"/>
              <a:ext cx="54740" cy="13685"/>
            </a:xfrm>
            <a:prstGeom prst="ellipse">
              <a:avLst/>
            </a:prstGeom>
            <a:gradFill>
              <a:gsLst>
                <a:gs pos="0">
                  <a:srgbClr val="E5E5E5">
                    <a:alpha val="19346"/>
                  </a:srgbClr>
                </a:gs>
                <a:gs pos="14286">
                  <a:srgbClr val="E5E5E5">
                    <a:alpha val="17931"/>
                  </a:srgbClr>
                </a:gs>
                <a:gs pos="28571">
                  <a:srgbClr val="E5E5E5">
                    <a:alpha val="14224"/>
                  </a:srgbClr>
                </a:gs>
                <a:gs pos="42857">
                  <a:srgbClr val="E5E5E5">
                    <a:alpha val="9574"/>
                  </a:srgbClr>
                </a:gs>
                <a:gs pos="57143">
                  <a:srgbClr val="E5E5E5">
                    <a:alpha val="5424"/>
                  </a:srgbClr>
                </a:gs>
                <a:gs pos="71429">
                  <a:srgbClr val="E5E5E5">
                    <a:alpha val="2577"/>
                  </a:srgbClr>
                </a:gs>
                <a:gs pos="85714">
                  <a:srgbClr val="E5E5E5">
                    <a:alpha val="1027"/>
                  </a:srgbClr>
                </a:gs>
                <a:gs pos="100000">
                  <a:srgbClr val="E5E5E5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Splat 81"/>
            <p:cNvSpPr>
              <a:spLocks noGrp="1"/>
            </p:cNvSpPr>
            <p:nvPr/>
          </p:nvSpPr>
          <p:spPr>
            <a:xfrm rot="6477648">
              <a:off x="2219261" y="1223573"/>
              <a:ext cx="56136" cy="14034"/>
            </a:xfrm>
            <a:prstGeom prst="ellipse">
              <a:avLst/>
            </a:prstGeom>
            <a:gradFill>
              <a:gsLst>
                <a:gs pos="0">
                  <a:srgbClr val="D0D0D0">
                    <a:alpha val="19096"/>
                  </a:srgbClr>
                </a:gs>
                <a:gs pos="14286">
                  <a:srgbClr val="D0D0D0">
                    <a:alpha val="17697"/>
                  </a:srgbClr>
                </a:gs>
                <a:gs pos="28571">
                  <a:srgbClr val="D0D0D0">
                    <a:alpha val="14034"/>
                  </a:srgbClr>
                </a:gs>
                <a:gs pos="42857">
                  <a:srgbClr val="D0D0D0">
                    <a:alpha val="9443"/>
                  </a:srgbClr>
                </a:gs>
                <a:gs pos="57143">
                  <a:srgbClr val="D0D0D0">
                    <a:alpha val="5348"/>
                  </a:srgbClr>
                </a:gs>
                <a:gs pos="71429">
                  <a:srgbClr val="D0D0D0">
                    <a:alpha val="2540"/>
                  </a:srgbClr>
                </a:gs>
                <a:gs pos="85714">
                  <a:srgbClr val="D0D0D0">
                    <a:alpha val="1012"/>
                  </a:srgbClr>
                </a:gs>
                <a:gs pos="100000">
                  <a:srgbClr val="D0D0D0">
                    <a:alpha val="3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Splat 82"/>
            <p:cNvSpPr>
              <a:spLocks noGrp="1"/>
            </p:cNvSpPr>
            <p:nvPr/>
          </p:nvSpPr>
          <p:spPr>
            <a:xfrm rot="3182188">
              <a:off x="1238416" y="1294819"/>
              <a:ext cx="55090" cy="13773"/>
            </a:xfrm>
            <a:prstGeom prst="ellipse">
              <a:avLst/>
            </a:prstGeom>
            <a:gradFill>
              <a:gsLst>
                <a:gs pos="0">
                  <a:srgbClr val="FFFFFF">
                    <a:alpha val="19283"/>
                  </a:srgbClr>
                </a:gs>
                <a:gs pos="14286">
                  <a:srgbClr val="FFFFFF">
                    <a:alpha val="17872"/>
                  </a:srgbClr>
                </a:gs>
                <a:gs pos="28571">
                  <a:srgbClr val="FFFFFF">
                    <a:alpha val="14176"/>
                  </a:srgbClr>
                </a:gs>
                <a:gs pos="42857">
                  <a:srgbClr val="FFFFFF">
                    <a:alpha val="9541"/>
                  </a:srgbClr>
                </a:gs>
                <a:gs pos="57143">
                  <a:srgbClr val="FFFFFF">
                    <a:alpha val="5405"/>
                  </a:srgbClr>
                </a:gs>
                <a:gs pos="71429">
                  <a:srgbClr val="FFFFFF">
                    <a:alpha val="2567"/>
                  </a:srgbClr>
                </a:gs>
                <a:gs pos="85714">
                  <a:srgbClr val="FFFFFF">
                    <a:alpha val="1023"/>
                  </a:srgbClr>
                </a:gs>
                <a:gs pos="100000">
                  <a:srgbClr val="FFFFFF">
                    <a:alpha val="3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Splat 83"/>
            <p:cNvSpPr>
              <a:spLocks noGrp="1"/>
            </p:cNvSpPr>
            <p:nvPr/>
          </p:nvSpPr>
          <p:spPr>
            <a:xfrm rot="8326712">
              <a:off x="1229683" y="1418580"/>
              <a:ext cx="185411" cy="429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Splat 84"/>
            <p:cNvSpPr>
              <a:spLocks noGrp="1"/>
            </p:cNvSpPr>
            <p:nvPr/>
          </p:nvSpPr>
          <p:spPr>
            <a:xfrm rot="6360962">
              <a:off x="1520303" y="3170217"/>
              <a:ext cx="575649" cy="466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Splat 85"/>
            <p:cNvSpPr>
              <a:spLocks noGrp="1"/>
            </p:cNvSpPr>
            <p:nvPr/>
          </p:nvSpPr>
          <p:spPr>
            <a:xfrm rot="9304568">
              <a:off x="902686" y="872556"/>
              <a:ext cx="39929" cy="9982"/>
            </a:xfrm>
            <a:prstGeom prst="ellipse">
              <a:avLst/>
            </a:prstGeom>
            <a:gradFill>
              <a:gsLst>
                <a:gs pos="0">
                  <a:srgbClr val="F1F1F1">
                    <a:alpha val="21949"/>
                  </a:srgbClr>
                </a:gs>
                <a:gs pos="14286">
                  <a:srgbClr val="F1F1F1">
                    <a:alpha val="20369"/>
                  </a:srgbClr>
                </a:gs>
                <a:gs pos="28571">
                  <a:srgbClr val="F1F1F1">
                    <a:alpha val="16209"/>
                  </a:srgbClr>
                </a:gs>
                <a:gs pos="42857">
                  <a:srgbClr val="F1F1F1">
                    <a:alpha val="10952"/>
                  </a:srgbClr>
                </a:gs>
                <a:gs pos="57143">
                  <a:srgbClr val="F1F1F1">
                    <a:alpha val="6225"/>
                  </a:srgbClr>
                </a:gs>
                <a:gs pos="71429">
                  <a:srgbClr val="F1F1F1">
                    <a:alpha val="2964"/>
                  </a:srgbClr>
                </a:gs>
                <a:gs pos="85714">
                  <a:srgbClr val="F1F1F1">
                    <a:alpha val="1183"/>
                  </a:srgbClr>
                </a:gs>
                <a:gs pos="100000">
                  <a:srgbClr val="F1F1F1">
                    <a:alpha val="3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Splat 86"/>
            <p:cNvSpPr>
              <a:spLocks noGrp="1"/>
            </p:cNvSpPr>
            <p:nvPr/>
          </p:nvSpPr>
          <p:spPr>
            <a:xfrm rot="4122716">
              <a:off x="1987581" y="1839599"/>
              <a:ext cx="42267" cy="10567"/>
            </a:xfrm>
            <a:prstGeom prst="ellipse">
              <a:avLst/>
            </a:prstGeom>
            <a:gradFill>
              <a:gsLst>
                <a:gs pos="0">
                  <a:srgbClr val="F8F8F8">
                    <a:alpha val="21544"/>
                  </a:srgbClr>
                </a:gs>
                <a:gs pos="14286">
                  <a:srgbClr val="F8F8F8">
                    <a:alpha val="19989"/>
                  </a:srgbClr>
                </a:gs>
                <a:gs pos="28571">
                  <a:srgbClr val="F8F8F8">
                    <a:alpha val="15899"/>
                  </a:srgbClr>
                </a:gs>
                <a:gs pos="42857">
                  <a:srgbClr val="F8F8F8">
                    <a:alpha val="10736"/>
                  </a:srgbClr>
                </a:gs>
                <a:gs pos="57143">
                  <a:srgbClr val="F8F8F8">
                    <a:alpha val="6099"/>
                  </a:srgbClr>
                </a:gs>
                <a:gs pos="71429">
                  <a:srgbClr val="F8F8F8">
                    <a:alpha val="2903"/>
                  </a:srgbClr>
                </a:gs>
                <a:gs pos="85714">
                  <a:srgbClr val="F8F8F8">
                    <a:alpha val="1158"/>
                  </a:srgbClr>
                </a:gs>
                <a:gs pos="100000">
                  <a:srgbClr val="F8F8F8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Splat 87"/>
            <p:cNvSpPr>
              <a:spLocks noGrp="1"/>
            </p:cNvSpPr>
            <p:nvPr/>
          </p:nvSpPr>
          <p:spPr>
            <a:xfrm rot="5400000">
              <a:off x="1833380" y="1072823"/>
              <a:ext cx="26026" cy="26026"/>
            </a:xfrm>
            <a:prstGeom prst="ellipse">
              <a:avLst/>
            </a:prstGeom>
            <a:gradFill>
              <a:gsLst>
                <a:gs pos="0">
                  <a:srgbClr val="E0E0E0">
                    <a:alpha val="19824"/>
                  </a:srgbClr>
                </a:gs>
                <a:gs pos="14286">
                  <a:srgbClr val="E0E0E0">
                    <a:alpha val="18379"/>
                  </a:srgbClr>
                </a:gs>
                <a:gs pos="28571">
                  <a:srgbClr val="E0E0E0">
                    <a:alpha val="14588"/>
                  </a:srgbClr>
                </a:gs>
                <a:gs pos="42857">
                  <a:srgbClr val="E0E0E0">
                    <a:alpha val="9826"/>
                  </a:srgbClr>
                </a:gs>
                <a:gs pos="57143">
                  <a:srgbClr val="E0E0E0">
                    <a:alpha val="5570"/>
                  </a:srgbClr>
                </a:gs>
                <a:gs pos="71429">
                  <a:srgbClr val="E0E0E0">
                    <a:alpha val="2647"/>
                  </a:srgbClr>
                </a:gs>
                <a:gs pos="85714">
                  <a:srgbClr val="E0E0E0">
                    <a:alpha val="1055"/>
                  </a:srgbClr>
                </a:gs>
                <a:gs pos="100000">
                  <a:srgbClr val="E0E0E0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Splat 88"/>
            <p:cNvSpPr>
              <a:spLocks noGrp="1"/>
            </p:cNvSpPr>
            <p:nvPr/>
          </p:nvSpPr>
          <p:spPr>
            <a:xfrm rot="10726652">
              <a:off x="2244440" y="1042789"/>
              <a:ext cx="62200" cy="15550"/>
            </a:xfrm>
            <a:prstGeom prst="ellipse">
              <a:avLst/>
            </a:prstGeom>
            <a:gradFill>
              <a:gsLst>
                <a:gs pos="0">
                  <a:srgbClr val="BDBCBD">
                    <a:alpha val="18002"/>
                  </a:srgbClr>
                </a:gs>
                <a:gs pos="14286">
                  <a:srgbClr val="BDBCBD">
                    <a:alpha val="16675"/>
                  </a:srgbClr>
                </a:gs>
                <a:gs pos="28571">
                  <a:srgbClr val="BDBCBD">
                    <a:alpha val="13206"/>
                  </a:srgbClr>
                </a:gs>
                <a:gs pos="42857">
                  <a:srgbClr val="BDBCBD">
                    <a:alpha val="8872"/>
                  </a:srgbClr>
                </a:gs>
                <a:gs pos="57143">
                  <a:srgbClr val="BDBCBD">
                    <a:alpha val="5018"/>
                  </a:srgbClr>
                </a:gs>
                <a:gs pos="71429">
                  <a:srgbClr val="BDBCBD">
                    <a:alpha val="2381"/>
                  </a:srgbClr>
                </a:gs>
                <a:gs pos="85714">
                  <a:srgbClr val="BDBCBD">
                    <a:alpha val="948"/>
                  </a:srgbClr>
                </a:gs>
                <a:gs pos="100000">
                  <a:srgbClr val="BDBCBD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Splat 89"/>
            <p:cNvSpPr>
              <a:spLocks noGrp="1"/>
            </p:cNvSpPr>
            <p:nvPr/>
          </p:nvSpPr>
          <p:spPr>
            <a:xfrm rot="6216041">
              <a:off x="1813669" y="3066225"/>
              <a:ext cx="64441" cy="16110"/>
            </a:xfrm>
            <a:prstGeom prst="ellipse">
              <a:avLst/>
            </a:prstGeom>
            <a:gradFill>
              <a:gsLst>
                <a:gs pos="0">
                  <a:srgbClr val="CDCDCD">
                    <a:alpha val="17594"/>
                  </a:srgbClr>
                </a:gs>
                <a:gs pos="14286">
                  <a:srgbClr val="CDCDCD">
                    <a:alpha val="16294"/>
                  </a:srgbClr>
                </a:gs>
                <a:gs pos="28571">
                  <a:srgbClr val="CDCDCD">
                    <a:alpha val="12898"/>
                  </a:srgbClr>
                </a:gs>
                <a:gs pos="42857">
                  <a:srgbClr val="CDCDCD">
                    <a:alpha val="8660"/>
                  </a:srgbClr>
                </a:gs>
                <a:gs pos="57143">
                  <a:srgbClr val="CDCDCD">
                    <a:alpha val="4895"/>
                  </a:srgbClr>
                </a:gs>
                <a:gs pos="71429">
                  <a:srgbClr val="CDCDCD">
                    <a:alpha val="2322"/>
                  </a:srgbClr>
                </a:gs>
                <a:gs pos="85714">
                  <a:srgbClr val="CDCDCD">
                    <a:alpha val="925"/>
                  </a:srgbClr>
                </a:gs>
                <a:gs pos="100000">
                  <a:srgbClr val="CDCDCD">
                    <a:alpha val="3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Splat 90"/>
            <p:cNvSpPr>
              <a:spLocks noGrp="1"/>
            </p:cNvSpPr>
            <p:nvPr/>
          </p:nvSpPr>
          <p:spPr>
            <a:xfrm rot="4548963">
              <a:off x="2003408" y="1842582"/>
              <a:ext cx="45921" cy="11480"/>
            </a:xfrm>
            <a:prstGeom prst="ellipse">
              <a:avLst/>
            </a:prstGeom>
            <a:gradFill>
              <a:gsLst>
                <a:gs pos="0">
                  <a:srgbClr val="EFEFEF">
                    <a:alpha val="20906"/>
                  </a:srgbClr>
                </a:gs>
                <a:gs pos="14286">
                  <a:srgbClr val="EFEFEF">
                    <a:alpha val="19391"/>
                  </a:srgbClr>
                </a:gs>
                <a:gs pos="28571">
                  <a:srgbClr val="EFEFEF">
                    <a:alpha val="15412"/>
                  </a:srgbClr>
                </a:gs>
                <a:gs pos="42857">
                  <a:srgbClr val="EFEFEF">
                    <a:alpha val="10397"/>
                  </a:srgbClr>
                </a:gs>
                <a:gs pos="57143">
                  <a:srgbClr val="EFEFEF">
                    <a:alpha val="5902"/>
                  </a:srgbClr>
                </a:gs>
                <a:gs pos="71429">
                  <a:srgbClr val="EFEFEF">
                    <a:alpha val="2807"/>
                  </a:srgbClr>
                </a:gs>
                <a:gs pos="85714">
                  <a:srgbClr val="EFEFEF">
                    <a:alpha val="1120"/>
                  </a:srgbClr>
                </a:gs>
                <a:gs pos="100000">
                  <a:srgbClr val="EFEFEF">
                    <a:alpha val="3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Splat 91"/>
            <p:cNvSpPr>
              <a:spLocks noGrp="1"/>
            </p:cNvSpPr>
            <p:nvPr/>
          </p:nvSpPr>
          <p:spPr>
            <a:xfrm rot="6338596">
              <a:off x="1700314" y="2617260"/>
              <a:ext cx="544208" cy="283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Splat 92"/>
            <p:cNvSpPr>
              <a:spLocks noGrp="1"/>
            </p:cNvSpPr>
            <p:nvPr/>
          </p:nvSpPr>
          <p:spPr>
            <a:xfrm rot="6409185">
              <a:off x="1617791" y="3598707"/>
              <a:ext cx="131322" cy="5320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Splat 93"/>
            <p:cNvSpPr>
              <a:spLocks noGrp="1"/>
            </p:cNvSpPr>
            <p:nvPr/>
          </p:nvSpPr>
          <p:spPr>
            <a:xfrm rot="9772880">
              <a:off x="677499" y="917716"/>
              <a:ext cx="59839" cy="14960"/>
            </a:xfrm>
            <a:prstGeom prst="ellipse">
              <a:avLst/>
            </a:prstGeom>
            <a:gradFill>
              <a:gsLst>
                <a:gs pos="0">
                  <a:srgbClr val="DADADA">
                    <a:alpha val="18429"/>
                  </a:srgbClr>
                </a:gs>
                <a:gs pos="14286">
                  <a:srgbClr val="DADADA">
                    <a:alpha val="17074"/>
                  </a:srgbClr>
                </a:gs>
                <a:gs pos="28571">
                  <a:srgbClr val="DADADA">
                    <a:alpha val="13530"/>
                  </a:srgbClr>
                </a:gs>
                <a:gs pos="42857">
                  <a:srgbClr val="DADADA">
                    <a:alpha val="9095"/>
                  </a:srgbClr>
                </a:gs>
                <a:gs pos="57143">
                  <a:srgbClr val="DADADA">
                    <a:alpha val="5146"/>
                  </a:srgbClr>
                </a:gs>
                <a:gs pos="71429">
                  <a:srgbClr val="DADADA">
                    <a:alpha val="2443"/>
                  </a:srgbClr>
                </a:gs>
                <a:gs pos="85714">
                  <a:srgbClr val="DADADA">
                    <a:alpha val="973"/>
                  </a:srgbClr>
                </a:gs>
                <a:gs pos="100000">
                  <a:srgbClr val="DADADA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Splat 94"/>
            <p:cNvSpPr>
              <a:spLocks noGrp="1"/>
            </p:cNvSpPr>
            <p:nvPr/>
          </p:nvSpPr>
          <p:spPr>
            <a:xfrm rot="7486651">
              <a:off x="1174984" y="646596"/>
              <a:ext cx="65364" cy="16341"/>
            </a:xfrm>
            <a:prstGeom prst="ellipse">
              <a:avLst/>
            </a:prstGeom>
            <a:gradFill>
              <a:gsLst>
                <a:gs pos="0">
                  <a:srgbClr val="848484">
                    <a:alpha val="17425"/>
                  </a:srgbClr>
                </a:gs>
                <a:gs pos="14286">
                  <a:srgbClr val="848484">
                    <a:alpha val="16136"/>
                  </a:srgbClr>
                </a:gs>
                <a:gs pos="28571">
                  <a:srgbClr val="848484">
                    <a:alpha val="12771"/>
                  </a:srgbClr>
                </a:gs>
                <a:gs pos="42857">
                  <a:srgbClr val="848484">
                    <a:alpha val="8572"/>
                  </a:srgbClr>
                </a:gs>
                <a:gs pos="57143">
                  <a:srgbClr val="848484">
                    <a:alpha val="4845"/>
                  </a:srgbClr>
                </a:gs>
                <a:gs pos="71429">
                  <a:srgbClr val="848484">
                    <a:alpha val="2298"/>
                  </a:srgbClr>
                </a:gs>
                <a:gs pos="85714">
                  <a:srgbClr val="848484">
                    <a:alpha val="915"/>
                  </a:srgbClr>
                </a:gs>
                <a:gs pos="100000">
                  <a:srgbClr val="848484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Splat 95"/>
            <p:cNvSpPr>
              <a:spLocks noGrp="1"/>
            </p:cNvSpPr>
            <p:nvPr/>
          </p:nvSpPr>
          <p:spPr>
            <a:xfrm rot="-10501514">
              <a:off x="1829270" y="986545"/>
              <a:ext cx="51836" cy="12959"/>
            </a:xfrm>
            <a:prstGeom prst="ellipse">
              <a:avLst/>
            </a:prstGeom>
            <a:gradFill>
              <a:gsLst>
                <a:gs pos="0">
                  <a:srgbClr val="E2E2E2">
                    <a:alpha val="19863"/>
                  </a:srgbClr>
                </a:gs>
                <a:gs pos="14286">
                  <a:srgbClr val="E2E2E2">
                    <a:alpha val="18415"/>
                  </a:srgbClr>
                </a:gs>
                <a:gs pos="28571">
                  <a:srgbClr val="E2E2E2">
                    <a:alpha val="14617"/>
                  </a:srgbClr>
                </a:gs>
                <a:gs pos="42857">
                  <a:srgbClr val="E2E2E2">
                    <a:alpha val="9846"/>
                  </a:srgbClr>
                </a:gs>
                <a:gs pos="57143">
                  <a:srgbClr val="E2E2E2">
                    <a:alpha val="5581"/>
                  </a:srgbClr>
                </a:gs>
                <a:gs pos="71429">
                  <a:srgbClr val="E2E2E2">
                    <a:alpha val="2653"/>
                  </a:srgbClr>
                </a:gs>
                <a:gs pos="85714">
                  <a:srgbClr val="E2E2E2">
                    <a:alpha val="1057"/>
                  </a:srgbClr>
                </a:gs>
                <a:gs pos="100000">
                  <a:srgbClr val="E2E2E2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Splat 96"/>
            <p:cNvSpPr>
              <a:spLocks noGrp="1"/>
            </p:cNvSpPr>
            <p:nvPr/>
          </p:nvSpPr>
          <p:spPr>
            <a:xfrm rot="7265327">
              <a:off x="1321713" y="1399310"/>
              <a:ext cx="59065" cy="14766"/>
            </a:xfrm>
            <a:prstGeom prst="ellipse">
              <a:avLst/>
            </a:prstGeom>
            <a:gradFill>
              <a:gsLst>
                <a:gs pos="0">
                  <a:srgbClr val="C4C4C4">
                    <a:alpha val="18569"/>
                  </a:srgbClr>
                </a:gs>
                <a:gs pos="14286">
                  <a:srgbClr val="C4C4C4">
                    <a:alpha val="17205"/>
                  </a:srgbClr>
                </a:gs>
                <a:gs pos="28571">
                  <a:srgbClr val="C4C4C4">
                    <a:alpha val="13635"/>
                  </a:srgbClr>
                </a:gs>
                <a:gs pos="42857">
                  <a:srgbClr val="C4C4C4">
                    <a:alpha val="9168"/>
                  </a:srgbClr>
                </a:gs>
                <a:gs pos="57143">
                  <a:srgbClr val="C4C4C4">
                    <a:alpha val="5188"/>
                  </a:srgbClr>
                </a:gs>
                <a:gs pos="71429">
                  <a:srgbClr val="C4C4C4">
                    <a:alpha val="2463"/>
                  </a:srgbClr>
                </a:gs>
                <a:gs pos="85714">
                  <a:srgbClr val="C4C4C4">
                    <a:alpha val="981"/>
                  </a:srgbClr>
                </a:gs>
                <a:gs pos="100000">
                  <a:srgbClr val="C4C4C4">
                    <a:alpha val="3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Splat 97"/>
            <p:cNvSpPr>
              <a:spLocks noGrp="1"/>
            </p:cNvSpPr>
            <p:nvPr/>
          </p:nvSpPr>
          <p:spPr>
            <a:xfrm rot="-10727311">
              <a:off x="2396852" y="1716006"/>
              <a:ext cx="65546" cy="16387"/>
            </a:xfrm>
            <a:prstGeom prst="ellipse">
              <a:avLst/>
            </a:prstGeom>
            <a:gradFill>
              <a:gsLst>
                <a:gs pos="0">
                  <a:srgbClr val="B7B7B7">
                    <a:alpha val="17391"/>
                  </a:srgbClr>
                </a:gs>
                <a:gs pos="14286">
                  <a:srgbClr val="B7B7B7">
                    <a:alpha val="16105"/>
                  </a:srgbClr>
                </a:gs>
                <a:gs pos="28571">
                  <a:srgbClr val="B7B7B7">
                    <a:alpha val="12746"/>
                  </a:srgbClr>
                </a:gs>
                <a:gs pos="42857">
                  <a:srgbClr val="B7B7B7">
                    <a:alpha val="8555"/>
                  </a:srgbClr>
                </a:gs>
                <a:gs pos="57143">
                  <a:srgbClr val="B7B7B7">
                    <a:alpha val="4835"/>
                  </a:srgbClr>
                </a:gs>
                <a:gs pos="71429">
                  <a:srgbClr val="B7B7B7">
                    <a:alpha val="2293"/>
                  </a:srgbClr>
                </a:gs>
                <a:gs pos="85714">
                  <a:srgbClr val="B7B7B7">
                    <a:alpha val="913"/>
                  </a:srgbClr>
                </a:gs>
                <a:gs pos="100000">
                  <a:srgbClr val="B7B7B7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Splat 98"/>
            <p:cNvSpPr>
              <a:spLocks noGrp="1"/>
            </p:cNvSpPr>
            <p:nvPr/>
          </p:nvSpPr>
          <p:spPr>
            <a:xfrm rot="3978508">
              <a:off x="2074787" y="1216702"/>
              <a:ext cx="497545" cy="1361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Splat 99"/>
            <p:cNvSpPr>
              <a:spLocks noGrp="1"/>
            </p:cNvSpPr>
            <p:nvPr/>
          </p:nvSpPr>
          <p:spPr>
            <a:xfrm rot="8567791">
              <a:off x="2565404" y="1322600"/>
              <a:ext cx="175356" cy="340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Splat 100"/>
            <p:cNvSpPr>
              <a:spLocks noGrp="1"/>
            </p:cNvSpPr>
            <p:nvPr/>
          </p:nvSpPr>
          <p:spPr>
            <a:xfrm rot="5498027">
              <a:off x="1170732" y="1388203"/>
              <a:ext cx="222210" cy="758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Splat 101"/>
            <p:cNvSpPr>
              <a:spLocks noGrp="1"/>
            </p:cNvSpPr>
            <p:nvPr/>
          </p:nvSpPr>
          <p:spPr>
            <a:xfrm rot="7530300">
              <a:off x="991967" y="549948"/>
              <a:ext cx="533058" cy="1862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Splat 102"/>
            <p:cNvSpPr>
              <a:spLocks noGrp="1"/>
            </p:cNvSpPr>
            <p:nvPr/>
          </p:nvSpPr>
          <p:spPr>
            <a:xfrm rot="10749148">
              <a:off x="2180381" y="1689414"/>
              <a:ext cx="350194" cy="3780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Splat 103"/>
            <p:cNvSpPr>
              <a:spLocks noGrp="1"/>
            </p:cNvSpPr>
            <p:nvPr/>
          </p:nvSpPr>
          <p:spPr>
            <a:xfrm rot="6328664">
              <a:off x="1550229" y="3189842"/>
              <a:ext cx="525070" cy="267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Splat 104"/>
            <p:cNvSpPr>
              <a:spLocks noGrp="1"/>
            </p:cNvSpPr>
            <p:nvPr/>
          </p:nvSpPr>
          <p:spPr>
            <a:xfrm rot="5770848">
              <a:off x="1918814" y="1366685"/>
              <a:ext cx="519822" cy="289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Splat 105"/>
            <p:cNvSpPr>
              <a:spLocks noGrp="1"/>
            </p:cNvSpPr>
            <p:nvPr/>
          </p:nvSpPr>
          <p:spPr>
            <a:xfrm rot="4252588">
              <a:off x="2004011" y="1860206"/>
              <a:ext cx="43950" cy="10987"/>
            </a:xfrm>
            <a:prstGeom prst="ellipse">
              <a:avLst/>
            </a:prstGeom>
            <a:gradFill>
              <a:gsLst>
                <a:gs pos="0">
                  <a:srgbClr val="E5E5E5">
                    <a:alpha val="21251"/>
                  </a:srgbClr>
                </a:gs>
                <a:gs pos="14286">
                  <a:srgbClr val="E5E5E5">
                    <a:alpha val="19714"/>
                  </a:srgbClr>
                </a:gs>
                <a:gs pos="28571">
                  <a:srgbClr val="E5E5E5">
                    <a:alpha val="15675"/>
                  </a:srgbClr>
                </a:gs>
                <a:gs pos="42857">
                  <a:srgbClr val="E5E5E5">
                    <a:alpha val="10580"/>
                  </a:srgbClr>
                </a:gs>
                <a:gs pos="57143">
                  <a:srgbClr val="E5E5E5">
                    <a:alpha val="6008"/>
                  </a:srgbClr>
                </a:gs>
                <a:gs pos="71429">
                  <a:srgbClr val="E5E5E5">
                    <a:alpha val="2859"/>
                  </a:srgbClr>
                </a:gs>
                <a:gs pos="85714">
                  <a:srgbClr val="E5E5E5">
                    <a:alpha val="1140"/>
                  </a:srgbClr>
                </a:gs>
                <a:gs pos="100000">
                  <a:srgbClr val="E5E5E5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Splat 106"/>
            <p:cNvSpPr>
              <a:spLocks noGrp="1"/>
            </p:cNvSpPr>
            <p:nvPr/>
          </p:nvSpPr>
          <p:spPr>
            <a:xfrm rot="3787872">
              <a:off x="2434142" y="3282786"/>
              <a:ext cx="548030" cy="4317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Splat 107"/>
            <p:cNvSpPr>
              <a:spLocks noGrp="1"/>
            </p:cNvSpPr>
            <p:nvPr/>
          </p:nvSpPr>
          <p:spPr>
            <a:xfrm rot="-9242279">
              <a:off x="3013585" y="884229"/>
              <a:ext cx="62928" cy="15732"/>
            </a:xfrm>
            <a:prstGeom prst="ellipse">
              <a:avLst/>
            </a:prstGeom>
            <a:gradFill>
              <a:gsLst>
                <a:gs pos="0">
                  <a:srgbClr val="F8F8F8">
                    <a:alpha val="17869"/>
                  </a:srgbClr>
                </a:gs>
                <a:gs pos="14286">
                  <a:srgbClr val="F8F8F8">
                    <a:alpha val="16551"/>
                  </a:srgbClr>
                </a:gs>
                <a:gs pos="28571">
                  <a:srgbClr val="F8F8F8">
                    <a:alpha val="13106"/>
                  </a:srgbClr>
                </a:gs>
                <a:gs pos="42857">
                  <a:srgbClr val="F8F8F8">
                    <a:alpha val="8803"/>
                  </a:srgbClr>
                </a:gs>
                <a:gs pos="57143">
                  <a:srgbClr val="F8F8F8">
                    <a:alpha val="4978"/>
                  </a:srgbClr>
                </a:gs>
                <a:gs pos="71429">
                  <a:srgbClr val="F8F8F8">
                    <a:alpha val="2362"/>
                  </a:srgbClr>
                </a:gs>
                <a:gs pos="85714">
                  <a:srgbClr val="F8F8F8">
                    <a:alpha val="941"/>
                  </a:srgbClr>
                </a:gs>
                <a:gs pos="100000">
                  <a:srgbClr val="F8F8F8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" name="Splat 108"/>
            <p:cNvSpPr>
              <a:spLocks noGrp="1"/>
            </p:cNvSpPr>
            <p:nvPr/>
          </p:nvSpPr>
          <p:spPr>
            <a:xfrm rot="6532417">
              <a:off x="2233299" y="1221497"/>
              <a:ext cx="45483" cy="11371"/>
            </a:xfrm>
            <a:prstGeom prst="ellipse">
              <a:avLst/>
            </a:prstGeom>
            <a:gradFill>
              <a:gsLst>
                <a:gs pos="0">
                  <a:srgbClr val="E3E3E3">
                    <a:alpha val="20983"/>
                  </a:srgbClr>
                </a:gs>
                <a:gs pos="14286">
                  <a:srgbClr val="E3E3E3">
                    <a:alpha val="19463"/>
                  </a:srgbClr>
                </a:gs>
                <a:gs pos="28571">
                  <a:srgbClr val="E3E3E3">
                    <a:alpha val="15470"/>
                  </a:srgbClr>
                </a:gs>
                <a:gs pos="42857">
                  <a:srgbClr val="E3E3E3">
                    <a:alpha val="10438"/>
                  </a:srgbClr>
                </a:gs>
                <a:gs pos="57143">
                  <a:srgbClr val="E3E3E3">
                    <a:alpha val="5926"/>
                  </a:srgbClr>
                </a:gs>
                <a:gs pos="71429">
                  <a:srgbClr val="E3E3E3">
                    <a:alpha val="2819"/>
                  </a:srgbClr>
                </a:gs>
                <a:gs pos="85714">
                  <a:srgbClr val="E3E3E3">
                    <a:alpha val="1124"/>
                  </a:srgbClr>
                </a:gs>
                <a:gs pos="100000">
                  <a:srgbClr val="E3E3E3">
                    <a:alpha val="3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" name="Splat 109"/>
            <p:cNvSpPr>
              <a:spLocks noGrp="1"/>
            </p:cNvSpPr>
            <p:nvPr/>
          </p:nvSpPr>
          <p:spPr>
            <a:xfrm rot="-9388417">
              <a:off x="2289888" y="1628183"/>
              <a:ext cx="174636" cy="100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" name="Splat 110"/>
            <p:cNvSpPr>
              <a:spLocks noGrp="1"/>
            </p:cNvSpPr>
            <p:nvPr/>
          </p:nvSpPr>
          <p:spPr>
            <a:xfrm rot="9253776">
              <a:off x="1221897" y="3232036"/>
              <a:ext cx="539804" cy="523428"/>
            </a:xfrm>
            <a:prstGeom prst="ellipse">
              <a:avLst/>
            </a:prstGeom>
            <a:gradFill>
              <a:gsLst>
                <a:gs pos="0">
                  <a:srgbClr val="C9C7C8">
                    <a:alpha val="5490"/>
                  </a:srgbClr>
                </a:gs>
                <a:gs pos="14286">
                  <a:srgbClr val="C9C7C8">
                    <a:alpha val="5058"/>
                  </a:srgbClr>
                </a:gs>
                <a:gs pos="28571">
                  <a:srgbClr val="C9C7C8">
                    <a:alpha val="3950"/>
                  </a:srgbClr>
                </a:gs>
                <a:gs pos="42857">
                  <a:srgbClr val="C9C7C8">
                    <a:alpha val="2609"/>
                  </a:srgbClr>
                </a:gs>
                <a:gs pos="57143">
                  <a:srgbClr val="C9C7C8">
                    <a:alpha val="1454"/>
                  </a:srgbClr>
                </a:gs>
                <a:gs pos="71429">
                  <a:srgbClr val="C9C7C8">
                    <a:alpha val="683"/>
                  </a:srgbClr>
                </a:gs>
                <a:gs pos="85714">
                  <a:srgbClr val="C9C7C8">
                    <a:alpha val="271"/>
                  </a:srgbClr>
                </a:gs>
                <a:gs pos="100000">
                  <a:srgbClr val="C9C7C8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" name="Splat 111"/>
            <p:cNvSpPr>
              <a:spLocks noGrp="1"/>
            </p:cNvSpPr>
            <p:nvPr/>
          </p:nvSpPr>
          <p:spPr>
            <a:xfrm rot="-9655671">
              <a:off x="1568890" y="1227742"/>
              <a:ext cx="465597" cy="1064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" name="Splat 112"/>
            <p:cNvSpPr>
              <a:spLocks noGrp="1"/>
            </p:cNvSpPr>
            <p:nvPr/>
          </p:nvSpPr>
          <p:spPr>
            <a:xfrm rot="9523045">
              <a:off x="1107210" y="736545"/>
              <a:ext cx="47011" cy="11753"/>
            </a:xfrm>
            <a:prstGeom prst="ellipse">
              <a:avLst/>
            </a:prstGeom>
            <a:gradFill>
              <a:gsLst>
                <a:gs pos="0">
                  <a:srgbClr val="F0F0F0">
                    <a:alpha val="20715"/>
                  </a:srgbClr>
                </a:gs>
                <a:gs pos="14286">
                  <a:srgbClr val="F0F0F0">
                    <a:alpha val="19212"/>
                  </a:srgbClr>
                </a:gs>
                <a:gs pos="28571">
                  <a:srgbClr val="F0F0F0">
                    <a:alpha val="15266"/>
                  </a:srgbClr>
                </a:gs>
                <a:gs pos="42857">
                  <a:srgbClr val="F0F0F0">
                    <a:alpha val="10296"/>
                  </a:srgbClr>
                </a:gs>
                <a:gs pos="57143">
                  <a:srgbClr val="F0F0F0">
                    <a:alpha val="5843"/>
                  </a:srgbClr>
                </a:gs>
                <a:gs pos="71429">
                  <a:srgbClr val="F0F0F0">
                    <a:alpha val="2779"/>
                  </a:srgbClr>
                </a:gs>
                <a:gs pos="85714">
                  <a:srgbClr val="F0F0F0">
                    <a:alpha val="1108"/>
                  </a:srgbClr>
                </a:gs>
                <a:gs pos="100000">
                  <a:srgbClr val="F0F0F0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" name="Splat 113"/>
            <p:cNvSpPr>
              <a:spLocks noGrp="1"/>
            </p:cNvSpPr>
            <p:nvPr/>
          </p:nvSpPr>
          <p:spPr>
            <a:xfrm rot="9712668">
              <a:off x="767849" y="671617"/>
              <a:ext cx="608593" cy="2725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" name="Splat 114"/>
            <p:cNvSpPr>
              <a:spLocks noGrp="1"/>
            </p:cNvSpPr>
            <p:nvPr/>
          </p:nvSpPr>
          <p:spPr>
            <a:xfrm rot="-10367647">
              <a:off x="2461179" y="3444487"/>
              <a:ext cx="666692" cy="380148"/>
            </a:xfrm>
            <a:prstGeom prst="ellipse">
              <a:avLst/>
            </a:prstGeom>
            <a:gradFill>
              <a:gsLst>
                <a:gs pos="0">
                  <a:srgbClr val="979797">
                    <a:alpha val="32968"/>
                  </a:srgbClr>
                </a:gs>
                <a:gs pos="14286">
                  <a:srgbClr val="979797">
                    <a:alpha val="30764"/>
                  </a:srgbClr>
                </a:gs>
                <a:gs pos="28571">
                  <a:srgbClr val="979797">
                    <a:alpha val="24833"/>
                  </a:srgbClr>
                </a:gs>
                <a:gs pos="42857">
                  <a:srgbClr val="979797">
                    <a:alpha val="17075"/>
                  </a:srgbClr>
                </a:gs>
                <a:gs pos="57143">
                  <a:srgbClr val="979797">
                    <a:alpha val="9855"/>
                  </a:srgbClr>
                </a:gs>
                <a:gs pos="71429">
                  <a:srgbClr val="979797">
                    <a:alpha val="4740"/>
                  </a:srgbClr>
                </a:gs>
                <a:gs pos="85714">
                  <a:srgbClr val="979797">
                    <a:alpha val="1902"/>
                  </a:srgbClr>
                </a:gs>
                <a:gs pos="100000">
                  <a:srgbClr val="97979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" name="Splat 115"/>
            <p:cNvSpPr>
              <a:spLocks noGrp="1"/>
            </p:cNvSpPr>
            <p:nvPr/>
          </p:nvSpPr>
          <p:spPr>
            <a:xfrm rot="6449563">
              <a:off x="1542874" y="2942661"/>
              <a:ext cx="588751" cy="47058"/>
            </a:xfrm>
            <a:prstGeom prst="ellipse">
              <a:avLst/>
            </a:prstGeom>
            <a:gradFill>
              <a:gsLst>
                <a:gs pos="0">
                  <a:srgbClr val="020100">
                    <a:alpha val="32968"/>
                  </a:srgbClr>
                </a:gs>
                <a:gs pos="14286">
                  <a:srgbClr val="020100">
                    <a:alpha val="30764"/>
                  </a:srgbClr>
                </a:gs>
                <a:gs pos="28571">
                  <a:srgbClr val="020100">
                    <a:alpha val="24833"/>
                  </a:srgbClr>
                </a:gs>
                <a:gs pos="42857">
                  <a:srgbClr val="020100">
                    <a:alpha val="17075"/>
                  </a:srgbClr>
                </a:gs>
                <a:gs pos="57143">
                  <a:srgbClr val="020100">
                    <a:alpha val="9855"/>
                  </a:srgbClr>
                </a:gs>
                <a:gs pos="71429">
                  <a:srgbClr val="020100">
                    <a:alpha val="4740"/>
                  </a:srgbClr>
                </a:gs>
                <a:gs pos="85714">
                  <a:srgbClr val="020100">
                    <a:alpha val="1902"/>
                  </a:srgbClr>
                </a:gs>
                <a:gs pos="100000">
                  <a:srgbClr val="02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" name="Splat 116"/>
            <p:cNvSpPr>
              <a:spLocks noGrp="1"/>
            </p:cNvSpPr>
            <p:nvPr/>
          </p:nvSpPr>
          <p:spPr>
            <a:xfrm rot="3520725">
              <a:off x="1625607" y="1242292"/>
              <a:ext cx="564791" cy="6258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" name="Splat 117"/>
            <p:cNvSpPr>
              <a:spLocks noGrp="1"/>
            </p:cNvSpPr>
            <p:nvPr/>
          </p:nvSpPr>
          <p:spPr>
            <a:xfrm rot="-10767060">
              <a:off x="1829573" y="1163406"/>
              <a:ext cx="189157" cy="627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Splat 118"/>
            <p:cNvSpPr>
              <a:spLocks noGrp="1"/>
            </p:cNvSpPr>
            <p:nvPr/>
          </p:nvSpPr>
          <p:spPr>
            <a:xfrm rot="-10590275">
              <a:off x="1759693" y="1130274"/>
              <a:ext cx="330141" cy="482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Splat 119"/>
            <p:cNvSpPr>
              <a:spLocks noGrp="1"/>
            </p:cNvSpPr>
            <p:nvPr/>
          </p:nvSpPr>
          <p:spPr>
            <a:xfrm rot="5716930">
              <a:off x="2917046" y="1327820"/>
              <a:ext cx="66297" cy="16574"/>
            </a:xfrm>
            <a:prstGeom prst="ellipse">
              <a:avLst/>
            </a:prstGeom>
            <a:gradFill>
              <a:gsLst>
                <a:gs pos="0">
                  <a:srgbClr val="E6E6E6">
                    <a:alpha val="17254"/>
                  </a:srgbClr>
                </a:gs>
                <a:gs pos="14286">
                  <a:srgbClr val="E6E6E6">
                    <a:alpha val="15977"/>
                  </a:srgbClr>
                </a:gs>
                <a:gs pos="28571">
                  <a:srgbClr val="E6E6E6">
                    <a:alpha val="12642"/>
                  </a:srgbClr>
                </a:gs>
                <a:gs pos="42857">
                  <a:srgbClr val="E6E6E6">
                    <a:alpha val="8484"/>
                  </a:srgbClr>
                </a:gs>
                <a:gs pos="57143">
                  <a:srgbClr val="E6E6E6">
                    <a:alpha val="4794"/>
                  </a:srgbClr>
                </a:gs>
                <a:gs pos="71429">
                  <a:srgbClr val="E6E6E6">
                    <a:alpha val="2273"/>
                  </a:srgbClr>
                </a:gs>
                <a:gs pos="85714">
                  <a:srgbClr val="E6E6E6">
                    <a:alpha val="905"/>
                  </a:srgbClr>
                </a:gs>
                <a:gs pos="100000">
                  <a:srgbClr val="E6E6E6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Splat 120"/>
            <p:cNvSpPr>
              <a:spLocks noGrp="1"/>
            </p:cNvSpPr>
            <p:nvPr/>
          </p:nvSpPr>
          <p:spPr>
            <a:xfrm rot="6266956">
              <a:off x="1725827" y="2552677"/>
              <a:ext cx="569877" cy="330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Splat 121"/>
            <p:cNvSpPr>
              <a:spLocks noGrp="1"/>
            </p:cNvSpPr>
            <p:nvPr/>
          </p:nvSpPr>
          <p:spPr>
            <a:xfrm rot="4710637">
              <a:off x="1876569" y="1841933"/>
              <a:ext cx="517774" cy="817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Splat 122"/>
            <p:cNvSpPr>
              <a:spLocks noGrp="1"/>
            </p:cNvSpPr>
            <p:nvPr/>
          </p:nvSpPr>
          <p:spPr>
            <a:xfrm rot="4019224">
              <a:off x="1997689" y="1775919"/>
              <a:ext cx="48165" cy="12041"/>
            </a:xfrm>
            <a:prstGeom prst="ellipse">
              <a:avLst/>
            </a:prstGeom>
            <a:gradFill>
              <a:gsLst>
                <a:gs pos="0">
                  <a:srgbClr val="F9F9F9">
                    <a:alpha val="20512"/>
                  </a:srgbClr>
                </a:gs>
                <a:gs pos="14286">
                  <a:srgbClr val="F9F9F9">
                    <a:alpha val="19022"/>
                  </a:srgbClr>
                </a:gs>
                <a:gs pos="28571">
                  <a:srgbClr val="F9F9F9">
                    <a:alpha val="15111"/>
                  </a:srgbClr>
                </a:gs>
                <a:gs pos="42857">
                  <a:srgbClr val="F9F9F9">
                    <a:alpha val="10188"/>
                  </a:srgbClr>
                </a:gs>
                <a:gs pos="57143">
                  <a:srgbClr val="F9F9F9">
                    <a:alpha val="5780"/>
                  </a:srgbClr>
                </a:gs>
                <a:gs pos="71429">
                  <a:srgbClr val="F9F9F9">
                    <a:alpha val="2749"/>
                  </a:srgbClr>
                </a:gs>
                <a:gs pos="85714">
                  <a:srgbClr val="F9F9F9">
                    <a:alpha val="1096"/>
                  </a:srgbClr>
                </a:gs>
                <a:gs pos="100000">
                  <a:srgbClr val="F9F9F9">
                    <a:alpha val="3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Splat 123"/>
            <p:cNvSpPr>
              <a:spLocks noGrp="1"/>
            </p:cNvSpPr>
            <p:nvPr/>
          </p:nvSpPr>
          <p:spPr>
            <a:xfrm rot="5300127">
              <a:off x="1631009" y="3169352"/>
              <a:ext cx="975042" cy="455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Splat 124"/>
            <p:cNvSpPr>
              <a:spLocks noGrp="1"/>
            </p:cNvSpPr>
            <p:nvPr/>
          </p:nvSpPr>
          <p:spPr>
            <a:xfrm rot="7655624">
              <a:off x="1784699" y="1690179"/>
              <a:ext cx="67263" cy="16816"/>
            </a:xfrm>
            <a:prstGeom prst="ellipse">
              <a:avLst/>
            </a:prstGeom>
            <a:gradFill>
              <a:gsLst>
                <a:gs pos="0">
                  <a:srgbClr val="909090">
                    <a:alpha val="17077"/>
                  </a:srgbClr>
                </a:gs>
                <a:gs pos="14286">
                  <a:srgbClr val="909090">
                    <a:alpha val="15811"/>
                  </a:srgbClr>
                </a:gs>
                <a:gs pos="28571">
                  <a:srgbClr val="909090">
                    <a:alpha val="12509"/>
                  </a:srgbClr>
                </a:gs>
                <a:gs pos="42857">
                  <a:srgbClr val="909090">
                    <a:alpha val="8392"/>
                  </a:srgbClr>
                </a:gs>
                <a:gs pos="57143">
                  <a:srgbClr val="909090">
                    <a:alpha val="4741"/>
                  </a:srgbClr>
                </a:gs>
                <a:gs pos="71429">
                  <a:srgbClr val="909090">
                    <a:alpha val="2248"/>
                  </a:srgbClr>
                </a:gs>
                <a:gs pos="85714">
                  <a:srgbClr val="909090">
                    <a:alpha val="895"/>
                  </a:srgbClr>
                </a:gs>
                <a:gs pos="100000">
                  <a:srgbClr val="909090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Splat 125"/>
            <p:cNvSpPr>
              <a:spLocks noGrp="1"/>
            </p:cNvSpPr>
            <p:nvPr/>
          </p:nvSpPr>
          <p:spPr>
            <a:xfrm rot="6360706">
              <a:off x="1648736" y="3392281"/>
              <a:ext cx="186612" cy="5188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Splat 126"/>
            <p:cNvSpPr>
              <a:spLocks noGrp="1"/>
            </p:cNvSpPr>
            <p:nvPr/>
          </p:nvSpPr>
          <p:spPr>
            <a:xfrm rot="3872016">
              <a:off x="2937695" y="908118"/>
              <a:ext cx="67238" cy="16810"/>
            </a:xfrm>
            <a:prstGeom prst="ellipse">
              <a:avLst/>
            </a:prstGeom>
            <a:gradFill>
              <a:gsLst>
                <a:gs pos="0">
                  <a:srgbClr val="C1C1C1">
                    <a:alpha val="17081"/>
                  </a:srgbClr>
                </a:gs>
                <a:gs pos="14286">
                  <a:srgbClr val="C1C1C1">
                    <a:alpha val="15815"/>
                  </a:srgbClr>
                </a:gs>
                <a:gs pos="28571">
                  <a:srgbClr val="C1C1C1">
                    <a:alpha val="12512"/>
                  </a:srgbClr>
                </a:gs>
                <a:gs pos="42857">
                  <a:srgbClr val="C1C1C1">
                    <a:alpha val="8394"/>
                  </a:srgbClr>
                </a:gs>
                <a:gs pos="57143">
                  <a:srgbClr val="C1C1C1">
                    <a:alpha val="4742"/>
                  </a:srgbClr>
                </a:gs>
                <a:gs pos="71429">
                  <a:srgbClr val="C1C1C1">
                    <a:alpha val="2248"/>
                  </a:srgbClr>
                </a:gs>
                <a:gs pos="85714">
                  <a:srgbClr val="C1C1C1">
                    <a:alpha val="895"/>
                  </a:srgbClr>
                </a:gs>
                <a:gs pos="100000">
                  <a:srgbClr val="C1C1C1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Splat 127"/>
            <p:cNvSpPr>
              <a:spLocks noGrp="1"/>
            </p:cNvSpPr>
            <p:nvPr/>
          </p:nvSpPr>
          <p:spPr>
            <a:xfrm rot="-9111209">
              <a:off x="1688264" y="1220240"/>
              <a:ext cx="68461" cy="17160"/>
            </a:xfrm>
            <a:prstGeom prst="ellipse">
              <a:avLst/>
            </a:prstGeom>
            <a:gradFill>
              <a:gsLst>
                <a:gs pos="0">
                  <a:srgbClr val="797979">
                    <a:alpha val="16823"/>
                  </a:srgbClr>
                </a:gs>
                <a:gs pos="14286">
                  <a:srgbClr val="797979">
                    <a:alpha val="15575"/>
                  </a:srgbClr>
                </a:gs>
                <a:gs pos="28571">
                  <a:srgbClr val="797979">
                    <a:alpha val="12318"/>
                  </a:srgbClr>
                </a:gs>
                <a:gs pos="42857">
                  <a:srgbClr val="797979">
                    <a:alpha val="8261"/>
                  </a:srgbClr>
                </a:gs>
                <a:gs pos="57143">
                  <a:srgbClr val="797979">
                    <a:alpha val="4665"/>
                  </a:srgbClr>
                </a:gs>
                <a:gs pos="71429">
                  <a:srgbClr val="797979">
                    <a:alpha val="2212"/>
                  </a:srgbClr>
                </a:gs>
                <a:gs pos="85714">
                  <a:srgbClr val="797979">
                    <a:alpha val="880"/>
                  </a:srgbClr>
                </a:gs>
                <a:gs pos="100000">
                  <a:srgbClr val="797979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Splat 128"/>
            <p:cNvSpPr>
              <a:spLocks noGrp="1"/>
            </p:cNvSpPr>
            <p:nvPr/>
          </p:nvSpPr>
          <p:spPr>
            <a:xfrm rot="4668658">
              <a:off x="1703916" y="793861"/>
              <a:ext cx="492710" cy="785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Splat 129"/>
            <p:cNvSpPr>
              <a:spLocks noGrp="1"/>
            </p:cNvSpPr>
            <p:nvPr/>
          </p:nvSpPr>
          <p:spPr>
            <a:xfrm rot="7642130">
              <a:off x="1869187" y="1018577"/>
              <a:ext cx="214044" cy="916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Splat 130"/>
            <p:cNvSpPr>
              <a:spLocks noGrp="1"/>
            </p:cNvSpPr>
            <p:nvPr/>
          </p:nvSpPr>
          <p:spPr>
            <a:xfrm rot="-10442215">
              <a:off x="1695538" y="909708"/>
              <a:ext cx="388216" cy="1094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Splat 131"/>
            <p:cNvSpPr>
              <a:spLocks noGrp="1"/>
            </p:cNvSpPr>
            <p:nvPr/>
          </p:nvSpPr>
          <p:spPr>
            <a:xfrm rot="3887495">
              <a:off x="2659909" y="3259193"/>
              <a:ext cx="66642" cy="16661"/>
            </a:xfrm>
            <a:prstGeom prst="ellipse">
              <a:avLst/>
            </a:prstGeom>
            <a:gradFill>
              <a:gsLst>
                <a:gs pos="0">
                  <a:srgbClr val="DFDFDF">
                    <a:alpha val="17191"/>
                  </a:srgbClr>
                </a:gs>
                <a:gs pos="14286">
                  <a:srgbClr val="DFDFDF">
                    <a:alpha val="15918"/>
                  </a:srgbClr>
                </a:gs>
                <a:gs pos="28571">
                  <a:srgbClr val="DFDFDF">
                    <a:alpha val="12595"/>
                  </a:srgbClr>
                </a:gs>
                <a:gs pos="42857">
                  <a:srgbClr val="DFDFDF">
                    <a:alpha val="8451"/>
                  </a:srgbClr>
                </a:gs>
                <a:gs pos="57143">
                  <a:srgbClr val="DFDFDF">
                    <a:alpha val="4775"/>
                  </a:srgbClr>
                </a:gs>
                <a:gs pos="71429">
                  <a:srgbClr val="DFDFDF">
                    <a:alpha val="2264"/>
                  </a:srgbClr>
                </a:gs>
                <a:gs pos="85714">
                  <a:srgbClr val="DFDFDF">
                    <a:alpha val="902"/>
                  </a:srgbClr>
                </a:gs>
                <a:gs pos="100000">
                  <a:srgbClr val="DFDFD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Splat 132"/>
            <p:cNvSpPr>
              <a:spLocks noGrp="1"/>
            </p:cNvSpPr>
            <p:nvPr/>
          </p:nvSpPr>
          <p:spPr>
            <a:xfrm rot="10541770">
              <a:off x="1406217" y="980984"/>
              <a:ext cx="675337" cy="929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Splat 133"/>
            <p:cNvSpPr>
              <a:spLocks noGrp="1"/>
            </p:cNvSpPr>
            <p:nvPr/>
          </p:nvSpPr>
          <p:spPr>
            <a:xfrm rot="10787232">
              <a:off x="2336756" y="1651050"/>
              <a:ext cx="54315" cy="13579"/>
            </a:xfrm>
            <a:prstGeom prst="ellipse">
              <a:avLst/>
            </a:prstGeom>
            <a:gradFill>
              <a:gsLst>
                <a:gs pos="0">
                  <a:srgbClr val="FFFFFF">
                    <a:alpha val="19421"/>
                  </a:srgbClr>
                </a:gs>
                <a:gs pos="14286">
                  <a:srgbClr val="FFFFFF">
                    <a:alpha val="18002"/>
                  </a:srgbClr>
                </a:gs>
                <a:gs pos="28571">
                  <a:srgbClr val="FFFFFF">
                    <a:alpha val="14282"/>
                  </a:srgbClr>
                </a:gs>
                <a:gs pos="42857">
                  <a:srgbClr val="FFFFFF">
                    <a:alpha val="9614"/>
                  </a:srgbClr>
                </a:gs>
                <a:gs pos="57143">
                  <a:srgbClr val="FFFFFF">
                    <a:alpha val="5447"/>
                  </a:srgbClr>
                </a:gs>
                <a:gs pos="71429">
                  <a:srgbClr val="FFFFFF">
                    <a:alpha val="2588"/>
                  </a:srgbClr>
                </a:gs>
                <a:gs pos="85714">
                  <a:srgbClr val="FFFFFF">
                    <a:alpha val="1031"/>
                  </a:srgbClr>
                </a:gs>
                <a:gs pos="100000">
                  <a:srgbClr val="FFFFFF">
                    <a:alpha val="3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Splat 134"/>
            <p:cNvSpPr>
              <a:spLocks noGrp="1"/>
            </p:cNvSpPr>
            <p:nvPr/>
          </p:nvSpPr>
          <p:spPr>
            <a:xfrm rot="6327286">
              <a:off x="1623987" y="2762417"/>
              <a:ext cx="617238" cy="266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Splat 135"/>
            <p:cNvSpPr>
              <a:spLocks noGrp="1"/>
            </p:cNvSpPr>
            <p:nvPr/>
          </p:nvSpPr>
          <p:spPr>
            <a:xfrm rot="6312401">
              <a:off x="2217007" y="1230097"/>
              <a:ext cx="62368" cy="15592"/>
            </a:xfrm>
            <a:prstGeom prst="ellipse">
              <a:avLst/>
            </a:prstGeom>
            <a:gradFill>
              <a:gsLst>
                <a:gs pos="0">
                  <a:srgbClr val="C6C6C6">
                    <a:alpha val="17971"/>
                  </a:srgbClr>
                </a:gs>
                <a:gs pos="14286">
                  <a:srgbClr val="C6C6C6">
                    <a:alpha val="16646"/>
                  </a:srgbClr>
                </a:gs>
                <a:gs pos="28571">
                  <a:srgbClr val="C6C6C6">
                    <a:alpha val="13183"/>
                  </a:srgbClr>
                </a:gs>
                <a:gs pos="42857">
                  <a:srgbClr val="C6C6C6">
                    <a:alpha val="8856"/>
                  </a:srgbClr>
                </a:gs>
                <a:gs pos="57143">
                  <a:srgbClr val="C6C6C6">
                    <a:alpha val="5008"/>
                  </a:srgbClr>
                </a:gs>
                <a:gs pos="71429">
                  <a:srgbClr val="C6C6C6">
                    <a:alpha val="2376"/>
                  </a:srgbClr>
                </a:gs>
                <a:gs pos="85714">
                  <a:srgbClr val="C6C6C6">
                    <a:alpha val="947"/>
                  </a:srgbClr>
                </a:gs>
                <a:gs pos="100000">
                  <a:srgbClr val="C6C6C6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Splat 136"/>
            <p:cNvSpPr>
              <a:spLocks noGrp="1"/>
            </p:cNvSpPr>
            <p:nvPr/>
          </p:nvSpPr>
          <p:spPr>
            <a:xfrm rot="-9227867">
              <a:off x="2576517" y="1400040"/>
              <a:ext cx="68292" cy="17073"/>
            </a:xfrm>
            <a:prstGeom prst="ellipse">
              <a:avLst/>
            </a:prstGeom>
            <a:gradFill>
              <a:gsLst>
                <a:gs pos="0">
                  <a:srgbClr val="CFCFCF">
                    <a:alpha val="16887"/>
                  </a:srgbClr>
                </a:gs>
                <a:gs pos="14286">
                  <a:srgbClr val="CFCFCF">
                    <a:alpha val="15635"/>
                  </a:srgbClr>
                </a:gs>
                <a:gs pos="28571">
                  <a:srgbClr val="CFCFCF">
                    <a:alpha val="12366"/>
                  </a:srgbClr>
                </a:gs>
                <a:gs pos="42857">
                  <a:srgbClr val="CFCFCF">
                    <a:alpha val="8294"/>
                  </a:srgbClr>
                </a:gs>
                <a:gs pos="57143">
                  <a:srgbClr val="CFCFCF">
                    <a:alpha val="4684"/>
                  </a:srgbClr>
                </a:gs>
                <a:gs pos="71429">
                  <a:srgbClr val="CFCFCF">
                    <a:alpha val="2221"/>
                  </a:srgbClr>
                </a:gs>
                <a:gs pos="85714">
                  <a:srgbClr val="CFCFCF">
                    <a:alpha val="884"/>
                  </a:srgbClr>
                </a:gs>
                <a:gs pos="100000">
                  <a:srgbClr val="CFCFCF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Splat 137"/>
            <p:cNvSpPr>
              <a:spLocks noGrp="1"/>
            </p:cNvSpPr>
            <p:nvPr/>
          </p:nvSpPr>
          <p:spPr>
            <a:xfrm rot="5404167">
              <a:off x="2062605" y="2489325"/>
              <a:ext cx="60368" cy="15092"/>
            </a:xfrm>
            <a:prstGeom prst="ellipse">
              <a:avLst/>
            </a:prstGeom>
            <a:gradFill>
              <a:gsLst>
                <a:gs pos="0">
                  <a:srgbClr val="E8E8E8">
                    <a:alpha val="18334"/>
                  </a:srgbClr>
                </a:gs>
                <a:gs pos="14286">
                  <a:srgbClr val="E8E8E8">
                    <a:alpha val="16985"/>
                  </a:srgbClr>
                </a:gs>
                <a:gs pos="28571">
                  <a:srgbClr val="E8E8E8">
                    <a:alpha val="13457"/>
                  </a:srgbClr>
                </a:gs>
                <a:gs pos="42857">
                  <a:srgbClr val="E8E8E8">
                    <a:alpha val="9045"/>
                  </a:srgbClr>
                </a:gs>
                <a:gs pos="57143">
                  <a:srgbClr val="E8E8E8">
                    <a:alpha val="5117"/>
                  </a:srgbClr>
                </a:gs>
                <a:gs pos="71429">
                  <a:srgbClr val="E8E8E8">
                    <a:alpha val="2429"/>
                  </a:srgbClr>
                </a:gs>
                <a:gs pos="85714">
                  <a:srgbClr val="E8E8E8">
                    <a:alpha val="968"/>
                  </a:srgbClr>
                </a:gs>
                <a:gs pos="100000">
                  <a:srgbClr val="E8E8E8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Splat 138"/>
            <p:cNvSpPr>
              <a:spLocks noGrp="1"/>
            </p:cNvSpPr>
            <p:nvPr/>
          </p:nvSpPr>
          <p:spPr>
            <a:xfrm rot="-8656000">
              <a:off x="1413125" y="493534"/>
              <a:ext cx="582126" cy="1751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" name="Splat 139"/>
            <p:cNvSpPr>
              <a:spLocks noGrp="1"/>
            </p:cNvSpPr>
            <p:nvPr/>
          </p:nvSpPr>
          <p:spPr>
            <a:xfrm rot="5322447">
              <a:off x="1901506" y="1685681"/>
              <a:ext cx="406691" cy="889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" name="Splat 140"/>
            <p:cNvSpPr>
              <a:spLocks noGrp="1"/>
            </p:cNvSpPr>
            <p:nvPr/>
          </p:nvSpPr>
          <p:spPr>
            <a:xfrm rot="5416743">
              <a:off x="2493428" y="1494627"/>
              <a:ext cx="487519" cy="2231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" name="Splat 141"/>
            <p:cNvSpPr>
              <a:spLocks noGrp="1"/>
            </p:cNvSpPr>
            <p:nvPr/>
          </p:nvSpPr>
          <p:spPr>
            <a:xfrm rot="6060396">
              <a:off x="1750263" y="3374464"/>
              <a:ext cx="68461" cy="17268"/>
            </a:xfrm>
            <a:prstGeom prst="ellipse">
              <a:avLst/>
            </a:prstGeom>
            <a:gradFill>
              <a:gsLst>
                <a:gs pos="0">
                  <a:srgbClr val="818181">
                    <a:alpha val="16743"/>
                  </a:srgbClr>
                </a:gs>
                <a:gs pos="14286">
                  <a:srgbClr val="818181">
                    <a:alpha val="15500"/>
                  </a:srgbClr>
                </a:gs>
                <a:gs pos="28571">
                  <a:srgbClr val="818181">
                    <a:alpha val="12258"/>
                  </a:srgbClr>
                </a:gs>
                <a:gs pos="42857">
                  <a:srgbClr val="818181">
                    <a:alpha val="8220"/>
                  </a:srgbClr>
                </a:gs>
                <a:gs pos="57143">
                  <a:srgbClr val="818181">
                    <a:alpha val="4642"/>
                  </a:srgbClr>
                </a:gs>
                <a:gs pos="71429">
                  <a:srgbClr val="818181">
                    <a:alpha val="2200"/>
                  </a:srgbClr>
                </a:gs>
                <a:gs pos="85714">
                  <a:srgbClr val="818181">
                    <a:alpha val="876"/>
                  </a:srgbClr>
                </a:gs>
                <a:gs pos="100000">
                  <a:srgbClr val="818181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" name="Splat 142"/>
            <p:cNvSpPr>
              <a:spLocks noGrp="1"/>
            </p:cNvSpPr>
            <p:nvPr/>
          </p:nvSpPr>
          <p:spPr>
            <a:xfrm rot="5610956">
              <a:off x="1802885" y="1545070"/>
              <a:ext cx="67896" cy="16974"/>
            </a:xfrm>
            <a:prstGeom prst="ellipse">
              <a:avLst/>
            </a:prstGeom>
            <a:gradFill>
              <a:gsLst>
                <a:gs pos="0">
                  <a:srgbClr val="4B4B49">
                    <a:alpha val="16960"/>
                  </a:srgbClr>
                </a:gs>
                <a:gs pos="14286">
                  <a:srgbClr val="4B4B49">
                    <a:alpha val="15703"/>
                  </a:srgbClr>
                </a:gs>
                <a:gs pos="28571">
                  <a:srgbClr val="4B4B49">
                    <a:alpha val="12421"/>
                  </a:srgbClr>
                </a:gs>
                <a:gs pos="42857">
                  <a:srgbClr val="4B4B49">
                    <a:alpha val="8332"/>
                  </a:srgbClr>
                </a:gs>
                <a:gs pos="57143">
                  <a:srgbClr val="4B4B49">
                    <a:alpha val="4706"/>
                  </a:srgbClr>
                </a:gs>
                <a:gs pos="71429">
                  <a:srgbClr val="4B4B49">
                    <a:alpha val="2231"/>
                  </a:srgbClr>
                </a:gs>
                <a:gs pos="85714">
                  <a:srgbClr val="4B4B49">
                    <a:alpha val="888"/>
                  </a:srgbClr>
                </a:gs>
                <a:gs pos="100000">
                  <a:srgbClr val="4B4B49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" name="Splat 143"/>
            <p:cNvSpPr>
              <a:spLocks noGrp="1"/>
            </p:cNvSpPr>
            <p:nvPr/>
          </p:nvSpPr>
          <p:spPr>
            <a:xfrm rot="5153486">
              <a:off x="1725572" y="1703966"/>
              <a:ext cx="68142" cy="17035"/>
            </a:xfrm>
            <a:prstGeom prst="ellipse">
              <a:avLst/>
            </a:prstGeom>
            <a:gradFill>
              <a:gsLst>
                <a:gs pos="0">
                  <a:srgbClr val="959595">
                    <a:alpha val="16915"/>
                  </a:srgbClr>
                </a:gs>
                <a:gs pos="14286">
                  <a:srgbClr val="959595">
                    <a:alpha val="15660"/>
                  </a:srgbClr>
                </a:gs>
                <a:gs pos="28571">
                  <a:srgbClr val="959595">
                    <a:alpha val="12387"/>
                  </a:srgbClr>
                </a:gs>
                <a:gs pos="42857">
                  <a:srgbClr val="959595">
                    <a:alpha val="8309"/>
                  </a:srgbClr>
                </a:gs>
                <a:gs pos="57143">
                  <a:srgbClr val="959595">
                    <a:alpha val="4693"/>
                  </a:srgbClr>
                </a:gs>
                <a:gs pos="71429">
                  <a:srgbClr val="959595">
                    <a:alpha val="2225"/>
                  </a:srgbClr>
                </a:gs>
                <a:gs pos="85714">
                  <a:srgbClr val="959595">
                    <a:alpha val="886"/>
                  </a:srgbClr>
                </a:gs>
                <a:gs pos="100000">
                  <a:srgbClr val="95959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" name="Splat 144"/>
            <p:cNvSpPr>
              <a:spLocks noGrp="1"/>
            </p:cNvSpPr>
            <p:nvPr/>
          </p:nvSpPr>
          <p:spPr>
            <a:xfrm rot="8958923">
              <a:off x="2156875" y="2228336"/>
              <a:ext cx="67681" cy="16920"/>
            </a:xfrm>
            <a:prstGeom prst="ellipse">
              <a:avLst/>
            </a:prstGeom>
            <a:gradFill>
              <a:gsLst>
                <a:gs pos="0">
                  <a:srgbClr val="999999">
                    <a:alpha val="17000"/>
                  </a:srgbClr>
                </a:gs>
                <a:gs pos="14286">
                  <a:srgbClr val="999999">
                    <a:alpha val="15739"/>
                  </a:srgbClr>
                </a:gs>
                <a:gs pos="28571">
                  <a:srgbClr val="999999">
                    <a:alpha val="12451"/>
                  </a:srgbClr>
                </a:gs>
                <a:gs pos="42857">
                  <a:srgbClr val="999999">
                    <a:alpha val="8352"/>
                  </a:srgbClr>
                </a:gs>
                <a:gs pos="57143">
                  <a:srgbClr val="999999">
                    <a:alpha val="4718"/>
                  </a:srgbClr>
                </a:gs>
                <a:gs pos="71429">
                  <a:srgbClr val="999999">
                    <a:alpha val="2237"/>
                  </a:srgbClr>
                </a:gs>
                <a:gs pos="85714">
                  <a:srgbClr val="999999">
                    <a:alpha val="891"/>
                  </a:srgbClr>
                </a:gs>
                <a:gs pos="100000">
                  <a:srgbClr val="999999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" name="Splat 145"/>
            <p:cNvSpPr>
              <a:spLocks noGrp="1"/>
            </p:cNvSpPr>
            <p:nvPr/>
          </p:nvSpPr>
          <p:spPr>
            <a:xfrm rot="5400000">
              <a:off x="3138196" y="1593843"/>
              <a:ext cx="34087" cy="34087"/>
            </a:xfrm>
            <a:prstGeom prst="ellipse">
              <a:avLst/>
            </a:prstGeom>
            <a:gradFill>
              <a:gsLst>
                <a:gs pos="0">
                  <a:srgbClr val="717171">
                    <a:alpha val="16909"/>
                  </a:srgbClr>
                </a:gs>
                <a:gs pos="14286">
                  <a:srgbClr val="717171">
                    <a:alpha val="15655"/>
                  </a:srgbClr>
                </a:gs>
                <a:gs pos="28571">
                  <a:srgbClr val="717171">
                    <a:alpha val="12383"/>
                  </a:srgbClr>
                </a:gs>
                <a:gs pos="42857">
                  <a:srgbClr val="717171">
                    <a:alpha val="8306"/>
                  </a:srgbClr>
                </a:gs>
                <a:gs pos="57143">
                  <a:srgbClr val="717171">
                    <a:alpha val="4691"/>
                  </a:srgbClr>
                </a:gs>
                <a:gs pos="71429">
                  <a:srgbClr val="717171">
                    <a:alpha val="2224"/>
                  </a:srgbClr>
                </a:gs>
                <a:gs pos="85714">
                  <a:srgbClr val="717171">
                    <a:alpha val="885"/>
                  </a:srgbClr>
                </a:gs>
                <a:gs pos="100000">
                  <a:srgbClr val="717171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" name="Splat 146"/>
            <p:cNvSpPr>
              <a:spLocks noGrp="1"/>
            </p:cNvSpPr>
            <p:nvPr/>
          </p:nvSpPr>
          <p:spPr>
            <a:xfrm rot="-9122670">
              <a:off x="3015682" y="828029"/>
              <a:ext cx="68461" cy="17407"/>
            </a:xfrm>
            <a:prstGeom prst="ellipse">
              <a:avLst/>
            </a:prstGeom>
            <a:gradFill>
              <a:gsLst>
                <a:gs pos="0">
                  <a:srgbClr val="E1E1E1">
                    <a:alpha val="16641"/>
                  </a:srgbClr>
                </a:gs>
                <a:gs pos="14286">
                  <a:srgbClr val="E1E1E1">
                    <a:alpha val="15405"/>
                  </a:srgbClr>
                </a:gs>
                <a:gs pos="28571">
                  <a:srgbClr val="E1E1E1">
                    <a:alpha val="12181"/>
                  </a:srgbClr>
                </a:gs>
                <a:gs pos="42857">
                  <a:srgbClr val="E1E1E1">
                    <a:alpha val="8167"/>
                  </a:srgbClr>
                </a:gs>
                <a:gs pos="57143">
                  <a:srgbClr val="E1E1E1">
                    <a:alpha val="4611"/>
                  </a:srgbClr>
                </a:gs>
                <a:gs pos="71429">
                  <a:srgbClr val="E1E1E1">
                    <a:alpha val="2186"/>
                  </a:srgbClr>
                </a:gs>
                <a:gs pos="85714">
                  <a:srgbClr val="E1E1E1">
                    <a:alpha val="870"/>
                  </a:srgbClr>
                </a:gs>
                <a:gs pos="100000">
                  <a:srgbClr val="E1E1E1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7" name="Splat 147"/>
            <p:cNvSpPr>
              <a:spLocks noGrp="1"/>
            </p:cNvSpPr>
            <p:nvPr/>
          </p:nvSpPr>
          <p:spPr>
            <a:xfrm rot="4951970">
              <a:off x="1005676" y="2906272"/>
              <a:ext cx="66723" cy="16681"/>
            </a:xfrm>
            <a:prstGeom prst="ellipse">
              <a:avLst/>
            </a:prstGeom>
            <a:gradFill>
              <a:gsLst>
                <a:gs pos="0">
                  <a:srgbClr val="A3A3A3">
                    <a:alpha val="17176"/>
                  </a:srgbClr>
                </a:gs>
                <a:gs pos="14286">
                  <a:srgbClr val="A3A3A3">
                    <a:alpha val="15904"/>
                  </a:srgbClr>
                </a:gs>
                <a:gs pos="28571">
                  <a:srgbClr val="A3A3A3">
                    <a:alpha val="12584"/>
                  </a:srgbClr>
                </a:gs>
                <a:gs pos="42857">
                  <a:srgbClr val="A3A3A3">
                    <a:alpha val="8443"/>
                  </a:srgbClr>
                </a:gs>
                <a:gs pos="57143">
                  <a:srgbClr val="A3A3A3">
                    <a:alpha val="4770"/>
                  </a:srgbClr>
                </a:gs>
                <a:gs pos="71429">
                  <a:srgbClr val="A3A3A3">
                    <a:alpha val="2262"/>
                  </a:srgbClr>
                </a:gs>
                <a:gs pos="85714">
                  <a:srgbClr val="A3A3A3">
                    <a:alpha val="901"/>
                  </a:srgbClr>
                </a:gs>
                <a:gs pos="100000">
                  <a:srgbClr val="A3A3A3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8" name="Splat 148"/>
            <p:cNvSpPr>
              <a:spLocks noGrp="1"/>
            </p:cNvSpPr>
            <p:nvPr/>
          </p:nvSpPr>
          <p:spPr>
            <a:xfrm rot="4738228">
              <a:off x="1727834" y="1698131"/>
              <a:ext cx="66452" cy="16613"/>
            </a:xfrm>
            <a:prstGeom prst="ellipse">
              <a:avLst/>
            </a:prstGeom>
            <a:gradFill>
              <a:gsLst>
                <a:gs pos="0">
                  <a:srgbClr val="A7A7A7">
                    <a:alpha val="17225"/>
                  </a:srgbClr>
                </a:gs>
                <a:gs pos="14286">
                  <a:srgbClr val="A7A7A7">
                    <a:alpha val="15950"/>
                  </a:srgbClr>
                </a:gs>
                <a:gs pos="28571">
                  <a:srgbClr val="A7A7A7">
                    <a:alpha val="12621"/>
                  </a:srgbClr>
                </a:gs>
                <a:gs pos="42857">
                  <a:srgbClr val="A7A7A7">
                    <a:alpha val="8469"/>
                  </a:srgbClr>
                </a:gs>
                <a:gs pos="57143">
                  <a:srgbClr val="A7A7A7">
                    <a:alpha val="4785"/>
                  </a:srgbClr>
                </a:gs>
                <a:gs pos="71429">
                  <a:srgbClr val="A7A7A7">
                    <a:alpha val="2269"/>
                  </a:srgbClr>
                </a:gs>
                <a:gs pos="85714">
                  <a:srgbClr val="A7A7A7">
                    <a:alpha val="904"/>
                  </a:srgbClr>
                </a:gs>
                <a:gs pos="100000">
                  <a:srgbClr val="A7A7A7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9" name="Splat 149"/>
            <p:cNvSpPr>
              <a:spLocks noGrp="1"/>
            </p:cNvSpPr>
            <p:nvPr/>
          </p:nvSpPr>
          <p:spPr>
            <a:xfrm rot="6956868">
              <a:off x="1385300" y="2170021"/>
              <a:ext cx="68461" cy="17429"/>
            </a:xfrm>
            <a:prstGeom prst="ellipse">
              <a:avLst/>
            </a:prstGeom>
            <a:gradFill>
              <a:gsLst>
                <a:gs pos="0">
                  <a:srgbClr val="5F5F5F">
                    <a:alpha val="16625"/>
                  </a:srgbClr>
                </a:gs>
                <a:gs pos="14286">
                  <a:srgbClr val="5F5F5F">
                    <a:alpha val="15390"/>
                  </a:srgbClr>
                </a:gs>
                <a:gs pos="28571">
                  <a:srgbClr val="5F5F5F">
                    <a:alpha val="12169"/>
                  </a:srgbClr>
                </a:gs>
                <a:gs pos="42857">
                  <a:srgbClr val="5F5F5F">
                    <a:alpha val="8159"/>
                  </a:srgbClr>
                </a:gs>
                <a:gs pos="57143">
                  <a:srgbClr val="5F5F5F">
                    <a:alpha val="4606"/>
                  </a:srgbClr>
                </a:gs>
                <a:gs pos="71429">
                  <a:srgbClr val="5F5F5F">
                    <a:alpha val="2183"/>
                  </a:srgbClr>
                </a:gs>
                <a:gs pos="85714">
                  <a:srgbClr val="5F5F5F">
                    <a:alpha val="869"/>
                  </a:srgbClr>
                </a:gs>
                <a:gs pos="100000">
                  <a:srgbClr val="5F5F5F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0" name="Splat 150"/>
            <p:cNvSpPr>
              <a:spLocks noGrp="1"/>
            </p:cNvSpPr>
            <p:nvPr/>
          </p:nvSpPr>
          <p:spPr>
            <a:xfrm rot="7519397">
              <a:off x="1842772" y="1317606"/>
              <a:ext cx="596027" cy="4941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1" name="Splat 151"/>
            <p:cNvSpPr>
              <a:spLocks noGrp="1"/>
            </p:cNvSpPr>
            <p:nvPr/>
          </p:nvSpPr>
          <p:spPr>
            <a:xfrm rot="5668959">
              <a:off x="1885798" y="1505697"/>
              <a:ext cx="562673" cy="250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2" name="Splat 152"/>
            <p:cNvSpPr>
              <a:spLocks noGrp="1"/>
            </p:cNvSpPr>
            <p:nvPr/>
          </p:nvSpPr>
          <p:spPr>
            <a:xfrm rot="6376184">
              <a:off x="1573418" y="2841074"/>
              <a:ext cx="578824" cy="25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Splat 153"/>
            <p:cNvSpPr>
              <a:spLocks noGrp="1"/>
            </p:cNvSpPr>
            <p:nvPr/>
          </p:nvSpPr>
          <p:spPr>
            <a:xfrm rot="5170952">
              <a:off x="1936322" y="2965453"/>
              <a:ext cx="329669" cy="42620"/>
            </a:xfrm>
            <a:prstGeom prst="ellipse">
              <a:avLst/>
            </a:prstGeom>
            <a:gradFill>
              <a:gsLst>
                <a:gs pos="0">
                  <a:srgbClr val="F4F5F5">
                    <a:alpha val="29568"/>
                  </a:srgbClr>
                </a:gs>
                <a:gs pos="14286">
                  <a:srgbClr val="F4F5F5">
                    <a:alpha val="27543"/>
                  </a:srgbClr>
                </a:gs>
                <a:gs pos="28571">
                  <a:srgbClr val="F4F5F5">
                    <a:alpha val="22132"/>
                  </a:srgbClr>
                </a:gs>
                <a:gs pos="42857">
                  <a:srgbClr val="F4F5F5">
                    <a:alpha val="15133"/>
                  </a:srgbClr>
                </a:gs>
                <a:gs pos="57143">
                  <a:srgbClr val="F4F5F5">
                    <a:alpha val="8691"/>
                  </a:srgbClr>
                </a:gs>
                <a:gs pos="71429">
                  <a:srgbClr val="F4F5F5">
                    <a:alpha val="4167"/>
                  </a:srgbClr>
                </a:gs>
                <a:gs pos="85714">
                  <a:srgbClr val="F4F5F5">
                    <a:alpha val="1669"/>
                  </a:srgbClr>
                </a:gs>
                <a:gs pos="100000">
                  <a:srgbClr val="F4F5F5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Splat 154"/>
            <p:cNvSpPr>
              <a:spLocks noGrp="1"/>
            </p:cNvSpPr>
            <p:nvPr/>
          </p:nvSpPr>
          <p:spPr>
            <a:xfrm rot="6275882">
              <a:off x="2220460" y="1251507"/>
              <a:ext cx="68461" cy="17548"/>
            </a:xfrm>
            <a:prstGeom prst="ellipse">
              <a:avLst/>
            </a:prstGeom>
            <a:gradFill>
              <a:gsLst>
                <a:gs pos="0">
                  <a:srgbClr val="777777">
                    <a:alpha val="16537"/>
                  </a:srgbClr>
                </a:gs>
                <a:gs pos="14286">
                  <a:srgbClr val="777777">
                    <a:alpha val="15308"/>
                  </a:srgbClr>
                </a:gs>
                <a:gs pos="28571">
                  <a:srgbClr val="777777">
                    <a:alpha val="12103"/>
                  </a:srgbClr>
                </a:gs>
                <a:gs pos="42857">
                  <a:srgbClr val="777777">
                    <a:alpha val="8114"/>
                  </a:srgbClr>
                </a:gs>
                <a:gs pos="57143">
                  <a:srgbClr val="777777">
                    <a:alpha val="4580"/>
                  </a:srgbClr>
                </a:gs>
                <a:gs pos="71429">
                  <a:srgbClr val="777777">
                    <a:alpha val="2171"/>
                  </a:srgbClr>
                </a:gs>
                <a:gs pos="85714">
                  <a:srgbClr val="777777">
                    <a:alpha val="864"/>
                  </a:srgbClr>
                </a:gs>
                <a:gs pos="100000">
                  <a:srgbClr val="777777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Splat 155"/>
            <p:cNvSpPr>
              <a:spLocks noGrp="1"/>
            </p:cNvSpPr>
            <p:nvPr/>
          </p:nvSpPr>
          <p:spPr>
            <a:xfrm rot="4473251">
              <a:off x="1977408" y="2871931"/>
              <a:ext cx="257012" cy="43148"/>
            </a:xfrm>
            <a:prstGeom prst="ellipse">
              <a:avLst/>
            </a:prstGeom>
            <a:gradFill>
              <a:gsLst>
                <a:gs pos="0">
                  <a:srgbClr val="DEDEDE">
                    <a:alpha val="12702"/>
                  </a:srgbClr>
                </a:gs>
                <a:gs pos="14286">
                  <a:srgbClr val="DEDEDE">
                    <a:alpha val="11738"/>
                  </a:srgbClr>
                </a:gs>
                <a:gs pos="28571">
                  <a:srgbClr val="DEDEDE">
                    <a:alpha val="9239"/>
                  </a:srgbClr>
                </a:gs>
                <a:gs pos="42857">
                  <a:srgbClr val="DEDEDE">
                    <a:alpha val="6161"/>
                  </a:srgbClr>
                </a:gs>
                <a:gs pos="57143">
                  <a:srgbClr val="DEDEDE">
                    <a:alpha val="3462"/>
                  </a:srgbClr>
                </a:gs>
                <a:gs pos="71429">
                  <a:srgbClr val="DEDEDE">
                    <a:alpha val="1636"/>
                  </a:srgbClr>
                </a:gs>
                <a:gs pos="85714">
                  <a:srgbClr val="DEDEDE">
                    <a:alpha val="650"/>
                  </a:srgbClr>
                </a:gs>
                <a:gs pos="100000">
                  <a:srgbClr val="DEDEDE">
                    <a:alpha val="2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Splat 156"/>
            <p:cNvSpPr>
              <a:spLocks noGrp="1"/>
            </p:cNvSpPr>
            <p:nvPr/>
          </p:nvSpPr>
          <p:spPr>
            <a:xfrm rot="-9825893">
              <a:off x="1108682" y="3469039"/>
              <a:ext cx="63447" cy="15862"/>
            </a:xfrm>
            <a:prstGeom prst="ellipse">
              <a:avLst/>
            </a:prstGeom>
            <a:gradFill>
              <a:gsLst>
                <a:gs pos="0">
                  <a:srgbClr val="D1D1D1">
                    <a:alpha val="17775"/>
                  </a:srgbClr>
                </a:gs>
                <a:gs pos="14286">
                  <a:srgbClr val="D1D1D1">
                    <a:alpha val="16463"/>
                  </a:srgbClr>
                </a:gs>
                <a:gs pos="28571">
                  <a:srgbClr val="D1D1D1">
                    <a:alpha val="13035"/>
                  </a:srgbClr>
                </a:gs>
                <a:gs pos="42857">
                  <a:srgbClr val="D1D1D1">
                    <a:alpha val="8754"/>
                  </a:srgbClr>
                </a:gs>
                <a:gs pos="57143">
                  <a:srgbClr val="D1D1D1">
                    <a:alpha val="4949"/>
                  </a:srgbClr>
                </a:gs>
                <a:gs pos="71429">
                  <a:srgbClr val="D1D1D1">
                    <a:alpha val="2348"/>
                  </a:srgbClr>
                </a:gs>
                <a:gs pos="85714">
                  <a:srgbClr val="D1D1D1">
                    <a:alpha val="935"/>
                  </a:srgbClr>
                </a:gs>
                <a:gs pos="100000">
                  <a:srgbClr val="D1D1D1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Splat 157"/>
            <p:cNvSpPr>
              <a:spLocks noGrp="1"/>
            </p:cNvSpPr>
            <p:nvPr/>
          </p:nvSpPr>
          <p:spPr>
            <a:xfrm rot="4148199">
              <a:off x="1730539" y="2897019"/>
              <a:ext cx="805861" cy="192632"/>
            </a:xfrm>
            <a:prstGeom prst="ellipse">
              <a:avLst/>
            </a:prstGeom>
            <a:gradFill>
              <a:gsLst>
                <a:gs pos="0">
                  <a:srgbClr val="686768">
                    <a:alpha val="11628"/>
                  </a:srgbClr>
                </a:gs>
                <a:gs pos="14286">
                  <a:srgbClr val="686768">
                    <a:alpha val="10740"/>
                  </a:srgbClr>
                </a:gs>
                <a:gs pos="28571">
                  <a:srgbClr val="686768">
                    <a:alpha val="8444"/>
                  </a:srgbClr>
                </a:gs>
                <a:gs pos="42857">
                  <a:srgbClr val="686768">
                    <a:alpha val="5622"/>
                  </a:srgbClr>
                </a:gs>
                <a:gs pos="57143">
                  <a:srgbClr val="686768">
                    <a:alpha val="3155"/>
                  </a:srgbClr>
                </a:gs>
                <a:gs pos="71429">
                  <a:srgbClr val="686768">
                    <a:alpha val="1490"/>
                  </a:srgbClr>
                </a:gs>
                <a:gs pos="85714">
                  <a:srgbClr val="686768">
                    <a:alpha val="592"/>
                  </a:srgbClr>
                </a:gs>
                <a:gs pos="100000">
                  <a:srgbClr val="686768">
                    <a:alpha val="1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Splat 158"/>
            <p:cNvSpPr>
              <a:spLocks noGrp="1"/>
            </p:cNvSpPr>
            <p:nvPr/>
          </p:nvSpPr>
          <p:spPr>
            <a:xfrm rot="-10318647">
              <a:off x="1890136" y="1210444"/>
              <a:ext cx="405701" cy="96590"/>
            </a:xfrm>
            <a:prstGeom prst="ellipse">
              <a:avLst/>
            </a:prstGeom>
            <a:gradFill>
              <a:gsLst>
                <a:gs pos="0">
                  <a:srgbClr val="F5F5F5">
                    <a:alpha val="23484"/>
                  </a:srgbClr>
                </a:gs>
                <a:gs pos="14286">
                  <a:srgbClr val="F5F5F5">
                    <a:alpha val="21809"/>
                  </a:srgbClr>
                </a:gs>
                <a:gs pos="28571">
                  <a:srgbClr val="F5F5F5">
                    <a:alpha val="17389"/>
                  </a:srgbClr>
                </a:gs>
                <a:gs pos="42857">
                  <a:srgbClr val="F5F5F5">
                    <a:alpha val="11776"/>
                  </a:srgbClr>
                </a:gs>
                <a:gs pos="57143">
                  <a:srgbClr val="F5F5F5">
                    <a:alpha val="6707"/>
                  </a:srgbClr>
                </a:gs>
                <a:gs pos="71429">
                  <a:srgbClr val="F5F5F5">
                    <a:alpha val="3198"/>
                  </a:srgbClr>
                </a:gs>
                <a:gs pos="85714">
                  <a:srgbClr val="F5F5F5">
                    <a:alpha val="1277"/>
                  </a:srgbClr>
                </a:gs>
                <a:gs pos="100000">
                  <a:srgbClr val="F5F5F5">
                    <a:alpha val="4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Splat 159"/>
            <p:cNvSpPr>
              <a:spLocks noGrp="1"/>
            </p:cNvSpPr>
            <p:nvPr/>
          </p:nvSpPr>
          <p:spPr>
            <a:xfrm rot="4835402">
              <a:off x="1731998" y="1687629"/>
              <a:ext cx="63837" cy="15959"/>
            </a:xfrm>
            <a:prstGeom prst="ellipse">
              <a:avLst/>
            </a:prstGeom>
            <a:gradFill>
              <a:gsLst>
                <a:gs pos="0">
                  <a:srgbClr val="B9B9B9">
                    <a:alpha val="17704"/>
                  </a:srgbClr>
                </a:gs>
                <a:gs pos="14286">
                  <a:srgbClr val="B9B9B9">
                    <a:alpha val="16396"/>
                  </a:srgbClr>
                </a:gs>
                <a:gs pos="28571">
                  <a:srgbClr val="B9B9B9">
                    <a:alpha val="12981"/>
                  </a:srgbClr>
                </a:gs>
                <a:gs pos="42857">
                  <a:srgbClr val="B9B9B9">
                    <a:alpha val="8717"/>
                  </a:srgbClr>
                </a:gs>
                <a:gs pos="57143">
                  <a:srgbClr val="B9B9B9">
                    <a:alpha val="4928"/>
                  </a:srgbClr>
                </a:gs>
                <a:gs pos="71429">
                  <a:srgbClr val="B9B9B9">
                    <a:alpha val="2338"/>
                  </a:srgbClr>
                </a:gs>
                <a:gs pos="85714">
                  <a:srgbClr val="B9B9B9">
                    <a:alpha val="931"/>
                  </a:srgbClr>
                </a:gs>
                <a:gs pos="100000">
                  <a:srgbClr val="B9B9B9">
                    <a:alpha val="3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Splat 160"/>
            <p:cNvSpPr>
              <a:spLocks noGrp="1"/>
            </p:cNvSpPr>
            <p:nvPr/>
          </p:nvSpPr>
          <p:spPr>
            <a:xfrm rot="7649795">
              <a:off x="1139435" y="2508327"/>
              <a:ext cx="68461" cy="17660"/>
            </a:xfrm>
            <a:prstGeom prst="ellipse">
              <a:avLst/>
            </a:prstGeom>
            <a:gradFill>
              <a:gsLst>
                <a:gs pos="0">
                  <a:srgbClr val="636363">
                    <a:alpha val="16454"/>
                  </a:srgbClr>
                </a:gs>
                <a:gs pos="14286">
                  <a:srgbClr val="636363">
                    <a:alpha val="15231"/>
                  </a:srgbClr>
                </a:gs>
                <a:gs pos="28571">
                  <a:srgbClr val="636363">
                    <a:alpha val="12041"/>
                  </a:srgbClr>
                </a:gs>
                <a:gs pos="42857">
                  <a:srgbClr val="636363">
                    <a:alpha val="8071"/>
                  </a:srgbClr>
                </a:gs>
                <a:gs pos="57143">
                  <a:srgbClr val="636363">
                    <a:alpha val="4556"/>
                  </a:srgbClr>
                </a:gs>
                <a:gs pos="71429">
                  <a:srgbClr val="636363">
                    <a:alpha val="2159"/>
                  </a:srgbClr>
                </a:gs>
                <a:gs pos="85714">
                  <a:srgbClr val="636363">
                    <a:alpha val="859"/>
                  </a:srgbClr>
                </a:gs>
                <a:gs pos="100000">
                  <a:srgbClr val="636363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Splat 161"/>
            <p:cNvSpPr>
              <a:spLocks noGrp="1"/>
            </p:cNvSpPr>
            <p:nvPr/>
          </p:nvSpPr>
          <p:spPr>
            <a:xfrm rot="5243648">
              <a:off x="1524100" y="3540626"/>
              <a:ext cx="206182" cy="616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Splat 162"/>
            <p:cNvSpPr>
              <a:spLocks noGrp="1"/>
            </p:cNvSpPr>
            <p:nvPr/>
          </p:nvSpPr>
          <p:spPr>
            <a:xfrm rot="5369188">
              <a:off x="2021346" y="2581334"/>
              <a:ext cx="68461" cy="17669"/>
            </a:xfrm>
            <a:prstGeom prst="ellipse">
              <a:avLst/>
            </a:prstGeom>
            <a:gradFill>
              <a:gsLst>
                <a:gs pos="0">
                  <a:srgbClr val="757575">
                    <a:alpha val="16447"/>
                  </a:srgbClr>
                </a:gs>
                <a:gs pos="14286">
                  <a:srgbClr val="757575">
                    <a:alpha val="15224"/>
                  </a:srgbClr>
                </a:gs>
                <a:gs pos="28571">
                  <a:srgbClr val="757575">
                    <a:alpha val="12035"/>
                  </a:srgbClr>
                </a:gs>
                <a:gs pos="42857">
                  <a:srgbClr val="757575">
                    <a:alpha val="8067"/>
                  </a:srgbClr>
                </a:gs>
                <a:gs pos="57143">
                  <a:srgbClr val="757575">
                    <a:alpha val="4554"/>
                  </a:srgbClr>
                </a:gs>
                <a:gs pos="71429">
                  <a:srgbClr val="757575">
                    <a:alpha val="2158"/>
                  </a:srgbClr>
                </a:gs>
                <a:gs pos="85714">
                  <a:srgbClr val="757575">
                    <a:alpha val="859"/>
                  </a:srgbClr>
                </a:gs>
                <a:gs pos="100000">
                  <a:srgbClr val="757575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Splat 163"/>
            <p:cNvSpPr>
              <a:spLocks noGrp="1"/>
            </p:cNvSpPr>
            <p:nvPr/>
          </p:nvSpPr>
          <p:spPr>
            <a:xfrm rot="7679527">
              <a:off x="199288" y="1070285"/>
              <a:ext cx="521985" cy="4185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Splat 164"/>
            <p:cNvSpPr>
              <a:spLocks noGrp="1"/>
            </p:cNvSpPr>
            <p:nvPr/>
          </p:nvSpPr>
          <p:spPr>
            <a:xfrm rot="-9320730">
              <a:off x="2730258" y="3493919"/>
              <a:ext cx="68461" cy="17672"/>
            </a:xfrm>
            <a:prstGeom prst="ellipse">
              <a:avLst/>
            </a:prstGeom>
            <a:gradFill>
              <a:gsLst>
                <a:gs pos="0">
                  <a:srgbClr val="848483">
                    <a:alpha val="16445"/>
                  </a:srgbClr>
                </a:gs>
                <a:gs pos="14286">
                  <a:srgbClr val="848483">
                    <a:alpha val="15222"/>
                  </a:srgbClr>
                </a:gs>
                <a:gs pos="28571">
                  <a:srgbClr val="848483">
                    <a:alpha val="12034"/>
                  </a:srgbClr>
                </a:gs>
                <a:gs pos="42857">
                  <a:srgbClr val="848483">
                    <a:alpha val="8066"/>
                  </a:srgbClr>
                </a:gs>
                <a:gs pos="57143">
                  <a:srgbClr val="848483">
                    <a:alpha val="4553"/>
                  </a:srgbClr>
                </a:gs>
                <a:gs pos="71429">
                  <a:srgbClr val="848483">
                    <a:alpha val="2158"/>
                  </a:srgbClr>
                </a:gs>
                <a:gs pos="85714">
                  <a:srgbClr val="848483">
                    <a:alpha val="859"/>
                  </a:srgbClr>
                </a:gs>
                <a:gs pos="100000">
                  <a:srgbClr val="848483">
                    <a:alpha val="2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Splat 165"/>
            <p:cNvSpPr>
              <a:spLocks noGrp="1"/>
            </p:cNvSpPr>
            <p:nvPr/>
          </p:nvSpPr>
          <p:spPr>
            <a:xfrm rot="5400000">
              <a:off x="2289662" y="1023135"/>
              <a:ext cx="29052" cy="29052"/>
            </a:xfrm>
            <a:prstGeom prst="ellipse">
              <a:avLst/>
            </a:prstGeom>
            <a:gradFill>
              <a:gsLst>
                <a:gs pos="0">
                  <a:srgbClr val="E4E4E4">
                    <a:alpha val="18742"/>
                  </a:srgbClr>
                </a:gs>
                <a:gs pos="14286">
                  <a:srgbClr val="E4E4E4">
                    <a:alpha val="17367"/>
                  </a:srgbClr>
                </a:gs>
                <a:gs pos="28571">
                  <a:srgbClr val="E4E4E4">
                    <a:alpha val="13767"/>
                  </a:srgbClr>
                </a:gs>
                <a:gs pos="42857">
                  <a:srgbClr val="E4E4E4">
                    <a:alpha val="9258"/>
                  </a:srgbClr>
                </a:gs>
                <a:gs pos="57143">
                  <a:srgbClr val="E4E4E4">
                    <a:alpha val="5241"/>
                  </a:srgbClr>
                </a:gs>
                <a:gs pos="71429">
                  <a:srgbClr val="E4E4E4">
                    <a:alpha val="2488"/>
                  </a:srgbClr>
                </a:gs>
                <a:gs pos="85714">
                  <a:srgbClr val="E4E4E4">
                    <a:alpha val="991"/>
                  </a:srgbClr>
                </a:gs>
                <a:gs pos="100000">
                  <a:srgbClr val="E4E4E4">
                    <a:alpha val="3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Splat 166"/>
            <p:cNvSpPr>
              <a:spLocks noGrp="1"/>
            </p:cNvSpPr>
            <p:nvPr/>
          </p:nvSpPr>
          <p:spPr>
            <a:xfrm rot="5419324">
              <a:off x="1806218" y="2671177"/>
              <a:ext cx="587213" cy="3733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" name="Splat 167"/>
            <p:cNvSpPr>
              <a:spLocks noGrp="1"/>
            </p:cNvSpPr>
            <p:nvPr/>
          </p:nvSpPr>
          <p:spPr>
            <a:xfrm rot="-9256393">
              <a:off x="1253056" y="2116676"/>
              <a:ext cx="600395" cy="110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" name="Splat 168"/>
            <p:cNvSpPr>
              <a:spLocks noGrp="1"/>
            </p:cNvSpPr>
            <p:nvPr/>
          </p:nvSpPr>
          <p:spPr>
            <a:xfrm rot="5198349">
              <a:off x="2054146" y="1581823"/>
              <a:ext cx="59242" cy="14810"/>
            </a:xfrm>
            <a:prstGeom prst="ellipse">
              <a:avLst/>
            </a:prstGeom>
            <a:gradFill>
              <a:gsLst>
                <a:gs pos="0">
                  <a:srgbClr val="DCDCDC">
                    <a:alpha val="18537"/>
                  </a:srgbClr>
                </a:gs>
                <a:gs pos="14286">
                  <a:srgbClr val="DCDCDC">
                    <a:alpha val="17175"/>
                  </a:srgbClr>
                </a:gs>
                <a:gs pos="28571">
                  <a:srgbClr val="DCDCDC">
                    <a:alpha val="13611"/>
                  </a:srgbClr>
                </a:gs>
                <a:gs pos="42857">
                  <a:srgbClr val="DCDCDC">
                    <a:alpha val="9151"/>
                  </a:srgbClr>
                </a:gs>
                <a:gs pos="57143">
                  <a:srgbClr val="DCDCDC">
                    <a:alpha val="5179"/>
                  </a:srgbClr>
                </a:gs>
                <a:gs pos="71429">
                  <a:srgbClr val="DCDCDC">
                    <a:alpha val="2458"/>
                  </a:srgbClr>
                </a:gs>
                <a:gs pos="85714">
                  <a:srgbClr val="DCDCDC">
                    <a:alpha val="979"/>
                  </a:srgbClr>
                </a:gs>
                <a:gs pos="100000">
                  <a:srgbClr val="DCDCDC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" name="Splat 169"/>
            <p:cNvSpPr>
              <a:spLocks noGrp="1"/>
            </p:cNvSpPr>
            <p:nvPr/>
          </p:nvSpPr>
          <p:spPr>
            <a:xfrm rot="3858568">
              <a:off x="2562112" y="3534995"/>
              <a:ext cx="557261" cy="3188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" name="Splat 170"/>
            <p:cNvSpPr>
              <a:spLocks noGrp="1"/>
            </p:cNvSpPr>
            <p:nvPr/>
          </p:nvSpPr>
          <p:spPr>
            <a:xfrm rot="9034097">
              <a:off x="2217412" y="1636021"/>
              <a:ext cx="247128" cy="811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" name="Splat 171"/>
            <p:cNvSpPr>
              <a:spLocks noGrp="1"/>
            </p:cNvSpPr>
            <p:nvPr/>
          </p:nvSpPr>
          <p:spPr>
            <a:xfrm rot="10459127">
              <a:off x="2252798" y="1050033"/>
              <a:ext cx="68461" cy="17758"/>
            </a:xfrm>
            <a:prstGeom prst="ellipse">
              <a:avLst/>
            </a:prstGeom>
            <a:gradFill>
              <a:gsLst>
                <a:gs pos="0">
                  <a:srgbClr val="858585">
                    <a:alpha val="16381"/>
                  </a:srgbClr>
                </a:gs>
                <a:gs pos="14286">
                  <a:srgbClr val="858585">
                    <a:alpha val="15163"/>
                  </a:srgbClr>
                </a:gs>
                <a:gs pos="28571">
                  <a:srgbClr val="858585">
                    <a:alpha val="11986"/>
                  </a:srgbClr>
                </a:gs>
                <a:gs pos="42857">
                  <a:srgbClr val="858585">
                    <a:alpha val="8033"/>
                  </a:srgbClr>
                </a:gs>
                <a:gs pos="57143">
                  <a:srgbClr val="858585">
                    <a:alpha val="4534"/>
                  </a:srgbClr>
                </a:gs>
                <a:gs pos="71429">
                  <a:srgbClr val="858585">
                    <a:alpha val="2149"/>
                  </a:srgbClr>
                </a:gs>
                <a:gs pos="85714">
                  <a:srgbClr val="858585">
                    <a:alpha val="855"/>
                  </a:srgbClr>
                </a:gs>
                <a:gs pos="100000">
                  <a:srgbClr val="858585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" name="Splat 172"/>
            <p:cNvSpPr>
              <a:spLocks noGrp="1"/>
            </p:cNvSpPr>
            <p:nvPr/>
          </p:nvSpPr>
          <p:spPr>
            <a:xfrm rot="7383908">
              <a:off x="918780" y="2346105"/>
              <a:ext cx="562387" cy="194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" name="Splat 173"/>
            <p:cNvSpPr>
              <a:spLocks noGrp="1"/>
            </p:cNvSpPr>
            <p:nvPr/>
          </p:nvSpPr>
          <p:spPr>
            <a:xfrm rot="4320914">
              <a:off x="1638700" y="746172"/>
              <a:ext cx="504626" cy="14342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" name="Splat 174"/>
            <p:cNvSpPr>
              <a:spLocks noGrp="1"/>
            </p:cNvSpPr>
            <p:nvPr/>
          </p:nvSpPr>
          <p:spPr>
            <a:xfrm rot="5400000">
              <a:off x="2812449" y="3268341"/>
              <a:ext cx="35398" cy="35398"/>
            </a:xfrm>
            <a:prstGeom prst="ellipse">
              <a:avLst/>
            </a:prstGeom>
            <a:gradFill>
              <a:gsLst>
                <a:gs pos="0">
                  <a:srgbClr val="AFAFAF">
                    <a:alpha val="16425"/>
                  </a:srgbClr>
                </a:gs>
                <a:gs pos="14286">
                  <a:srgbClr val="AFAFAF">
                    <a:alpha val="15203"/>
                  </a:srgbClr>
                </a:gs>
                <a:gs pos="28571">
                  <a:srgbClr val="AFAFAF">
                    <a:alpha val="12019"/>
                  </a:srgbClr>
                </a:gs>
                <a:gs pos="42857">
                  <a:srgbClr val="AFAFAF">
                    <a:alpha val="8056"/>
                  </a:srgbClr>
                </a:gs>
                <a:gs pos="57143">
                  <a:srgbClr val="AFAFAF">
                    <a:alpha val="4547"/>
                  </a:srgbClr>
                </a:gs>
                <a:gs pos="71429">
                  <a:srgbClr val="AFAFAF">
                    <a:alpha val="2155"/>
                  </a:srgbClr>
                </a:gs>
                <a:gs pos="85714">
                  <a:srgbClr val="AFAFAF">
                    <a:alpha val="858"/>
                  </a:srgbClr>
                </a:gs>
                <a:gs pos="100000">
                  <a:srgbClr val="AFAFAF">
                    <a:alpha val="2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" name="Splat 175"/>
            <p:cNvSpPr>
              <a:spLocks noGrp="1"/>
            </p:cNvSpPr>
            <p:nvPr/>
          </p:nvSpPr>
          <p:spPr>
            <a:xfrm rot="7485964">
              <a:off x="993729" y="2694046"/>
              <a:ext cx="68461" cy="17597"/>
            </a:xfrm>
            <a:prstGeom prst="ellipse">
              <a:avLst/>
            </a:prstGeom>
            <a:gradFill>
              <a:gsLst>
                <a:gs pos="0">
                  <a:srgbClr val="979797">
                    <a:alpha val="16501"/>
                  </a:srgbClr>
                </a:gs>
                <a:gs pos="14286">
                  <a:srgbClr val="979797">
                    <a:alpha val="15274"/>
                  </a:srgbClr>
                </a:gs>
                <a:gs pos="28571">
                  <a:srgbClr val="979797">
                    <a:alpha val="12076"/>
                  </a:srgbClr>
                </a:gs>
                <a:gs pos="42857">
                  <a:srgbClr val="979797">
                    <a:alpha val="8095"/>
                  </a:srgbClr>
                </a:gs>
                <a:gs pos="57143">
                  <a:srgbClr val="979797">
                    <a:alpha val="4570"/>
                  </a:srgbClr>
                </a:gs>
                <a:gs pos="71429">
                  <a:srgbClr val="979797">
                    <a:alpha val="2166"/>
                  </a:srgbClr>
                </a:gs>
                <a:gs pos="85714">
                  <a:srgbClr val="979797">
                    <a:alpha val="862"/>
                  </a:srgbClr>
                </a:gs>
                <a:gs pos="100000">
                  <a:srgbClr val="979797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" name="Splat 176"/>
            <p:cNvSpPr>
              <a:spLocks noGrp="1"/>
            </p:cNvSpPr>
            <p:nvPr/>
          </p:nvSpPr>
          <p:spPr>
            <a:xfrm rot="-9453750">
              <a:off x="1995166" y="2042827"/>
              <a:ext cx="799099" cy="143216"/>
            </a:xfrm>
            <a:prstGeom prst="ellipse">
              <a:avLst/>
            </a:prstGeom>
            <a:gradFill>
              <a:gsLst>
                <a:gs pos="0">
                  <a:srgbClr val="C2C2C2">
                    <a:alpha val="15672"/>
                  </a:srgbClr>
                </a:gs>
                <a:gs pos="14286">
                  <a:srgbClr val="C2C2C2">
                    <a:alpha val="14501"/>
                  </a:srgbClr>
                </a:gs>
                <a:gs pos="28571">
                  <a:srgbClr val="C2C2C2">
                    <a:alpha val="11454"/>
                  </a:srgbClr>
                </a:gs>
                <a:gs pos="42857">
                  <a:srgbClr val="C2C2C2">
                    <a:alpha val="7669"/>
                  </a:srgbClr>
                </a:gs>
                <a:gs pos="57143">
                  <a:srgbClr val="C2C2C2">
                    <a:alpha val="4325"/>
                  </a:srgbClr>
                </a:gs>
                <a:gs pos="71429">
                  <a:srgbClr val="C2C2C2">
                    <a:alpha val="2048"/>
                  </a:srgbClr>
                </a:gs>
                <a:gs pos="85714">
                  <a:srgbClr val="C2C2C2">
                    <a:alpha val="815"/>
                  </a:srgbClr>
                </a:gs>
                <a:gs pos="100000">
                  <a:srgbClr val="C2C2C2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" name="Splat 177"/>
            <p:cNvSpPr>
              <a:spLocks noGrp="1"/>
            </p:cNvSpPr>
            <p:nvPr/>
          </p:nvSpPr>
          <p:spPr>
            <a:xfrm rot="-10196551">
              <a:off x="1279264" y="3511261"/>
              <a:ext cx="91182" cy="327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" name="Splat 178"/>
            <p:cNvSpPr>
              <a:spLocks noGrp="1"/>
            </p:cNvSpPr>
            <p:nvPr/>
          </p:nvSpPr>
          <p:spPr>
            <a:xfrm rot="5355534">
              <a:off x="2638651" y="1213870"/>
              <a:ext cx="601983" cy="298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" name="Splat 179"/>
            <p:cNvSpPr>
              <a:spLocks noGrp="1"/>
            </p:cNvSpPr>
            <p:nvPr/>
          </p:nvSpPr>
          <p:spPr>
            <a:xfrm rot="-10509885">
              <a:off x="2073744" y="1266513"/>
              <a:ext cx="68461" cy="17899"/>
            </a:xfrm>
            <a:prstGeom prst="ellipse">
              <a:avLst/>
            </a:prstGeom>
            <a:gradFill>
              <a:gsLst>
                <a:gs pos="0">
                  <a:srgbClr val="808081">
                    <a:alpha val="16277"/>
                  </a:srgbClr>
                </a:gs>
                <a:gs pos="14286">
                  <a:srgbClr val="808081">
                    <a:alpha val="15065"/>
                  </a:srgbClr>
                </a:gs>
                <a:gs pos="28571">
                  <a:srgbClr val="808081">
                    <a:alpha val="11908"/>
                  </a:srgbClr>
                </a:gs>
                <a:gs pos="42857">
                  <a:srgbClr val="808081">
                    <a:alpha val="7980"/>
                  </a:srgbClr>
                </a:gs>
                <a:gs pos="57143">
                  <a:srgbClr val="808081">
                    <a:alpha val="4503"/>
                  </a:srgbClr>
                </a:gs>
                <a:gs pos="71429">
                  <a:srgbClr val="808081">
                    <a:alpha val="2134"/>
                  </a:srgbClr>
                </a:gs>
                <a:gs pos="85714">
                  <a:srgbClr val="808081">
                    <a:alpha val="849"/>
                  </a:srgbClr>
                </a:gs>
                <a:gs pos="100000">
                  <a:srgbClr val="808081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" name="Splat 180"/>
            <p:cNvSpPr>
              <a:spLocks noGrp="1"/>
            </p:cNvSpPr>
            <p:nvPr/>
          </p:nvSpPr>
          <p:spPr>
            <a:xfrm rot="3703934">
              <a:off x="2101323" y="2676015"/>
              <a:ext cx="574544" cy="247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1" name="Splat 181"/>
            <p:cNvSpPr>
              <a:spLocks noGrp="1"/>
            </p:cNvSpPr>
            <p:nvPr/>
          </p:nvSpPr>
          <p:spPr>
            <a:xfrm rot="8172603">
              <a:off x="222537" y="998029"/>
              <a:ext cx="563488" cy="6405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2" name="Splat 182"/>
            <p:cNvSpPr>
              <a:spLocks noGrp="1"/>
            </p:cNvSpPr>
            <p:nvPr/>
          </p:nvSpPr>
          <p:spPr>
            <a:xfrm rot="5390108">
              <a:off x="1799153" y="2868768"/>
              <a:ext cx="520699" cy="250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3" name="Splat 183"/>
            <p:cNvSpPr>
              <a:spLocks noGrp="1"/>
            </p:cNvSpPr>
            <p:nvPr/>
          </p:nvSpPr>
          <p:spPr>
            <a:xfrm rot="5175659">
              <a:off x="1729951" y="1680032"/>
              <a:ext cx="63629" cy="15907"/>
            </a:xfrm>
            <a:prstGeom prst="ellipse">
              <a:avLst/>
            </a:prstGeom>
            <a:gradFill>
              <a:gsLst>
                <a:gs pos="0">
                  <a:srgbClr val="C0C0C0">
                    <a:alpha val="17742"/>
                  </a:srgbClr>
                </a:gs>
                <a:gs pos="14286">
                  <a:srgbClr val="C0C0C0">
                    <a:alpha val="16432"/>
                  </a:srgbClr>
                </a:gs>
                <a:gs pos="28571">
                  <a:srgbClr val="C0C0C0">
                    <a:alpha val="13010"/>
                  </a:srgbClr>
                </a:gs>
                <a:gs pos="42857">
                  <a:srgbClr val="C0C0C0">
                    <a:alpha val="8737"/>
                  </a:srgbClr>
                </a:gs>
                <a:gs pos="57143">
                  <a:srgbClr val="C0C0C0">
                    <a:alpha val="4939"/>
                  </a:srgbClr>
                </a:gs>
                <a:gs pos="71429">
                  <a:srgbClr val="C0C0C0">
                    <a:alpha val="2343"/>
                  </a:srgbClr>
                </a:gs>
                <a:gs pos="85714">
                  <a:srgbClr val="C0C0C0">
                    <a:alpha val="933"/>
                  </a:srgbClr>
                </a:gs>
                <a:gs pos="100000">
                  <a:srgbClr val="C0C0C0">
                    <a:alpha val="3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4" name="Splat 184"/>
            <p:cNvSpPr>
              <a:spLocks noGrp="1"/>
            </p:cNvSpPr>
            <p:nvPr/>
          </p:nvSpPr>
          <p:spPr>
            <a:xfrm rot="-10569826">
              <a:off x="2521801" y="1403226"/>
              <a:ext cx="68284" cy="17071"/>
            </a:xfrm>
            <a:prstGeom prst="ellipse">
              <a:avLst/>
            </a:prstGeom>
            <a:gradFill>
              <a:gsLst>
                <a:gs pos="0">
                  <a:srgbClr val="E1E1E1">
                    <a:alpha val="16889"/>
                  </a:srgbClr>
                </a:gs>
                <a:gs pos="14286">
                  <a:srgbClr val="E1E1E1">
                    <a:alpha val="15636"/>
                  </a:srgbClr>
                </a:gs>
                <a:gs pos="28571">
                  <a:srgbClr val="E1E1E1">
                    <a:alpha val="12368"/>
                  </a:srgbClr>
                </a:gs>
                <a:gs pos="42857">
                  <a:srgbClr val="E1E1E1">
                    <a:alpha val="8295"/>
                  </a:srgbClr>
                </a:gs>
                <a:gs pos="57143">
                  <a:srgbClr val="E1E1E1">
                    <a:alpha val="4685"/>
                  </a:srgbClr>
                </a:gs>
                <a:gs pos="71429">
                  <a:srgbClr val="E1E1E1">
                    <a:alpha val="2221"/>
                  </a:srgbClr>
                </a:gs>
                <a:gs pos="85714">
                  <a:srgbClr val="E1E1E1">
                    <a:alpha val="884"/>
                  </a:srgbClr>
                </a:gs>
                <a:gs pos="100000">
                  <a:srgbClr val="E1E1E1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5" name="Splat 185"/>
            <p:cNvSpPr>
              <a:spLocks noGrp="1"/>
            </p:cNvSpPr>
            <p:nvPr/>
          </p:nvSpPr>
          <p:spPr>
            <a:xfrm rot="3777007">
              <a:off x="2658210" y="3343023"/>
              <a:ext cx="68461" cy="17976"/>
            </a:xfrm>
            <a:prstGeom prst="ellipse">
              <a:avLst/>
            </a:prstGeom>
            <a:gradFill>
              <a:gsLst>
                <a:gs pos="0">
                  <a:srgbClr val="858484">
                    <a:alpha val="16219"/>
                  </a:srgbClr>
                </a:gs>
                <a:gs pos="14286">
                  <a:srgbClr val="858484">
                    <a:alpha val="15012"/>
                  </a:srgbClr>
                </a:gs>
                <a:gs pos="28571">
                  <a:srgbClr val="858484">
                    <a:alpha val="11864"/>
                  </a:srgbClr>
                </a:gs>
                <a:gs pos="42857">
                  <a:srgbClr val="858484">
                    <a:alpha val="7950"/>
                  </a:srgbClr>
                </a:gs>
                <a:gs pos="57143">
                  <a:srgbClr val="858484">
                    <a:alpha val="4486"/>
                  </a:srgbClr>
                </a:gs>
                <a:gs pos="71429">
                  <a:srgbClr val="858484">
                    <a:alpha val="2126"/>
                  </a:srgbClr>
                </a:gs>
                <a:gs pos="85714">
                  <a:srgbClr val="858484">
                    <a:alpha val="846"/>
                  </a:srgbClr>
                </a:gs>
                <a:gs pos="100000">
                  <a:srgbClr val="858484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6" name="Splat 186"/>
            <p:cNvSpPr>
              <a:spLocks noGrp="1"/>
            </p:cNvSpPr>
            <p:nvPr/>
          </p:nvSpPr>
          <p:spPr>
            <a:xfrm rot="-8970773">
              <a:off x="2164984" y="1040577"/>
              <a:ext cx="187367" cy="508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7" name="Splat 187"/>
            <p:cNvSpPr>
              <a:spLocks noGrp="1"/>
            </p:cNvSpPr>
            <p:nvPr/>
          </p:nvSpPr>
          <p:spPr>
            <a:xfrm rot="2967733">
              <a:off x="1523615" y="577310"/>
              <a:ext cx="525227" cy="502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8" name="Splat 188"/>
            <p:cNvSpPr>
              <a:spLocks noGrp="1"/>
            </p:cNvSpPr>
            <p:nvPr/>
          </p:nvSpPr>
          <p:spPr>
            <a:xfrm rot="9249308">
              <a:off x="1873538" y="2160887"/>
              <a:ext cx="68461" cy="17472"/>
            </a:xfrm>
            <a:prstGeom prst="ellipse">
              <a:avLst/>
            </a:prstGeom>
            <a:gradFill>
              <a:gsLst>
                <a:gs pos="0">
                  <a:srgbClr val="ADADAD">
                    <a:alpha val="16593"/>
                  </a:srgbClr>
                </a:gs>
                <a:gs pos="14286">
                  <a:srgbClr val="ADADAD">
                    <a:alpha val="15360"/>
                  </a:srgbClr>
                </a:gs>
                <a:gs pos="28571">
                  <a:srgbClr val="ADADAD">
                    <a:alpha val="12145"/>
                  </a:srgbClr>
                </a:gs>
                <a:gs pos="42857">
                  <a:srgbClr val="ADADAD">
                    <a:alpha val="8142"/>
                  </a:srgbClr>
                </a:gs>
                <a:gs pos="57143">
                  <a:srgbClr val="ADADAD">
                    <a:alpha val="4597"/>
                  </a:srgbClr>
                </a:gs>
                <a:gs pos="71429">
                  <a:srgbClr val="ADADAD">
                    <a:alpha val="2179"/>
                  </a:srgbClr>
                </a:gs>
                <a:gs pos="85714">
                  <a:srgbClr val="ADADAD">
                    <a:alpha val="867"/>
                  </a:srgbClr>
                </a:gs>
                <a:gs pos="100000">
                  <a:srgbClr val="ADADAD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9" name="Splat 189"/>
            <p:cNvSpPr>
              <a:spLocks noGrp="1"/>
            </p:cNvSpPr>
            <p:nvPr/>
          </p:nvSpPr>
          <p:spPr>
            <a:xfrm rot="9367570">
              <a:off x="3338785" y="1258510"/>
              <a:ext cx="68461" cy="17335"/>
            </a:xfrm>
            <a:prstGeom prst="ellipse">
              <a:avLst/>
            </a:prstGeom>
            <a:gradFill>
              <a:gsLst>
                <a:gs pos="0">
                  <a:srgbClr val="878787">
                    <a:alpha val="16694"/>
                  </a:srgbClr>
                </a:gs>
                <a:gs pos="14286">
                  <a:srgbClr val="878787">
                    <a:alpha val="15454"/>
                  </a:srgbClr>
                </a:gs>
                <a:gs pos="28571">
                  <a:srgbClr val="878787">
                    <a:alpha val="12221"/>
                  </a:srgbClr>
                </a:gs>
                <a:gs pos="42857">
                  <a:srgbClr val="878787">
                    <a:alpha val="8194"/>
                  </a:srgbClr>
                </a:gs>
                <a:gs pos="57143">
                  <a:srgbClr val="878787">
                    <a:alpha val="4627"/>
                  </a:srgbClr>
                </a:gs>
                <a:gs pos="71429">
                  <a:srgbClr val="878787">
                    <a:alpha val="2193"/>
                  </a:srgbClr>
                </a:gs>
                <a:gs pos="85714">
                  <a:srgbClr val="878787">
                    <a:alpha val="873"/>
                  </a:srgbClr>
                </a:gs>
                <a:gs pos="100000">
                  <a:srgbClr val="87878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0" name="Splat 190"/>
            <p:cNvSpPr>
              <a:spLocks noGrp="1"/>
            </p:cNvSpPr>
            <p:nvPr/>
          </p:nvSpPr>
          <p:spPr>
            <a:xfrm rot="6020894">
              <a:off x="1920992" y="2479144"/>
              <a:ext cx="68461" cy="18006"/>
            </a:xfrm>
            <a:prstGeom prst="ellipse">
              <a:avLst/>
            </a:prstGeom>
            <a:gradFill>
              <a:gsLst>
                <a:gs pos="0">
                  <a:srgbClr val="878787">
                    <a:alpha val="16197"/>
                  </a:srgbClr>
                </a:gs>
                <a:gs pos="14286">
                  <a:srgbClr val="878787">
                    <a:alpha val="14991"/>
                  </a:srgbClr>
                </a:gs>
                <a:gs pos="28571">
                  <a:srgbClr val="878787">
                    <a:alpha val="11848"/>
                  </a:srgbClr>
                </a:gs>
                <a:gs pos="42857">
                  <a:srgbClr val="878787">
                    <a:alpha val="7939"/>
                  </a:srgbClr>
                </a:gs>
                <a:gs pos="57143">
                  <a:srgbClr val="878787">
                    <a:alpha val="4480"/>
                  </a:srgbClr>
                </a:gs>
                <a:gs pos="71429">
                  <a:srgbClr val="878787">
                    <a:alpha val="2123"/>
                  </a:srgbClr>
                </a:gs>
                <a:gs pos="85714">
                  <a:srgbClr val="878787">
                    <a:alpha val="845"/>
                  </a:srgbClr>
                </a:gs>
                <a:gs pos="100000">
                  <a:srgbClr val="878787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1" name="Splat 191"/>
            <p:cNvSpPr>
              <a:spLocks noGrp="1"/>
            </p:cNvSpPr>
            <p:nvPr/>
          </p:nvSpPr>
          <p:spPr>
            <a:xfrm rot="-9051131">
              <a:off x="1983416" y="1766266"/>
              <a:ext cx="47006" cy="11752"/>
            </a:xfrm>
            <a:prstGeom prst="ellipse">
              <a:avLst/>
            </a:prstGeom>
            <a:gradFill>
              <a:gsLst>
                <a:gs pos="0">
                  <a:srgbClr val="FFFFFF">
                    <a:alpha val="20716"/>
                  </a:srgbClr>
                </a:gs>
                <a:gs pos="14286">
                  <a:srgbClr val="FFFFFF">
                    <a:alpha val="19213"/>
                  </a:srgbClr>
                </a:gs>
                <a:gs pos="28571">
                  <a:srgbClr val="FFFFFF">
                    <a:alpha val="15266"/>
                  </a:srgbClr>
                </a:gs>
                <a:gs pos="42857">
                  <a:srgbClr val="FFFFFF">
                    <a:alpha val="10296"/>
                  </a:srgbClr>
                </a:gs>
                <a:gs pos="57143">
                  <a:srgbClr val="FFFFFF">
                    <a:alpha val="5843"/>
                  </a:srgbClr>
                </a:gs>
                <a:gs pos="71429">
                  <a:srgbClr val="FFFFFF">
                    <a:alpha val="2779"/>
                  </a:srgbClr>
                </a:gs>
                <a:gs pos="85714">
                  <a:srgbClr val="FFFFFF">
                    <a:alpha val="1108"/>
                  </a:srgbClr>
                </a:gs>
                <a:gs pos="100000">
                  <a:srgbClr val="FFFFFF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2" name="Splat 192"/>
            <p:cNvSpPr>
              <a:spLocks noGrp="1"/>
            </p:cNvSpPr>
            <p:nvPr/>
          </p:nvSpPr>
          <p:spPr>
            <a:xfrm rot="5523406">
              <a:off x="2131869" y="1633895"/>
              <a:ext cx="60140" cy="15035"/>
            </a:xfrm>
            <a:prstGeom prst="ellipse">
              <a:avLst/>
            </a:prstGeom>
            <a:gradFill>
              <a:gsLst>
                <a:gs pos="0">
                  <a:srgbClr val="BEBEBE">
                    <a:alpha val="18375"/>
                  </a:srgbClr>
                </a:gs>
                <a:gs pos="14286">
                  <a:srgbClr val="BEBEBE">
                    <a:alpha val="17023"/>
                  </a:srgbClr>
                </a:gs>
                <a:gs pos="28571">
                  <a:srgbClr val="BEBEBE">
                    <a:alpha val="13489"/>
                  </a:srgbClr>
                </a:gs>
                <a:gs pos="42857">
                  <a:srgbClr val="BEBEBE">
                    <a:alpha val="9066"/>
                  </a:srgbClr>
                </a:gs>
                <a:gs pos="57143">
                  <a:srgbClr val="BEBEBE">
                    <a:alpha val="5130"/>
                  </a:srgbClr>
                </a:gs>
                <a:gs pos="71429">
                  <a:srgbClr val="BEBEBE">
                    <a:alpha val="2435"/>
                  </a:srgbClr>
                </a:gs>
                <a:gs pos="85714">
                  <a:srgbClr val="BEBEBE">
                    <a:alpha val="970"/>
                  </a:srgbClr>
                </a:gs>
                <a:gs pos="100000">
                  <a:srgbClr val="BEBEBE">
                    <a:alpha val="3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3" name="Splat 193"/>
            <p:cNvSpPr>
              <a:spLocks noGrp="1"/>
            </p:cNvSpPr>
            <p:nvPr/>
          </p:nvSpPr>
          <p:spPr>
            <a:xfrm rot="-10036278">
              <a:off x="-240571" y="1140591"/>
              <a:ext cx="756814" cy="387584"/>
            </a:xfrm>
            <a:prstGeom prst="ellipse">
              <a:avLst/>
            </a:prstGeom>
            <a:gradFill>
              <a:gsLst>
                <a:gs pos="0">
                  <a:srgbClr val="120101">
                    <a:alpha val="23703"/>
                  </a:srgbClr>
                </a:gs>
                <a:gs pos="14286">
                  <a:srgbClr val="120101">
                    <a:alpha val="22015"/>
                  </a:srgbClr>
                </a:gs>
                <a:gs pos="28571">
                  <a:srgbClr val="120101">
                    <a:alpha val="17558"/>
                  </a:srgbClr>
                </a:gs>
                <a:gs pos="42857">
                  <a:srgbClr val="120101">
                    <a:alpha val="11895"/>
                  </a:srgbClr>
                </a:gs>
                <a:gs pos="57143">
                  <a:srgbClr val="120101">
                    <a:alpha val="6777"/>
                  </a:srgbClr>
                </a:gs>
                <a:gs pos="71429">
                  <a:srgbClr val="120101">
                    <a:alpha val="3231"/>
                  </a:srgbClr>
                </a:gs>
                <a:gs pos="85714">
                  <a:srgbClr val="120101">
                    <a:alpha val="1290"/>
                  </a:srgbClr>
                </a:gs>
                <a:gs pos="100000">
                  <a:srgbClr val="120101">
                    <a:alpha val="4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4" name="Splat 194"/>
            <p:cNvSpPr>
              <a:spLocks noGrp="1"/>
            </p:cNvSpPr>
            <p:nvPr/>
          </p:nvSpPr>
          <p:spPr>
            <a:xfrm rot="10763550">
              <a:off x="1865256" y="3456164"/>
              <a:ext cx="367334" cy="334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5" name="Splat 195"/>
            <p:cNvSpPr>
              <a:spLocks noGrp="1"/>
            </p:cNvSpPr>
            <p:nvPr/>
          </p:nvSpPr>
          <p:spPr>
            <a:xfrm rot="9678211">
              <a:off x="1800893" y="3477123"/>
              <a:ext cx="68461" cy="18100"/>
            </a:xfrm>
            <a:prstGeom prst="ellipse">
              <a:avLst/>
            </a:prstGeom>
            <a:gradFill>
              <a:gsLst>
                <a:gs pos="0">
                  <a:srgbClr val="717070">
                    <a:alpha val="16127"/>
                  </a:srgbClr>
                </a:gs>
                <a:gs pos="14286">
                  <a:srgbClr val="717070">
                    <a:alpha val="14926"/>
                  </a:srgbClr>
                </a:gs>
                <a:gs pos="28571">
                  <a:srgbClr val="717070">
                    <a:alpha val="11795"/>
                  </a:srgbClr>
                </a:gs>
                <a:gs pos="42857">
                  <a:srgbClr val="717070">
                    <a:alpha val="7903"/>
                  </a:srgbClr>
                </a:gs>
                <a:gs pos="57143">
                  <a:srgbClr val="717070">
                    <a:alpha val="4459"/>
                  </a:srgbClr>
                </a:gs>
                <a:gs pos="71429">
                  <a:srgbClr val="717070">
                    <a:alpha val="2113"/>
                  </a:srgbClr>
                </a:gs>
                <a:gs pos="85714">
                  <a:srgbClr val="717070">
                    <a:alpha val="841"/>
                  </a:srgbClr>
                </a:gs>
                <a:gs pos="100000">
                  <a:srgbClr val="717070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6" name="Splat 196"/>
            <p:cNvSpPr>
              <a:spLocks noGrp="1"/>
            </p:cNvSpPr>
            <p:nvPr/>
          </p:nvSpPr>
          <p:spPr>
            <a:xfrm rot="10012966">
              <a:off x="2692917" y="1349140"/>
              <a:ext cx="410927" cy="88654"/>
            </a:xfrm>
            <a:prstGeom prst="ellipse">
              <a:avLst/>
            </a:prstGeom>
            <a:gradFill>
              <a:gsLst>
                <a:gs pos="0">
                  <a:srgbClr val="0E1111">
                    <a:alpha val="32968"/>
                  </a:srgbClr>
                </a:gs>
                <a:gs pos="14286">
                  <a:srgbClr val="0E1111">
                    <a:alpha val="30764"/>
                  </a:srgbClr>
                </a:gs>
                <a:gs pos="28571">
                  <a:srgbClr val="0E1111">
                    <a:alpha val="24833"/>
                  </a:srgbClr>
                </a:gs>
                <a:gs pos="42857">
                  <a:srgbClr val="0E1111">
                    <a:alpha val="17075"/>
                  </a:srgbClr>
                </a:gs>
                <a:gs pos="57143">
                  <a:srgbClr val="0E1111">
                    <a:alpha val="9855"/>
                  </a:srgbClr>
                </a:gs>
                <a:gs pos="71429">
                  <a:srgbClr val="0E1111">
                    <a:alpha val="4740"/>
                  </a:srgbClr>
                </a:gs>
                <a:gs pos="85714">
                  <a:srgbClr val="0E1111">
                    <a:alpha val="1902"/>
                  </a:srgbClr>
                </a:gs>
                <a:gs pos="100000">
                  <a:srgbClr val="0E111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7" name="Splat 197"/>
            <p:cNvSpPr>
              <a:spLocks noGrp="1"/>
            </p:cNvSpPr>
            <p:nvPr/>
          </p:nvSpPr>
          <p:spPr>
            <a:xfrm rot="5465208">
              <a:off x="3265331" y="1617466"/>
              <a:ext cx="148635" cy="262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8" name="Splat 198"/>
            <p:cNvSpPr>
              <a:spLocks noGrp="1"/>
            </p:cNvSpPr>
            <p:nvPr/>
          </p:nvSpPr>
          <p:spPr>
            <a:xfrm rot="5010531">
              <a:off x="2668445" y="3450069"/>
              <a:ext cx="68183" cy="17046"/>
            </a:xfrm>
            <a:prstGeom prst="ellipse">
              <a:avLst/>
            </a:prstGeom>
            <a:gradFill>
              <a:gsLst>
                <a:gs pos="0">
                  <a:srgbClr val="C5C5C5">
                    <a:alpha val="16908"/>
                  </a:srgbClr>
                </a:gs>
                <a:gs pos="14286">
                  <a:srgbClr val="C5C5C5">
                    <a:alpha val="15653"/>
                  </a:srgbClr>
                </a:gs>
                <a:gs pos="28571">
                  <a:srgbClr val="C5C5C5">
                    <a:alpha val="12381"/>
                  </a:srgbClr>
                </a:gs>
                <a:gs pos="42857">
                  <a:srgbClr val="C5C5C5">
                    <a:alpha val="8305"/>
                  </a:srgbClr>
                </a:gs>
                <a:gs pos="57143">
                  <a:srgbClr val="C5C5C5">
                    <a:alpha val="4690"/>
                  </a:srgbClr>
                </a:gs>
                <a:gs pos="71429">
                  <a:srgbClr val="C5C5C5">
                    <a:alpha val="2224"/>
                  </a:srgbClr>
                </a:gs>
                <a:gs pos="85714">
                  <a:srgbClr val="C5C5C5">
                    <a:alpha val="885"/>
                  </a:srgbClr>
                </a:gs>
                <a:gs pos="100000">
                  <a:srgbClr val="C5C5C5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9" name="Splat 199"/>
            <p:cNvSpPr>
              <a:spLocks noGrp="1"/>
            </p:cNvSpPr>
            <p:nvPr/>
          </p:nvSpPr>
          <p:spPr>
            <a:xfrm rot="10783754">
              <a:off x="2234454" y="1656391"/>
              <a:ext cx="537854" cy="470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0" name="Splat 200"/>
            <p:cNvSpPr>
              <a:spLocks noGrp="1"/>
            </p:cNvSpPr>
            <p:nvPr/>
          </p:nvSpPr>
          <p:spPr>
            <a:xfrm rot="9262389">
              <a:off x="2344953" y="3035969"/>
              <a:ext cx="564551" cy="492615"/>
            </a:xfrm>
            <a:prstGeom prst="ellipse">
              <a:avLst/>
            </a:prstGeom>
            <a:gradFill>
              <a:gsLst>
                <a:gs pos="0">
                  <a:srgbClr val="000000">
                    <a:alpha val="2300"/>
                  </a:srgbClr>
                </a:gs>
                <a:gs pos="14286">
                  <a:srgbClr val="000000">
                    <a:alpha val="2116"/>
                  </a:srgbClr>
                </a:gs>
                <a:gs pos="28571">
                  <a:srgbClr val="000000">
                    <a:alpha val="1647"/>
                  </a:srgbClr>
                </a:gs>
                <a:gs pos="42857">
                  <a:srgbClr val="000000">
                    <a:alpha val="1083"/>
                  </a:srgbClr>
                </a:gs>
                <a:gs pos="57143">
                  <a:srgbClr val="000000">
                    <a:alpha val="602"/>
                  </a:srgbClr>
                </a:gs>
                <a:gs pos="71429">
                  <a:srgbClr val="000000">
                    <a:alpha val="282"/>
                  </a:srgbClr>
                </a:gs>
                <a:gs pos="85714">
                  <a:srgbClr val="000000">
                    <a:alpha val="112"/>
                  </a:srgbClr>
                </a:gs>
                <a:gs pos="100000">
                  <a:srgbClr val="000000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1" name="Splat 201"/>
            <p:cNvSpPr>
              <a:spLocks noGrp="1"/>
            </p:cNvSpPr>
            <p:nvPr/>
          </p:nvSpPr>
          <p:spPr>
            <a:xfrm rot="3396392">
              <a:off x="1264196" y="1060123"/>
              <a:ext cx="68461" cy="18250"/>
            </a:xfrm>
            <a:prstGeom prst="ellipse">
              <a:avLst/>
            </a:prstGeom>
            <a:gradFill>
              <a:gsLst>
                <a:gs pos="0">
                  <a:srgbClr val="575757">
                    <a:alpha val="16016"/>
                  </a:srgbClr>
                </a:gs>
                <a:gs pos="14286">
                  <a:srgbClr val="575757">
                    <a:alpha val="14822"/>
                  </a:srgbClr>
                </a:gs>
                <a:gs pos="28571">
                  <a:srgbClr val="575757">
                    <a:alpha val="11712"/>
                  </a:srgbClr>
                </a:gs>
                <a:gs pos="42857">
                  <a:srgbClr val="575757">
                    <a:alpha val="7845"/>
                  </a:srgbClr>
                </a:gs>
                <a:gs pos="57143">
                  <a:srgbClr val="575757">
                    <a:alpha val="4426"/>
                  </a:srgbClr>
                </a:gs>
                <a:gs pos="71429">
                  <a:srgbClr val="575757">
                    <a:alpha val="2097"/>
                  </a:srgbClr>
                </a:gs>
                <a:gs pos="85714">
                  <a:srgbClr val="575757">
                    <a:alpha val="834"/>
                  </a:srgbClr>
                </a:gs>
                <a:gs pos="100000">
                  <a:srgbClr val="575757">
                    <a:alpha val="2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2" name="Splat 202"/>
            <p:cNvSpPr>
              <a:spLocks noGrp="1"/>
            </p:cNvSpPr>
            <p:nvPr/>
          </p:nvSpPr>
          <p:spPr>
            <a:xfrm rot="8949748">
              <a:off x="1964412" y="2165297"/>
              <a:ext cx="644268" cy="677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3" name="Splat 203"/>
            <p:cNvSpPr>
              <a:spLocks noGrp="1"/>
            </p:cNvSpPr>
            <p:nvPr/>
          </p:nvSpPr>
          <p:spPr>
            <a:xfrm rot="5612777">
              <a:off x="2118451" y="1449601"/>
              <a:ext cx="68461" cy="18296"/>
            </a:xfrm>
            <a:prstGeom prst="ellipse">
              <a:avLst/>
            </a:prstGeom>
            <a:gradFill>
              <a:gsLst>
                <a:gs pos="0">
                  <a:srgbClr val="636363">
                    <a:alpha val="15981"/>
                  </a:srgbClr>
                </a:gs>
                <a:gs pos="14286">
                  <a:srgbClr val="636363">
                    <a:alpha val="14790"/>
                  </a:srgbClr>
                </a:gs>
                <a:gs pos="28571">
                  <a:srgbClr val="636363">
                    <a:alpha val="11686"/>
                  </a:srgbClr>
                </a:gs>
                <a:gs pos="42857">
                  <a:srgbClr val="636363">
                    <a:alpha val="7828"/>
                  </a:srgbClr>
                </a:gs>
                <a:gs pos="57143">
                  <a:srgbClr val="636363">
                    <a:alpha val="4416"/>
                  </a:srgbClr>
                </a:gs>
                <a:gs pos="71429">
                  <a:srgbClr val="636363">
                    <a:alpha val="2092"/>
                  </a:srgbClr>
                </a:gs>
                <a:gs pos="85714">
                  <a:srgbClr val="636363">
                    <a:alpha val="833"/>
                  </a:srgbClr>
                </a:gs>
                <a:gs pos="100000">
                  <a:srgbClr val="636363">
                    <a:alpha val="2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4" name="Splat 204"/>
            <p:cNvSpPr>
              <a:spLocks noGrp="1"/>
            </p:cNvSpPr>
            <p:nvPr/>
          </p:nvSpPr>
          <p:spPr>
            <a:xfrm rot="6415439">
              <a:off x="1717098" y="3034345"/>
              <a:ext cx="278964" cy="1724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5" name="Splat 205"/>
            <p:cNvSpPr>
              <a:spLocks noGrp="1"/>
            </p:cNvSpPr>
            <p:nvPr/>
          </p:nvSpPr>
          <p:spPr>
            <a:xfrm rot="10202281">
              <a:off x="1737060" y="2230716"/>
              <a:ext cx="67894" cy="16974"/>
            </a:xfrm>
            <a:prstGeom prst="ellipse">
              <a:avLst/>
            </a:prstGeom>
            <a:gradFill>
              <a:gsLst>
                <a:gs pos="0">
                  <a:srgbClr val="BDBDBD">
                    <a:alpha val="16961"/>
                  </a:srgbClr>
                </a:gs>
                <a:gs pos="14286">
                  <a:srgbClr val="BDBDBD">
                    <a:alpha val="15703"/>
                  </a:srgbClr>
                </a:gs>
                <a:gs pos="28571">
                  <a:srgbClr val="BDBDBD">
                    <a:alpha val="12421"/>
                  </a:srgbClr>
                </a:gs>
                <a:gs pos="42857">
                  <a:srgbClr val="BDBDBD">
                    <a:alpha val="8332"/>
                  </a:srgbClr>
                </a:gs>
                <a:gs pos="57143">
                  <a:srgbClr val="BDBDBD">
                    <a:alpha val="4706"/>
                  </a:srgbClr>
                </a:gs>
                <a:gs pos="71429">
                  <a:srgbClr val="BDBDBD">
                    <a:alpha val="2231"/>
                  </a:srgbClr>
                </a:gs>
                <a:gs pos="85714">
                  <a:srgbClr val="BDBDBD">
                    <a:alpha val="888"/>
                  </a:srgbClr>
                </a:gs>
                <a:gs pos="100000">
                  <a:srgbClr val="BDBDBD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6" name="Splat 206"/>
            <p:cNvSpPr>
              <a:spLocks noGrp="1"/>
            </p:cNvSpPr>
            <p:nvPr/>
          </p:nvSpPr>
          <p:spPr>
            <a:xfrm rot="8552328">
              <a:off x="2434340" y="1255697"/>
              <a:ext cx="68461" cy="18356"/>
            </a:xfrm>
            <a:prstGeom prst="ellipse">
              <a:avLst/>
            </a:prstGeom>
            <a:gradFill>
              <a:gsLst>
                <a:gs pos="0">
                  <a:srgbClr val="919191">
                    <a:alpha val="15937"/>
                  </a:srgbClr>
                </a:gs>
                <a:gs pos="14286">
                  <a:srgbClr val="919191">
                    <a:alpha val="14748"/>
                  </a:srgbClr>
                </a:gs>
                <a:gs pos="28571">
                  <a:srgbClr val="919191">
                    <a:alpha val="11653"/>
                  </a:srgbClr>
                </a:gs>
                <a:gs pos="42857">
                  <a:srgbClr val="919191">
                    <a:alpha val="7805"/>
                  </a:srgbClr>
                </a:gs>
                <a:gs pos="57143">
                  <a:srgbClr val="919191">
                    <a:alpha val="4403"/>
                  </a:srgbClr>
                </a:gs>
                <a:gs pos="71429">
                  <a:srgbClr val="919191">
                    <a:alpha val="2086"/>
                  </a:srgbClr>
                </a:gs>
                <a:gs pos="85714">
                  <a:srgbClr val="919191">
                    <a:alpha val="830"/>
                  </a:srgbClr>
                </a:gs>
                <a:gs pos="100000">
                  <a:srgbClr val="919191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7" name="Splat 207"/>
            <p:cNvSpPr>
              <a:spLocks noGrp="1"/>
            </p:cNvSpPr>
            <p:nvPr/>
          </p:nvSpPr>
          <p:spPr>
            <a:xfrm rot="5209587">
              <a:off x="2085288" y="1316925"/>
              <a:ext cx="570353" cy="3880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8" name="Splat 208"/>
            <p:cNvSpPr>
              <a:spLocks noGrp="1"/>
            </p:cNvSpPr>
            <p:nvPr/>
          </p:nvSpPr>
          <p:spPr>
            <a:xfrm rot="5375511">
              <a:off x="1779052" y="3009795"/>
              <a:ext cx="561852" cy="259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9" name="Splat 209"/>
            <p:cNvSpPr>
              <a:spLocks noGrp="1"/>
            </p:cNvSpPr>
            <p:nvPr/>
          </p:nvSpPr>
          <p:spPr>
            <a:xfrm rot="3402763">
              <a:off x="2436795" y="3152764"/>
              <a:ext cx="530560" cy="67580"/>
            </a:xfrm>
            <a:prstGeom prst="ellipse">
              <a:avLst/>
            </a:prstGeom>
            <a:gradFill>
              <a:gsLst>
                <a:gs pos="0">
                  <a:srgbClr val="7A7878">
                    <a:alpha val="30699"/>
                  </a:srgbClr>
                </a:gs>
                <a:gs pos="14286">
                  <a:srgbClr val="7A7878">
                    <a:alpha val="28613"/>
                  </a:srgbClr>
                </a:gs>
                <a:gs pos="28571">
                  <a:srgbClr val="7A7878">
                    <a:alpha val="23026"/>
                  </a:srgbClr>
                </a:gs>
                <a:gs pos="42857">
                  <a:srgbClr val="7A7878">
                    <a:alpha val="15773"/>
                  </a:srgbClr>
                </a:gs>
                <a:gs pos="57143">
                  <a:srgbClr val="7A7878">
                    <a:alpha val="9073"/>
                  </a:srgbClr>
                </a:gs>
                <a:gs pos="71429">
                  <a:srgbClr val="7A7878">
                    <a:alpha val="4355"/>
                  </a:srgbClr>
                </a:gs>
                <a:gs pos="85714">
                  <a:srgbClr val="7A7878">
                    <a:alpha val="1745"/>
                  </a:srgbClr>
                </a:gs>
                <a:gs pos="100000">
                  <a:srgbClr val="7A7878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0" name="Splat 210"/>
            <p:cNvSpPr>
              <a:spLocks noGrp="1"/>
            </p:cNvSpPr>
            <p:nvPr/>
          </p:nvSpPr>
          <p:spPr>
            <a:xfrm rot="-9659477">
              <a:off x="3240129" y="1252804"/>
              <a:ext cx="596934" cy="652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1" name="Splat 211"/>
            <p:cNvSpPr>
              <a:spLocks noGrp="1"/>
            </p:cNvSpPr>
            <p:nvPr/>
          </p:nvSpPr>
          <p:spPr>
            <a:xfrm rot="-9309053">
              <a:off x="2750212" y="1590401"/>
              <a:ext cx="118568" cy="7081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2" name="Splat 212"/>
            <p:cNvSpPr>
              <a:spLocks noGrp="1"/>
            </p:cNvSpPr>
            <p:nvPr/>
          </p:nvSpPr>
          <p:spPr>
            <a:xfrm rot="-8476722">
              <a:off x="1713475" y="1251469"/>
              <a:ext cx="307424" cy="642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3" name="Splat 213"/>
            <p:cNvSpPr>
              <a:spLocks noGrp="1"/>
            </p:cNvSpPr>
            <p:nvPr/>
          </p:nvSpPr>
          <p:spPr>
            <a:xfrm rot="-9519151">
              <a:off x="1428549" y="451618"/>
              <a:ext cx="470609" cy="819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4" name="Splat 214"/>
            <p:cNvSpPr>
              <a:spLocks noGrp="1"/>
            </p:cNvSpPr>
            <p:nvPr/>
          </p:nvSpPr>
          <p:spPr>
            <a:xfrm rot="5299378">
              <a:off x="1993569" y="2750265"/>
              <a:ext cx="68461" cy="18407"/>
            </a:xfrm>
            <a:prstGeom prst="ellipse">
              <a:avLst/>
            </a:prstGeom>
            <a:gradFill>
              <a:gsLst>
                <a:gs pos="0">
                  <a:srgbClr val="A4A4A4">
                    <a:alpha val="15899"/>
                  </a:srgbClr>
                </a:gs>
                <a:gs pos="14286">
                  <a:srgbClr val="A4A4A4">
                    <a:alpha val="14713"/>
                  </a:srgbClr>
                </a:gs>
                <a:gs pos="28571">
                  <a:srgbClr val="A4A4A4">
                    <a:alpha val="11624"/>
                  </a:srgbClr>
                </a:gs>
                <a:gs pos="42857">
                  <a:srgbClr val="A4A4A4">
                    <a:alpha val="7785"/>
                  </a:srgbClr>
                </a:gs>
                <a:gs pos="57143">
                  <a:srgbClr val="A4A4A4">
                    <a:alpha val="4392"/>
                  </a:srgbClr>
                </a:gs>
                <a:gs pos="71429">
                  <a:srgbClr val="A4A4A4">
                    <a:alpha val="2080"/>
                  </a:srgbClr>
                </a:gs>
                <a:gs pos="85714">
                  <a:srgbClr val="A4A4A4">
                    <a:alpha val="828"/>
                  </a:srgbClr>
                </a:gs>
                <a:gs pos="100000">
                  <a:srgbClr val="A4A4A4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5" name="Splat 215"/>
            <p:cNvSpPr>
              <a:spLocks noGrp="1"/>
            </p:cNvSpPr>
            <p:nvPr/>
          </p:nvSpPr>
          <p:spPr>
            <a:xfrm rot="-10131783">
              <a:off x="3012219" y="3483393"/>
              <a:ext cx="68461" cy="18376"/>
            </a:xfrm>
            <a:prstGeom prst="ellipse">
              <a:avLst/>
            </a:prstGeom>
            <a:gradFill>
              <a:gsLst>
                <a:gs pos="0">
                  <a:srgbClr val="888888">
                    <a:alpha val="15922"/>
                  </a:srgbClr>
                </a:gs>
                <a:gs pos="14286">
                  <a:srgbClr val="888888">
                    <a:alpha val="14734"/>
                  </a:srgbClr>
                </a:gs>
                <a:gs pos="28571">
                  <a:srgbClr val="888888">
                    <a:alpha val="11641"/>
                  </a:srgbClr>
                </a:gs>
                <a:gs pos="42857">
                  <a:srgbClr val="888888">
                    <a:alpha val="7797"/>
                  </a:srgbClr>
                </a:gs>
                <a:gs pos="57143">
                  <a:srgbClr val="888888">
                    <a:alpha val="4399"/>
                  </a:srgbClr>
                </a:gs>
                <a:gs pos="71429">
                  <a:srgbClr val="888888">
                    <a:alpha val="2084"/>
                  </a:srgbClr>
                </a:gs>
                <a:gs pos="85714">
                  <a:srgbClr val="888888">
                    <a:alpha val="829"/>
                  </a:srgbClr>
                </a:gs>
                <a:gs pos="100000">
                  <a:srgbClr val="888888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6" name="Splat 216"/>
            <p:cNvSpPr>
              <a:spLocks noGrp="1"/>
            </p:cNvSpPr>
            <p:nvPr/>
          </p:nvSpPr>
          <p:spPr>
            <a:xfrm rot="8453658">
              <a:off x="1488627" y="953131"/>
              <a:ext cx="68461" cy="18337"/>
            </a:xfrm>
            <a:prstGeom prst="ellipse">
              <a:avLst/>
            </a:prstGeom>
            <a:gradFill>
              <a:gsLst>
                <a:gs pos="0">
                  <a:srgbClr val="777777">
                    <a:alpha val="15952"/>
                  </a:srgbClr>
                </a:gs>
                <a:gs pos="14286">
                  <a:srgbClr val="777777">
                    <a:alpha val="14762"/>
                  </a:srgbClr>
                </a:gs>
                <a:gs pos="28571">
                  <a:srgbClr val="777777">
                    <a:alpha val="11663"/>
                  </a:srgbClr>
                </a:gs>
                <a:gs pos="42857">
                  <a:srgbClr val="777777">
                    <a:alpha val="7812"/>
                  </a:srgbClr>
                </a:gs>
                <a:gs pos="57143">
                  <a:srgbClr val="777777">
                    <a:alpha val="4407"/>
                  </a:srgbClr>
                </a:gs>
                <a:gs pos="71429">
                  <a:srgbClr val="777777">
                    <a:alpha val="2088"/>
                  </a:srgbClr>
                </a:gs>
                <a:gs pos="85714">
                  <a:srgbClr val="777777">
                    <a:alpha val="831"/>
                  </a:srgbClr>
                </a:gs>
                <a:gs pos="100000">
                  <a:srgbClr val="777777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7" name="Splat 217"/>
            <p:cNvSpPr>
              <a:spLocks noGrp="1"/>
            </p:cNvSpPr>
            <p:nvPr/>
          </p:nvSpPr>
          <p:spPr>
            <a:xfrm rot="5400000">
              <a:off x="2382551" y="1664419"/>
              <a:ext cx="57783" cy="57783"/>
            </a:xfrm>
            <a:prstGeom prst="ellipse">
              <a:avLst/>
            </a:prstGeom>
            <a:gradFill>
              <a:gsLst>
                <a:gs pos="0">
                  <a:srgbClr val="FFFFFF">
                    <a:alpha val="14436"/>
                  </a:srgbClr>
                </a:gs>
                <a:gs pos="14286">
                  <a:srgbClr val="FFFFFF">
                    <a:alpha val="13350"/>
                  </a:srgbClr>
                </a:gs>
                <a:gs pos="28571">
                  <a:srgbClr val="FFFFFF">
                    <a:alpha val="10529"/>
                  </a:srgbClr>
                </a:gs>
                <a:gs pos="42857">
                  <a:srgbClr val="FFFFFF">
                    <a:alpha val="7038"/>
                  </a:srgbClr>
                </a:gs>
                <a:gs pos="57143">
                  <a:srgbClr val="FFFFFF">
                    <a:alpha val="3963"/>
                  </a:srgbClr>
                </a:gs>
                <a:gs pos="71429">
                  <a:srgbClr val="FFFFFF">
                    <a:alpha val="1875"/>
                  </a:srgbClr>
                </a:gs>
                <a:gs pos="85714">
                  <a:srgbClr val="FFFFFF">
                    <a:alpha val="746"/>
                  </a:srgbClr>
                </a:gs>
                <a:gs pos="100000">
                  <a:srgbClr val="FFFFFF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8" name="Splat 218"/>
            <p:cNvSpPr>
              <a:spLocks noGrp="1"/>
            </p:cNvSpPr>
            <p:nvPr/>
          </p:nvSpPr>
          <p:spPr>
            <a:xfrm rot="10708934">
              <a:off x="2775269" y="1359392"/>
              <a:ext cx="68461" cy="18412"/>
            </a:xfrm>
            <a:prstGeom prst="ellipse">
              <a:avLst/>
            </a:prstGeom>
            <a:gradFill>
              <a:gsLst>
                <a:gs pos="0">
                  <a:srgbClr val="D5D5D5">
                    <a:alpha val="15896"/>
                  </a:srgbClr>
                </a:gs>
                <a:gs pos="14286">
                  <a:srgbClr val="D5D5D5">
                    <a:alpha val="14710"/>
                  </a:srgbClr>
                </a:gs>
                <a:gs pos="28571">
                  <a:srgbClr val="D5D5D5">
                    <a:alpha val="11621"/>
                  </a:srgbClr>
                </a:gs>
                <a:gs pos="42857">
                  <a:srgbClr val="D5D5D5">
                    <a:alpha val="7784"/>
                  </a:srgbClr>
                </a:gs>
                <a:gs pos="57143">
                  <a:srgbClr val="D5D5D5">
                    <a:alpha val="4391"/>
                  </a:srgbClr>
                </a:gs>
                <a:gs pos="71429">
                  <a:srgbClr val="D5D5D5">
                    <a:alpha val="2080"/>
                  </a:srgbClr>
                </a:gs>
                <a:gs pos="85714">
                  <a:srgbClr val="D5D5D5">
                    <a:alpha val="828"/>
                  </a:srgbClr>
                </a:gs>
                <a:gs pos="100000">
                  <a:srgbClr val="D5D5D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9" name="Splat 219"/>
            <p:cNvSpPr>
              <a:spLocks noGrp="1"/>
            </p:cNvSpPr>
            <p:nvPr/>
          </p:nvSpPr>
          <p:spPr>
            <a:xfrm rot="6330674">
              <a:off x="1535651" y="3290502"/>
              <a:ext cx="475724" cy="4712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0" name="Splat 220"/>
            <p:cNvSpPr>
              <a:spLocks noGrp="1"/>
            </p:cNvSpPr>
            <p:nvPr/>
          </p:nvSpPr>
          <p:spPr>
            <a:xfrm rot="10427944">
              <a:off x="-224635" y="1458653"/>
              <a:ext cx="526992" cy="29200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1" name="Splat 221"/>
            <p:cNvSpPr>
              <a:spLocks noGrp="1"/>
            </p:cNvSpPr>
            <p:nvPr/>
          </p:nvSpPr>
          <p:spPr>
            <a:xfrm rot="10501317">
              <a:off x="1905488" y="989528"/>
              <a:ext cx="544035" cy="540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2" name="Splat 222"/>
            <p:cNvSpPr>
              <a:spLocks noGrp="1"/>
            </p:cNvSpPr>
            <p:nvPr/>
          </p:nvSpPr>
          <p:spPr>
            <a:xfrm rot="5506241">
              <a:off x="3128562" y="1649356"/>
              <a:ext cx="68461" cy="17309"/>
            </a:xfrm>
            <a:prstGeom prst="ellipse">
              <a:avLst/>
            </a:prstGeom>
            <a:gradFill>
              <a:gsLst>
                <a:gs pos="0">
                  <a:srgbClr val="C6C6C6">
                    <a:alpha val="16713"/>
                  </a:srgbClr>
                </a:gs>
                <a:gs pos="14286">
                  <a:srgbClr val="C6C6C6">
                    <a:alpha val="15472"/>
                  </a:srgbClr>
                </a:gs>
                <a:gs pos="28571">
                  <a:srgbClr val="C6C6C6">
                    <a:alpha val="12236"/>
                  </a:srgbClr>
                </a:gs>
                <a:gs pos="42857">
                  <a:srgbClr val="C6C6C6">
                    <a:alpha val="8204"/>
                  </a:srgbClr>
                </a:gs>
                <a:gs pos="57143">
                  <a:srgbClr val="C6C6C6">
                    <a:alpha val="4633"/>
                  </a:srgbClr>
                </a:gs>
                <a:gs pos="71429">
                  <a:srgbClr val="C6C6C6">
                    <a:alpha val="2196"/>
                  </a:srgbClr>
                </a:gs>
                <a:gs pos="85714">
                  <a:srgbClr val="C6C6C6">
                    <a:alpha val="874"/>
                  </a:srgbClr>
                </a:gs>
                <a:gs pos="100000">
                  <a:srgbClr val="C6C6C6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3" name="Splat 223"/>
            <p:cNvSpPr>
              <a:spLocks noGrp="1"/>
            </p:cNvSpPr>
            <p:nvPr/>
          </p:nvSpPr>
          <p:spPr>
            <a:xfrm rot="-9637368">
              <a:off x="3071080" y="1321348"/>
              <a:ext cx="68461" cy="18483"/>
            </a:xfrm>
            <a:prstGeom prst="ellipse">
              <a:avLst/>
            </a:prstGeom>
            <a:gradFill>
              <a:gsLst>
                <a:gs pos="0">
                  <a:srgbClr val="CACACA">
                    <a:alpha val="15843"/>
                  </a:srgbClr>
                </a:gs>
                <a:gs pos="14286">
                  <a:srgbClr val="CACACA">
                    <a:alpha val="14660"/>
                  </a:srgbClr>
                </a:gs>
                <a:gs pos="28571">
                  <a:srgbClr val="CACACA">
                    <a:alpha val="11582"/>
                  </a:srgbClr>
                </a:gs>
                <a:gs pos="42857">
                  <a:srgbClr val="CACACA">
                    <a:alpha val="7756"/>
                  </a:srgbClr>
                </a:gs>
                <a:gs pos="57143">
                  <a:srgbClr val="CACACA">
                    <a:alpha val="4375"/>
                  </a:srgbClr>
                </a:gs>
                <a:gs pos="71429">
                  <a:srgbClr val="CACACA">
                    <a:alpha val="2072"/>
                  </a:srgbClr>
                </a:gs>
                <a:gs pos="85714">
                  <a:srgbClr val="CACACA">
                    <a:alpha val="825"/>
                  </a:srgbClr>
                </a:gs>
                <a:gs pos="100000">
                  <a:srgbClr val="CACACA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4" name="Splat 224"/>
            <p:cNvSpPr>
              <a:spLocks noGrp="1"/>
            </p:cNvSpPr>
            <p:nvPr/>
          </p:nvSpPr>
          <p:spPr>
            <a:xfrm rot="-9943765">
              <a:off x="2926208" y="3494238"/>
              <a:ext cx="68461" cy="18325"/>
            </a:xfrm>
            <a:prstGeom prst="ellipse">
              <a:avLst/>
            </a:prstGeom>
            <a:gradFill>
              <a:gsLst>
                <a:gs pos="0">
                  <a:srgbClr val="808080">
                    <a:alpha val="15960"/>
                  </a:srgbClr>
                </a:gs>
                <a:gs pos="14286">
                  <a:srgbClr val="808080">
                    <a:alpha val="14770"/>
                  </a:srgbClr>
                </a:gs>
                <a:gs pos="28571">
                  <a:srgbClr val="808080">
                    <a:alpha val="11670"/>
                  </a:srgbClr>
                </a:gs>
                <a:gs pos="42857">
                  <a:srgbClr val="808080">
                    <a:alpha val="7817"/>
                  </a:srgbClr>
                </a:gs>
                <a:gs pos="57143">
                  <a:srgbClr val="808080">
                    <a:alpha val="4410"/>
                  </a:srgbClr>
                </a:gs>
                <a:gs pos="71429">
                  <a:srgbClr val="808080">
                    <a:alpha val="2089"/>
                  </a:srgbClr>
                </a:gs>
                <a:gs pos="85714">
                  <a:srgbClr val="808080">
                    <a:alpha val="831"/>
                  </a:srgbClr>
                </a:gs>
                <a:gs pos="100000">
                  <a:srgbClr val="808080">
                    <a:alpha val="2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5" name="Splat 225"/>
            <p:cNvSpPr>
              <a:spLocks noGrp="1"/>
            </p:cNvSpPr>
            <p:nvPr/>
          </p:nvSpPr>
          <p:spPr>
            <a:xfrm rot="7053121">
              <a:off x="-19366" y="1452483"/>
              <a:ext cx="537864" cy="411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6" name="Splat 226"/>
            <p:cNvSpPr>
              <a:spLocks noGrp="1"/>
            </p:cNvSpPr>
            <p:nvPr/>
          </p:nvSpPr>
          <p:spPr>
            <a:xfrm rot="6970443">
              <a:off x="1897151" y="924255"/>
              <a:ext cx="68461" cy="18521"/>
            </a:xfrm>
            <a:prstGeom prst="ellipse">
              <a:avLst/>
            </a:prstGeom>
            <a:gradFill>
              <a:gsLst>
                <a:gs pos="0">
                  <a:srgbClr val="C7C7C7">
                    <a:alpha val="15814"/>
                  </a:srgbClr>
                </a:gs>
                <a:gs pos="14286">
                  <a:srgbClr val="C7C7C7">
                    <a:alpha val="14633"/>
                  </a:srgbClr>
                </a:gs>
                <a:gs pos="28571">
                  <a:srgbClr val="C7C7C7">
                    <a:alpha val="11560"/>
                  </a:srgbClr>
                </a:gs>
                <a:gs pos="42857">
                  <a:srgbClr val="C7C7C7">
                    <a:alpha val="7742"/>
                  </a:srgbClr>
                </a:gs>
                <a:gs pos="57143">
                  <a:srgbClr val="C7C7C7">
                    <a:alpha val="4367"/>
                  </a:srgbClr>
                </a:gs>
                <a:gs pos="71429">
                  <a:srgbClr val="C7C7C7">
                    <a:alpha val="2068"/>
                  </a:srgbClr>
                </a:gs>
                <a:gs pos="85714">
                  <a:srgbClr val="C7C7C7">
                    <a:alpha val="823"/>
                  </a:srgbClr>
                </a:gs>
                <a:gs pos="100000">
                  <a:srgbClr val="C7C7C7">
                    <a:alpha val="2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7" name="Splat 227"/>
            <p:cNvSpPr>
              <a:spLocks noGrp="1"/>
            </p:cNvSpPr>
            <p:nvPr/>
          </p:nvSpPr>
          <p:spPr>
            <a:xfrm rot="-10346998">
              <a:off x="-72613" y="1280528"/>
              <a:ext cx="193300" cy="7132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8" name="Splat 228"/>
            <p:cNvSpPr>
              <a:spLocks noGrp="1"/>
            </p:cNvSpPr>
            <p:nvPr/>
          </p:nvSpPr>
          <p:spPr>
            <a:xfrm rot="3755702">
              <a:off x="2128278" y="2751014"/>
              <a:ext cx="602266" cy="3651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9" name="Splat 229"/>
            <p:cNvSpPr>
              <a:spLocks noGrp="1"/>
            </p:cNvSpPr>
            <p:nvPr/>
          </p:nvSpPr>
          <p:spPr>
            <a:xfrm rot="5535138">
              <a:off x="1820159" y="3301822"/>
              <a:ext cx="475747" cy="2741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0" name="Splat 230"/>
            <p:cNvSpPr>
              <a:spLocks noGrp="1"/>
            </p:cNvSpPr>
            <p:nvPr/>
          </p:nvSpPr>
          <p:spPr>
            <a:xfrm rot="-10782643">
              <a:off x="1784357" y="1123044"/>
              <a:ext cx="519782" cy="251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1" name="Splat 231"/>
            <p:cNvSpPr>
              <a:spLocks noGrp="1"/>
            </p:cNvSpPr>
            <p:nvPr/>
          </p:nvSpPr>
          <p:spPr>
            <a:xfrm rot="10605265">
              <a:off x="2996117" y="1314791"/>
              <a:ext cx="68461" cy="18589"/>
            </a:xfrm>
            <a:prstGeom prst="ellipse">
              <a:avLst/>
            </a:prstGeom>
            <a:gradFill>
              <a:gsLst>
                <a:gs pos="0">
                  <a:srgbClr val="D7D7D7">
                    <a:alpha val="15763"/>
                  </a:srgbClr>
                </a:gs>
                <a:gs pos="14286">
                  <a:srgbClr val="D7D7D7">
                    <a:alpha val="14586"/>
                  </a:srgbClr>
                </a:gs>
                <a:gs pos="28571">
                  <a:srgbClr val="D7D7D7">
                    <a:alpha val="11522"/>
                  </a:srgbClr>
                </a:gs>
                <a:gs pos="42857">
                  <a:srgbClr val="D7D7D7">
                    <a:alpha val="7716"/>
                  </a:srgbClr>
                </a:gs>
                <a:gs pos="57143">
                  <a:srgbClr val="D7D7D7">
                    <a:alpha val="4352"/>
                  </a:srgbClr>
                </a:gs>
                <a:gs pos="71429">
                  <a:srgbClr val="D7D7D7">
                    <a:alpha val="2061"/>
                  </a:srgbClr>
                </a:gs>
                <a:gs pos="85714">
                  <a:srgbClr val="D7D7D7">
                    <a:alpha val="820"/>
                  </a:srgbClr>
                </a:gs>
                <a:gs pos="100000">
                  <a:srgbClr val="D7D7D7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2" name="Splat 232"/>
            <p:cNvSpPr>
              <a:spLocks noGrp="1"/>
            </p:cNvSpPr>
            <p:nvPr/>
          </p:nvSpPr>
          <p:spPr>
            <a:xfrm rot="3495499">
              <a:off x="500644" y="3217544"/>
              <a:ext cx="645988" cy="1258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3" name="Splat 233"/>
            <p:cNvSpPr>
              <a:spLocks noGrp="1"/>
            </p:cNvSpPr>
            <p:nvPr/>
          </p:nvSpPr>
          <p:spPr>
            <a:xfrm rot="4775943">
              <a:off x="2700302" y="1474592"/>
              <a:ext cx="68461" cy="18615"/>
            </a:xfrm>
            <a:prstGeom prst="ellipse">
              <a:avLst/>
            </a:prstGeom>
            <a:gradFill>
              <a:gsLst>
                <a:gs pos="0">
                  <a:srgbClr val="787878">
                    <a:alpha val="15744"/>
                  </a:srgbClr>
                </a:gs>
                <a:gs pos="14286">
                  <a:srgbClr val="787878">
                    <a:alpha val="14568"/>
                  </a:srgbClr>
                </a:gs>
                <a:gs pos="28571">
                  <a:srgbClr val="787878">
                    <a:alpha val="11507"/>
                  </a:srgbClr>
                </a:gs>
                <a:gs pos="42857">
                  <a:srgbClr val="787878">
                    <a:alpha val="7706"/>
                  </a:srgbClr>
                </a:gs>
                <a:gs pos="57143">
                  <a:srgbClr val="787878">
                    <a:alpha val="4346"/>
                  </a:srgbClr>
                </a:gs>
                <a:gs pos="71429">
                  <a:srgbClr val="787878">
                    <a:alpha val="2058"/>
                  </a:srgbClr>
                </a:gs>
                <a:gs pos="85714">
                  <a:srgbClr val="787878">
                    <a:alpha val="819"/>
                  </a:srgbClr>
                </a:gs>
                <a:gs pos="100000">
                  <a:srgbClr val="787878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4" name="Splat 234"/>
            <p:cNvSpPr>
              <a:spLocks noGrp="1"/>
            </p:cNvSpPr>
            <p:nvPr/>
          </p:nvSpPr>
          <p:spPr>
            <a:xfrm rot="4465506">
              <a:off x="3213239" y="3537309"/>
              <a:ext cx="68461" cy="18455"/>
            </a:xfrm>
            <a:prstGeom prst="ellipse">
              <a:avLst/>
            </a:prstGeom>
            <a:gradFill>
              <a:gsLst>
                <a:gs pos="0">
                  <a:srgbClr val="6E6D6E">
                    <a:alpha val="15863"/>
                  </a:srgbClr>
                </a:gs>
                <a:gs pos="14286">
                  <a:srgbClr val="6E6D6E">
                    <a:alpha val="14680"/>
                  </a:srgbClr>
                </a:gs>
                <a:gs pos="28571">
                  <a:srgbClr val="6E6D6E">
                    <a:alpha val="11597"/>
                  </a:srgbClr>
                </a:gs>
                <a:gs pos="42857">
                  <a:srgbClr val="6E6D6E">
                    <a:alpha val="7767"/>
                  </a:srgbClr>
                </a:gs>
                <a:gs pos="57143">
                  <a:srgbClr val="6E6D6E">
                    <a:alpha val="4381"/>
                  </a:srgbClr>
                </a:gs>
                <a:gs pos="71429">
                  <a:srgbClr val="6E6D6E">
                    <a:alpha val="2075"/>
                  </a:srgbClr>
                </a:gs>
                <a:gs pos="85714">
                  <a:srgbClr val="6E6D6E">
                    <a:alpha val="826"/>
                  </a:srgbClr>
                </a:gs>
                <a:gs pos="100000">
                  <a:srgbClr val="6E6D6E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5" name="Splat 235"/>
            <p:cNvSpPr>
              <a:spLocks noGrp="1"/>
            </p:cNvSpPr>
            <p:nvPr/>
          </p:nvSpPr>
          <p:spPr>
            <a:xfrm rot="3564576">
              <a:off x="545184" y="3294862"/>
              <a:ext cx="642205" cy="1073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6" name="Splat 236"/>
            <p:cNvSpPr>
              <a:spLocks noGrp="1"/>
            </p:cNvSpPr>
            <p:nvPr/>
          </p:nvSpPr>
          <p:spPr>
            <a:xfrm rot="3964997">
              <a:off x="1459926" y="3466697"/>
              <a:ext cx="501257" cy="143442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7" name="Splat 237"/>
            <p:cNvSpPr>
              <a:spLocks noGrp="1"/>
            </p:cNvSpPr>
            <p:nvPr/>
          </p:nvSpPr>
          <p:spPr>
            <a:xfrm rot="-8383955">
              <a:off x="2648142" y="3145989"/>
              <a:ext cx="251139" cy="89826"/>
            </a:xfrm>
            <a:prstGeom prst="ellipse">
              <a:avLst/>
            </a:prstGeom>
            <a:gradFill>
              <a:gsLst>
                <a:gs pos="0">
                  <a:srgbClr val="4E4F4A">
                    <a:alpha val="22794"/>
                  </a:srgbClr>
                </a:gs>
                <a:gs pos="14286">
                  <a:srgbClr val="4E4F4A">
                    <a:alpha val="21161"/>
                  </a:srgbClr>
                </a:gs>
                <a:gs pos="28571">
                  <a:srgbClr val="4E4F4A">
                    <a:alpha val="16857"/>
                  </a:srgbClr>
                </a:gs>
                <a:gs pos="42857">
                  <a:srgbClr val="4E4F4A">
                    <a:alpha val="11405"/>
                  </a:srgbClr>
                </a:gs>
                <a:gs pos="57143">
                  <a:srgbClr val="4E4F4A">
                    <a:alpha val="6490"/>
                  </a:srgbClr>
                </a:gs>
                <a:gs pos="71429">
                  <a:srgbClr val="4E4F4A">
                    <a:alpha val="3092"/>
                  </a:srgbClr>
                </a:gs>
                <a:gs pos="85714">
                  <a:srgbClr val="4E4F4A">
                    <a:alpha val="1234"/>
                  </a:srgbClr>
                </a:gs>
                <a:gs pos="100000">
                  <a:srgbClr val="4E4F4A">
                    <a:alpha val="4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8" name="Splat 238"/>
            <p:cNvSpPr>
              <a:spLocks noGrp="1"/>
            </p:cNvSpPr>
            <p:nvPr/>
          </p:nvSpPr>
          <p:spPr>
            <a:xfrm rot="5604047">
              <a:off x="1433798" y="1138064"/>
              <a:ext cx="663798" cy="1164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9" name="Splat 239"/>
            <p:cNvSpPr>
              <a:spLocks noGrp="1"/>
            </p:cNvSpPr>
            <p:nvPr/>
          </p:nvSpPr>
          <p:spPr>
            <a:xfrm rot="8960565">
              <a:off x="2686411" y="3264478"/>
              <a:ext cx="103711" cy="26657"/>
            </a:xfrm>
            <a:prstGeom prst="ellipse">
              <a:avLst/>
            </a:prstGeom>
            <a:gradFill>
              <a:gsLst>
                <a:gs pos="0">
                  <a:srgbClr val="E8E6E7">
                    <a:alpha val="22335"/>
                  </a:srgbClr>
                </a:gs>
                <a:gs pos="14286">
                  <a:srgbClr val="E8E6E7">
                    <a:alpha val="20731"/>
                  </a:srgbClr>
                </a:gs>
                <a:gs pos="28571">
                  <a:srgbClr val="E8E6E7">
                    <a:alpha val="16505"/>
                  </a:srgbClr>
                </a:gs>
                <a:gs pos="42857">
                  <a:srgbClr val="E8E6E7">
                    <a:alpha val="11159"/>
                  </a:srgbClr>
                </a:gs>
                <a:gs pos="57143">
                  <a:srgbClr val="E8E6E7">
                    <a:alpha val="6346"/>
                  </a:srgbClr>
                </a:gs>
                <a:gs pos="71429">
                  <a:srgbClr val="E8E6E7">
                    <a:alpha val="3022"/>
                  </a:srgbClr>
                </a:gs>
                <a:gs pos="85714">
                  <a:srgbClr val="E8E6E7">
                    <a:alpha val="1206"/>
                  </a:srgbClr>
                </a:gs>
                <a:gs pos="100000">
                  <a:srgbClr val="E8E6E7">
                    <a:alpha val="4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0" name="Splat 240"/>
            <p:cNvSpPr>
              <a:spLocks noGrp="1"/>
            </p:cNvSpPr>
            <p:nvPr/>
          </p:nvSpPr>
          <p:spPr>
            <a:xfrm rot="5400000">
              <a:off x="2169736" y="3390065"/>
              <a:ext cx="37357" cy="37357"/>
            </a:xfrm>
            <a:prstGeom prst="ellipse">
              <a:avLst/>
            </a:prstGeom>
            <a:gradFill>
              <a:gsLst>
                <a:gs pos="0">
                  <a:srgbClr val="A0A0A0">
                    <a:alpha val="15696"/>
                  </a:srgbClr>
                </a:gs>
                <a:gs pos="14286">
                  <a:srgbClr val="A0A0A0">
                    <a:alpha val="14524"/>
                  </a:srgbClr>
                </a:gs>
                <a:gs pos="28571">
                  <a:srgbClr val="A0A0A0">
                    <a:alpha val="11472"/>
                  </a:srgbClr>
                </a:gs>
                <a:gs pos="42857">
                  <a:srgbClr val="A0A0A0">
                    <a:alpha val="7681"/>
                  </a:srgbClr>
                </a:gs>
                <a:gs pos="57143">
                  <a:srgbClr val="A0A0A0">
                    <a:alpha val="4332"/>
                  </a:srgbClr>
                </a:gs>
                <a:gs pos="71429">
                  <a:srgbClr val="A0A0A0">
                    <a:alpha val="2052"/>
                  </a:srgbClr>
                </a:gs>
                <a:gs pos="85714">
                  <a:srgbClr val="A0A0A0">
                    <a:alpha val="816"/>
                  </a:srgbClr>
                </a:gs>
                <a:gs pos="100000">
                  <a:srgbClr val="A0A0A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1" name="Splat 241"/>
            <p:cNvSpPr>
              <a:spLocks noGrp="1"/>
            </p:cNvSpPr>
            <p:nvPr/>
          </p:nvSpPr>
          <p:spPr>
            <a:xfrm rot="10534026">
              <a:off x="2894073" y="1581923"/>
              <a:ext cx="356608" cy="804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2" name="Splat 242"/>
            <p:cNvSpPr>
              <a:spLocks noGrp="1"/>
            </p:cNvSpPr>
            <p:nvPr/>
          </p:nvSpPr>
          <p:spPr>
            <a:xfrm rot="3766022">
              <a:off x="2414698" y="2746567"/>
              <a:ext cx="68461" cy="18699"/>
            </a:xfrm>
            <a:prstGeom prst="ellipse">
              <a:avLst/>
            </a:prstGeom>
            <a:gradFill>
              <a:gsLst>
                <a:gs pos="0">
                  <a:srgbClr val="B0B0B0">
                    <a:alpha val="15682"/>
                  </a:srgbClr>
                </a:gs>
                <a:gs pos="14286">
                  <a:srgbClr val="B0B0B0">
                    <a:alpha val="14510"/>
                  </a:srgbClr>
                </a:gs>
                <a:gs pos="28571">
                  <a:srgbClr val="B0B0B0">
                    <a:alpha val="11461"/>
                  </a:srgbClr>
                </a:gs>
                <a:gs pos="42857">
                  <a:srgbClr val="B0B0B0">
                    <a:alpha val="7674"/>
                  </a:srgbClr>
                </a:gs>
                <a:gs pos="57143">
                  <a:srgbClr val="B0B0B0">
                    <a:alpha val="4328"/>
                  </a:srgbClr>
                </a:gs>
                <a:gs pos="71429">
                  <a:srgbClr val="B0B0B0">
                    <a:alpha val="2050"/>
                  </a:srgbClr>
                </a:gs>
                <a:gs pos="85714">
                  <a:srgbClr val="B0B0B0">
                    <a:alpha val="816"/>
                  </a:srgbClr>
                </a:gs>
                <a:gs pos="100000">
                  <a:srgbClr val="B0B0B0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3" name="Splat 243"/>
            <p:cNvSpPr>
              <a:spLocks noGrp="1"/>
            </p:cNvSpPr>
            <p:nvPr/>
          </p:nvSpPr>
          <p:spPr>
            <a:xfrm rot="10551068">
              <a:off x="173131" y="1215505"/>
              <a:ext cx="240782" cy="15787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4" name="Splat 244"/>
            <p:cNvSpPr>
              <a:spLocks noGrp="1"/>
            </p:cNvSpPr>
            <p:nvPr/>
          </p:nvSpPr>
          <p:spPr>
            <a:xfrm rot="-8807489">
              <a:off x="2735193" y="3194326"/>
              <a:ext cx="68461" cy="17988"/>
            </a:xfrm>
            <a:prstGeom prst="ellipse">
              <a:avLst/>
            </a:prstGeom>
            <a:gradFill>
              <a:gsLst>
                <a:gs pos="0">
                  <a:srgbClr val="B1B1B2">
                    <a:alpha val="16211"/>
                  </a:srgbClr>
                </a:gs>
                <a:gs pos="14286">
                  <a:srgbClr val="B1B1B2">
                    <a:alpha val="15004"/>
                  </a:srgbClr>
                </a:gs>
                <a:gs pos="28571">
                  <a:srgbClr val="B1B1B2">
                    <a:alpha val="11858"/>
                  </a:srgbClr>
                </a:gs>
                <a:gs pos="42857">
                  <a:srgbClr val="B1B1B2">
                    <a:alpha val="7946"/>
                  </a:srgbClr>
                </a:gs>
                <a:gs pos="57143">
                  <a:srgbClr val="B1B1B2">
                    <a:alpha val="4484"/>
                  </a:srgbClr>
                </a:gs>
                <a:gs pos="71429">
                  <a:srgbClr val="B1B1B2">
                    <a:alpha val="2125"/>
                  </a:srgbClr>
                </a:gs>
                <a:gs pos="85714">
                  <a:srgbClr val="B1B1B2">
                    <a:alpha val="846"/>
                  </a:srgbClr>
                </a:gs>
                <a:gs pos="100000">
                  <a:srgbClr val="B1B1B2">
                    <a:alpha val="2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5" name="Splat 245"/>
            <p:cNvSpPr>
              <a:spLocks noGrp="1"/>
            </p:cNvSpPr>
            <p:nvPr/>
          </p:nvSpPr>
          <p:spPr>
            <a:xfrm rot="6956481">
              <a:off x="2073785" y="1043942"/>
              <a:ext cx="390355" cy="106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6" name="Splat 246"/>
            <p:cNvSpPr>
              <a:spLocks noGrp="1"/>
            </p:cNvSpPr>
            <p:nvPr/>
          </p:nvSpPr>
          <p:spPr>
            <a:xfrm rot="9088799">
              <a:off x="136850" y="1560046"/>
              <a:ext cx="68461" cy="17435"/>
            </a:xfrm>
            <a:prstGeom prst="ellipse">
              <a:avLst/>
            </a:prstGeom>
            <a:gradFill>
              <a:gsLst>
                <a:gs pos="0">
                  <a:srgbClr val="BBBBBB">
                    <a:alpha val="16621"/>
                  </a:srgbClr>
                </a:gs>
                <a:gs pos="14286">
                  <a:srgbClr val="BBBBBB">
                    <a:alpha val="15386"/>
                  </a:srgbClr>
                </a:gs>
                <a:gs pos="28571">
                  <a:srgbClr val="BBBBBB">
                    <a:alpha val="12166"/>
                  </a:srgbClr>
                </a:gs>
                <a:gs pos="42857">
                  <a:srgbClr val="BBBBBB">
                    <a:alpha val="8157"/>
                  </a:srgbClr>
                </a:gs>
                <a:gs pos="57143">
                  <a:srgbClr val="BBBBBB">
                    <a:alpha val="4605"/>
                  </a:srgbClr>
                </a:gs>
                <a:gs pos="71429">
                  <a:srgbClr val="BBBBBB">
                    <a:alpha val="2183"/>
                  </a:srgbClr>
                </a:gs>
                <a:gs pos="85714">
                  <a:srgbClr val="BBBBBB">
                    <a:alpha val="869"/>
                  </a:srgbClr>
                </a:gs>
                <a:gs pos="100000">
                  <a:srgbClr val="BBBBBB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7" name="Splat 247"/>
            <p:cNvSpPr>
              <a:spLocks noGrp="1"/>
            </p:cNvSpPr>
            <p:nvPr/>
          </p:nvSpPr>
          <p:spPr>
            <a:xfrm rot="-9024306">
              <a:off x="1932771" y="1302336"/>
              <a:ext cx="535171" cy="1051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8" name="Splat 248"/>
            <p:cNvSpPr>
              <a:spLocks noGrp="1"/>
            </p:cNvSpPr>
            <p:nvPr/>
          </p:nvSpPr>
          <p:spPr>
            <a:xfrm rot="5470366">
              <a:off x="704181" y="3408749"/>
              <a:ext cx="681336" cy="1828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9" name="Splat 249"/>
            <p:cNvSpPr>
              <a:spLocks noGrp="1"/>
            </p:cNvSpPr>
            <p:nvPr/>
          </p:nvSpPr>
          <p:spPr>
            <a:xfrm rot="-10224606">
              <a:off x="1718017" y="3408018"/>
              <a:ext cx="410323" cy="38254"/>
            </a:xfrm>
            <a:prstGeom prst="ellipse">
              <a:avLst/>
            </a:prstGeom>
            <a:gradFill>
              <a:gsLst>
                <a:gs pos="0">
                  <a:srgbClr val="EFEFF0">
                    <a:alpha val="9722"/>
                  </a:srgbClr>
                </a:gs>
                <a:gs pos="14286">
                  <a:srgbClr val="EFEFF0">
                    <a:alpha val="8972"/>
                  </a:srgbClr>
                </a:gs>
                <a:gs pos="28571">
                  <a:srgbClr val="EFEFF0">
                    <a:alpha val="7039"/>
                  </a:srgbClr>
                </a:gs>
                <a:gs pos="42857">
                  <a:srgbClr val="EFEFF0">
                    <a:alpha val="4675"/>
                  </a:srgbClr>
                </a:gs>
                <a:gs pos="57143">
                  <a:srgbClr val="EFEFF0">
                    <a:alpha val="2618"/>
                  </a:srgbClr>
                </a:gs>
                <a:gs pos="71429">
                  <a:srgbClr val="EFEFF0">
                    <a:alpha val="1234"/>
                  </a:srgbClr>
                </a:gs>
                <a:gs pos="85714">
                  <a:srgbClr val="EFEFF0">
                    <a:alpha val="490"/>
                  </a:srgbClr>
                </a:gs>
                <a:gs pos="100000">
                  <a:srgbClr val="EFEFF0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0" name="Splat 250"/>
            <p:cNvSpPr>
              <a:spLocks noGrp="1"/>
            </p:cNvSpPr>
            <p:nvPr/>
          </p:nvSpPr>
          <p:spPr>
            <a:xfrm rot="4204115">
              <a:off x="1840952" y="1174918"/>
              <a:ext cx="68461" cy="18756"/>
            </a:xfrm>
            <a:prstGeom prst="ellipse">
              <a:avLst/>
            </a:prstGeom>
            <a:gradFill>
              <a:gsLst>
                <a:gs pos="0">
                  <a:srgbClr val="5F5F5F">
                    <a:alpha val="15639"/>
                  </a:srgbClr>
                </a:gs>
                <a:gs pos="14286">
                  <a:srgbClr val="5F5F5F">
                    <a:alpha val="14470"/>
                  </a:srgbClr>
                </a:gs>
                <a:gs pos="28571">
                  <a:srgbClr val="5F5F5F">
                    <a:alpha val="11429"/>
                  </a:srgbClr>
                </a:gs>
                <a:gs pos="42857">
                  <a:srgbClr val="5F5F5F">
                    <a:alpha val="7652"/>
                  </a:srgbClr>
                </a:gs>
                <a:gs pos="57143">
                  <a:srgbClr val="5F5F5F">
                    <a:alpha val="4315"/>
                  </a:srgbClr>
                </a:gs>
                <a:gs pos="71429">
                  <a:srgbClr val="5F5F5F">
                    <a:alpha val="2044"/>
                  </a:srgbClr>
                </a:gs>
                <a:gs pos="85714">
                  <a:srgbClr val="5F5F5F">
                    <a:alpha val="813"/>
                  </a:srgbClr>
                </a:gs>
                <a:gs pos="100000">
                  <a:srgbClr val="5F5F5F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1" name="Splat 251"/>
            <p:cNvSpPr>
              <a:spLocks noGrp="1"/>
            </p:cNvSpPr>
            <p:nvPr/>
          </p:nvSpPr>
          <p:spPr>
            <a:xfrm rot="7311207">
              <a:off x="61624" y="1207671"/>
              <a:ext cx="587848" cy="7165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2" name="Splat 252"/>
            <p:cNvSpPr>
              <a:spLocks noGrp="1"/>
            </p:cNvSpPr>
            <p:nvPr/>
          </p:nvSpPr>
          <p:spPr>
            <a:xfrm rot="9327671">
              <a:off x="1854827" y="3527081"/>
              <a:ext cx="68461" cy="18421"/>
            </a:xfrm>
            <a:prstGeom prst="ellipse">
              <a:avLst/>
            </a:prstGeom>
            <a:gradFill>
              <a:gsLst>
                <a:gs pos="0">
                  <a:srgbClr val="B3B3B3">
                    <a:alpha val="15889"/>
                  </a:srgbClr>
                </a:gs>
                <a:gs pos="14286">
                  <a:srgbClr val="B3B3B3">
                    <a:alpha val="14703"/>
                  </a:srgbClr>
                </a:gs>
                <a:gs pos="28571">
                  <a:srgbClr val="B3B3B3">
                    <a:alpha val="11616"/>
                  </a:srgbClr>
                </a:gs>
                <a:gs pos="42857">
                  <a:srgbClr val="B3B3B3">
                    <a:alpha val="7780"/>
                  </a:srgbClr>
                </a:gs>
                <a:gs pos="57143">
                  <a:srgbClr val="B3B3B3">
                    <a:alpha val="4389"/>
                  </a:srgbClr>
                </a:gs>
                <a:gs pos="71429">
                  <a:srgbClr val="B3B3B3">
                    <a:alpha val="2079"/>
                  </a:srgbClr>
                </a:gs>
                <a:gs pos="85714">
                  <a:srgbClr val="B3B3B3">
                    <a:alpha val="827"/>
                  </a:srgbClr>
                </a:gs>
                <a:gs pos="100000">
                  <a:srgbClr val="B3B3B3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3" name="Splat 253"/>
            <p:cNvSpPr>
              <a:spLocks noGrp="1"/>
            </p:cNvSpPr>
            <p:nvPr/>
          </p:nvSpPr>
          <p:spPr>
            <a:xfrm rot="-9864426">
              <a:off x="2501180" y="1487103"/>
              <a:ext cx="354319" cy="103225"/>
            </a:xfrm>
            <a:prstGeom prst="ellipse">
              <a:avLst/>
            </a:prstGeom>
            <a:gradFill>
              <a:gsLst>
                <a:gs pos="0">
                  <a:srgbClr val="010003">
                    <a:alpha val="20169"/>
                  </a:srgbClr>
                </a:gs>
                <a:gs pos="14286">
                  <a:srgbClr val="010003">
                    <a:alpha val="18701"/>
                  </a:srgbClr>
                </a:gs>
                <a:gs pos="28571">
                  <a:srgbClr val="010003">
                    <a:alpha val="14849"/>
                  </a:srgbClr>
                </a:gs>
                <a:gs pos="42857">
                  <a:srgbClr val="010003">
                    <a:alpha val="10007"/>
                  </a:srgbClr>
                </a:gs>
                <a:gs pos="57143">
                  <a:srgbClr val="010003">
                    <a:alpha val="5675"/>
                  </a:srgbClr>
                </a:gs>
                <a:gs pos="71429">
                  <a:srgbClr val="010003">
                    <a:alpha val="2698"/>
                  </a:srgbClr>
                </a:gs>
                <a:gs pos="85714">
                  <a:srgbClr val="010003">
                    <a:alpha val="1076"/>
                  </a:srgbClr>
                </a:gs>
                <a:gs pos="100000">
                  <a:srgbClr val="01000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4" name="Splat 254"/>
            <p:cNvSpPr>
              <a:spLocks noGrp="1"/>
            </p:cNvSpPr>
            <p:nvPr/>
          </p:nvSpPr>
          <p:spPr>
            <a:xfrm rot="-9175341">
              <a:off x="1061025" y="3135088"/>
              <a:ext cx="68461" cy="18717"/>
            </a:xfrm>
            <a:prstGeom prst="ellipse">
              <a:avLst/>
            </a:prstGeom>
            <a:gradFill>
              <a:gsLst>
                <a:gs pos="0">
                  <a:srgbClr val="7D7D7E">
                    <a:alpha val="15668"/>
                  </a:srgbClr>
                </a:gs>
                <a:gs pos="14286">
                  <a:srgbClr val="7D7D7E">
                    <a:alpha val="14497"/>
                  </a:srgbClr>
                </a:gs>
                <a:gs pos="28571">
                  <a:srgbClr val="7D7D7E">
                    <a:alpha val="11451"/>
                  </a:srgbClr>
                </a:gs>
                <a:gs pos="42857">
                  <a:srgbClr val="7D7D7E">
                    <a:alpha val="7667"/>
                  </a:srgbClr>
                </a:gs>
                <a:gs pos="57143">
                  <a:srgbClr val="7D7D7E">
                    <a:alpha val="4324"/>
                  </a:srgbClr>
                </a:gs>
                <a:gs pos="71429">
                  <a:srgbClr val="7D7D7E">
                    <a:alpha val="2048"/>
                  </a:srgbClr>
                </a:gs>
                <a:gs pos="85714">
                  <a:srgbClr val="7D7D7E">
                    <a:alpha val="815"/>
                  </a:srgbClr>
                </a:gs>
                <a:gs pos="100000">
                  <a:srgbClr val="7D7D7E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5" name="Splat 255"/>
            <p:cNvSpPr>
              <a:spLocks noGrp="1"/>
            </p:cNvSpPr>
            <p:nvPr/>
          </p:nvSpPr>
          <p:spPr>
            <a:xfrm rot="5400000">
              <a:off x="2067773" y="1954389"/>
              <a:ext cx="53676" cy="53676"/>
            </a:xfrm>
            <a:prstGeom prst="ellipse">
              <a:avLst/>
            </a:prstGeom>
            <a:gradFill>
              <a:gsLst>
                <a:gs pos="0">
                  <a:srgbClr val="E4E4E4">
                    <a:alpha val="15523"/>
                  </a:srgbClr>
                </a:gs>
                <a:gs pos="14286">
                  <a:srgbClr val="E4E4E4">
                    <a:alpha val="14362"/>
                  </a:srgbClr>
                </a:gs>
                <a:gs pos="28571">
                  <a:srgbClr val="E4E4E4">
                    <a:alpha val="11342"/>
                  </a:srgbClr>
                </a:gs>
                <a:gs pos="42857">
                  <a:srgbClr val="E4E4E4">
                    <a:alpha val="7592"/>
                  </a:srgbClr>
                </a:gs>
                <a:gs pos="57143">
                  <a:srgbClr val="E4E4E4">
                    <a:alpha val="4281"/>
                  </a:srgbClr>
                </a:gs>
                <a:gs pos="71429">
                  <a:srgbClr val="E4E4E4">
                    <a:alpha val="2027"/>
                  </a:srgbClr>
                </a:gs>
                <a:gs pos="85714">
                  <a:srgbClr val="E4E4E4">
                    <a:alpha val="807"/>
                  </a:srgbClr>
                </a:gs>
                <a:gs pos="100000">
                  <a:srgbClr val="E4E4E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6" name="Splat 256"/>
            <p:cNvSpPr>
              <a:spLocks noGrp="1"/>
            </p:cNvSpPr>
            <p:nvPr/>
          </p:nvSpPr>
          <p:spPr>
            <a:xfrm rot="-8210806">
              <a:off x="1596316" y="1179227"/>
              <a:ext cx="241282" cy="58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7" name="Splat 257"/>
            <p:cNvSpPr>
              <a:spLocks noGrp="1"/>
            </p:cNvSpPr>
            <p:nvPr/>
          </p:nvSpPr>
          <p:spPr>
            <a:xfrm rot="8266492">
              <a:off x="985665" y="3133539"/>
              <a:ext cx="489252" cy="352556"/>
            </a:xfrm>
            <a:prstGeom prst="ellipse">
              <a:avLst/>
            </a:prstGeom>
            <a:gradFill>
              <a:gsLst>
                <a:gs pos="0">
                  <a:srgbClr val="E2E2E3">
                    <a:alpha val="32968"/>
                  </a:srgbClr>
                </a:gs>
                <a:gs pos="14286">
                  <a:srgbClr val="E2E2E3">
                    <a:alpha val="30764"/>
                  </a:srgbClr>
                </a:gs>
                <a:gs pos="28571">
                  <a:srgbClr val="E2E2E3">
                    <a:alpha val="24833"/>
                  </a:srgbClr>
                </a:gs>
                <a:gs pos="42857">
                  <a:srgbClr val="E2E2E3">
                    <a:alpha val="17075"/>
                  </a:srgbClr>
                </a:gs>
                <a:gs pos="57143">
                  <a:srgbClr val="E2E2E3">
                    <a:alpha val="9855"/>
                  </a:srgbClr>
                </a:gs>
                <a:gs pos="71429">
                  <a:srgbClr val="E2E2E3">
                    <a:alpha val="4740"/>
                  </a:srgbClr>
                </a:gs>
                <a:gs pos="85714">
                  <a:srgbClr val="E2E2E3">
                    <a:alpha val="1902"/>
                  </a:srgbClr>
                </a:gs>
                <a:gs pos="100000">
                  <a:srgbClr val="E2E2E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8" name="Splat 258"/>
            <p:cNvSpPr>
              <a:spLocks noGrp="1"/>
            </p:cNvSpPr>
            <p:nvPr/>
          </p:nvSpPr>
          <p:spPr>
            <a:xfrm rot="2884281">
              <a:off x="746485" y="3245610"/>
              <a:ext cx="68461" cy="18910"/>
            </a:xfrm>
            <a:prstGeom prst="ellipse">
              <a:avLst/>
            </a:prstGeom>
            <a:gradFill>
              <a:gsLst>
                <a:gs pos="0">
                  <a:srgbClr val="383838">
                    <a:alpha val="15523"/>
                  </a:srgbClr>
                </a:gs>
                <a:gs pos="14286">
                  <a:srgbClr val="383838">
                    <a:alpha val="14363"/>
                  </a:srgbClr>
                </a:gs>
                <a:gs pos="28571">
                  <a:srgbClr val="383838">
                    <a:alpha val="11342"/>
                  </a:srgbClr>
                </a:gs>
                <a:gs pos="42857">
                  <a:srgbClr val="383838">
                    <a:alpha val="7593"/>
                  </a:srgbClr>
                </a:gs>
                <a:gs pos="57143">
                  <a:srgbClr val="383838">
                    <a:alpha val="4281"/>
                  </a:srgbClr>
                </a:gs>
                <a:gs pos="71429">
                  <a:srgbClr val="383838">
                    <a:alpha val="2027"/>
                  </a:srgbClr>
                </a:gs>
                <a:gs pos="85714">
                  <a:srgbClr val="383838">
                    <a:alpha val="807"/>
                  </a:srgbClr>
                </a:gs>
                <a:gs pos="100000">
                  <a:srgbClr val="383838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9" name="Splat 259"/>
            <p:cNvSpPr>
              <a:spLocks noGrp="1"/>
            </p:cNvSpPr>
            <p:nvPr/>
          </p:nvSpPr>
          <p:spPr>
            <a:xfrm rot="5471470">
              <a:off x="1661623" y="2757340"/>
              <a:ext cx="916172" cy="22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0" name="Splat 260"/>
            <p:cNvSpPr>
              <a:spLocks noGrp="1"/>
            </p:cNvSpPr>
            <p:nvPr/>
          </p:nvSpPr>
          <p:spPr>
            <a:xfrm rot="9636461">
              <a:off x="1689932" y="1488093"/>
              <a:ext cx="642814" cy="3164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1" name="Splat 261"/>
            <p:cNvSpPr>
              <a:spLocks noGrp="1"/>
            </p:cNvSpPr>
            <p:nvPr/>
          </p:nvSpPr>
          <p:spPr>
            <a:xfrm rot="6246284">
              <a:off x="2004698" y="1404619"/>
              <a:ext cx="593160" cy="72544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2" name="Splat 262"/>
            <p:cNvSpPr>
              <a:spLocks noGrp="1"/>
            </p:cNvSpPr>
            <p:nvPr/>
          </p:nvSpPr>
          <p:spPr>
            <a:xfrm rot="-10164059">
              <a:off x="3007240" y="951697"/>
              <a:ext cx="68461" cy="18943"/>
            </a:xfrm>
            <a:prstGeom prst="ellipse">
              <a:avLst/>
            </a:prstGeom>
            <a:gradFill>
              <a:gsLst>
                <a:gs pos="0">
                  <a:srgbClr val="E7E7E7">
                    <a:alpha val="15499"/>
                  </a:srgbClr>
                </a:gs>
                <a:gs pos="14286">
                  <a:srgbClr val="E7E7E7">
                    <a:alpha val="14340"/>
                  </a:srgbClr>
                </a:gs>
                <a:gs pos="28571">
                  <a:srgbClr val="E7E7E7">
                    <a:alpha val="11324"/>
                  </a:srgbClr>
                </a:gs>
                <a:gs pos="42857">
                  <a:srgbClr val="E7E7E7">
                    <a:alpha val="7580"/>
                  </a:srgbClr>
                </a:gs>
                <a:gs pos="57143">
                  <a:srgbClr val="E7E7E7">
                    <a:alpha val="4274"/>
                  </a:srgbClr>
                </a:gs>
                <a:gs pos="71429">
                  <a:srgbClr val="E7E7E7">
                    <a:alpha val="2024"/>
                  </a:srgbClr>
                </a:gs>
                <a:gs pos="85714">
                  <a:srgbClr val="E7E7E7">
                    <a:alpha val="805"/>
                  </a:srgbClr>
                </a:gs>
                <a:gs pos="100000">
                  <a:srgbClr val="E7E7E7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3" name="Splat 263"/>
            <p:cNvSpPr>
              <a:spLocks noGrp="1"/>
            </p:cNvSpPr>
            <p:nvPr/>
          </p:nvSpPr>
          <p:spPr>
            <a:xfrm rot="4279184">
              <a:off x="1211353" y="1464629"/>
              <a:ext cx="68461" cy="18944"/>
            </a:xfrm>
            <a:prstGeom prst="ellipse">
              <a:avLst/>
            </a:prstGeom>
            <a:gradFill>
              <a:gsLst>
                <a:gs pos="0">
                  <a:srgbClr val="646464">
                    <a:alpha val="15498"/>
                  </a:srgbClr>
                </a:gs>
                <a:gs pos="14286">
                  <a:srgbClr val="646464">
                    <a:alpha val="14339"/>
                  </a:srgbClr>
                </a:gs>
                <a:gs pos="28571">
                  <a:srgbClr val="646464">
                    <a:alpha val="11324"/>
                  </a:srgbClr>
                </a:gs>
                <a:gs pos="42857">
                  <a:srgbClr val="646464">
                    <a:alpha val="7580"/>
                  </a:srgbClr>
                </a:gs>
                <a:gs pos="57143">
                  <a:srgbClr val="646464">
                    <a:alpha val="4274"/>
                  </a:srgbClr>
                </a:gs>
                <a:gs pos="71429">
                  <a:srgbClr val="646464">
                    <a:alpha val="2024"/>
                  </a:srgbClr>
                </a:gs>
                <a:gs pos="85714">
                  <a:srgbClr val="646464">
                    <a:alpha val="805"/>
                  </a:srgbClr>
                </a:gs>
                <a:gs pos="100000">
                  <a:srgbClr val="646464">
                    <a:alpha val="2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4" name="Splat 264"/>
            <p:cNvSpPr>
              <a:spLocks noGrp="1"/>
            </p:cNvSpPr>
            <p:nvPr/>
          </p:nvSpPr>
          <p:spPr>
            <a:xfrm rot="2961405">
              <a:off x="1331593" y="3371254"/>
              <a:ext cx="416271" cy="24661"/>
            </a:xfrm>
            <a:prstGeom prst="ellipse">
              <a:avLst/>
            </a:prstGeom>
            <a:gradFill>
              <a:gsLst>
                <a:gs pos="0">
                  <a:srgbClr val="D3D3D3">
                    <a:alpha val="25541"/>
                  </a:srgbClr>
                </a:gs>
                <a:gs pos="14286">
                  <a:srgbClr val="D3D3D3">
                    <a:alpha val="23744"/>
                  </a:srgbClr>
                </a:gs>
                <a:gs pos="28571">
                  <a:srgbClr val="D3D3D3">
                    <a:alpha val="18980"/>
                  </a:srgbClr>
                </a:gs>
                <a:gs pos="42857">
                  <a:srgbClr val="D3D3D3">
                    <a:alpha val="12895"/>
                  </a:srgbClr>
                </a:gs>
                <a:gs pos="57143">
                  <a:srgbClr val="D3D3D3">
                    <a:alpha val="7364"/>
                  </a:srgbClr>
                </a:gs>
                <a:gs pos="71429">
                  <a:srgbClr val="D3D3D3">
                    <a:alpha val="3517"/>
                  </a:srgbClr>
                </a:gs>
                <a:gs pos="85714">
                  <a:srgbClr val="D3D3D3">
                    <a:alpha val="1406"/>
                  </a:srgbClr>
                </a:gs>
                <a:gs pos="100000">
                  <a:srgbClr val="D3D3D3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5" name="Splat 265"/>
            <p:cNvSpPr>
              <a:spLocks noGrp="1"/>
            </p:cNvSpPr>
            <p:nvPr/>
          </p:nvSpPr>
          <p:spPr>
            <a:xfrm rot="5423928">
              <a:off x="2087030" y="3154496"/>
              <a:ext cx="68461" cy="19005"/>
            </a:xfrm>
            <a:prstGeom prst="ellipse">
              <a:avLst/>
            </a:prstGeom>
            <a:gradFill>
              <a:gsLst>
                <a:gs pos="0">
                  <a:srgbClr val="939393">
                    <a:alpha val="15452"/>
                  </a:srgbClr>
                </a:gs>
                <a:gs pos="14286">
                  <a:srgbClr val="939393">
                    <a:alpha val="14297"/>
                  </a:srgbClr>
                </a:gs>
                <a:gs pos="28571">
                  <a:srgbClr val="939393">
                    <a:alpha val="11289"/>
                  </a:srgbClr>
                </a:gs>
                <a:gs pos="42857">
                  <a:srgbClr val="939393">
                    <a:alpha val="7556"/>
                  </a:srgbClr>
                </a:gs>
                <a:gs pos="57143">
                  <a:srgbClr val="939393">
                    <a:alpha val="4260"/>
                  </a:srgbClr>
                </a:gs>
                <a:gs pos="71429">
                  <a:srgbClr val="939393">
                    <a:alpha val="2017"/>
                  </a:srgbClr>
                </a:gs>
                <a:gs pos="85714">
                  <a:srgbClr val="939393">
                    <a:alpha val="803"/>
                  </a:srgbClr>
                </a:gs>
                <a:gs pos="100000">
                  <a:srgbClr val="939393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6" name="Splat 266"/>
            <p:cNvSpPr>
              <a:spLocks noGrp="1"/>
            </p:cNvSpPr>
            <p:nvPr/>
          </p:nvSpPr>
          <p:spPr>
            <a:xfrm rot="6486023">
              <a:off x="204356" y="1488392"/>
              <a:ext cx="68461" cy="19020"/>
            </a:xfrm>
            <a:prstGeom prst="ellipse">
              <a:avLst/>
            </a:prstGeom>
            <a:gradFill>
              <a:gsLst>
                <a:gs pos="0">
                  <a:srgbClr val="454545">
                    <a:alpha val="15441"/>
                  </a:srgbClr>
                </a:gs>
                <a:gs pos="14286">
                  <a:srgbClr val="454545">
                    <a:alpha val="14286"/>
                  </a:srgbClr>
                </a:gs>
                <a:gs pos="28571">
                  <a:srgbClr val="454545">
                    <a:alpha val="11281"/>
                  </a:srgbClr>
                </a:gs>
                <a:gs pos="42857">
                  <a:srgbClr val="454545">
                    <a:alpha val="7550"/>
                  </a:srgbClr>
                </a:gs>
                <a:gs pos="57143">
                  <a:srgbClr val="454545">
                    <a:alpha val="4257"/>
                  </a:srgbClr>
                </a:gs>
                <a:gs pos="71429">
                  <a:srgbClr val="454545">
                    <a:alpha val="2016"/>
                  </a:srgbClr>
                </a:gs>
                <a:gs pos="85714">
                  <a:srgbClr val="454545">
                    <a:alpha val="802"/>
                  </a:srgbClr>
                </a:gs>
                <a:gs pos="100000">
                  <a:srgbClr val="454545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7" name="Splat 267"/>
            <p:cNvSpPr>
              <a:spLocks noGrp="1"/>
            </p:cNvSpPr>
            <p:nvPr/>
          </p:nvSpPr>
          <p:spPr>
            <a:xfrm rot="5400000">
              <a:off x="2069829" y="1965837"/>
              <a:ext cx="53538" cy="53538"/>
            </a:xfrm>
            <a:prstGeom prst="ellipse">
              <a:avLst/>
            </a:prstGeom>
            <a:gradFill>
              <a:gsLst>
                <a:gs pos="0">
                  <a:srgbClr val="E5E5E5">
                    <a:alpha val="15559"/>
                  </a:srgbClr>
                </a:gs>
                <a:gs pos="14286">
                  <a:srgbClr val="E5E5E5">
                    <a:alpha val="14396"/>
                  </a:srgbClr>
                </a:gs>
                <a:gs pos="28571">
                  <a:srgbClr val="E5E5E5">
                    <a:alpha val="11369"/>
                  </a:srgbClr>
                </a:gs>
                <a:gs pos="42857">
                  <a:srgbClr val="E5E5E5">
                    <a:alpha val="7611"/>
                  </a:srgbClr>
                </a:gs>
                <a:gs pos="57143">
                  <a:srgbClr val="E5E5E5">
                    <a:alpha val="4292"/>
                  </a:srgbClr>
                </a:gs>
                <a:gs pos="71429">
                  <a:srgbClr val="E5E5E5">
                    <a:alpha val="2032"/>
                  </a:srgbClr>
                </a:gs>
                <a:gs pos="85714">
                  <a:srgbClr val="E5E5E5">
                    <a:alpha val="809"/>
                  </a:srgbClr>
                </a:gs>
                <a:gs pos="100000">
                  <a:srgbClr val="E5E5E5">
                    <a:alpha val="2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8" name="Splat 268"/>
            <p:cNvSpPr>
              <a:spLocks noGrp="1"/>
            </p:cNvSpPr>
            <p:nvPr/>
          </p:nvSpPr>
          <p:spPr>
            <a:xfrm rot="10219437">
              <a:off x="1423966" y="597873"/>
              <a:ext cx="68461" cy="19022"/>
            </a:xfrm>
            <a:prstGeom prst="ellipse">
              <a:avLst/>
            </a:prstGeom>
            <a:gradFill>
              <a:gsLst>
                <a:gs pos="0">
                  <a:srgbClr val="313131">
                    <a:alpha val="15440"/>
                  </a:srgbClr>
                </a:gs>
                <a:gs pos="14286">
                  <a:srgbClr val="313131">
                    <a:alpha val="14285"/>
                  </a:srgbClr>
                </a:gs>
                <a:gs pos="28571">
                  <a:srgbClr val="313131">
                    <a:alpha val="11280"/>
                  </a:srgbClr>
                </a:gs>
                <a:gs pos="42857">
                  <a:srgbClr val="313131">
                    <a:alpha val="7550"/>
                  </a:srgbClr>
                </a:gs>
                <a:gs pos="57143">
                  <a:srgbClr val="313131">
                    <a:alpha val="4257"/>
                  </a:srgbClr>
                </a:gs>
                <a:gs pos="71429">
                  <a:srgbClr val="313131">
                    <a:alpha val="2016"/>
                  </a:srgbClr>
                </a:gs>
                <a:gs pos="85714">
                  <a:srgbClr val="313131">
                    <a:alpha val="802"/>
                  </a:srgbClr>
                </a:gs>
                <a:gs pos="100000">
                  <a:srgbClr val="313131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9" name="Splat 269"/>
            <p:cNvSpPr>
              <a:spLocks noGrp="1"/>
            </p:cNvSpPr>
            <p:nvPr/>
          </p:nvSpPr>
          <p:spPr>
            <a:xfrm rot="8918943">
              <a:off x="2530760" y="1533612"/>
              <a:ext cx="68461" cy="19001"/>
            </a:xfrm>
            <a:prstGeom prst="ellipse">
              <a:avLst/>
            </a:prstGeom>
            <a:gradFill>
              <a:gsLst>
                <a:gs pos="0">
                  <a:srgbClr val="646464">
                    <a:alpha val="15455"/>
                  </a:srgbClr>
                </a:gs>
                <a:gs pos="14286">
                  <a:srgbClr val="646464">
                    <a:alpha val="14299"/>
                  </a:srgbClr>
                </a:gs>
                <a:gs pos="28571">
                  <a:srgbClr val="646464">
                    <a:alpha val="11291"/>
                  </a:srgbClr>
                </a:gs>
                <a:gs pos="42857">
                  <a:srgbClr val="646464">
                    <a:alpha val="7558"/>
                  </a:srgbClr>
                </a:gs>
                <a:gs pos="57143">
                  <a:srgbClr val="646464">
                    <a:alpha val="4261"/>
                  </a:srgbClr>
                </a:gs>
                <a:gs pos="71429">
                  <a:srgbClr val="646464">
                    <a:alpha val="2018"/>
                  </a:srgbClr>
                </a:gs>
                <a:gs pos="85714">
                  <a:srgbClr val="646464">
                    <a:alpha val="803"/>
                  </a:srgbClr>
                </a:gs>
                <a:gs pos="100000">
                  <a:srgbClr val="646464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0" name="Splat 270"/>
            <p:cNvSpPr>
              <a:spLocks noGrp="1"/>
            </p:cNvSpPr>
            <p:nvPr/>
          </p:nvSpPr>
          <p:spPr>
            <a:xfrm rot="10645170">
              <a:off x="1633459" y="1046502"/>
              <a:ext cx="294579" cy="1073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1" name="Splat 271"/>
            <p:cNvSpPr>
              <a:spLocks noGrp="1"/>
            </p:cNvSpPr>
            <p:nvPr/>
          </p:nvSpPr>
          <p:spPr>
            <a:xfrm rot="-9065810">
              <a:off x="1544090" y="2181994"/>
              <a:ext cx="68461" cy="19079"/>
            </a:xfrm>
            <a:prstGeom prst="ellipse">
              <a:avLst/>
            </a:prstGeom>
            <a:gradFill>
              <a:gsLst>
                <a:gs pos="0">
                  <a:srgbClr val="999999">
                    <a:alpha val="15397"/>
                  </a:srgbClr>
                </a:gs>
                <a:gs pos="14286">
                  <a:srgbClr val="999999">
                    <a:alpha val="14245"/>
                  </a:srgbClr>
                </a:gs>
                <a:gs pos="28571">
                  <a:srgbClr val="999999">
                    <a:alpha val="11247"/>
                  </a:srgbClr>
                </a:gs>
                <a:gs pos="42857">
                  <a:srgbClr val="999999">
                    <a:alpha val="7528"/>
                  </a:srgbClr>
                </a:gs>
                <a:gs pos="57143">
                  <a:srgbClr val="999999">
                    <a:alpha val="4244"/>
                  </a:srgbClr>
                </a:gs>
                <a:gs pos="71429">
                  <a:srgbClr val="999999">
                    <a:alpha val="2009"/>
                  </a:srgbClr>
                </a:gs>
                <a:gs pos="85714">
                  <a:srgbClr val="999999">
                    <a:alpha val="799"/>
                  </a:srgbClr>
                </a:gs>
                <a:gs pos="100000">
                  <a:srgbClr val="999999">
                    <a:alpha val="2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2" name="Splat 272"/>
            <p:cNvSpPr>
              <a:spLocks noGrp="1"/>
            </p:cNvSpPr>
            <p:nvPr/>
          </p:nvSpPr>
          <p:spPr>
            <a:xfrm rot="3904678">
              <a:off x="1790543" y="1755829"/>
              <a:ext cx="603250" cy="137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3" name="Splat 273"/>
            <p:cNvSpPr>
              <a:spLocks noGrp="1"/>
            </p:cNvSpPr>
            <p:nvPr/>
          </p:nvSpPr>
          <p:spPr>
            <a:xfrm rot="3853143">
              <a:off x="1619964" y="1796334"/>
              <a:ext cx="682065" cy="1193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4" name="Splat 274"/>
            <p:cNvSpPr>
              <a:spLocks noGrp="1"/>
            </p:cNvSpPr>
            <p:nvPr/>
          </p:nvSpPr>
          <p:spPr>
            <a:xfrm rot="6815677">
              <a:off x="1570534" y="1561673"/>
              <a:ext cx="501490" cy="1046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5" name="Splat 275"/>
            <p:cNvSpPr>
              <a:spLocks noGrp="1"/>
            </p:cNvSpPr>
            <p:nvPr/>
          </p:nvSpPr>
          <p:spPr>
            <a:xfrm rot="5399392">
              <a:off x="1724589" y="2686182"/>
              <a:ext cx="665619" cy="989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6" name="Splat 276"/>
            <p:cNvSpPr>
              <a:spLocks noGrp="1"/>
            </p:cNvSpPr>
            <p:nvPr/>
          </p:nvSpPr>
          <p:spPr>
            <a:xfrm rot="6742511">
              <a:off x="974143" y="3113341"/>
              <a:ext cx="659389" cy="442225"/>
            </a:xfrm>
            <a:prstGeom prst="ellipse">
              <a:avLst/>
            </a:prstGeom>
            <a:gradFill>
              <a:gsLst>
                <a:gs pos="0">
                  <a:srgbClr val="686566">
                    <a:alpha val="6452"/>
                  </a:srgbClr>
                </a:gs>
                <a:gs pos="14286">
                  <a:srgbClr val="686566">
                    <a:alpha val="5946"/>
                  </a:srgbClr>
                </a:gs>
                <a:gs pos="28571">
                  <a:srgbClr val="686566">
                    <a:alpha val="4648"/>
                  </a:srgbClr>
                </a:gs>
                <a:gs pos="42857">
                  <a:srgbClr val="686566">
                    <a:alpha val="3074"/>
                  </a:srgbClr>
                </a:gs>
                <a:gs pos="57143">
                  <a:srgbClr val="686566">
                    <a:alpha val="1715"/>
                  </a:srgbClr>
                </a:gs>
                <a:gs pos="71429">
                  <a:srgbClr val="686566">
                    <a:alpha val="806"/>
                  </a:srgbClr>
                </a:gs>
                <a:gs pos="85714">
                  <a:srgbClr val="686566">
                    <a:alpha val="320"/>
                  </a:srgbClr>
                </a:gs>
                <a:gs pos="100000">
                  <a:srgbClr val="68656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7" name="Splat 277"/>
            <p:cNvSpPr>
              <a:spLocks noGrp="1"/>
            </p:cNvSpPr>
            <p:nvPr/>
          </p:nvSpPr>
          <p:spPr>
            <a:xfrm rot="-9167986">
              <a:off x="3096754" y="3249242"/>
              <a:ext cx="286084" cy="55769"/>
            </a:xfrm>
            <a:prstGeom prst="ellipse">
              <a:avLst/>
            </a:prstGeom>
            <a:gradFill>
              <a:gsLst>
                <a:gs pos="0">
                  <a:srgbClr val="000700">
                    <a:alpha val="32968"/>
                  </a:srgbClr>
                </a:gs>
                <a:gs pos="14286">
                  <a:srgbClr val="000700">
                    <a:alpha val="30764"/>
                  </a:srgbClr>
                </a:gs>
                <a:gs pos="28571">
                  <a:srgbClr val="000700">
                    <a:alpha val="24833"/>
                  </a:srgbClr>
                </a:gs>
                <a:gs pos="42857">
                  <a:srgbClr val="000700">
                    <a:alpha val="17075"/>
                  </a:srgbClr>
                </a:gs>
                <a:gs pos="57143">
                  <a:srgbClr val="000700">
                    <a:alpha val="9855"/>
                  </a:srgbClr>
                </a:gs>
                <a:gs pos="71429">
                  <a:srgbClr val="000700">
                    <a:alpha val="4740"/>
                  </a:srgbClr>
                </a:gs>
                <a:gs pos="85714">
                  <a:srgbClr val="000700">
                    <a:alpha val="1902"/>
                  </a:srgbClr>
                </a:gs>
                <a:gs pos="100000">
                  <a:srgbClr val="0007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8" name="Splat 278"/>
            <p:cNvSpPr>
              <a:spLocks noGrp="1"/>
            </p:cNvSpPr>
            <p:nvPr/>
          </p:nvSpPr>
          <p:spPr>
            <a:xfrm rot="-10555678">
              <a:off x="3336147" y="3304871"/>
              <a:ext cx="38486" cy="21780"/>
            </a:xfrm>
            <a:prstGeom prst="ellipse">
              <a:avLst/>
            </a:prstGeom>
            <a:gradFill>
              <a:gsLst>
                <a:gs pos="0">
                  <a:srgbClr val="D6D8D9">
                    <a:alpha val="32968"/>
                  </a:srgbClr>
                </a:gs>
                <a:gs pos="14286">
                  <a:srgbClr val="D6D8D9">
                    <a:alpha val="30764"/>
                  </a:srgbClr>
                </a:gs>
                <a:gs pos="28571">
                  <a:srgbClr val="D6D8D9">
                    <a:alpha val="24833"/>
                  </a:srgbClr>
                </a:gs>
                <a:gs pos="42857">
                  <a:srgbClr val="D6D8D9">
                    <a:alpha val="17075"/>
                  </a:srgbClr>
                </a:gs>
                <a:gs pos="57143">
                  <a:srgbClr val="D6D8D9">
                    <a:alpha val="9855"/>
                  </a:srgbClr>
                </a:gs>
                <a:gs pos="71429">
                  <a:srgbClr val="D6D8D9">
                    <a:alpha val="4740"/>
                  </a:srgbClr>
                </a:gs>
                <a:gs pos="85714">
                  <a:srgbClr val="D6D8D9">
                    <a:alpha val="1902"/>
                  </a:srgbClr>
                </a:gs>
                <a:gs pos="100000">
                  <a:srgbClr val="D6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9" name="Splat 279"/>
            <p:cNvSpPr>
              <a:spLocks noGrp="1"/>
            </p:cNvSpPr>
            <p:nvPr/>
          </p:nvSpPr>
          <p:spPr>
            <a:xfrm rot="4832767">
              <a:off x="1398464" y="1315461"/>
              <a:ext cx="579505" cy="1327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0" name="Splat 280"/>
            <p:cNvSpPr>
              <a:spLocks noGrp="1"/>
            </p:cNvSpPr>
            <p:nvPr/>
          </p:nvSpPr>
          <p:spPr>
            <a:xfrm rot="5399495">
              <a:off x="1790864" y="3153484"/>
              <a:ext cx="533185" cy="153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1" name="Splat 281"/>
            <p:cNvSpPr>
              <a:spLocks noGrp="1"/>
            </p:cNvSpPr>
            <p:nvPr/>
          </p:nvSpPr>
          <p:spPr>
            <a:xfrm rot="-9872208">
              <a:off x="3292256" y="2547692"/>
              <a:ext cx="126858" cy="59433"/>
            </a:xfrm>
            <a:prstGeom prst="ellipse">
              <a:avLst/>
            </a:prstGeom>
            <a:gradFill>
              <a:gsLst>
                <a:gs pos="0">
                  <a:srgbClr val="DEDEDE">
                    <a:alpha val="32968"/>
                  </a:srgbClr>
                </a:gs>
                <a:gs pos="14286">
                  <a:srgbClr val="DEDEDE">
                    <a:alpha val="30764"/>
                  </a:srgbClr>
                </a:gs>
                <a:gs pos="28571">
                  <a:srgbClr val="DEDEDE">
                    <a:alpha val="24833"/>
                  </a:srgbClr>
                </a:gs>
                <a:gs pos="42857">
                  <a:srgbClr val="DEDEDE">
                    <a:alpha val="17075"/>
                  </a:srgbClr>
                </a:gs>
                <a:gs pos="57143">
                  <a:srgbClr val="DEDEDE">
                    <a:alpha val="9855"/>
                  </a:srgbClr>
                </a:gs>
                <a:gs pos="71429">
                  <a:srgbClr val="DEDEDE">
                    <a:alpha val="4740"/>
                  </a:srgbClr>
                </a:gs>
                <a:gs pos="85714">
                  <a:srgbClr val="DEDEDE">
                    <a:alpha val="1902"/>
                  </a:srgbClr>
                </a:gs>
                <a:gs pos="100000">
                  <a:srgbClr val="DEDED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2" name="Splat 282"/>
            <p:cNvSpPr>
              <a:spLocks noGrp="1"/>
            </p:cNvSpPr>
            <p:nvPr/>
          </p:nvSpPr>
          <p:spPr>
            <a:xfrm rot="10241129">
              <a:off x="1725329" y="3491360"/>
              <a:ext cx="385951" cy="26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3" name="Splat 283"/>
            <p:cNvSpPr>
              <a:spLocks noGrp="1"/>
            </p:cNvSpPr>
            <p:nvPr/>
          </p:nvSpPr>
          <p:spPr>
            <a:xfrm rot="3772225">
              <a:off x="2563379" y="3564967"/>
              <a:ext cx="542048" cy="2574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4" name="Splat 284"/>
            <p:cNvSpPr>
              <a:spLocks noGrp="1"/>
            </p:cNvSpPr>
            <p:nvPr/>
          </p:nvSpPr>
          <p:spPr>
            <a:xfrm rot="5175766">
              <a:off x="2731975" y="1533789"/>
              <a:ext cx="255712" cy="3936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5" name="Splat 285"/>
            <p:cNvSpPr>
              <a:spLocks noGrp="1"/>
            </p:cNvSpPr>
            <p:nvPr/>
          </p:nvSpPr>
          <p:spPr>
            <a:xfrm rot="6301270">
              <a:off x="1499197" y="3588201"/>
              <a:ext cx="510127" cy="708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6" name="Splat 286"/>
            <p:cNvSpPr>
              <a:spLocks noGrp="1"/>
            </p:cNvSpPr>
            <p:nvPr/>
          </p:nvSpPr>
          <p:spPr>
            <a:xfrm rot="7553703">
              <a:off x="985479" y="2384564"/>
              <a:ext cx="578257" cy="2734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7" name="Splat 287"/>
            <p:cNvSpPr>
              <a:spLocks noGrp="1"/>
            </p:cNvSpPr>
            <p:nvPr/>
          </p:nvSpPr>
          <p:spPr>
            <a:xfrm rot="-8329507">
              <a:off x="2766900" y="1418607"/>
              <a:ext cx="775679" cy="427248"/>
            </a:xfrm>
            <a:prstGeom prst="ellipse">
              <a:avLst/>
            </a:prstGeom>
            <a:gradFill>
              <a:gsLst>
                <a:gs pos="0">
                  <a:srgbClr val="191E1C">
                    <a:alpha val="8298"/>
                  </a:srgbClr>
                </a:gs>
                <a:gs pos="14286">
                  <a:srgbClr val="191E1C">
                    <a:alpha val="7653"/>
                  </a:srgbClr>
                </a:gs>
                <a:gs pos="28571">
                  <a:srgbClr val="191E1C">
                    <a:alpha val="5995"/>
                  </a:srgbClr>
                </a:gs>
                <a:gs pos="42857">
                  <a:srgbClr val="191E1C">
                    <a:alpha val="3974"/>
                  </a:srgbClr>
                </a:gs>
                <a:gs pos="57143">
                  <a:srgbClr val="191E1C">
                    <a:alpha val="2222"/>
                  </a:srgbClr>
                </a:gs>
                <a:gs pos="71429">
                  <a:srgbClr val="191E1C">
                    <a:alpha val="1046"/>
                  </a:srgbClr>
                </a:gs>
                <a:gs pos="85714">
                  <a:srgbClr val="191E1C">
                    <a:alpha val="415"/>
                  </a:srgbClr>
                </a:gs>
                <a:gs pos="100000">
                  <a:srgbClr val="191E1C">
                    <a:alpha val="1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8" name="Splat 288"/>
            <p:cNvSpPr>
              <a:spLocks noGrp="1"/>
            </p:cNvSpPr>
            <p:nvPr/>
          </p:nvSpPr>
          <p:spPr>
            <a:xfrm rot="-9658761">
              <a:off x="3382788" y="3275573"/>
              <a:ext cx="139139" cy="60197"/>
            </a:xfrm>
            <a:prstGeom prst="ellipse">
              <a:avLst/>
            </a:prstGeom>
            <a:gradFill>
              <a:gsLst>
                <a:gs pos="0">
                  <a:srgbClr val="191B25">
                    <a:alpha val="32968"/>
                  </a:srgbClr>
                </a:gs>
                <a:gs pos="14286">
                  <a:srgbClr val="191B25">
                    <a:alpha val="30764"/>
                  </a:srgbClr>
                </a:gs>
                <a:gs pos="28571">
                  <a:srgbClr val="191B25">
                    <a:alpha val="24833"/>
                  </a:srgbClr>
                </a:gs>
                <a:gs pos="42857">
                  <a:srgbClr val="191B25">
                    <a:alpha val="17075"/>
                  </a:srgbClr>
                </a:gs>
                <a:gs pos="57143">
                  <a:srgbClr val="191B25">
                    <a:alpha val="9855"/>
                  </a:srgbClr>
                </a:gs>
                <a:gs pos="71429">
                  <a:srgbClr val="191B25">
                    <a:alpha val="4740"/>
                  </a:srgbClr>
                </a:gs>
                <a:gs pos="85714">
                  <a:srgbClr val="191B25">
                    <a:alpha val="1902"/>
                  </a:srgbClr>
                </a:gs>
                <a:gs pos="100000">
                  <a:srgbClr val="191B2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9" name="Splat 289"/>
            <p:cNvSpPr>
              <a:spLocks noGrp="1"/>
            </p:cNvSpPr>
            <p:nvPr/>
          </p:nvSpPr>
          <p:spPr>
            <a:xfrm rot="-9542852">
              <a:off x="2861912" y="3516165"/>
              <a:ext cx="303772" cy="38387"/>
            </a:xfrm>
            <a:prstGeom prst="ellipse">
              <a:avLst/>
            </a:prstGeom>
            <a:gradFill>
              <a:gsLst>
                <a:gs pos="0">
                  <a:srgbClr val="494545">
                    <a:alpha val="32968"/>
                  </a:srgbClr>
                </a:gs>
                <a:gs pos="14286">
                  <a:srgbClr val="494545">
                    <a:alpha val="30764"/>
                  </a:srgbClr>
                </a:gs>
                <a:gs pos="28571">
                  <a:srgbClr val="494545">
                    <a:alpha val="24833"/>
                  </a:srgbClr>
                </a:gs>
                <a:gs pos="42857">
                  <a:srgbClr val="494545">
                    <a:alpha val="17075"/>
                  </a:srgbClr>
                </a:gs>
                <a:gs pos="57143">
                  <a:srgbClr val="494545">
                    <a:alpha val="9855"/>
                  </a:srgbClr>
                </a:gs>
                <a:gs pos="71429">
                  <a:srgbClr val="494545">
                    <a:alpha val="4740"/>
                  </a:srgbClr>
                </a:gs>
                <a:gs pos="85714">
                  <a:srgbClr val="494545">
                    <a:alpha val="1902"/>
                  </a:srgbClr>
                </a:gs>
                <a:gs pos="100000">
                  <a:srgbClr val="49454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0" name="Splat 290"/>
            <p:cNvSpPr>
              <a:spLocks noGrp="1"/>
            </p:cNvSpPr>
            <p:nvPr/>
          </p:nvSpPr>
          <p:spPr>
            <a:xfrm rot="6778544">
              <a:off x="2513705" y="1557073"/>
              <a:ext cx="179752" cy="127543"/>
            </a:xfrm>
            <a:prstGeom prst="ellipse">
              <a:avLst/>
            </a:prstGeom>
            <a:gradFill>
              <a:gsLst>
                <a:gs pos="0">
                  <a:srgbClr val="2F2E2F">
                    <a:alpha val="28218"/>
                  </a:srgbClr>
                </a:gs>
                <a:gs pos="14286">
                  <a:srgbClr val="2F2E2F">
                    <a:alpha val="26267"/>
                  </a:srgbClr>
                </a:gs>
                <a:gs pos="28571">
                  <a:srgbClr val="2F2E2F">
                    <a:alpha val="21069"/>
                  </a:srgbClr>
                </a:gs>
                <a:gs pos="42857">
                  <a:srgbClr val="2F2E2F">
                    <a:alpha val="14375"/>
                  </a:srgbClr>
                </a:gs>
                <a:gs pos="57143">
                  <a:srgbClr val="2F2E2F">
                    <a:alpha val="8240"/>
                  </a:srgbClr>
                </a:gs>
                <a:gs pos="71429">
                  <a:srgbClr val="2F2E2F">
                    <a:alpha val="3945"/>
                  </a:srgbClr>
                </a:gs>
                <a:gs pos="85714">
                  <a:srgbClr val="2F2E2F">
                    <a:alpha val="1579"/>
                  </a:srgbClr>
                </a:gs>
                <a:gs pos="100000">
                  <a:srgbClr val="2F2E2F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1" name="Splat 291"/>
            <p:cNvSpPr>
              <a:spLocks noGrp="1"/>
            </p:cNvSpPr>
            <p:nvPr/>
          </p:nvSpPr>
          <p:spPr>
            <a:xfrm rot="6929731">
              <a:off x="1718531" y="2891741"/>
              <a:ext cx="86961" cy="45513"/>
            </a:xfrm>
            <a:prstGeom prst="ellipse">
              <a:avLst/>
            </a:prstGeom>
            <a:gradFill>
              <a:gsLst>
                <a:gs pos="0">
                  <a:srgbClr val="272421">
                    <a:alpha val="32968"/>
                  </a:srgbClr>
                </a:gs>
                <a:gs pos="14286">
                  <a:srgbClr val="272421">
                    <a:alpha val="30764"/>
                  </a:srgbClr>
                </a:gs>
                <a:gs pos="28571">
                  <a:srgbClr val="272421">
                    <a:alpha val="24833"/>
                  </a:srgbClr>
                </a:gs>
                <a:gs pos="42857">
                  <a:srgbClr val="272421">
                    <a:alpha val="17075"/>
                  </a:srgbClr>
                </a:gs>
                <a:gs pos="57143">
                  <a:srgbClr val="272421">
                    <a:alpha val="9855"/>
                  </a:srgbClr>
                </a:gs>
                <a:gs pos="71429">
                  <a:srgbClr val="272421">
                    <a:alpha val="4740"/>
                  </a:srgbClr>
                </a:gs>
                <a:gs pos="85714">
                  <a:srgbClr val="272421">
                    <a:alpha val="1902"/>
                  </a:srgbClr>
                </a:gs>
                <a:gs pos="100000">
                  <a:srgbClr val="27242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2" name="Splat 292"/>
            <p:cNvSpPr>
              <a:spLocks noGrp="1"/>
            </p:cNvSpPr>
            <p:nvPr/>
          </p:nvSpPr>
          <p:spPr>
            <a:xfrm rot="-9707616">
              <a:off x="1534382" y="1506472"/>
              <a:ext cx="431996" cy="57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3" name="Splat 293"/>
            <p:cNvSpPr>
              <a:spLocks noGrp="1"/>
            </p:cNvSpPr>
            <p:nvPr/>
          </p:nvSpPr>
          <p:spPr>
            <a:xfrm rot="6361568">
              <a:off x="1498631" y="3117238"/>
              <a:ext cx="577367" cy="53166"/>
            </a:xfrm>
            <a:prstGeom prst="ellipse">
              <a:avLst/>
            </a:prstGeom>
            <a:gradFill>
              <a:gsLst>
                <a:gs pos="0">
                  <a:srgbClr val="313031">
                    <a:alpha val="32968"/>
                  </a:srgbClr>
                </a:gs>
                <a:gs pos="14286">
                  <a:srgbClr val="313031">
                    <a:alpha val="30764"/>
                  </a:srgbClr>
                </a:gs>
                <a:gs pos="28571">
                  <a:srgbClr val="313031">
                    <a:alpha val="24833"/>
                  </a:srgbClr>
                </a:gs>
                <a:gs pos="42857">
                  <a:srgbClr val="313031">
                    <a:alpha val="17075"/>
                  </a:srgbClr>
                </a:gs>
                <a:gs pos="57143">
                  <a:srgbClr val="313031">
                    <a:alpha val="9855"/>
                  </a:srgbClr>
                </a:gs>
                <a:gs pos="71429">
                  <a:srgbClr val="313031">
                    <a:alpha val="4740"/>
                  </a:srgbClr>
                </a:gs>
                <a:gs pos="85714">
                  <a:srgbClr val="313031">
                    <a:alpha val="1902"/>
                  </a:srgbClr>
                </a:gs>
                <a:gs pos="100000">
                  <a:srgbClr val="31303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4" name="Splat 294"/>
            <p:cNvSpPr>
              <a:spLocks noGrp="1"/>
            </p:cNvSpPr>
            <p:nvPr/>
          </p:nvSpPr>
          <p:spPr>
            <a:xfrm rot="8568404">
              <a:off x="1943897" y="2196709"/>
              <a:ext cx="589278" cy="669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5" name="Splat 295"/>
            <p:cNvSpPr>
              <a:spLocks noGrp="1"/>
            </p:cNvSpPr>
            <p:nvPr/>
          </p:nvSpPr>
          <p:spPr>
            <a:xfrm rot="10293180">
              <a:off x="161044" y="1212975"/>
              <a:ext cx="288915" cy="14809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6" name="Splat 296"/>
            <p:cNvSpPr>
              <a:spLocks noGrp="1"/>
            </p:cNvSpPr>
            <p:nvPr/>
          </p:nvSpPr>
          <p:spPr>
            <a:xfrm rot="10573019">
              <a:off x="2466032" y="1379375"/>
              <a:ext cx="412712" cy="552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7" name="Splat 297"/>
            <p:cNvSpPr>
              <a:spLocks noGrp="1"/>
            </p:cNvSpPr>
            <p:nvPr/>
          </p:nvSpPr>
          <p:spPr>
            <a:xfrm rot="9803115">
              <a:off x="3369986" y="1442084"/>
              <a:ext cx="287715" cy="7934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8" name="Splat 298"/>
            <p:cNvSpPr>
              <a:spLocks noGrp="1"/>
            </p:cNvSpPr>
            <p:nvPr/>
          </p:nvSpPr>
          <p:spPr>
            <a:xfrm rot="3686691">
              <a:off x="2577289" y="3586898"/>
              <a:ext cx="537752" cy="30325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9" name="Splat 299"/>
            <p:cNvSpPr>
              <a:spLocks noGrp="1"/>
            </p:cNvSpPr>
            <p:nvPr/>
          </p:nvSpPr>
          <p:spPr>
            <a:xfrm rot="-10790675">
              <a:off x="-31168" y="1368285"/>
              <a:ext cx="368002" cy="455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0" name="Splat 300"/>
            <p:cNvSpPr>
              <a:spLocks noGrp="1"/>
            </p:cNvSpPr>
            <p:nvPr/>
          </p:nvSpPr>
          <p:spPr>
            <a:xfrm rot="6374159">
              <a:off x="2139021" y="1039379"/>
              <a:ext cx="151837" cy="537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1" name="Splat 301"/>
            <p:cNvSpPr>
              <a:spLocks noGrp="1"/>
            </p:cNvSpPr>
            <p:nvPr/>
          </p:nvSpPr>
          <p:spPr>
            <a:xfrm rot="5276938">
              <a:off x="2472597" y="2999336"/>
              <a:ext cx="65247" cy="43488"/>
            </a:xfrm>
            <a:prstGeom prst="ellipse">
              <a:avLst/>
            </a:prstGeom>
            <a:gradFill>
              <a:gsLst>
                <a:gs pos="0">
                  <a:srgbClr val="F5F6F6">
                    <a:alpha val="12366"/>
                  </a:srgbClr>
                </a:gs>
                <a:gs pos="14286">
                  <a:srgbClr val="F5F6F6">
                    <a:alpha val="11425"/>
                  </a:srgbClr>
                </a:gs>
                <a:gs pos="28571">
                  <a:srgbClr val="F5F6F6">
                    <a:alpha val="8990"/>
                  </a:srgbClr>
                </a:gs>
                <a:gs pos="42857">
                  <a:srgbClr val="F5F6F6">
                    <a:alpha val="5992"/>
                  </a:srgbClr>
                </a:gs>
                <a:gs pos="57143">
                  <a:srgbClr val="F5F6F6">
                    <a:alpha val="3366"/>
                  </a:srgbClr>
                </a:gs>
                <a:gs pos="71429">
                  <a:srgbClr val="F5F6F6">
                    <a:alpha val="1590"/>
                  </a:srgbClr>
                </a:gs>
                <a:gs pos="85714">
                  <a:srgbClr val="F5F6F6">
                    <a:alpha val="632"/>
                  </a:srgbClr>
                </a:gs>
                <a:gs pos="100000">
                  <a:srgbClr val="F5F6F6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2" name="Splat 302"/>
            <p:cNvSpPr>
              <a:spLocks noGrp="1"/>
            </p:cNvSpPr>
            <p:nvPr/>
          </p:nvSpPr>
          <p:spPr>
            <a:xfrm rot="9075404">
              <a:off x="3113091" y="1161396"/>
              <a:ext cx="309401" cy="138775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3" name="Splat 303"/>
            <p:cNvSpPr>
              <a:spLocks noGrp="1"/>
            </p:cNvSpPr>
            <p:nvPr/>
          </p:nvSpPr>
          <p:spPr>
            <a:xfrm rot="-9703669">
              <a:off x="1809901" y="1341282"/>
              <a:ext cx="467230" cy="1263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4" name="Splat 304"/>
            <p:cNvSpPr>
              <a:spLocks noGrp="1"/>
            </p:cNvSpPr>
            <p:nvPr/>
          </p:nvSpPr>
          <p:spPr>
            <a:xfrm rot="8949570">
              <a:off x="1652120" y="2896033"/>
              <a:ext cx="188340" cy="37680"/>
            </a:xfrm>
            <a:prstGeom prst="ellipse">
              <a:avLst/>
            </a:prstGeom>
            <a:gradFill>
              <a:gsLst>
                <a:gs pos="0">
                  <a:srgbClr val="DADADB">
                    <a:alpha val="9799"/>
                  </a:srgbClr>
                </a:gs>
                <a:gs pos="14286">
                  <a:srgbClr val="DADADB">
                    <a:alpha val="9044"/>
                  </a:srgbClr>
                </a:gs>
                <a:gs pos="28571">
                  <a:srgbClr val="DADADB">
                    <a:alpha val="7096"/>
                  </a:srgbClr>
                </a:gs>
                <a:gs pos="42857">
                  <a:srgbClr val="DADADB">
                    <a:alpha val="4713"/>
                  </a:srgbClr>
                </a:gs>
                <a:gs pos="57143">
                  <a:srgbClr val="DADADB">
                    <a:alpha val="2640"/>
                  </a:srgbClr>
                </a:gs>
                <a:gs pos="71429">
                  <a:srgbClr val="DADADB">
                    <a:alpha val="1244"/>
                  </a:srgbClr>
                </a:gs>
                <a:gs pos="85714">
                  <a:srgbClr val="DADADB">
                    <a:alpha val="494"/>
                  </a:srgbClr>
                </a:gs>
                <a:gs pos="100000">
                  <a:srgbClr val="DADADB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5" name="Splat 305"/>
            <p:cNvSpPr>
              <a:spLocks noGrp="1"/>
            </p:cNvSpPr>
            <p:nvPr/>
          </p:nvSpPr>
          <p:spPr>
            <a:xfrm rot="9312421">
              <a:off x="1841662" y="3265422"/>
              <a:ext cx="186733" cy="73280"/>
            </a:xfrm>
            <a:prstGeom prst="ellipse">
              <a:avLst/>
            </a:prstGeom>
            <a:gradFill>
              <a:gsLst>
                <a:gs pos="0">
                  <a:srgbClr val="CECECE">
                    <a:alpha val="27336"/>
                  </a:srgbClr>
                </a:gs>
                <a:gs pos="14286">
                  <a:srgbClr val="CECECE">
                    <a:alpha val="25435"/>
                  </a:srgbClr>
                </a:gs>
                <a:gs pos="28571">
                  <a:srgbClr val="CECECE">
                    <a:alpha val="20378"/>
                  </a:srgbClr>
                </a:gs>
                <a:gs pos="42857">
                  <a:srgbClr val="CECECE">
                    <a:alpha val="13884"/>
                  </a:srgbClr>
                </a:gs>
                <a:gs pos="57143">
                  <a:srgbClr val="CECECE">
                    <a:alpha val="7949"/>
                  </a:srgbClr>
                </a:gs>
                <a:gs pos="71429">
                  <a:srgbClr val="CECECE">
                    <a:alpha val="3803"/>
                  </a:srgbClr>
                </a:gs>
                <a:gs pos="85714">
                  <a:srgbClr val="CECECE">
                    <a:alpha val="1521"/>
                  </a:srgbClr>
                </a:gs>
                <a:gs pos="100000">
                  <a:srgbClr val="CECECE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6" name="Splat 306"/>
            <p:cNvSpPr>
              <a:spLocks noGrp="1"/>
            </p:cNvSpPr>
            <p:nvPr/>
          </p:nvSpPr>
          <p:spPr>
            <a:xfrm rot="10103877">
              <a:off x="1624602" y="1484097"/>
              <a:ext cx="527242" cy="1195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7" name="Splat 307"/>
            <p:cNvSpPr>
              <a:spLocks noGrp="1"/>
            </p:cNvSpPr>
            <p:nvPr/>
          </p:nvSpPr>
          <p:spPr>
            <a:xfrm rot="-8881453">
              <a:off x="1757344" y="1071775"/>
              <a:ext cx="400213" cy="80439"/>
            </a:xfrm>
            <a:prstGeom prst="ellipse">
              <a:avLst/>
            </a:prstGeom>
            <a:gradFill>
              <a:gsLst>
                <a:gs pos="0">
                  <a:srgbClr val="FAF9F9">
                    <a:alpha val="21532"/>
                  </a:srgbClr>
                </a:gs>
                <a:gs pos="14286">
                  <a:srgbClr val="FAF9F9">
                    <a:alpha val="19978"/>
                  </a:srgbClr>
                </a:gs>
                <a:gs pos="28571">
                  <a:srgbClr val="FAF9F9">
                    <a:alpha val="15890"/>
                  </a:srgbClr>
                </a:gs>
                <a:gs pos="42857">
                  <a:srgbClr val="FAF9F9">
                    <a:alpha val="10730"/>
                  </a:srgbClr>
                </a:gs>
                <a:gs pos="57143">
                  <a:srgbClr val="FAF9F9">
                    <a:alpha val="6096"/>
                  </a:srgbClr>
                </a:gs>
                <a:gs pos="71429">
                  <a:srgbClr val="FAF9F9">
                    <a:alpha val="2901"/>
                  </a:srgbClr>
                </a:gs>
                <a:gs pos="85714">
                  <a:srgbClr val="FAF9F9">
                    <a:alpha val="1157"/>
                  </a:srgbClr>
                </a:gs>
                <a:gs pos="100000">
                  <a:srgbClr val="FAF9F9">
                    <a:alpha val="3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8" name="Splat 308"/>
            <p:cNvSpPr>
              <a:spLocks noGrp="1"/>
            </p:cNvSpPr>
            <p:nvPr/>
          </p:nvSpPr>
          <p:spPr>
            <a:xfrm rot="8330880">
              <a:off x="2449343" y="3475712"/>
              <a:ext cx="144434" cy="33399"/>
            </a:xfrm>
            <a:prstGeom prst="ellipse">
              <a:avLst/>
            </a:prstGeom>
            <a:gradFill>
              <a:gsLst>
                <a:gs pos="0">
                  <a:srgbClr val="F8F8F8">
                    <a:alpha val="32191"/>
                  </a:srgbClr>
                </a:gs>
                <a:gs pos="14286">
                  <a:srgbClr val="F8F8F8">
                    <a:alpha val="30027"/>
                  </a:srgbClr>
                </a:gs>
                <a:gs pos="28571">
                  <a:srgbClr val="F8F8F8">
                    <a:alpha val="24212"/>
                  </a:srgbClr>
                </a:gs>
                <a:gs pos="42857">
                  <a:srgbClr val="F8F8F8">
                    <a:alpha val="16627"/>
                  </a:srgbClr>
                </a:gs>
                <a:gs pos="57143">
                  <a:srgbClr val="F8F8F8">
                    <a:alpha val="9585"/>
                  </a:srgbClr>
                </a:gs>
                <a:gs pos="71429">
                  <a:srgbClr val="F8F8F8">
                    <a:alpha val="4607"/>
                  </a:srgbClr>
                </a:gs>
                <a:gs pos="85714">
                  <a:srgbClr val="F8F8F8">
                    <a:alpha val="1848"/>
                  </a:srgbClr>
                </a:gs>
                <a:gs pos="100000">
                  <a:srgbClr val="F8F8F8">
                    <a:alpha val="62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9" name="Splat 309"/>
            <p:cNvSpPr>
              <a:spLocks noGrp="1"/>
            </p:cNvSpPr>
            <p:nvPr/>
          </p:nvSpPr>
          <p:spPr>
            <a:xfrm rot="10541068">
              <a:off x="3001650" y="2732554"/>
              <a:ext cx="219178" cy="9819"/>
            </a:xfrm>
            <a:prstGeom prst="ellipse">
              <a:avLst/>
            </a:prstGeom>
            <a:gradFill>
              <a:gsLst>
                <a:gs pos="0">
                  <a:srgbClr val="EAE8E9">
                    <a:alpha val="32739"/>
                  </a:srgbClr>
                </a:gs>
                <a:gs pos="14286">
                  <a:srgbClr val="EAE8E9">
                    <a:alpha val="30546"/>
                  </a:srgbClr>
                </a:gs>
                <a:gs pos="28571">
                  <a:srgbClr val="EAE8E9">
                    <a:alpha val="24649"/>
                  </a:srgbClr>
                </a:gs>
                <a:gs pos="42857">
                  <a:srgbClr val="EAE8E9">
                    <a:alpha val="16943"/>
                  </a:srgbClr>
                </a:gs>
                <a:gs pos="57143">
                  <a:srgbClr val="EAE8E9">
                    <a:alpha val="9775"/>
                  </a:srgbClr>
                </a:gs>
                <a:gs pos="71429">
                  <a:srgbClr val="EAE8E9">
                    <a:alpha val="4701"/>
                  </a:srgbClr>
                </a:gs>
                <a:gs pos="85714">
                  <a:srgbClr val="EAE8E9">
                    <a:alpha val="1886"/>
                  </a:srgbClr>
                </a:gs>
                <a:gs pos="100000">
                  <a:srgbClr val="EAE8E9">
                    <a:alpha val="6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0" name="Splat 310"/>
            <p:cNvSpPr>
              <a:spLocks noGrp="1"/>
            </p:cNvSpPr>
            <p:nvPr/>
          </p:nvSpPr>
          <p:spPr>
            <a:xfrm rot="-10366395">
              <a:off x="3051325" y="3595234"/>
              <a:ext cx="439563" cy="69148"/>
            </a:xfrm>
            <a:prstGeom prst="ellipse">
              <a:avLst/>
            </a:prstGeom>
            <a:gradFill>
              <a:gsLst>
                <a:gs pos="0">
                  <a:srgbClr val="48474A">
                    <a:alpha val="19904"/>
                  </a:srgbClr>
                </a:gs>
                <a:gs pos="14286">
                  <a:srgbClr val="48474A">
                    <a:alpha val="18453"/>
                  </a:srgbClr>
                </a:gs>
                <a:gs pos="28571">
                  <a:srgbClr val="48474A">
                    <a:alpha val="14648"/>
                  </a:srgbClr>
                </a:gs>
                <a:gs pos="42857">
                  <a:srgbClr val="48474A">
                    <a:alpha val="9868"/>
                  </a:srgbClr>
                </a:gs>
                <a:gs pos="57143">
                  <a:srgbClr val="48474A">
                    <a:alpha val="5594"/>
                  </a:srgbClr>
                </a:gs>
                <a:gs pos="71429">
                  <a:srgbClr val="48474A">
                    <a:alpha val="2659"/>
                  </a:srgbClr>
                </a:gs>
                <a:gs pos="85714">
                  <a:srgbClr val="48474A">
                    <a:alpha val="1060"/>
                  </a:srgbClr>
                </a:gs>
                <a:gs pos="100000">
                  <a:srgbClr val="48474A">
                    <a:alpha val="3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1" name="Splat 311"/>
            <p:cNvSpPr>
              <a:spLocks noGrp="1"/>
            </p:cNvSpPr>
            <p:nvPr/>
          </p:nvSpPr>
          <p:spPr>
            <a:xfrm rot="-9474044">
              <a:off x="1694455" y="1240049"/>
              <a:ext cx="531768" cy="772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2" name="Splat 312"/>
            <p:cNvSpPr>
              <a:spLocks noGrp="1"/>
            </p:cNvSpPr>
            <p:nvPr/>
          </p:nvSpPr>
          <p:spPr>
            <a:xfrm rot="10767755">
              <a:off x="1029719" y="3138053"/>
              <a:ext cx="472060" cy="19419"/>
            </a:xfrm>
            <a:prstGeom prst="ellipse">
              <a:avLst/>
            </a:prstGeom>
            <a:gradFill>
              <a:gsLst>
                <a:gs pos="0">
                  <a:srgbClr val="DDDCDD">
                    <a:alpha val="32968"/>
                  </a:srgbClr>
                </a:gs>
                <a:gs pos="14286">
                  <a:srgbClr val="DDDCDD">
                    <a:alpha val="30764"/>
                  </a:srgbClr>
                </a:gs>
                <a:gs pos="28571">
                  <a:srgbClr val="DDDCDD">
                    <a:alpha val="24833"/>
                  </a:srgbClr>
                </a:gs>
                <a:gs pos="42857">
                  <a:srgbClr val="DDDCDD">
                    <a:alpha val="17075"/>
                  </a:srgbClr>
                </a:gs>
                <a:gs pos="57143">
                  <a:srgbClr val="DDDCDD">
                    <a:alpha val="9855"/>
                  </a:srgbClr>
                </a:gs>
                <a:gs pos="71429">
                  <a:srgbClr val="DDDCDD">
                    <a:alpha val="4740"/>
                  </a:srgbClr>
                </a:gs>
                <a:gs pos="85714">
                  <a:srgbClr val="DDDCDD">
                    <a:alpha val="1902"/>
                  </a:srgbClr>
                </a:gs>
                <a:gs pos="100000">
                  <a:srgbClr val="DDDCD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3" name="Splat 313"/>
            <p:cNvSpPr>
              <a:spLocks noGrp="1"/>
            </p:cNvSpPr>
            <p:nvPr/>
          </p:nvSpPr>
          <p:spPr>
            <a:xfrm rot="-9360897">
              <a:off x="1996998" y="3370841"/>
              <a:ext cx="229454" cy="756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4" name="Splat 314"/>
            <p:cNvSpPr>
              <a:spLocks noGrp="1"/>
            </p:cNvSpPr>
            <p:nvPr/>
          </p:nvSpPr>
          <p:spPr>
            <a:xfrm rot="8653138">
              <a:off x="1831735" y="2988537"/>
              <a:ext cx="340856" cy="207220"/>
            </a:xfrm>
            <a:prstGeom prst="ellipse">
              <a:avLst/>
            </a:prstGeom>
            <a:gradFill>
              <a:gsLst>
                <a:gs pos="0">
                  <a:srgbClr val="000800">
                    <a:alpha val="10177"/>
                  </a:srgbClr>
                </a:gs>
                <a:gs pos="14286">
                  <a:srgbClr val="000800">
                    <a:alpha val="9394"/>
                  </a:srgbClr>
                </a:gs>
                <a:gs pos="28571">
                  <a:srgbClr val="000800">
                    <a:alpha val="7374"/>
                  </a:srgbClr>
                </a:gs>
                <a:gs pos="42857">
                  <a:srgbClr val="000800">
                    <a:alpha val="4900"/>
                  </a:srgbClr>
                </a:gs>
                <a:gs pos="57143">
                  <a:srgbClr val="000800">
                    <a:alpha val="2745"/>
                  </a:srgbClr>
                </a:gs>
                <a:gs pos="71429">
                  <a:srgbClr val="000800">
                    <a:alpha val="1295"/>
                  </a:srgbClr>
                </a:gs>
                <a:gs pos="85714">
                  <a:srgbClr val="000800">
                    <a:alpha val="514"/>
                  </a:srgbClr>
                </a:gs>
                <a:gs pos="100000">
                  <a:srgbClr val="000800">
                    <a:alpha val="1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5" name="Splat 315"/>
            <p:cNvSpPr>
              <a:spLocks noGrp="1"/>
            </p:cNvSpPr>
            <p:nvPr/>
          </p:nvSpPr>
          <p:spPr>
            <a:xfrm rot="4528718">
              <a:off x="2459462" y="1414935"/>
              <a:ext cx="272927" cy="96299"/>
            </a:xfrm>
            <a:prstGeom prst="ellipse">
              <a:avLst/>
            </a:prstGeom>
            <a:gradFill>
              <a:gsLst>
                <a:gs pos="0">
                  <a:srgbClr val="2D292B">
                    <a:alpha val="10131"/>
                  </a:srgbClr>
                </a:gs>
                <a:gs pos="14286">
                  <a:srgbClr val="2D292B">
                    <a:alpha val="9351"/>
                  </a:srgbClr>
                </a:gs>
                <a:gs pos="28571">
                  <a:srgbClr val="2D292B">
                    <a:alpha val="7340"/>
                  </a:srgbClr>
                </a:gs>
                <a:gs pos="42857">
                  <a:srgbClr val="2D292B">
                    <a:alpha val="4877"/>
                  </a:srgbClr>
                </a:gs>
                <a:gs pos="57143">
                  <a:srgbClr val="2D292B">
                    <a:alpha val="2733"/>
                  </a:srgbClr>
                </a:gs>
                <a:gs pos="71429">
                  <a:srgbClr val="2D292B">
                    <a:alpha val="1289"/>
                  </a:srgbClr>
                </a:gs>
                <a:gs pos="85714">
                  <a:srgbClr val="2D292B">
                    <a:alpha val="512"/>
                  </a:srgbClr>
                </a:gs>
                <a:gs pos="100000">
                  <a:srgbClr val="2D292B">
                    <a:alpha val="1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6" name="Splat 316"/>
            <p:cNvSpPr>
              <a:spLocks noGrp="1"/>
            </p:cNvSpPr>
            <p:nvPr/>
          </p:nvSpPr>
          <p:spPr>
            <a:xfrm rot="5400000">
              <a:off x="1993795" y="1825679"/>
              <a:ext cx="49073" cy="49073"/>
            </a:xfrm>
            <a:prstGeom prst="ellipse">
              <a:avLst/>
            </a:prstGeom>
            <a:gradFill>
              <a:gsLst>
                <a:gs pos="0">
                  <a:srgbClr val="EBEBEB">
                    <a:alpha val="16724"/>
                  </a:srgbClr>
                </a:gs>
                <a:gs pos="14286">
                  <a:srgbClr val="EBEBEB">
                    <a:alpha val="15482"/>
                  </a:srgbClr>
                </a:gs>
                <a:gs pos="28571">
                  <a:srgbClr val="EBEBEB">
                    <a:alpha val="12244"/>
                  </a:srgbClr>
                </a:gs>
                <a:gs pos="42857">
                  <a:srgbClr val="EBEBEB">
                    <a:alpha val="8210"/>
                  </a:srgbClr>
                </a:gs>
                <a:gs pos="57143">
                  <a:srgbClr val="EBEBEB">
                    <a:alpha val="4636"/>
                  </a:srgbClr>
                </a:gs>
                <a:gs pos="71429">
                  <a:srgbClr val="EBEBEB">
                    <a:alpha val="2197"/>
                  </a:srgbClr>
                </a:gs>
                <a:gs pos="85714">
                  <a:srgbClr val="EBEBEB">
                    <a:alpha val="875"/>
                  </a:srgbClr>
                </a:gs>
                <a:gs pos="100000">
                  <a:srgbClr val="EBEBEB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7" name="Splat 317"/>
            <p:cNvSpPr>
              <a:spLocks noGrp="1"/>
            </p:cNvSpPr>
            <p:nvPr/>
          </p:nvSpPr>
          <p:spPr>
            <a:xfrm rot="-10245266">
              <a:off x="3235079" y="1383488"/>
              <a:ext cx="426665" cy="143022"/>
            </a:xfrm>
            <a:prstGeom prst="ellipse">
              <a:avLst/>
            </a:prstGeom>
            <a:gradFill>
              <a:gsLst>
                <a:gs pos="0">
                  <a:srgbClr val="FDFDFD">
                    <a:alpha val="29337"/>
                  </a:srgbClr>
                </a:gs>
                <a:gs pos="14286">
                  <a:srgbClr val="FDFDFD">
                    <a:alpha val="27324"/>
                  </a:srgbClr>
                </a:gs>
                <a:gs pos="28571">
                  <a:srgbClr val="FDFDFD">
                    <a:alpha val="21949"/>
                  </a:srgbClr>
                </a:gs>
                <a:gs pos="42857">
                  <a:srgbClr val="FDFDFD">
                    <a:alpha val="15002"/>
                  </a:srgbClr>
                </a:gs>
                <a:gs pos="57143">
                  <a:srgbClr val="FDFDFD">
                    <a:alpha val="8613"/>
                  </a:srgbClr>
                </a:gs>
                <a:gs pos="71429">
                  <a:srgbClr val="FDFDFD">
                    <a:alpha val="4128"/>
                  </a:srgbClr>
                </a:gs>
                <a:gs pos="85714">
                  <a:srgbClr val="FDFDFD">
                    <a:alpha val="1653"/>
                  </a:srgbClr>
                </a:gs>
                <a:gs pos="100000">
                  <a:srgbClr val="FDFDFD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8" name="Splat 318"/>
            <p:cNvSpPr>
              <a:spLocks noGrp="1"/>
            </p:cNvSpPr>
            <p:nvPr/>
          </p:nvSpPr>
          <p:spPr>
            <a:xfrm rot="-8752680">
              <a:off x="3041709" y="1309618"/>
              <a:ext cx="235725" cy="107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9" name="Splat 319"/>
            <p:cNvSpPr>
              <a:spLocks noGrp="1"/>
            </p:cNvSpPr>
            <p:nvPr/>
          </p:nvSpPr>
          <p:spPr>
            <a:xfrm rot="9709877">
              <a:off x="1654364" y="1582747"/>
              <a:ext cx="612551" cy="2191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0" name="Splat 320"/>
            <p:cNvSpPr>
              <a:spLocks noGrp="1"/>
            </p:cNvSpPr>
            <p:nvPr/>
          </p:nvSpPr>
          <p:spPr>
            <a:xfrm rot="5379629">
              <a:off x="1791689" y="2863751"/>
              <a:ext cx="669130" cy="19461"/>
            </a:xfrm>
            <a:prstGeom prst="ellipse">
              <a:avLst/>
            </a:prstGeom>
            <a:gradFill>
              <a:gsLst>
                <a:gs pos="0">
                  <a:srgbClr val="030008">
                    <a:alpha val="32968"/>
                  </a:srgbClr>
                </a:gs>
                <a:gs pos="14286">
                  <a:srgbClr val="030008">
                    <a:alpha val="30764"/>
                  </a:srgbClr>
                </a:gs>
                <a:gs pos="28571">
                  <a:srgbClr val="030008">
                    <a:alpha val="24833"/>
                  </a:srgbClr>
                </a:gs>
                <a:gs pos="42857">
                  <a:srgbClr val="030008">
                    <a:alpha val="17075"/>
                  </a:srgbClr>
                </a:gs>
                <a:gs pos="57143">
                  <a:srgbClr val="030008">
                    <a:alpha val="9855"/>
                  </a:srgbClr>
                </a:gs>
                <a:gs pos="71429">
                  <a:srgbClr val="030008">
                    <a:alpha val="4740"/>
                  </a:srgbClr>
                </a:gs>
                <a:gs pos="85714">
                  <a:srgbClr val="030008">
                    <a:alpha val="1902"/>
                  </a:srgbClr>
                </a:gs>
                <a:gs pos="100000">
                  <a:srgbClr val="03000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1" name="Splat 321"/>
            <p:cNvSpPr>
              <a:spLocks noGrp="1"/>
            </p:cNvSpPr>
            <p:nvPr/>
          </p:nvSpPr>
          <p:spPr>
            <a:xfrm rot="-10736434">
              <a:off x="2593093" y="1563809"/>
              <a:ext cx="212376" cy="1239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2" name="Splat 322"/>
            <p:cNvSpPr>
              <a:spLocks noGrp="1"/>
            </p:cNvSpPr>
            <p:nvPr/>
          </p:nvSpPr>
          <p:spPr>
            <a:xfrm rot="3860970">
              <a:off x="1068882" y="1120993"/>
              <a:ext cx="267648" cy="198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3" name="Splat 323"/>
            <p:cNvSpPr>
              <a:spLocks noGrp="1"/>
            </p:cNvSpPr>
            <p:nvPr/>
          </p:nvSpPr>
          <p:spPr>
            <a:xfrm rot="-10025174">
              <a:off x="2928592" y="1424911"/>
              <a:ext cx="457760" cy="176290"/>
            </a:xfrm>
            <a:prstGeom prst="ellipse">
              <a:avLst/>
            </a:prstGeom>
            <a:gradFill>
              <a:gsLst>
                <a:gs pos="0">
                  <a:srgbClr val="FAFAFA">
                    <a:alpha val="29149"/>
                  </a:srgbClr>
                </a:gs>
                <a:gs pos="14286">
                  <a:srgbClr val="FAFAFA">
                    <a:alpha val="27147"/>
                  </a:srgbClr>
                </a:gs>
                <a:gs pos="28571">
                  <a:srgbClr val="FAFAFA">
                    <a:alpha val="21801"/>
                  </a:srgbClr>
                </a:gs>
                <a:gs pos="42857">
                  <a:srgbClr val="FAFAFA">
                    <a:alpha val="14897"/>
                  </a:srgbClr>
                </a:gs>
                <a:gs pos="57143">
                  <a:srgbClr val="FAFAFA">
                    <a:alpha val="8550"/>
                  </a:srgbClr>
                </a:gs>
                <a:gs pos="71429">
                  <a:srgbClr val="FAFAFA">
                    <a:alpha val="4097"/>
                  </a:srgbClr>
                </a:gs>
                <a:gs pos="85714">
                  <a:srgbClr val="FAFAFA">
                    <a:alpha val="1641"/>
                  </a:srgbClr>
                </a:gs>
                <a:gs pos="100000">
                  <a:srgbClr val="FAFAFA">
                    <a:alpha val="5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4" name="Splat 324"/>
            <p:cNvSpPr>
              <a:spLocks noGrp="1"/>
            </p:cNvSpPr>
            <p:nvPr/>
          </p:nvSpPr>
          <p:spPr>
            <a:xfrm rot="-9380662">
              <a:off x="1033154" y="1323696"/>
              <a:ext cx="526664" cy="63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5" name="Splat 325"/>
            <p:cNvSpPr>
              <a:spLocks noGrp="1"/>
            </p:cNvSpPr>
            <p:nvPr/>
          </p:nvSpPr>
          <p:spPr>
            <a:xfrm rot="5143144">
              <a:off x="1966489" y="2171400"/>
              <a:ext cx="262139" cy="2681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6" name="Splat 326"/>
            <p:cNvSpPr>
              <a:spLocks noGrp="1"/>
            </p:cNvSpPr>
            <p:nvPr/>
          </p:nvSpPr>
          <p:spPr>
            <a:xfrm rot="9094093">
              <a:off x="304980" y="892040"/>
              <a:ext cx="586036" cy="10652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7" name="Splat 327"/>
            <p:cNvSpPr>
              <a:spLocks noGrp="1"/>
            </p:cNvSpPr>
            <p:nvPr/>
          </p:nvSpPr>
          <p:spPr>
            <a:xfrm rot="7249210">
              <a:off x="1683904" y="3302921"/>
              <a:ext cx="296134" cy="1083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8" name="Splat 328"/>
            <p:cNvSpPr>
              <a:spLocks noGrp="1"/>
            </p:cNvSpPr>
            <p:nvPr/>
          </p:nvSpPr>
          <p:spPr>
            <a:xfrm rot="7352149">
              <a:off x="-249550" y="1700203"/>
              <a:ext cx="566822" cy="8389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9" name="Splat 329"/>
            <p:cNvSpPr>
              <a:spLocks noGrp="1"/>
            </p:cNvSpPr>
            <p:nvPr/>
          </p:nvSpPr>
          <p:spPr>
            <a:xfrm rot="9765904">
              <a:off x="1883503" y="1406385"/>
              <a:ext cx="583359" cy="367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0" name="Splat 330"/>
            <p:cNvSpPr>
              <a:spLocks noGrp="1"/>
            </p:cNvSpPr>
            <p:nvPr/>
          </p:nvSpPr>
          <p:spPr>
            <a:xfrm rot="-8156335">
              <a:off x="2089309" y="2012652"/>
              <a:ext cx="686438" cy="432433"/>
            </a:xfrm>
            <a:prstGeom prst="ellipse">
              <a:avLst/>
            </a:prstGeom>
            <a:gradFill>
              <a:gsLst>
                <a:gs pos="0">
                  <a:srgbClr val="000000">
                    <a:alpha val="5760"/>
                  </a:srgbClr>
                </a:gs>
                <a:gs pos="14286">
                  <a:srgbClr val="000000">
                    <a:alpha val="5307"/>
                  </a:srgbClr>
                </a:gs>
                <a:gs pos="28571">
                  <a:srgbClr val="000000">
                    <a:alpha val="4145"/>
                  </a:srgbClr>
                </a:gs>
                <a:gs pos="42857">
                  <a:srgbClr val="000000">
                    <a:alpha val="2739"/>
                  </a:srgbClr>
                </a:gs>
                <a:gs pos="57143">
                  <a:srgbClr val="000000">
                    <a:alpha val="1527"/>
                  </a:srgbClr>
                </a:gs>
                <a:gs pos="71429">
                  <a:srgbClr val="000000">
                    <a:alpha val="718"/>
                  </a:srgbClr>
                </a:gs>
                <a:gs pos="85714">
                  <a:srgbClr val="000000">
                    <a:alpha val="284"/>
                  </a:srgbClr>
                </a:gs>
                <a:gs pos="100000">
                  <a:srgbClr val="000000">
                    <a:alpha val="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1" name="Splat 331"/>
            <p:cNvSpPr>
              <a:spLocks noGrp="1"/>
            </p:cNvSpPr>
            <p:nvPr/>
          </p:nvSpPr>
          <p:spPr>
            <a:xfrm rot="5400000">
              <a:off x="2372116" y="1216065"/>
              <a:ext cx="50623" cy="50623"/>
            </a:xfrm>
            <a:prstGeom prst="ellipse">
              <a:avLst/>
            </a:prstGeom>
            <a:gradFill>
              <a:gsLst>
                <a:gs pos="0">
                  <a:srgbClr val="FFFFFF">
                    <a:alpha val="16322"/>
                  </a:srgbClr>
                </a:gs>
                <a:gs pos="14286">
                  <a:srgbClr val="FFFFFF">
                    <a:alpha val="15107"/>
                  </a:srgbClr>
                </a:gs>
                <a:gs pos="28571">
                  <a:srgbClr val="FFFFFF">
                    <a:alpha val="11941"/>
                  </a:srgbClr>
                </a:gs>
                <a:gs pos="42857">
                  <a:srgbClr val="FFFFFF">
                    <a:alpha val="8002"/>
                  </a:srgbClr>
                </a:gs>
                <a:gs pos="57143">
                  <a:srgbClr val="FFFFFF">
                    <a:alpha val="4517"/>
                  </a:srgbClr>
                </a:gs>
                <a:gs pos="71429">
                  <a:srgbClr val="FFFFFF">
                    <a:alpha val="2140"/>
                  </a:srgbClr>
                </a:gs>
                <a:gs pos="85714">
                  <a:srgbClr val="FFFFFF">
                    <a:alpha val="852"/>
                  </a:srgbClr>
                </a:gs>
                <a:gs pos="100000">
                  <a:srgbClr val="FFFFFF">
                    <a:alpha val="2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2" name="Splat 332"/>
            <p:cNvSpPr>
              <a:spLocks noGrp="1"/>
            </p:cNvSpPr>
            <p:nvPr/>
          </p:nvSpPr>
          <p:spPr>
            <a:xfrm rot="-9231869">
              <a:off x="-93834" y="1285660"/>
              <a:ext cx="459225" cy="259577"/>
            </a:xfrm>
            <a:prstGeom prst="ellipse">
              <a:avLst/>
            </a:prstGeom>
            <a:gradFill>
              <a:gsLst>
                <a:gs pos="0">
                  <a:srgbClr val="F1F0F1">
                    <a:alpha val="9946"/>
                  </a:srgbClr>
                </a:gs>
                <a:gs pos="14286">
                  <a:srgbClr val="F1F0F1">
                    <a:alpha val="9180"/>
                  </a:srgbClr>
                </a:gs>
                <a:gs pos="28571">
                  <a:srgbClr val="F1F0F1">
                    <a:alpha val="7204"/>
                  </a:srgbClr>
                </a:gs>
                <a:gs pos="42857">
                  <a:srgbClr val="F1F0F1">
                    <a:alpha val="4785"/>
                  </a:srgbClr>
                </a:gs>
                <a:gs pos="57143">
                  <a:srgbClr val="F1F0F1">
                    <a:alpha val="2681"/>
                  </a:srgbClr>
                </a:gs>
                <a:gs pos="71429">
                  <a:srgbClr val="F1F0F1">
                    <a:alpha val="1264"/>
                  </a:srgbClr>
                </a:gs>
                <a:gs pos="85714">
                  <a:srgbClr val="F1F0F1">
                    <a:alpha val="502"/>
                  </a:srgbClr>
                </a:gs>
                <a:gs pos="100000">
                  <a:srgbClr val="F1F0F1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3" name="Splat 333"/>
            <p:cNvSpPr>
              <a:spLocks noGrp="1"/>
            </p:cNvSpPr>
            <p:nvPr/>
          </p:nvSpPr>
          <p:spPr>
            <a:xfrm rot="5400000">
              <a:off x="1116307" y="709338"/>
              <a:ext cx="49491" cy="49491"/>
            </a:xfrm>
            <a:prstGeom prst="ellipse">
              <a:avLst/>
            </a:prstGeom>
            <a:gradFill>
              <a:gsLst>
                <a:gs pos="0">
                  <a:srgbClr val="E8E8E8">
                    <a:alpha val="16616"/>
                  </a:srgbClr>
                </a:gs>
                <a:gs pos="14286">
                  <a:srgbClr val="E8E8E8">
                    <a:alpha val="15381"/>
                  </a:srgbClr>
                </a:gs>
                <a:gs pos="28571">
                  <a:srgbClr val="E8E8E8">
                    <a:alpha val="12162"/>
                  </a:srgbClr>
                </a:gs>
                <a:gs pos="42857">
                  <a:srgbClr val="E8E8E8">
                    <a:alpha val="8154"/>
                  </a:srgbClr>
                </a:gs>
                <a:gs pos="57143">
                  <a:srgbClr val="E8E8E8">
                    <a:alpha val="4604"/>
                  </a:srgbClr>
                </a:gs>
                <a:gs pos="71429">
                  <a:srgbClr val="E8E8E8">
                    <a:alpha val="2182"/>
                  </a:srgbClr>
                </a:gs>
                <a:gs pos="85714">
                  <a:srgbClr val="E8E8E8">
                    <a:alpha val="869"/>
                  </a:srgbClr>
                </a:gs>
                <a:gs pos="100000">
                  <a:srgbClr val="E8E8E8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4" name="Splat 334"/>
            <p:cNvSpPr>
              <a:spLocks noGrp="1"/>
            </p:cNvSpPr>
            <p:nvPr/>
          </p:nvSpPr>
          <p:spPr>
            <a:xfrm rot="4964325">
              <a:off x="2844927" y="1221709"/>
              <a:ext cx="665875" cy="167594"/>
            </a:xfrm>
            <a:prstGeom prst="ellipse">
              <a:avLst/>
            </a:prstGeom>
            <a:gradFill>
              <a:gsLst>
                <a:gs pos="0">
                  <a:srgbClr val="FDFDFD">
                    <a:alpha val="9237"/>
                  </a:srgbClr>
                </a:gs>
                <a:gs pos="14286">
                  <a:srgbClr val="FDFDFD">
                    <a:alpha val="8522"/>
                  </a:srgbClr>
                </a:gs>
                <a:gs pos="28571">
                  <a:srgbClr val="FDFDFD">
                    <a:alpha val="6683"/>
                  </a:srgbClr>
                </a:gs>
                <a:gs pos="42857">
                  <a:srgbClr val="FDFDFD">
                    <a:alpha val="4435"/>
                  </a:srgbClr>
                </a:gs>
                <a:gs pos="57143">
                  <a:srgbClr val="FDFDFD">
                    <a:alpha val="2482"/>
                  </a:srgbClr>
                </a:gs>
                <a:gs pos="71429">
                  <a:srgbClr val="FDFDFD">
                    <a:alpha val="1170"/>
                  </a:srgbClr>
                </a:gs>
                <a:gs pos="85714">
                  <a:srgbClr val="FDFDFD">
                    <a:alpha val="464"/>
                  </a:srgbClr>
                </a:gs>
                <a:gs pos="100000">
                  <a:srgbClr val="FDFDFD">
                    <a:alpha val="1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5" name="Splat 335"/>
            <p:cNvSpPr>
              <a:spLocks noGrp="1"/>
            </p:cNvSpPr>
            <p:nvPr/>
          </p:nvSpPr>
          <p:spPr>
            <a:xfrm rot="3690020">
              <a:off x="2562864" y="3584492"/>
              <a:ext cx="605584" cy="2994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6" name="Splat 336"/>
            <p:cNvSpPr>
              <a:spLocks noGrp="1"/>
            </p:cNvSpPr>
            <p:nvPr/>
          </p:nvSpPr>
          <p:spPr>
            <a:xfrm rot="5400000">
              <a:off x="2146188" y="1394633"/>
              <a:ext cx="49698" cy="49698"/>
            </a:xfrm>
            <a:prstGeom prst="ellipse">
              <a:avLst/>
            </a:prstGeom>
            <a:gradFill>
              <a:gsLst>
                <a:gs pos="0">
                  <a:srgbClr val="BEBEBE">
                    <a:alpha val="16562"/>
                  </a:srgbClr>
                </a:gs>
                <a:gs pos="14286">
                  <a:srgbClr val="BEBEBE">
                    <a:alpha val="15331"/>
                  </a:srgbClr>
                </a:gs>
                <a:gs pos="28571">
                  <a:srgbClr val="BEBEBE">
                    <a:alpha val="12122"/>
                  </a:srgbClr>
                </a:gs>
                <a:gs pos="42857">
                  <a:srgbClr val="BEBEBE">
                    <a:alpha val="8126"/>
                  </a:srgbClr>
                </a:gs>
                <a:gs pos="57143">
                  <a:srgbClr val="BEBEBE">
                    <a:alpha val="4588"/>
                  </a:srgbClr>
                </a:gs>
                <a:gs pos="71429">
                  <a:srgbClr val="BEBEBE">
                    <a:alpha val="2174"/>
                  </a:srgbClr>
                </a:gs>
                <a:gs pos="85714">
                  <a:srgbClr val="BEBEBE">
                    <a:alpha val="866"/>
                  </a:srgbClr>
                </a:gs>
                <a:gs pos="100000">
                  <a:srgbClr val="BEBEBE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7" name="Splat 337"/>
            <p:cNvSpPr>
              <a:spLocks noGrp="1"/>
            </p:cNvSpPr>
            <p:nvPr/>
          </p:nvSpPr>
          <p:spPr>
            <a:xfrm rot="3837253">
              <a:off x="2106265" y="2397692"/>
              <a:ext cx="276357" cy="3610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8" name="Splat 338"/>
            <p:cNvSpPr>
              <a:spLocks noGrp="1"/>
            </p:cNvSpPr>
            <p:nvPr/>
          </p:nvSpPr>
          <p:spPr>
            <a:xfrm rot="9957359">
              <a:off x="2148092" y="3242762"/>
              <a:ext cx="602249" cy="532987"/>
            </a:xfrm>
            <a:prstGeom prst="ellipse">
              <a:avLst/>
            </a:prstGeom>
            <a:gradFill>
              <a:gsLst>
                <a:gs pos="0">
                  <a:srgbClr val="706E6D">
                    <a:alpha val="12994"/>
                  </a:srgbClr>
                </a:gs>
                <a:gs pos="14286">
                  <a:srgbClr val="706E6D">
                    <a:alpha val="12009"/>
                  </a:srgbClr>
                </a:gs>
                <a:gs pos="28571">
                  <a:srgbClr val="706E6D">
                    <a:alpha val="9456"/>
                  </a:srgbClr>
                </a:gs>
                <a:gs pos="42857">
                  <a:srgbClr val="706E6D">
                    <a:alpha val="6308"/>
                  </a:srgbClr>
                </a:gs>
                <a:gs pos="57143">
                  <a:srgbClr val="706E6D">
                    <a:alpha val="3546"/>
                  </a:srgbClr>
                </a:gs>
                <a:gs pos="71429">
                  <a:srgbClr val="706E6D">
                    <a:alpha val="1676"/>
                  </a:srgbClr>
                </a:gs>
                <a:gs pos="85714">
                  <a:srgbClr val="706E6D">
                    <a:alpha val="666"/>
                  </a:srgbClr>
                </a:gs>
                <a:gs pos="100000">
                  <a:srgbClr val="706E6D">
                    <a:alpha val="2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9" name="Splat 339"/>
            <p:cNvSpPr>
              <a:spLocks noGrp="1"/>
            </p:cNvSpPr>
            <p:nvPr/>
          </p:nvSpPr>
          <p:spPr>
            <a:xfrm rot="8895937">
              <a:off x="3052109" y="1285226"/>
              <a:ext cx="522841" cy="354256"/>
            </a:xfrm>
            <a:prstGeom prst="ellipse">
              <a:avLst/>
            </a:prstGeom>
            <a:gradFill>
              <a:gsLst>
                <a:gs pos="0">
                  <a:srgbClr val="D0D0D0">
                    <a:alpha val="9494"/>
                  </a:srgbClr>
                </a:gs>
                <a:gs pos="14286">
                  <a:srgbClr val="D0D0D0">
                    <a:alpha val="8761"/>
                  </a:srgbClr>
                </a:gs>
                <a:gs pos="28571">
                  <a:srgbClr val="D0D0D0">
                    <a:alpha val="6872"/>
                  </a:srgbClr>
                </a:gs>
                <a:gs pos="42857">
                  <a:srgbClr val="D0D0D0">
                    <a:alpha val="4562"/>
                  </a:srgbClr>
                </a:gs>
                <a:gs pos="57143">
                  <a:srgbClr val="D0D0D0">
                    <a:alpha val="2554"/>
                  </a:srgbClr>
                </a:gs>
                <a:gs pos="71429">
                  <a:srgbClr val="D0D0D0">
                    <a:alpha val="1204"/>
                  </a:srgbClr>
                </a:gs>
                <a:gs pos="85714">
                  <a:srgbClr val="D0D0D0">
                    <a:alpha val="478"/>
                  </a:srgbClr>
                </a:gs>
                <a:gs pos="100000">
                  <a:srgbClr val="D0D0D0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0" name="Splat 340"/>
            <p:cNvSpPr>
              <a:spLocks noGrp="1"/>
            </p:cNvSpPr>
            <p:nvPr/>
          </p:nvSpPr>
          <p:spPr>
            <a:xfrm rot="6167679">
              <a:off x="1924929" y="2543425"/>
              <a:ext cx="521491" cy="469817"/>
            </a:xfrm>
            <a:prstGeom prst="ellipse">
              <a:avLst/>
            </a:prstGeom>
            <a:gradFill>
              <a:gsLst>
                <a:gs pos="0">
                  <a:srgbClr val="545454">
                    <a:alpha val="5349"/>
                  </a:srgbClr>
                </a:gs>
                <a:gs pos="14286">
                  <a:srgbClr val="545454">
                    <a:alpha val="4928"/>
                  </a:srgbClr>
                </a:gs>
                <a:gs pos="28571">
                  <a:srgbClr val="545454">
                    <a:alpha val="3848"/>
                  </a:srgbClr>
                </a:gs>
                <a:gs pos="42857">
                  <a:srgbClr val="545454">
                    <a:alpha val="2541"/>
                  </a:srgbClr>
                </a:gs>
                <a:gs pos="57143">
                  <a:srgbClr val="545454">
                    <a:alpha val="1416"/>
                  </a:srgbClr>
                </a:gs>
                <a:gs pos="71429">
                  <a:srgbClr val="545454">
                    <a:alpha val="665"/>
                  </a:srgbClr>
                </a:gs>
                <a:gs pos="85714">
                  <a:srgbClr val="545454">
                    <a:alpha val="264"/>
                  </a:srgbClr>
                </a:gs>
                <a:gs pos="100000">
                  <a:srgbClr val="545454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1" name="Splat 341"/>
            <p:cNvSpPr>
              <a:spLocks noGrp="1"/>
            </p:cNvSpPr>
            <p:nvPr/>
          </p:nvSpPr>
          <p:spPr>
            <a:xfrm rot="-10479192">
              <a:off x="2108019" y="1659812"/>
              <a:ext cx="437098" cy="658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2" name="Splat 342"/>
            <p:cNvSpPr>
              <a:spLocks noGrp="1"/>
            </p:cNvSpPr>
            <p:nvPr/>
          </p:nvSpPr>
          <p:spPr>
            <a:xfrm rot="5806417">
              <a:off x="979227" y="3115617"/>
              <a:ext cx="530546" cy="353806"/>
            </a:xfrm>
            <a:prstGeom prst="ellipse">
              <a:avLst/>
            </a:prstGeom>
            <a:gradFill>
              <a:gsLst>
                <a:gs pos="0">
                  <a:srgbClr val="676767">
                    <a:alpha val="32968"/>
                  </a:srgbClr>
                </a:gs>
                <a:gs pos="14286">
                  <a:srgbClr val="676767">
                    <a:alpha val="30764"/>
                  </a:srgbClr>
                </a:gs>
                <a:gs pos="28571">
                  <a:srgbClr val="676767">
                    <a:alpha val="24833"/>
                  </a:srgbClr>
                </a:gs>
                <a:gs pos="42857">
                  <a:srgbClr val="676767">
                    <a:alpha val="17075"/>
                  </a:srgbClr>
                </a:gs>
                <a:gs pos="57143">
                  <a:srgbClr val="676767">
                    <a:alpha val="9855"/>
                  </a:srgbClr>
                </a:gs>
                <a:gs pos="71429">
                  <a:srgbClr val="676767">
                    <a:alpha val="4740"/>
                  </a:srgbClr>
                </a:gs>
                <a:gs pos="85714">
                  <a:srgbClr val="676767">
                    <a:alpha val="1902"/>
                  </a:srgbClr>
                </a:gs>
                <a:gs pos="100000">
                  <a:srgbClr val="67676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3" name="Splat 343"/>
            <p:cNvSpPr>
              <a:spLocks noGrp="1"/>
            </p:cNvSpPr>
            <p:nvPr/>
          </p:nvSpPr>
          <p:spPr>
            <a:xfrm rot="5400000">
              <a:off x="1992377" y="1777246"/>
              <a:ext cx="58960" cy="58960"/>
            </a:xfrm>
            <a:prstGeom prst="ellipse">
              <a:avLst/>
            </a:prstGeom>
            <a:gradFill>
              <a:gsLst>
                <a:gs pos="0">
                  <a:srgbClr val="E3E3E3">
                    <a:alpha val="14122"/>
                  </a:srgbClr>
                </a:gs>
                <a:gs pos="14286">
                  <a:srgbClr val="E3E3E3">
                    <a:alpha val="13058"/>
                  </a:srgbClr>
                </a:gs>
                <a:gs pos="28571">
                  <a:srgbClr val="E3E3E3">
                    <a:alpha val="10295"/>
                  </a:srgbClr>
                </a:gs>
                <a:gs pos="42857">
                  <a:srgbClr val="E3E3E3">
                    <a:alpha val="6878"/>
                  </a:srgbClr>
                </a:gs>
                <a:gs pos="57143">
                  <a:srgbClr val="E3E3E3">
                    <a:alpha val="3872"/>
                  </a:srgbClr>
                </a:gs>
                <a:gs pos="71429">
                  <a:srgbClr val="E3E3E3">
                    <a:alpha val="1831"/>
                  </a:srgbClr>
                </a:gs>
                <a:gs pos="85714">
                  <a:srgbClr val="E3E3E3">
                    <a:alpha val="728"/>
                  </a:srgbClr>
                </a:gs>
                <a:gs pos="100000">
                  <a:srgbClr val="E3E3E3">
                    <a:alpha val="2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4" name="Splat 344"/>
            <p:cNvSpPr>
              <a:spLocks noGrp="1"/>
            </p:cNvSpPr>
            <p:nvPr/>
          </p:nvSpPr>
          <p:spPr>
            <a:xfrm rot="-10313839">
              <a:off x="1183135" y="3140512"/>
              <a:ext cx="542766" cy="411032"/>
            </a:xfrm>
            <a:prstGeom prst="ellipse">
              <a:avLst/>
            </a:prstGeom>
            <a:gradFill>
              <a:gsLst>
                <a:gs pos="0">
                  <a:srgbClr val="7F7E7E">
                    <a:alpha val="12424"/>
                  </a:srgbClr>
                </a:gs>
                <a:gs pos="14286">
                  <a:srgbClr val="7F7E7E">
                    <a:alpha val="11479"/>
                  </a:srgbClr>
                </a:gs>
                <a:gs pos="28571">
                  <a:srgbClr val="7F7E7E">
                    <a:alpha val="9033"/>
                  </a:srgbClr>
                </a:gs>
                <a:gs pos="42857">
                  <a:srgbClr val="7F7E7E">
                    <a:alpha val="6021"/>
                  </a:srgbClr>
                </a:gs>
                <a:gs pos="57143">
                  <a:srgbClr val="7F7E7E">
                    <a:alpha val="3382"/>
                  </a:srgbClr>
                </a:gs>
                <a:gs pos="71429">
                  <a:srgbClr val="7F7E7E">
                    <a:alpha val="1598"/>
                  </a:srgbClr>
                </a:gs>
                <a:gs pos="85714">
                  <a:srgbClr val="7F7E7E">
                    <a:alpha val="635"/>
                  </a:srgbClr>
                </a:gs>
                <a:gs pos="100000">
                  <a:srgbClr val="7F7E7E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5" name="Splat 345"/>
            <p:cNvSpPr>
              <a:spLocks noGrp="1"/>
            </p:cNvSpPr>
            <p:nvPr/>
          </p:nvSpPr>
          <p:spPr>
            <a:xfrm rot="-9619500">
              <a:off x="1018121" y="3464878"/>
              <a:ext cx="738159" cy="366395"/>
            </a:xfrm>
            <a:prstGeom prst="ellipse">
              <a:avLst/>
            </a:prstGeom>
            <a:gradFill>
              <a:gsLst>
                <a:gs pos="0">
                  <a:srgbClr val="4D4C4E">
                    <a:alpha val="17225"/>
                  </a:srgbClr>
                </a:gs>
                <a:gs pos="14286">
                  <a:srgbClr val="4D4C4E">
                    <a:alpha val="15950"/>
                  </a:srgbClr>
                </a:gs>
                <a:gs pos="28571">
                  <a:srgbClr val="4D4C4E">
                    <a:alpha val="12621"/>
                  </a:srgbClr>
                </a:gs>
                <a:gs pos="42857">
                  <a:srgbClr val="4D4C4E">
                    <a:alpha val="8469"/>
                  </a:srgbClr>
                </a:gs>
                <a:gs pos="57143">
                  <a:srgbClr val="4D4C4E">
                    <a:alpha val="4785"/>
                  </a:srgbClr>
                </a:gs>
                <a:gs pos="71429">
                  <a:srgbClr val="4D4C4E">
                    <a:alpha val="2269"/>
                  </a:srgbClr>
                </a:gs>
                <a:gs pos="85714">
                  <a:srgbClr val="4D4C4E">
                    <a:alpha val="904"/>
                  </a:srgbClr>
                </a:gs>
                <a:gs pos="100000">
                  <a:srgbClr val="4D4C4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6" name="Splat 346"/>
            <p:cNvSpPr>
              <a:spLocks noGrp="1"/>
            </p:cNvSpPr>
            <p:nvPr/>
          </p:nvSpPr>
          <p:spPr>
            <a:xfrm rot="3934819">
              <a:off x="2189918" y="3104694"/>
              <a:ext cx="512530" cy="492039"/>
            </a:xfrm>
            <a:prstGeom prst="ellipse">
              <a:avLst/>
            </a:prstGeom>
            <a:gradFill>
              <a:gsLst>
                <a:gs pos="0">
                  <a:srgbClr val="8A8B8B">
                    <a:alpha val="7633"/>
                  </a:srgbClr>
                </a:gs>
                <a:gs pos="14286">
                  <a:srgbClr val="8A8B8B">
                    <a:alpha val="7038"/>
                  </a:srgbClr>
                </a:gs>
                <a:gs pos="28571">
                  <a:srgbClr val="8A8B8B">
                    <a:alpha val="5509"/>
                  </a:srgbClr>
                </a:gs>
                <a:gs pos="42857">
                  <a:srgbClr val="8A8B8B">
                    <a:alpha val="3649"/>
                  </a:srgbClr>
                </a:gs>
                <a:gs pos="57143">
                  <a:srgbClr val="8A8B8B">
                    <a:alpha val="2038"/>
                  </a:srgbClr>
                </a:gs>
                <a:gs pos="71429">
                  <a:srgbClr val="8A8B8B">
                    <a:alpha val="959"/>
                  </a:srgbClr>
                </a:gs>
                <a:gs pos="85714">
                  <a:srgbClr val="8A8B8B">
                    <a:alpha val="380"/>
                  </a:srgbClr>
                </a:gs>
                <a:gs pos="100000">
                  <a:srgbClr val="8A8B8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7" name="Splat 347"/>
            <p:cNvSpPr>
              <a:spLocks noGrp="1"/>
            </p:cNvSpPr>
            <p:nvPr/>
          </p:nvSpPr>
          <p:spPr>
            <a:xfrm rot="4488969">
              <a:off x="1541418" y="1075442"/>
              <a:ext cx="627633" cy="708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8" name="Splat 348"/>
            <p:cNvSpPr>
              <a:spLocks noGrp="1"/>
            </p:cNvSpPr>
            <p:nvPr/>
          </p:nvSpPr>
          <p:spPr>
            <a:xfrm rot="5400000">
              <a:off x="1293655" y="1295900"/>
              <a:ext cx="55986" cy="55986"/>
            </a:xfrm>
            <a:prstGeom prst="ellipse">
              <a:avLst/>
            </a:prstGeom>
            <a:gradFill>
              <a:gsLst>
                <a:gs pos="0">
                  <a:srgbClr val="C6C6C6">
                    <a:alpha val="14913"/>
                  </a:srgbClr>
                </a:gs>
                <a:gs pos="14286">
                  <a:srgbClr val="C6C6C6">
                    <a:alpha val="13795"/>
                  </a:srgbClr>
                </a:gs>
                <a:gs pos="28571">
                  <a:srgbClr val="C6C6C6">
                    <a:alpha val="10886"/>
                  </a:srgbClr>
                </a:gs>
                <a:gs pos="42857">
                  <a:srgbClr val="C6C6C6">
                    <a:alpha val="7281"/>
                  </a:srgbClr>
                </a:gs>
                <a:gs pos="57143">
                  <a:srgbClr val="C6C6C6">
                    <a:alpha val="4102"/>
                  </a:srgbClr>
                </a:gs>
                <a:gs pos="71429">
                  <a:srgbClr val="C6C6C6">
                    <a:alpha val="1942"/>
                  </a:srgbClr>
                </a:gs>
                <a:gs pos="85714">
                  <a:srgbClr val="C6C6C6">
                    <a:alpha val="772"/>
                  </a:srgbClr>
                </a:gs>
                <a:gs pos="100000">
                  <a:srgbClr val="C6C6C6">
                    <a:alpha val="2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9" name="Splat 349"/>
            <p:cNvSpPr>
              <a:spLocks noGrp="1"/>
            </p:cNvSpPr>
            <p:nvPr/>
          </p:nvSpPr>
          <p:spPr>
            <a:xfrm rot="9070259">
              <a:off x="2607439" y="1517829"/>
              <a:ext cx="527341" cy="298567"/>
            </a:xfrm>
            <a:prstGeom prst="ellipse">
              <a:avLst/>
            </a:prstGeom>
            <a:gradFill>
              <a:gsLst>
                <a:gs pos="0">
                  <a:srgbClr val="000200">
                    <a:alpha val="11404"/>
                  </a:srgbClr>
                </a:gs>
                <a:gs pos="14286">
                  <a:srgbClr val="000200">
                    <a:alpha val="10532"/>
                  </a:srgbClr>
                </a:gs>
                <a:gs pos="28571">
                  <a:srgbClr val="000200">
                    <a:alpha val="8279"/>
                  </a:srgbClr>
                </a:gs>
                <a:gs pos="42857">
                  <a:srgbClr val="000200">
                    <a:alpha val="5510"/>
                  </a:srgbClr>
                </a:gs>
                <a:gs pos="57143">
                  <a:srgbClr val="000200">
                    <a:alpha val="3092"/>
                  </a:srgbClr>
                </a:gs>
                <a:gs pos="71429">
                  <a:srgbClr val="000200">
                    <a:alpha val="1459"/>
                  </a:srgbClr>
                </a:gs>
                <a:gs pos="85714">
                  <a:srgbClr val="000200">
                    <a:alpha val="580"/>
                  </a:srgbClr>
                </a:gs>
                <a:gs pos="100000">
                  <a:srgbClr val="0002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0" name="Splat 350"/>
            <p:cNvSpPr>
              <a:spLocks noGrp="1"/>
            </p:cNvSpPr>
            <p:nvPr/>
          </p:nvSpPr>
          <p:spPr>
            <a:xfrm rot="6413710">
              <a:off x="1626713" y="3082705"/>
              <a:ext cx="409279" cy="404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1" name="Splat 351"/>
            <p:cNvSpPr>
              <a:spLocks noGrp="1"/>
            </p:cNvSpPr>
            <p:nvPr/>
          </p:nvSpPr>
          <p:spPr>
            <a:xfrm rot="6465711">
              <a:off x="1664110" y="2466918"/>
              <a:ext cx="688419" cy="3795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2" name="Splat 352"/>
            <p:cNvSpPr>
              <a:spLocks noGrp="1"/>
            </p:cNvSpPr>
            <p:nvPr/>
          </p:nvSpPr>
          <p:spPr>
            <a:xfrm rot="5400000">
              <a:off x="2268870" y="1154952"/>
              <a:ext cx="56814" cy="56814"/>
            </a:xfrm>
            <a:prstGeom prst="ellipse">
              <a:avLst/>
            </a:prstGeom>
            <a:gradFill>
              <a:gsLst>
                <a:gs pos="0">
                  <a:srgbClr val="E6E6E6">
                    <a:alpha val="14694"/>
                  </a:srgbClr>
                </a:gs>
                <a:gs pos="14286">
                  <a:srgbClr val="E6E6E6">
                    <a:alpha val="13590"/>
                  </a:srgbClr>
                </a:gs>
                <a:gs pos="28571">
                  <a:srgbClr val="E6E6E6">
                    <a:alpha val="10722"/>
                  </a:srgbClr>
                </a:gs>
                <a:gs pos="42857">
                  <a:srgbClr val="E6E6E6">
                    <a:alpha val="7169"/>
                  </a:srgbClr>
                </a:gs>
                <a:gs pos="57143">
                  <a:srgbClr val="E6E6E6">
                    <a:alpha val="4038"/>
                  </a:srgbClr>
                </a:gs>
                <a:gs pos="71429">
                  <a:srgbClr val="E6E6E6">
                    <a:alpha val="1911"/>
                  </a:srgbClr>
                </a:gs>
                <a:gs pos="85714">
                  <a:srgbClr val="E6E6E6">
                    <a:alpha val="760"/>
                  </a:srgbClr>
                </a:gs>
                <a:gs pos="100000">
                  <a:srgbClr val="E6E6E6">
                    <a:alpha val="2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3" name="Splat 353"/>
            <p:cNvSpPr>
              <a:spLocks noGrp="1"/>
            </p:cNvSpPr>
            <p:nvPr/>
          </p:nvSpPr>
          <p:spPr>
            <a:xfrm rot="7864739">
              <a:off x="3155936" y="1198348"/>
              <a:ext cx="453463" cy="278315"/>
            </a:xfrm>
            <a:prstGeom prst="ellipse">
              <a:avLst/>
            </a:prstGeom>
            <a:gradFill>
              <a:gsLst>
                <a:gs pos="0">
                  <a:srgbClr val="010302">
                    <a:alpha val="23002"/>
                  </a:srgbClr>
                </a:gs>
                <a:gs pos="14286">
                  <a:srgbClr val="010302">
                    <a:alpha val="21356"/>
                  </a:srgbClr>
                </a:gs>
                <a:gs pos="28571">
                  <a:srgbClr val="010302">
                    <a:alpha val="17017"/>
                  </a:srgbClr>
                </a:gs>
                <a:gs pos="42857">
                  <a:srgbClr val="010302">
                    <a:alpha val="11516"/>
                  </a:srgbClr>
                </a:gs>
                <a:gs pos="57143">
                  <a:srgbClr val="010302">
                    <a:alpha val="6555"/>
                  </a:srgbClr>
                </a:gs>
                <a:gs pos="71429">
                  <a:srgbClr val="010302">
                    <a:alpha val="3124"/>
                  </a:srgbClr>
                </a:gs>
                <a:gs pos="85714">
                  <a:srgbClr val="010302">
                    <a:alpha val="1247"/>
                  </a:srgbClr>
                </a:gs>
                <a:gs pos="100000">
                  <a:srgbClr val="010302">
                    <a:alpha val="4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4" name="Splat 354"/>
            <p:cNvSpPr>
              <a:spLocks noGrp="1"/>
            </p:cNvSpPr>
            <p:nvPr/>
          </p:nvSpPr>
          <p:spPr>
            <a:xfrm rot="5400000">
              <a:off x="893522" y="837112"/>
              <a:ext cx="57989" cy="57989"/>
            </a:xfrm>
            <a:prstGeom prst="ellipse">
              <a:avLst/>
            </a:prstGeom>
            <a:gradFill>
              <a:gsLst>
                <a:gs pos="0">
                  <a:srgbClr val="E1E1E1">
                    <a:alpha val="14381"/>
                  </a:srgbClr>
                </a:gs>
                <a:gs pos="14286">
                  <a:srgbClr val="E1E1E1">
                    <a:alpha val="13299"/>
                  </a:srgbClr>
                </a:gs>
                <a:gs pos="28571">
                  <a:srgbClr val="E1E1E1">
                    <a:alpha val="10489"/>
                  </a:srgbClr>
                </a:gs>
                <a:gs pos="42857">
                  <a:srgbClr val="E1E1E1">
                    <a:alpha val="7010"/>
                  </a:srgbClr>
                </a:gs>
                <a:gs pos="57143">
                  <a:srgbClr val="E1E1E1">
                    <a:alpha val="3947"/>
                  </a:srgbClr>
                </a:gs>
                <a:gs pos="71429">
                  <a:srgbClr val="E1E1E1">
                    <a:alpha val="1867"/>
                  </a:srgbClr>
                </a:gs>
                <a:gs pos="85714">
                  <a:srgbClr val="E1E1E1">
                    <a:alpha val="743"/>
                  </a:srgbClr>
                </a:gs>
                <a:gs pos="100000">
                  <a:srgbClr val="E1E1E1">
                    <a:alpha val="2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5" name="Splat 355"/>
            <p:cNvSpPr>
              <a:spLocks noGrp="1"/>
            </p:cNvSpPr>
            <p:nvPr/>
          </p:nvSpPr>
          <p:spPr>
            <a:xfrm rot="3917841">
              <a:off x="2469413" y="3401054"/>
              <a:ext cx="534550" cy="39238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6" name="Splat 356"/>
            <p:cNvSpPr>
              <a:spLocks noGrp="1"/>
            </p:cNvSpPr>
            <p:nvPr/>
          </p:nvSpPr>
          <p:spPr>
            <a:xfrm rot="5400000">
              <a:off x="3295117" y="1361222"/>
              <a:ext cx="58091" cy="58091"/>
            </a:xfrm>
            <a:prstGeom prst="ellipse">
              <a:avLst/>
            </a:prstGeom>
            <a:gradFill>
              <a:gsLst>
                <a:gs pos="0">
                  <a:srgbClr val="D4D4D4">
                    <a:alpha val="14354"/>
                  </a:srgbClr>
                </a:gs>
                <a:gs pos="14286">
                  <a:srgbClr val="D4D4D4">
                    <a:alpha val="13274"/>
                  </a:srgbClr>
                </a:gs>
                <a:gs pos="28571">
                  <a:srgbClr val="D4D4D4">
                    <a:alpha val="10468"/>
                  </a:srgbClr>
                </a:gs>
                <a:gs pos="42857">
                  <a:srgbClr val="D4D4D4">
                    <a:alpha val="6996"/>
                  </a:srgbClr>
                </a:gs>
                <a:gs pos="57143">
                  <a:srgbClr val="D4D4D4">
                    <a:alpha val="3939"/>
                  </a:srgbClr>
                </a:gs>
                <a:gs pos="71429">
                  <a:srgbClr val="D4D4D4">
                    <a:alpha val="1864"/>
                  </a:srgbClr>
                </a:gs>
                <a:gs pos="85714">
                  <a:srgbClr val="D4D4D4">
                    <a:alpha val="741"/>
                  </a:srgbClr>
                </a:gs>
                <a:gs pos="100000">
                  <a:srgbClr val="D4D4D4">
                    <a:alpha val="24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7" name="Splat 357"/>
            <p:cNvSpPr>
              <a:spLocks noGrp="1"/>
            </p:cNvSpPr>
            <p:nvPr/>
          </p:nvSpPr>
          <p:spPr>
            <a:xfrm rot="-8512315">
              <a:off x="2000658" y="2775174"/>
              <a:ext cx="617431" cy="365486"/>
            </a:xfrm>
            <a:prstGeom prst="ellipse">
              <a:avLst/>
            </a:prstGeom>
            <a:gradFill>
              <a:gsLst>
                <a:gs pos="0">
                  <a:srgbClr val="5C5E5C">
                    <a:alpha val="5919"/>
                  </a:srgbClr>
                </a:gs>
                <a:gs pos="14286">
                  <a:srgbClr val="5C5E5C">
                    <a:alpha val="5454"/>
                  </a:srgbClr>
                </a:gs>
                <a:gs pos="28571">
                  <a:srgbClr val="5C5E5C">
                    <a:alpha val="4261"/>
                  </a:srgbClr>
                </a:gs>
                <a:gs pos="42857">
                  <a:srgbClr val="5C5E5C">
                    <a:alpha val="2816"/>
                  </a:srgbClr>
                </a:gs>
                <a:gs pos="57143">
                  <a:srgbClr val="5C5E5C">
                    <a:alpha val="1570"/>
                  </a:srgbClr>
                </a:gs>
                <a:gs pos="71429">
                  <a:srgbClr val="5C5E5C">
                    <a:alpha val="738"/>
                  </a:srgbClr>
                </a:gs>
                <a:gs pos="85714">
                  <a:srgbClr val="5C5E5C">
                    <a:alpha val="293"/>
                  </a:srgbClr>
                </a:gs>
                <a:gs pos="100000">
                  <a:srgbClr val="5C5E5C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8" name="Splat 358"/>
            <p:cNvSpPr>
              <a:spLocks noGrp="1"/>
            </p:cNvSpPr>
            <p:nvPr/>
          </p:nvSpPr>
          <p:spPr>
            <a:xfrm rot="5400000">
              <a:off x="3400045" y="1534630"/>
              <a:ext cx="59797" cy="59797"/>
            </a:xfrm>
            <a:prstGeom prst="ellipse">
              <a:avLst/>
            </a:prstGeom>
            <a:gradFill>
              <a:gsLst>
                <a:gs pos="0">
                  <a:srgbClr val="D0CFD0">
                    <a:alpha val="13898"/>
                  </a:srgbClr>
                </a:gs>
                <a:gs pos="14286">
                  <a:srgbClr val="D0CFD0">
                    <a:alpha val="12850"/>
                  </a:srgbClr>
                </a:gs>
                <a:gs pos="28571">
                  <a:srgbClr val="D0CFD0">
                    <a:alpha val="10128"/>
                  </a:srgbClr>
                </a:gs>
                <a:gs pos="42857">
                  <a:srgbClr val="D0CFD0">
                    <a:alpha val="6765"/>
                  </a:srgbClr>
                </a:gs>
                <a:gs pos="57143">
                  <a:srgbClr val="D0CFD0">
                    <a:alpha val="3807"/>
                  </a:srgbClr>
                </a:gs>
                <a:gs pos="71429">
                  <a:srgbClr val="D0CFD0">
                    <a:alpha val="1800"/>
                  </a:srgbClr>
                </a:gs>
                <a:gs pos="85714">
                  <a:srgbClr val="D0CFD0">
                    <a:alpha val="716"/>
                  </a:srgbClr>
                </a:gs>
                <a:gs pos="100000">
                  <a:srgbClr val="D0CFD0">
                    <a:alpha val="24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9" name="Splat 359"/>
            <p:cNvSpPr>
              <a:spLocks noGrp="1"/>
            </p:cNvSpPr>
            <p:nvPr/>
          </p:nvSpPr>
          <p:spPr>
            <a:xfrm rot="10793155">
              <a:off x="2537061" y="1649057"/>
              <a:ext cx="815226" cy="59624"/>
            </a:xfrm>
            <a:prstGeom prst="ellipse">
              <a:avLst/>
            </a:prstGeom>
            <a:gradFill>
              <a:gsLst>
                <a:gs pos="0">
                  <a:srgbClr val="D0CFD0">
                    <a:alpha val="27210"/>
                  </a:srgbClr>
                </a:gs>
                <a:gs pos="14286">
                  <a:srgbClr val="D0CFD0">
                    <a:alpha val="25316"/>
                  </a:srgbClr>
                </a:gs>
                <a:gs pos="28571">
                  <a:srgbClr val="D0CFD0">
                    <a:alpha val="20280"/>
                  </a:srgbClr>
                </a:gs>
                <a:gs pos="42857">
                  <a:srgbClr val="D0CFD0">
                    <a:alpha val="13814"/>
                  </a:srgbClr>
                </a:gs>
                <a:gs pos="57143">
                  <a:srgbClr val="D0CFD0">
                    <a:alpha val="7907"/>
                  </a:srgbClr>
                </a:gs>
                <a:gs pos="71429">
                  <a:srgbClr val="D0CFD0">
                    <a:alpha val="3783"/>
                  </a:srgbClr>
                </a:gs>
                <a:gs pos="85714">
                  <a:srgbClr val="D0CFD0">
                    <a:alpha val="1513"/>
                  </a:srgbClr>
                </a:gs>
                <a:gs pos="100000">
                  <a:srgbClr val="D0CFD0">
                    <a:alpha val="5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0" name="Splat 360"/>
            <p:cNvSpPr>
              <a:spLocks noGrp="1"/>
            </p:cNvSpPr>
            <p:nvPr/>
          </p:nvSpPr>
          <p:spPr>
            <a:xfrm rot="5363220">
              <a:off x="1905380" y="2535023"/>
              <a:ext cx="384941" cy="434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1" name="Splat 361"/>
            <p:cNvSpPr>
              <a:spLocks noGrp="1"/>
            </p:cNvSpPr>
            <p:nvPr/>
          </p:nvSpPr>
          <p:spPr>
            <a:xfrm rot="5400000">
              <a:off x="856874" y="838802"/>
              <a:ext cx="60607" cy="60607"/>
            </a:xfrm>
            <a:prstGeom prst="ellipse">
              <a:avLst/>
            </a:prstGeom>
            <a:gradFill>
              <a:gsLst>
                <a:gs pos="0">
                  <a:srgbClr val="E2E2E2">
                    <a:alpha val="13681"/>
                  </a:srgbClr>
                </a:gs>
                <a:gs pos="14286">
                  <a:srgbClr val="E2E2E2">
                    <a:alpha val="12648"/>
                  </a:srgbClr>
                </a:gs>
                <a:gs pos="28571">
                  <a:srgbClr val="E2E2E2">
                    <a:alpha val="9967"/>
                  </a:srgbClr>
                </a:gs>
                <a:gs pos="42857">
                  <a:srgbClr val="E2E2E2">
                    <a:alpha val="6655"/>
                  </a:srgbClr>
                </a:gs>
                <a:gs pos="57143">
                  <a:srgbClr val="E2E2E2">
                    <a:alpha val="3744"/>
                  </a:srgbClr>
                </a:gs>
                <a:gs pos="71429">
                  <a:srgbClr val="E2E2E2">
                    <a:alpha val="1770"/>
                  </a:srgbClr>
                </a:gs>
                <a:gs pos="85714">
                  <a:srgbClr val="E2E2E2">
                    <a:alpha val="704"/>
                  </a:srgbClr>
                </a:gs>
                <a:gs pos="100000">
                  <a:srgbClr val="E2E2E2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2" name="Splat 362"/>
            <p:cNvSpPr>
              <a:spLocks noGrp="1"/>
            </p:cNvSpPr>
            <p:nvPr/>
          </p:nvSpPr>
          <p:spPr>
            <a:xfrm rot="5400000">
              <a:off x="1539260" y="3436335"/>
              <a:ext cx="60081" cy="60081"/>
            </a:xfrm>
            <a:prstGeom prst="ellipse">
              <a:avLst/>
            </a:prstGeom>
            <a:gradFill>
              <a:gsLst>
                <a:gs pos="0">
                  <a:srgbClr val="CFCFCF">
                    <a:alpha val="13822"/>
                  </a:srgbClr>
                </a:gs>
                <a:gs pos="14286">
                  <a:srgbClr val="CFCFCF">
                    <a:alpha val="12779"/>
                  </a:srgbClr>
                </a:gs>
                <a:gs pos="28571">
                  <a:srgbClr val="CFCFCF">
                    <a:alpha val="10072"/>
                  </a:srgbClr>
                </a:gs>
                <a:gs pos="42857">
                  <a:srgbClr val="CFCFCF">
                    <a:alpha val="6726"/>
                  </a:srgbClr>
                </a:gs>
                <a:gs pos="57143">
                  <a:srgbClr val="CFCFCF">
                    <a:alpha val="3785"/>
                  </a:srgbClr>
                </a:gs>
                <a:gs pos="71429">
                  <a:srgbClr val="CFCFCF">
                    <a:alpha val="1790"/>
                  </a:srgbClr>
                </a:gs>
                <a:gs pos="85714">
                  <a:srgbClr val="CFCFCF">
                    <a:alpha val="712"/>
                  </a:srgbClr>
                </a:gs>
                <a:gs pos="100000">
                  <a:srgbClr val="CFCFCF">
                    <a:alpha val="2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3" name="Splat 363"/>
            <p:cNvSpPr>
              <a:spLocks noGrp="1"/>
            </p:cNvSpPr>
            <p:nvPr/>
          </p:nvSpPr>
          <p:spPr>
            <a:xfrm rot="6597243">
              <a:off x="1774392" y="2401899"/>
              <a:ext cx="504102" cy="39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4" name="Splat 364"/>
            <p:cNvSpPr>
              <a:spLocks noGrp="1"/>
            </p:cNvSpPr>
            <p:nvPr/>
          </p:nvSpPr>
          <p:spPr>
            <a:xfrm rot="6018820">
              <a:off x="2893806" y="736136"/>
              <a:ext cx="323910" cy="282346"/>
            </a:xfrm>
            <a:prstGeom prst="ellipse">
              <a:avLst/>
            </a:prstGeom>
            <a:gradFill>
              <a:gsLst>
                <a:gs pos="0">
                  <a:srgbClr val="F7F6F6">
                    <a:alpha val="11829"/>
                  </a:srgbClr>
                </a:gs>
                <a:gs pos="14286">
                  <a:srgbClr val="F7F6F6">
                    <a:alpha val="10926"/>
                  </a:srgbClr>
                </a:gs>
                <a:gs pos="28571">
                  <a:srgbClr val="F7F6F6">
                    <a:alpha val="8592"/>
                  </a:srgbClr>
                </a:gs>
                <a:gs pos="42857">
                  <a:srgbClr val="F7F6F6">
                    <a:alpha val="5722"/>
                  </a:srgbClr>
                </a:gs>
                <a:gs pos="57143">
                  <a:srgbClr val="F7F6F6">
                    <a:alpha val="3212"/>
                  </a:srgbClr>
                </a:gs>
                <a:gs pos="71429">
                  <a:srgbClr val="F7F6F6">
                    <a:alpha val="1517"/>
                  </a:srgbClr>
                </a:gs>
                <a:gs pos="85714">
                  <a:srgbClr val="F7F6F6">
                    <a:alpha val="603"/>
                  </a:srgbClr>
                </a:gs>
                <a:gs pos="100000">
                  <a:srgbClr val="F7F6F6">
                    <a:alpha val="2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5" name="Splat 365"/>
            <p:cNvSpPr>
              <a:spLocks noGrp="1"/>
            </p:cNvSpPr>
            <p:nvPr/>
          </p:nvSpPr>
          <p:spPr>
            <a:xfrm rot="-8945917">
              <a:off x="2720569" y="1493158"/>
              <a:ext cx="469080" cy="317730"/>
            </a:xfrm>
            <a:prstGeom prst="ellipse">
              <a:avLst/>
            </a:prstGeom>
            <a:gradFill>
              <a:gsLst>
                <a:gs pos="0">
                  <a:srgbClr val="000204">
                    <a:alpha val="7143"/>
                  </a:srgbClr>
                </a:gs>
                <a:gs pos="14286">
                  <a:srgbClr val="000204">
                    <a:alpha val="6584"/>
                  </a:srgbClr>
                </a:gs>
                <a:gs pos="28571">
                  <a:srgbClr val="000204">
                    <a:alpha val="5151"/>
                  </a:srgbClr>
                </a:gs>
                <a:gs pos="42857">
                  <a:srgbClr val="000204">
                    <a:alpha val="3409"/>
                  </a:srgbClr>
                </a:gs>
                <a:gs pos="57143">
                  <a:srgbClr val="000204">
                    <a:alpha val="1904"/>
                  </a:srgbClr>
                </a:gs>
                <a:gs pos="71429">
                  <a:srgbClr val="000204">
                    <a:alpha val="896"/>
                  </a:srgbClr>
                </a:gs>
                <a:gs pos="85714">
                  <a:srgbClr val="000204">
                    <a:alpha val="355"/>
                  </a:srgbClr>
                </a:gs>
                <a:gs pos="100000">
                  <a:srgbClr val="000204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6" name="Splat 366"/>
            <p:cNvSpPr>
              <a:spLocks noGrp="1"/>
            </p:cNvSpPr>
            <p:nvPr/>
          </p:nvSpPr>
          <p:spPr>
            <a:xfrm rot="-9614046">
              <a:off x="1726289" y="1086762"/>
              <a:ext cx="643683" cy="74263"/>
            </a:xfrm>
            <a:prstGeom prst="ellipse">
              <a:avLst/>
            </a:prstGeom>
            <a:gradFill>
              <a:gsLst>
                <a:gs pos="0">
                  <a:srgbClr val="F9FAF9">
                    <a:alpha val="4132"/>
                  </a:srgbClr>
                </a:gs>
                <a:gs pos="14286">
                  <a:srgbClr val="F9FAF9">
                    <a:alpha val="3805"/>
                  </a:srgbClr>
                </a:gs>
                <a:gs pos="28571">
                  <a:srgbClr val="F9FAF9">
                    <a:alpha val="2967"/>
                  </a:srgbClr>
                </a:gs>
                <a:gs pos="42857">
                  <a:srgbClr val="F9FAF9">
                    <a:alpha val="1956"/>
                  </a:srgbClr>
                </a:gs>
                <a:gs pos="57143">
                  <a:srgbClr val="F9FAF9">
                    <a:alpha val="1089"/>
                  </a:srgbClr>
                </a:gs>
                <a:gs pos="71429">
                  <a:srgbClr val="F9FAF9">
                    <a:alpha val="511"/>
                  </a:srgbClr>
                </a:gs>
                <a:gs pos="85714">
                  <a:srgbClr val="F9FAF9">
                    <a:alpha val="202"/>
                  </a:srgbClr>
                </a:gs>
                <a:gs pos="100000">
                  <a:srgbClr val="F9FAF9">
                    <a:alpha val="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7" name="Splat 367"/>
            <p:cNvSpPr>
              <a:spLocks noGrp="1"/>
            </p:cNvSpPr>
            <p:nvPr/>
          </p:nvSpPr>
          <p:spPr>
            <a:xfrm rot="-10654223">
              <a:off x="3060802" y="1348857"/>
              <a:ext cx="492807" cy="328880"/>
            </a:xfrm>
            <a:prstGeom prst="ellipse">
              <a:avLst/>
            </a:prstGeom>
            <a:gradFill>
              <a:gsLst>
                <a:gs pos="0">
                  <a:srgbClr val="E4E4E3">
                    <a:alpha val="16635"/>
                  </a:srgbClr>
                </a:gs>
                <a:gs pos="14286">
                  <a:srgbClr val="E4E4E3">
                    <a:alpha val="15399"/>
                  </a:srgbClr>
                </a:gs>
                <a:gs pos="28571">
                  <a:srgbClr val="E4E4E3">
                    <a:alpha val="12176"/>
                  </a:srgbClr>
                </a:gs>
                <a:gs pos="42857">
                  <a:srgbClr val="E4E4E3">
                    <a:alpha val="8164"/>
                  </a:srgbClr>
                </a:gs>
                <a:gs pos="57143">
                  <a:srgbClr val="E4E4E3">
                    <a:alpha val="4609"/>
                  </a:srgbClr>
                </a:gs>
                <a:gs pos="71429">
                  <a:srgbClr val="E4E4E3">
                    <a:alpha val="2185"/>
                  </a:srgbClr>
                </a:gs>
                <a:gs pos="85714">
                  <a:srgbClr val="E4E4E3">
                    <a:alpha val="870"/>
                  </a:srgbClr>
                </a:gs>
                <a:gs pos="100000">
                  <a:srgbClr val="E4E4E3">
                    <a:alpha val="2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8" name="Splat 368"/>
            <p:cNvSpPr>
              <a:spLocks noGrp="1"/>
            </p:cNvSpPr>
            <p:nvPr/>
          </p:nvSpPr>
          <p:spPr>
            <a:xfrm rot="10047616">
              <a:off x="1970613" y="3353393"/>
              <a:ext cx="242661" cy="1252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9" name="Splat 369"/>
            <p:cNvSpPr>
              <a:spLocks noGrp="1"/>
            </p:cNvSpPr>
            <p:nvPr/>
          </p:nvSpPr>
          <p:spPr>
            <a:xfrm rot="5400000">
              <a:off x="1453813" y="2092394"/>
              <a:ext cx="62737" cy="62737"/>
            </a:xfrm>
            <a:prstGeom prst="ellipse">
              <a:avLst/>
            </a:prstGeom>
            <a:gradFill>
              <a:gsLst>
                <a:gs pos="0">
                  <a:srgbClr val="B4B4B4">
                    <a:alpha val="13107"/>
                  </a:srgbClr>
                </a:gs>
                <a:gs pos="14286">
                  <a:srgbClr val="B4B4B4">
                    <a:alpha val="12114"/>
                  </a:srgbClr>
                </a:gs>
                <a:gs pos="28571">
                  <a:srgbClr val="B4B4B4">
                    <a:alpha val="9540"/>
                  </a:srgbClr>
                </a:gs>
                <a:gs pos="42857">
                  <a:srgbClr val="B4B4B4">
                    <a:alpha val="6365"/>
                  </a:srgbClr>
                </a:gs>
                <a:gs pos="57143">
                  <a:srgbClr val="B4B4B4">
                    <a:alpha val="3578"/>
                  </a:srgbClr>
                </a:gs>
                <a:gs pos="71429">
                  <a:srgbClr val="B4B4B4">
                    <a:alpha val="1691"/>
                  </a:srgbClr>
                </a:gs>
                <a:gs pos="85714">
                  <a:srgbClr val="B4B4B4">
                    <a:alpha val="672"/>
                  </a:srgbClr>
                </a:gs>
                <a:gs pos="100000">
                  <a:srgbClr val="B4B4B4">
                    <a:alpha val="2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0" name="Splat 370"/>
            <p:cNvSpPr>
              <a:spLocks noGrp="1"/>
            </p:cNvSpPr>
            <p:nvPr/>
          </p:nvSpPr>
          <p:spPr>
            <a:xfrm rot="-9063127">
              <a:off x="2169836" y="919650"/>
              <a:ext cx="405394" cy="376973"/>
            </a:xfrm>
            <a:prstGeom prst="ellipse">
              <a:avLst/>
            </a:prstGeom>
            <a:gradFill>
              <a:gsLst>
                <a:gs pos="0">
                  <a:srgbClr val="FDFDFD">
                    <a:alpha val="17785"/>
                  </a:srgbClr>
                </a:gs>
                <a:gs pos="14286">
                  <a:srgbClr val="FDFDFD">
                    <a:alpha val="16472"/>
                  </a:srgbClr>
                </a:gs>
                <a:gs pos="28571">
                  <a:srgbClr val="FDFDFD">
                    <a:alpha val="13043"/>
                  </a:srgbClr>
                </a:gs>
                <a:gs pos="42857">
                  <a:srgbClr val="FDFDFD">
                    <a:alpha val="8759"/>
                  </a:srgbClr>
                </a:gs>
                <a:gs pos="57143">
                  <a:srgbClr val="FDFDFD">
                    <a:alpha val="4952"/>
                  </a:srgbClr>
                </a:gs>
                <a:gs pos="71429">
                  <a:srgbClr val="FDFDFD">
                    <a:alpha val="2350"/>
                  </a:srgbClr>
                </a:gs>
                <a:gs pos="85714">
                  <a:srgbClr val="FDFDFD">
                    <a:alpha val="936"/>
                  </a:srgbClr>
                </a:gs>
                <a:gs pos="100000">
                  <a:srgbClr val="FDFDFD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1" name="Splat 371"/>
            <p:cNvSpPr>
              <a:spLocks noGrp="1"/>
            </p:cNvSpPr>
            <p:nvPr/>
          </p:nvSpPr>
          <p:spPr>
            <a:xfrm rot="5400000">
              <a:off x="1280033" y="3532436"/>
              <a:ext cx="63327" cy="63327"/>
            </a:xfrm>
            <a:prstGeom prst="ellipse">
              <a:avLst/>
            </a:prstGeom>
            <a:gradFill>
              <a:gsLst>
                <a:gs pos="0">
                  <a:srgbClr val="BABABA">
                    <a:alpha val="12947"/>
                  </a:srgbClr>
                </a:gs>
                <a:gs pos="14286">
                  <a:srgbClr val="BABABA">
                    <a:alpha val="11965"/>
                  </a:srgbClr>
                </a:gs>
                <a:gs pos="28571">
                  <a:srgbClr val="BABABA">
                    <a:alpha val="9421"/>
                  </a:srgbClr>
                </a:gs>
                <a:gs pos="42857">
                  <a:srgbClr val="BABABA">
                    <a:alpha val="6284"/>
                  </a:srgbClr>
                </a:gs>
                <a:gs pos="57143">
                  <a:srgbClr val="BABABA">
                    <a:alpha val="3532"/>
                  </a:srgbClr>
                </a:gs>
                <a:gs pos="71429">
                  <a:srgbClr val="BABABA">
                    <a:alpha val="1669"/>
                  </a:srgbClr>
                </a:gs>
                <a:gs pos="85714">
                  <a:srgbClr val="BABABA">
                    <a:alpha val="663"/>
                  </a:srgbClr>
                </a:gs>
                <a:gs pos="100000">
                  <a:srgbClr val="BABAB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2" name="Splat 372"/>
            <p:cNvSpPr>
              <a:spLocks noGrp="1"/>
            </p:cNvSpPr>
            <p:nvPr/>
          </p:nvSpPr>
          <p:spPr>
            <a:xfrm rot="10086183">
              <a:off x="2306896" y="1251998"/>
              <a:ext cx="457907" cy="115784"/>
            </a:xfrm>
            <a:prstGeom prst="ellipse">
              <a:avLst/>
            </a:prstGeom>
            <a:gradFill>
              <a:gsLst>
                <a:gs pos="0">
                  <a:srgbClr val="D6D6D6">
                    <a:alpha val="3157"/>
                  </a:srgbClr>
                </a:gs>
                <a:gs pos="14286">
                  <a:srgbClr val="D6D6D6">
                    <a:alpha val="2906"/>
                  </a:srgbClr>
                </a:gs>
                <a:gs pos="28571">
                  <a:srgbClr val="D6D6D6">
                    <a:alpha val="2264"/>
                  </a:srgbClr>
                </a:gs>
                <a:gs pos="42857">
                  <a:srgbClr val="D6D6D6">
                    <a:alpha val="1491"/>
                  </a:srgbClr>
                </a:gs>
                <a:gs pos="57143">
                  <a:srgbClr val="D6D6D6">
                    <a:alpha val="829"/>
                  </a:srgbClr>
                </a:gs>
                <a:gs pos="71429">
                  <a:srgbClr val="D6D6D6">
                    <a:alpha val="389"/>
                  </a:srgbClr>
                </a:gs>
                <a:gs pos="85714">
                  <a:srgbClr val="D6D6D6">
                    <a:alpha val="154"/>
                  </a:srgbClr>
                </a:gs>
                <a:gs pos="100000">
                  <a:srgbClr val="D6D6D6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3" name="Splat 373"/>
            <p:cNvSpPr>
              <a:spLocks noGrp="1"/>
            </p:cNvSpPr>
            <p:nvPr/>
          </p:nvSpPr>
          <p:spPr>
            <a:xfrm rot="6051944">
              <a:off x="1893447" y="3347089"/>
              <a:ext cx="334851" cy="59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4" name="Splat 374"/>
            <p:cNvSpPr>
              <a:spLocks noGrp="1"/>
            </p:cNvSpPr>
            <p:nvPr/>
          </p:nvSpPr>
          <p:spPr>
            <a:xfrm rot="5400000">
              <a:off x="2587225" y="3008786"/>
              <a:ext cx="63749" cy="63749"/>
            </a:xfrm>
            <a:prstGeom prst="ellipse">
              <a:avLst/>
            </a:prstGeom>
            <a:gradFill>
              <a:gsLst>
                <a:gs pos="0">
                  <a:srgbClr val="B6B6B6">
                    <a:alpha val="12833"/>
                  </a:srgbClr>
                </a:gs>
                <a:gs pos="14286">
                  <a:srgbClr val="B6B6B6">
                    <a:alpha val="11859"/>
                  </a:srgbClr>
                </a:gs>
                <a:gs pos="28571">
                  <a:srgbClr val="B6B6B6">
                    <a:alpha val="9336"/>
                  </a:srgbClr>
                </a:gs>
                <a:gs pos="42857">
                  <a:srgbClr val="B6B6B6">
                    <a:alpha val="6227"/>
                  </a:srgbClr>
                </a:gs>
                <a:gs pos="57143">
                  <a:srgbClr val="B6B6B6">
                    <a:alpha val="3500"/>
                  </a:srgbClr>
                </a:gs>
                <a:gs pos="71429">
                  <a:srgbClr val="B6B6B6">
                    <a:alpha val="1654"/>
                  </a:srgbClr>
                </a:gs>
                <a:gs pos="85714">
                  <a:srgbClr val="B6B6B6">
                    <a:alpha val="657"/>
                  </a:srgbClr>
                </a:gs>
                <a:gs pos="100000">
                  <a:srgbClr val="B6B6B6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5" name="Splat 375"/>
            <p:cNvSpPr>
              <a:spLocks noGrp="1"/>
            </p:cNvSpPr>
            <p:nvPr/>
          </p:nvSpPr>
          <p:spPr>
            <a:xfrm rot="6359077">
              <a:off x="1401111" y="1262835"/>
              <a:ext cx="613136" cy="1219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6" name="Splat 376"/>
            <p:cNvSpPr>
              <a:spLocks noGrp="1"/>
            </p:cNvSpPr>
            <p:nvPr/>
          </p:nvSpPr>
          <p:spPr>
            <a:xfrm rot="-9768743">
              <a:off x="1910474" y="2982736"/>
              <a:ext cx="629864" cy="525104"/>
            </a:xfrm>
            <a:prstGeom prst="ellipse">
              <a:avLst/>
            </a:prstGeom>
            <a:gradFill>
              <a:gsLst>
                <a:gs pos="0">
                  <a:srgbClr val="000000">
                    <a:alpha val="5117"/>
                  </a:srgbClr>
                </a:gs>
                <a:gs pos="14286">
                  <a:srgbClr val="000000">
                    <a:alpha val="4713"/>
                  </a:srgbClr>
                </a:gs>
                <a:gs pos="28571">
                  <a:srgbClr val="000000">
                    <a:alpha val="3679"/>
                  </a:srgbClr>
                </a:gs>
                <a:gs pos="42857">
                  <a:srgbClr val="000000">
                    <a:alpha val="2429"/>
                  </a:srgbClr>
                </a:gs>
                <a:gs pos="57143">
                  <a:srgbClr val="000000">
                    <a:alpha val="1353"/>
                  </a:srgbClr>
                </a:gs>
                <a:gs pos="71429">
                  <a:srgbClr val="000000">
                    <a:alpha val="636"/>
                  </a:srgbClr>
                </a:gs>
                <a:gs pos="85714">
                  <a:srgbClr val="000000">
                    <a:alpha val="252"/>
                  </a:srgbClr>
                </a:gs>
                <a:gs pos="100000">
                  <a:srgbClr val="000000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7" name="Splat 377"/>
            <p:cNvSpPr>
              <a:spLocks noGrp="1"/>
            </p:cNvSpPr>
            <p:nvPr/>
          </p:nvSpPr>
          <p:spPr>
            <a:xfrm rot="7326645">
              <a:off x="1547940" y="3441255"/>
              <a:ext cx="254062" cy="1627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8" name="Splat 378"/>
            <p:cNvSpPr>
              <a:spLocks noGrp="1"/>
            </p:cNvSpPr>
            <p:nvPr/>
          </p:nvSpPr>
          <p:spPr>
            <a:xfrm rot="5400000">
              <a:off x="618566" y="908345"/>
              <a:ext cx="64585" cy="64585"/>
            </a:xfrm>
            <a:prstGeom prst="ellipse">
              <a:avLst/>
            </a:prstGeom>
            <a:gradFill>
              <a:gsLst>
                <a:gs pos="0">
                  <a:srgbClr val="D1D1D1">
                    <a:alpha val="12606"/>
                  </a:srgbClr>
                </a:gs>
                <a:gs pos="14286">
                  <a:srgbClr val="D1D1D1">
                    <a:alpha val="11648"/>
                  </a:srgbClr>
                </a:gs>
                <a:gs pos="28571">
                  <a:srgbClr val="D1D1D1">
                    <a:alpha val="9168"/>
                  </a:srgbClr>
                </a:gs>
                <a:gs pos="42857">
                  <a:srgbClr val="D1D1D1">
                    <a:alpha val="6112"/>
                  </a:srgbClr>
                </a:gs>
                <a:gs pos="57143">
                  <a:srgbClr val="D1D1D1">
                    <a:alpha val="3434"/>
                  </a:srgbClr>
                </a:gs>
                <a:gs pos="71429">
                  <a:srgbClr val="D1D1D1">
                    <a:alpha val="1623"/>
                  </a:srgbClr>
                </a:gs>
                <a:gs pos="85714">
                  <a:srgbClr val="D1D1D1">
                    <a:alpha val="645"/>
                  </a:srgbClr>
                </a:gs>
                <a:gs pos="100000">
                  <a:srgbClr val="D1D1D1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9" name="Splat 379"/>
            <p:cNvSpPr>
              <a:spLocks noGrp="1"/>
            </p:cNvSpPr>
            <p:nvPr/>
          </p:nvSpPr>
          <p:spPr>
            <a:xfrm rot="5400000">
              <a:off x="1872574" y="1237556"/>
              <a:ext cx="64630" cy="64630"/>
            </a:xfrm>
            <a:prstGeom prst="ellipse">
              <a:avLst/>
            </a:prstGeom>
            <a:gradFill>
              <a:gsLst>
                <a:gs pos="0">
                  <a:srgbClr val="898989">
                    <a:alpha val="12593"/>
                  </a:srgbClr>
                </a:gs>
                <a:gs pos="14286">
                  <a:srgbClr val="898989">
                    <a:alpha val="11637"/>
                  </a:srgbClr>
                </a:gs>
                <a:gs pos="28571">
                  <a:srgbClr val="898989">
                    <a:alpha val="9159"/>
                  </a:srgbClr>
                </a:gs>
                <a:gs pos="42857">
                  <a:srgbClr val="898989">
                    <a:alpha val="6106"/>
                  </a:srgbClr>
                </a:gs>
                <a:gs pos="57143">
                  <a:srgbClr val="898989">
                    <a:alpha val="3431"/>
                  </a:srgbClr>
                </a:gs>
                <a:gs pos="71429">
                  <a:srgbClr val="898989">
                    <a:alpha val="1621"/>
                  </a:srgbClr>
                </a:gs>
                <a:gs pos="85714">
                  <a:srgbClr val="898989">
                    <a:alpha val="644"/>
                  </a:srgbClr>
                </a:gs>
                <a:gs pos="100000">
                  <a:srgbClr val="898989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0" name="Splat 380"/>
            <p:cNvSpPr>
              <a:spLocks noGrp="1"/>
            </p:cNvSpPr>
            <p:nvPr/>
          </p:nvSpPr>
          <p:spPr>
            <a:xfrm rot="5400000">
              <a:off x="1680373" y="1174127"/>
              <a:ext cx="64698" cy="64698"/>
            </a:xfrm>
            <a:prstGeom prst="ellipse">
              <a:avLst/>
            </a:prstGeom>
            <a:gradFill>
              <a:gsLst>
                <a:gs pos="0">
                  <a:srgbClr val="696969">
                    <a:alpha val="12575"/>
                  </a:srgbClr>
                </a:gs>
                <a:gs pos="14286">
                  <a:srgbClr val="696969">
                    <a:alpha val="11619"/>
                  </a:srgbClr>
                </a:gs>
                <a:gs pos="28571">
                  <a:srgbClr val="696969">
                    <a:alpha val="9145"/>
                  </a:srgbClr>
                </a:gs>
                <a:gs pos="42857">
                  <a:srgbClr val="696969">
                    <a:alpha val="6097"/>
                  </a:srgbClr>
                </a:gs>
                <a:gs pos="57143">
                  <a:srgbClr val="696969">
                    <a:alpha val="3426"/>
                  </a:srgbClr>
                </a:gs>
                <a:gs pos="71429">
                  <a:srgbClr val="696969">
                    <a:alpha val="1618"/>
                  </a:srgbClr>
                </a:gs>
                <a:gs pos="85714">
                  <a:srgbClr val="696969">
                    <a:alpha val="643"/>
                  </a:srgbClr>
                </a:gs>
                <a:gs pos="100000">
                  <a:srgbClr val="696969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1" name="Splat 381"/>
            <p:cNvSpPr>
              <a:spLocks noGrp="1"/>
            </p:cNvSpPr>
            <p:nvPr/>
          </p:nvSpPr>
          <p:spPr>
            <a:xfrm rot="5400000">
              <a:off x="1749445" y="1654872"/>
              <a:ext cx="64590" cy="64590"/>
            </a:xfrm>
            <a:prstGeom prst="ellipse">
              <a:avLst/>
            </a:prstGeom>
            <a:gradFill>
              <a:gsLst>
                <a:gs pos="0">
                  <a:srgbClr val="AFAFAF">
                    <a:alpha val="12604"/>
                  </a:srgbClr>
                </a:gs>
                <a:gs pos="14286">
                  <a:srgbClr val="AFAFAF">
                    <a:alpha val="11647"/>
                  </a:srgbClr>
                </a:gs>
                <a:gs pos="28571">
                  <a:srgbClr val="AFAFAF">
                    <a:alpha val="9167"/>
                  </a:srgbClr>
                </a:gs>
                <a:gs pos="42857">
                  <a:srgbClr val="AFAFAF">
                    <a:alpha val="6112"/>
                  </a:srgbClr>
                </a:gs>
                <a:gs pos="57143">
                  <a:srgbClr val="AFAFAF">
                    <a:alpha val="3434"/>
                  </a:srgbClr>
                </a:gs>
                <a:gs pos="71429">
                  <a:srgbClr val="AFAFAF">
                    <a:alpha val="1622"/>
                  </a:srgbClr>
                </a:gs>
                <a:gs pos="85714">
                  <a:srgbClr val="AFAFAF">
                    <a:alpha val="645"/>
                  </a:srgbClr>
                </a:gs>
                <a:gs pos="100000">
                  <a:srgbClr val="AFAFAF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2" name="Splat 382"/>
            <p:cNvSpPr>
              <a:spLocks noGrp="1"/>
            </p:cNvSpPr>
            <p:nvPr/>
          </p:nvSpPr>
          <p:spPr>
            <a:xfrm rot="5400000">
              <a:off x="2369914" y="2579393"/>
              <a:ext cx="64555" cy="64555"/>
            </a:xfrm>
            <a:prstGeom prst="ellipse">
              <a:avLst/>
            </a:prstGeom>
            <a:gradFill>
              <a:gsLst>
                <a:gs pos="0">
                  <a:srgbClr val="B6B6B6">
                    <a:alpha val="12614"/>
                  </a:srgbClr>
                </a:gs>
                <a:gs pos="14286">
                  <a:srgbClr val="B6B6B6">
                    <a:alpha val="11656"/>
                  </a:srgbClr>
                </a:gs>
                <a:gs pos="28571">
                  <a:srgbClr val="B6B6B6">
                    <a:alpha val="9174"/>
                  </a:srgbClr>
                </a:gs>
                <a:gs pos="42857">
                  <a:srgbClr val="B6B6B6">
                    <a:alpha val="6116"/>
                  </a:srgbClr>
                </a:gs>
                <a:gs pos="57143">
                  <a:srgbClr val="B6B6B6">
                    <a:alpha val="3437"/>
                  </a:srgbClr>
                </a:gs>
                <a:gs pos="71429">
                  <a:srgbClr val="B6B6B6">
                    <a:alpha val="1624"/>
                  </a:srgbClr>
                </a:gs>
                <a:gs pos="85714">
                  <a:srgbClr val="B6B6B6">
                    <a:alpha val="645"/>
                  </a:srgbClr>
                </a:gs>
                <a:gs pos="100000">
                  <a:srgbClr val="B6B6B6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3" name="Splat 383"/>
            <p:cNvSpPr>
              <a:spLocks noGrp="1"/>
            </p:cNvSpPr>
            <p:nvPr/>
          </p:nvSpPr>
          <p:spPr>
            <a:xfrm rot="5400000">
              <a:off x="2597905" y="1166895"/>
              <a:ext cx="64826" cy="64826"/>
            </a:xfrm>
            <a:prstGeom prst="ellipse">
              <a:avLst/>
            </a:prstGeom>
            <a:gradFill>
              <a:gsLst>
                <a:gs pos="0">
                  <a:srgbClr val="EDEDED">
                    <a:alpha val="12540"/>
                  </a:srgbClr>
                </a:gs>
                <a:gs pos="14286">
                  <a:srgbClr val="EDEDED">
                    <a:alpha val="11587"/>
                  </a:srgbClr>
                </a:gs>
                <a:gs pos="28571">
                  <a:srgbClr val="EDEDED">
                    <a:alpha val="9119"/>
                  </a:srgbClr>
                </a:gs>
                <a:gs pos="42857">
                  <a:srgbClr val="EDEDED">
                    <a:alpha val="6079"/>
                  </a:srgbClr>
                </a:gs>
                <a:gs pos="57143">
                  <a:srgbClr val="EDEDED">
                    <a:alpha val="3416"/>
                  </a:srgbClr>
                </a:gs>
                <a:gs pos="71429">
                  <a:srgbClr val="EDEDED">
                    <a:alpha val="1614"/>
                  </a:srgbClr>
                </a:gs>
                <a:gs pos="85714">
                  <a:srgbClr val="EDEDED">
                    <a:alpha val="641"/>
                  </a:srgbClr>
                </a:gs>
                <a:gs pos="100000">
                  <a:srgbClr val="EDEDED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4" name="Splat 384"/>
            <p:cNvSpPr>
              <a:spLocks noGrp="1"/>
            </p:cNvSpPr>
            <p:nvPr/>
          </p:nvSpPr>
          <p:spPr>
            <a:xfrm rot="5400000">
              <a:off x="2577971" y="3549441"/>
              <a:ext cx="64476" cy="64476"/>
            </a:xfrm>
            <a:prstGeom prst="ellipse">
              <a:avLst/>
            </a:prstGeom>
            <a:gradFill>
              <a:gsLst>
                <a:gs pos="0">
                  <a:srgbClr val="A7A7A7">
                    <a:alpha val="12635"/>
                  </a:srgbClr>
                </a:gs>
                <a:gs pos="14286">
                  <a:srgbClr val="A7A7A7">
                    <a:alpha val="11675"/>
                  </a:srgbClr>
                </a:gs>
                <a:gs pos="28571">
                  <a:srgbClr val="A7A7A7">
                    <a:alpha val="9190"/>
                  </a:srgbClr>
                </a:gs>
                <a:gs pos="42857">
                  <a:srgbClr val="A7A7A7">
                    <a:alpha val="6127"/>
                  </a:srgbClr>
                </a:gs>
                <a:gs pos="57143">
                  <a:srgbClr val="A7A7A7">
                    <a:alpha val="3443"/>
                  </a:srgbClr>
                </a:gs>
                <a:gs pos="71429">
                  <a:srgbClr val="A7A7A7">
                    <a:alpha val="1627"/>
                  </a:srgbClr>
                </a:gs>
                <a:gs pos="85714">
                  <a:srgbClr val="A7A7A7">
                    <a:alpha val="646"/>
                  </a:srgbClr>
                </a:gs>
                <a:gs pos="100000">
                  <a:srgbClr val="A7A7A7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5" name="Splat 385"/>
            <p:cNvSpPr>
              <a:spLocks noGrp="1"/>
            </p:cNvSpPr>
            <p:nvPr/>
          </p:nvSpPr>
          <p:spPr>
            <a:xfrm rot="5400000">
              <a:off x="1651014" y="3177972"/>
              <a:ext cx="64366" cy="64366"/>
            </a:xfrm>
            <a:prstGeom prst="ellipse">
              <a:avLst/>
            </a:prstGeom>
            <a:gradFill>
              <a:gsLst>
                <a:gs pos="0">
                  <a:srgbClr val="898989">
                    <a:alpha val="12665"/>
                  </a:srgbClr>
                </a:gs>
                <a:gs pos="14286">
                  <a:srgbClr val="898989">
                    <a:alpha val="11703"/>
                  </a:srgbClr>
                </a:gs>
                <a:gs pos="28571">
                  <a:srgbClr val="898989">
                    <a:alpha val="9212"/>
                  </a:srgbClr>
                </a:gs>
                <a:gs pos="42857">
                  <a:srgbClr val="898989">
                    <a:alpha val="6142"/>
                  </a:srgbClr>
                </a:gs>
                <a:gs pos="57143">
                  <a:srgbClr val="898989">
                    <a:alpha val="3451"/>
                  </a:srgbClr>
                </a:gs>
                <a:gs pos="71429">
                  <a:srgbClr val="898989">
                    <a:alpha val="1631"/>
                  </a:srgbClr>
                </a:gs>
                <a:gs pos="85714">
                  <a:srgbClr val="898989">
                    <a:alpha val="648"/>
                  </a:srgbClr>
                </a:gs>
                <a:gs pos="100000">
                  <a:srgbClr val="898989">
                    <a:alpha val="2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6" name="Splat 386"/>
            <p:cNvSpPr>
              <a:spLocks noGrp="1"/>
            </p:cNvSpPr>
            <p:nvPr/>
          </p:nvSpPr>
          <p:spPr>
            <a:xfrm rot="5400000">
              <a:off x="1043330" y="2969261"/>
              <a:ext cx="64846" cy="64846"/>
            </a:xfrm>
            <a:prstGeom prst="ellipse">
              <a:avLst/>
            </a:prstGeom>
            <a:gradFill>
              <a:gsLst>
                <a:gs pos="0">
                  <a:srgbClr val="7F7F80">
                    <a:alpha val="12535"/>
                  </a:srgbClr>
                </a:gs>
                <a:gs pos="14286">
                  <a:srgbClr val="7F7F80">
                    <a:alpha val="11582"/>
                  </a:srgbClr>
                </a:gs>
                <a:gs pos="28571">
                  <a:srgbClr val="7F7F80">
                    <a:alpha val="9115"/>
                  </a:srgbClr>
                </a:gs>
                <a:gs pos="42857">
                  <a:srgbClr val="7F7F80">
                    <a:alpha val="6077"/>
                  </a:srgbClr>
                </a:gs>
                <a:gs pos="57143">
                  <a:srgbClr val="7F7F80">
                    <a:alpha val="3414"/>
                  </a:srgbClr>
                </a:gs>
                <a:gs pos="71429">
                  <a:srgbClr val="7F7F80">
                    <a:alpha val="1613"/>
                  </a:srgbClr>
                </a:gs>
                <a:gs pos="85714">
                  <a:srgbClr val="7F7F80">
                    <a:alpha val="641"/>
                  </a:srgbClr>
                </a:gs>
                <a:gs pos="100000">
                  <a:srgbClr val="7F7F80">
                    <a:alpha val="2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7" name="Splat 387"/>
            <p:cNvSpPr>
              <a:spLocks noGrp="1"/>
            </p:cNvSpPr>
            <p:nvPr/>
          </p:nvSpPr>
          <p:spPr>
            <a:xfrm rot="5400000">
              <a:off x="2074675" y="3444580"/>
              <a:ext cx="64964" cy="64964"/>
            </a:xfrm>
            <a:prstGeom prst="ellipse">
              <a:avLst/>
            </a:prstGeom>
            <a:gradFill>
              <a:gsLst>
                <a:gs pos="0">
                  <a:srgbClr val="7E7E7E">
                    <a:alpha val="12503"/>
                  </a:srgbClr>
                </a:gs>
                <a:gs pos="14286">
                  <a:srgbClr val="7E7E7E">
                    <a:alpha val="11552"/>
                  </a:srgbClr>
                </a:gs>
                <a:gs pos="28571">
                  <a:srgbClr val="7E7E7E">
                    <a:alpha val="9091"/>
                  </a:srgbClr>
                </a:gs>
                <a:gs pos="42857">
                  <a:srgbClr val="7E7E7E">
                    <a:alpha val="6060"/>
                  </a:srgbClr>
                </a:gs>
                <a:gs pos="57143">
                  <a:srgbClr val="7E7E7E">
                    <a:alpha val="3405"/>
                  </a:srgbClr>
                </a:gs>
                <a:gs pos="71429">
                  <a:srgbClr val="7E7E7E">
                    <a:alpha val="1608"/>
                  </a:srgbClr>
                </a:gs>
                <a:gs pos="85714">
                  <a:srgbClr val="7E7E7E">
                    <a:alpha val="639"/>
                  </a:srgbClr>
                </a:gs>
                <a:gs pos="100000">
                  <a:srgbClr val="7E7E7E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8" name="Splat 388"/>
            <p:cNvSpPr>
              <a:spLocks noGrp="1"/>
            </p:cNvSpPr>
            <p:nvPr/>
          </p:nvSpPr>
          <p:spPr>
            <a:xfrm rot="5400000">
              <a:off x="2243367" y="2596943"/>
              <a:ext cx="64897" cy="64897"/>
            </a:xfrm>
            <a:prstGeom prst="ellipse">
              <a:avLst/>
            </a:prstGeom>
            <a:gradFill>
              <a:gsLst>
                <a:gs pos="0">
                  <a:srgbClr val="8B8B8B">
                    <a:alpha val="12521"/>
                  </a:srgbClr>
                </a:gs>
                <a:gs pos="14286">
                  <a:srgbClr val="8B8B8B">
                    <a:alpha val="11569"/>
                  </a:srgbClr>
                </a:gs>
                <a:gs pos="28571">
                  <a:srgbClr val="8B8B8B">
                    <a:alpha val="9105"/>
                  </a:srgbClr>
                </a:gs>
                <a:gs pos="42857">
                  <a:srgbClr val="8B8B8B">
                    <a:alpha val="6070"/>
                  </a:srgbClr>
                </a:gs>
                <a:gs pos="57143">
                  <a:srgbClr val="8B8B8B">
                    <a:alpha val="3410"/>
                  </a:srgbClr>
                </a:gs>
                <a:gs pos="71429">
                  <a:srgbClr val="8B8B8B">
                    <a:alpha val="1611"/>
                  </a:srgbClr>
                </a:gs>
                <a:gs pos="85714">
                  <a:srgbClr val="8B8B8B">
                    <a:alpha val="640"/>
                  </a:srgbClr>
                </a:gs>
                <a:gs pos="100000">
                  <a:srgbClr val="8B8B8B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9" name="Splat 389"/>
            <p:cNvSpPr>
              <a:spLocks noGrp="1"/>
            </p:cNvSpPr>
            <p:nvPr/>
          </p:nvSpPr>
          <p:spPr>
            <a:xfrm rot="5400000">
              <a:off x="2111396" y="2989340"/>
              <a:ext cx="65059" cy="65059"/>
            </a:xfrm>
            <a:prstGeom prst="ellipse">
              <a:avLst/>
            </a:prstGeom>
            <a:gradFill>
              <a:gsLst>
                <a:gs pos="0">
                  <a:srgbClr val="787979">
                    <a:alpha val="12477"/>
                  </a:srgbClr>
                </a:gs>
                <a:gs pos="14286">
                  <a:srgbClr val="787979">
                    <a:alpha val="11528"/>
                  </a:srgbClr>
                </a:gs>
                <a:gs pos="28571">
                  <a:srgbClr val="787979">
                    <a:alpha val="9072"/>
                  </a:srgbClr>
                </a:gs>
                <a:gs pos="42857">
                  <a:srgbClr val="787979">
                    <a:alpha val="6047"/>
                  </a:srgbClr>
                </a:gs>
                <a:gs pos="57143">
                  <a:srgbClr val="787979">
                    <a:alpha val="3397"/>
                  </a:srgbClr>
                </a:gs>
                <a:gs pos="71429">
                  <a:srgbClr val="787979">
                    <a:alpha val="1605"/>
                  </a:srgbClr>
                </a:gs>
                <a:gs pos="85714">
                  <a:srgbClr val="787979">
                    <a:alpha val="638"/>
                  </a:srgbClr>
                </a:gs>
                <a:gs pos="100000">
                  <a:srgbClr val="787979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0" name="Splat 390"/>
            <p:cNvSpPr>
              <a:spLocks noGrp="1"/>
            </p:cNvSpPr>
            <p:nvPr/>
          </p:nvSpPr>
          <p:spPr>
            <a:xfrm rot="5400000">
              <a:off x="1097637" y="684597"/>
              <a:ext cx="65188" cy="65188"/>
            </a:xfrm>
            <a:prstGeom prst="ellipse">
              <a:avLst/>
            </a:prstGeom>
            <a:gradFill>
              <a:gsLst>
                <a:gs pos="0">
                  <a:srgbClr val="DADADA">
                    <a:alpha val="12441"/>
                  </a:srgbClr>
                </a:gs>
                <a:gs pos="14286">
                  <a:srgbClr val="DADADA">
                    <a:alpha val="11495"/>
                  </a:srgbClr>
                </a:gs>
                <a:gs pos="28571">
                  <a:srgbClr val="DADADA">
                    <a:alpha val="9046"/>
                  </a:srgbClr>
                </a:gs>
                <a:gs pos="42857">
                  <a:srgbClr val="DADADA">
                    <a:alpha val="6030"/>
                  </a:srgbClr>
                </a:gs>
                <a:gs pos="57143">
                  <a:srgbClr val="DADADA">
                    <a:alpha val="3387"/>
                  </a:srgbClr>
                </a:gs>
                <a:gs pos="71429">
                  <a:srgbClr val="DADADA">
                    <a:alpha val="1600"/>
                  </a:srgbClr>
                </a:gs>
                <a:gs pos="85714">
                  <a:srgbClr val="DADADA">
                    <a:alpha val="636"/>
                  </a:srgbClr>
                </a:gs>
                <a:gs pos="100000">
                  <a:srgbClr val="DADADA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1" name="Splat 391"/>
            <p:cNvSpPr>
              <a:spLocks noGrp="1"/>
            </p:cNvSpPr>
            <p:nvPr/>
          </p:nvSpPr>
          <p:spPr>
            <a:xfrm rot="5400000">
              <a:off x="2713452" y="1594052"/>
              <a:ext cx="65234" cy="65234"/>
            </a:xfrm>
            <a:prstGeom prst="ellipse">
              <a:avLst/>
            </a:prstGeom>
            <a:gradFill>
              <a:gsLst>
                <a:gs pos="0">
                  <a:srgbClr val="656565">
                    <a:alpha val="12429"/>
                  </a:srgbClr>
                </a:gs>
                <a:gs pos="14286">
                  <a:srgbClr val="656565">
                    <a:alpha val="11484"/>
                  </a:srgbClr>
                </a:gs>
                <a:gs pos="28571">
                  <a:srgbClr val="656565">
                    <a:alpha val="9037"/>
                  </a:srgbClr>
                </a:gs>
                <a:gs pos="42857">
                  <a:srgbClr val="656565">
                    <a:alpha val="6023"/>
                  </a:srgbClr>
                </a:gs>
                <a:gs pos="57143">
                  <a:srgbClr val="656565">
                    <a:alpha val="3384"/>
                  </a:srgbClr>
                </a:gs>
                <a:gs pos="71429">
                  <a:srgbClr val="656565">
                    <a:alpha val="1598"/>
                  </a:srgbClr>
                </a:gs>
                <a:gs pos="85714">
                  <a:srgbClr val="656565">
                    <a:alpha val="635"/>
                  </a:srgbClr>
                </a:gs>
                <a:gs pos="100000">
                  <a:srgbClr val="656565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2" name="Splat 392"/>
            <p:cNvSpPr>
              <a:spLocks noGrp="1"/>
            </p:cNvSpPr>
            <p:nvPr/>
          </p:nvSpPr>
          <p:spPr>
            <a:xfrm rot="5400000">
              <a:off x="2157989" y="3482577"/>
              <a:ext cx="63334" cy="63334"/>
            </a:xfrm>
            <a:prstGeom prst="ellipse">
              <a:avLst/>
            </a:prstGeom>
            <a:gradFill>
              <a:gsLst>
                <a:gs pos="0">
                  <a:srgbClr val="7A7A7A">
                    <a:alpha val="12945"/>
                  </a:srgbClr>
                </a:gs>
                <a:gs pos="14286">
                  <a:srgbClr val="7A7A7A">
                    <a:alpha val="11963"/>
                  </a:srgbClr>
                </a:gs>
                <a:gs pos="28571">
                  <a:srgbClr val="7A7A7A">
                    <a:alpha val="9420"/>
                  </a:srgbClr>
                </a:gs>
                <a:gs pos="42857">
                  <a:srgbClr val="7A7A7A">
                    <a:alpha val="6283"/>
                  </a:srgbClr>
                </a:gs>
                <a:gs pos="57143">
                  <a:srgbClr val="7A7A7A">
                    <a:alpha val="3532"/>
                  </a:srgbClr>
                </a:gs>
                <a:gs pos="71429">
                  <a:srgbClr val="7A7A7A">
                    <a:alpha val="1669"/>
                  </a:srgbClr>
                </a:gs>
                <a:gs pos="85714">
                  <a:srgbClr val="7A7A7A">
                    <a:alpha val="663"/>
                  </a:srgbClr>
                </a:gs>
                <a:gs pos="100000">
                  <a:srgbClr val="7A7A7A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3" name="Splat 393"/>
            <p:cNvSpPr>
              <a:spLocks noGrp="1"/>
            </p:cNvSpPr>
            <p:nvPr/>
          </p:nvSpPr>
          <p:spPr>
            <a:xfrm rot="5400000">
              <a:off x="671742" y="3197232"/>
              <a:ext cx="65318" cy="65318"/>
            </a:xfrm>
            <a:prstGeom prst="ellipse">
              <a:avLst/>
            </a:prstGeom>
            <a:gradFill>
              <a:gsLst>
                <a:gs pos="0">
                  <a:srgbClr val="747474">
                    <a:alpha val="12406"/>
                  </a:srgbClr>
                </a:gs>
                <a:gs pos="14286">
                  <a:srgbClr val="747474">
                    <a:alpha val="11463"/>
                  </a:srgbClr>
                </a:gs>
                <a:gs pos="28571">
                  <a:srgbClr val="747474">
                    <a:alpha val="9020"/>
                  </a:srgbClr>
                </a:gs>
                <a:gs pos="42857">
                  <a:srgbClr val="747474">
                    <a:alpha val="6012"/>
                  </a:srgbClr>
                </a:gs>
                <a:gs pos="57143">
                  <a:srgbClr val="747474">
                    <a:alpha val="3377"/>
                  </a:srgbClr>
                </a:gs>
                <a:gs pos="71429">
                  <a:srgbClr val="747474">
                    <a:alpha val="1595"/>
                  </a:srgbClr>
                </a:gs>
                <a:gs pos="85714">
                  <a:srgbClr val="747474">
                    <a:alpha val="634"/>
                  </a:srgbClr>
                </a:gs>
                <a:gs pos="100000">
                  <a:srgbClr val="747474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4" name="Splat 394"/>
            <p:cNvSpPr>
              <a:spLocks noGrp="1"/>
            </p:cNvSpPr>
            <p:nvPr/>
          </p:nvSpPr>
          <p:spPr>
            <a:xfrm rot="5400000">
              <a:off x="1880513" y="3043791"/>
              <a:ext cx="65218" cy="65218"/>
            </a:xfrm>
            <a:prstGeom prst="ellipse">
              <a:avLst/>
            </a:prstGeom>
            <a:gradFill>
              <a:gsLst>
                <a:gs pos="0">
                  <a:srgbClr val="929292">
                    <a:alpha val="12433"/>
                  </a:srgbClr>
                </a:gs>
                <a:gs pos="14286">
                  <a:srgbClr val="929292">
                    <a:alpha val="11488"/>
                  </a:srgbClr>
                </a:gs>
                <a:gs pos="28571">
                  <a:srgbClr val="929292">
                    <a:alpha val="9040"/>
                  </a:srgbClr>
                </a:gs>
                <a:gs pos="42857">
                  <a:srgbClr val="929292">
                    <a:alpha val="6026"/>
                  </a:srgbClr>
                </a:gs>
                <a:gs pos="57143">
                  <a:srgbClr val="929292">
                    <a:alpha val="3385"/>
                  </a:srgbClr>
                </a:gs>
                <a:gs pos="71429">
                  <a:srgbClr val="929292">
                    <a:alpha val="1599"/>
                  </a:srgbClr>
                </a:gs>
                <a:gs pos="85714">
                  <a:srgbClr val="929292">
                    <a:alpha val="635"/>
                  </a:srgbClr>
                </a:gs>
                <a:gs pos="100000">
                  <a:srgbClr val="929292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5" name="Splat 395"/>
            <p:cNvSpPr>
              <a:spLocks noGrp="1"/>
            </p:cNvSpPr>
            <p:nvPr/>
          </p:nvSpPr>
          <p:spPr>
            <a:xfrm rot="5400000">
              <a:off x="1795840" y="2184666"/>
              <a:ext cx="65238" cy="65238"/>
            </a:xfrm>
            <a:prstGeom prst="ellipse">
              <a:avLst/>
            </a:prstGeom>
            <a:gradFill>
              <a:gsLst>
                <a:gs pos="0">
                  <a:srgbClr val="9D9D9D">
                    <a:alpha val="12428"/>
                  </a:srgbClr>
                </a:gs>
                <a:gs pos="14286">
                  <a:srgbClr val="9D9D9D">
                    <a:alpha val="11483"/>
                  </a:srgbClr>
                </a:gs>
                <a:gs pos="28571">
                  <a:srgbClr val="9D9D9D">
                    <a:alpha val="9036"/>
                  </a:srgbClr>
                </a:gs>
                <a:gs pos="42857">
                  <a:srgbClr val="9D9D9D">
                    <a:alpha val="6023"/>
                  </a:srgbClr>
                </a:gs>
                <a:gs pos="57143">
                  <a:srgbClr val="9D9D9D">
                    <a:alpha val="3384"/>
                  </a:srgbClr>
                </a:gs>
                <a:gs pos="71429">
                  <a:srgbClr val="9D9D9D">
                    <a:alpha val="1598"/>
                  </a:srgbClr>
                </a:gs>
                <a:gs pos="85714">
                  <a:srgbClr val="9D9D9D">
                    <a:alpha val="635"/>
                  </a:srgbClr>
                </a:gs>
                <a:gs pos="100000">
                  <a:srgbClr val="9D9D9D">
                    <a:alpha val="2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6" name="Splat 396"/>
            <p:cNvSpPr>
              <a:spLocks noGrp="1"/>
            </p:cNvSpPr>
            <p:nvPr/>
          </p:nvSpPr>
          <p:spPr>
            <a:xfrm rot="5400000">
              <a:off x="2511137" y="3352741"/>
              <a:ext cx="63849" cy="63849"/>
            </a:xfrm>
            <a:prstGeom prst="ellipse">
              <a:avLst/>
            </a:prstGeom>
            <a:gradFill>
              <a:gsLst>
                <a:gs pos="0">
                  <a:srgbClr val="757575">
                    <a:alpha val="12806"/>
                  </a:srgbClr>
                </a:gs>
                <a:gs pos="14286">
                  <a:srgbClr val="757575">
                    <a:alpha val="11834"/>
                  </a:srgbClr>
                </a:gs>
                <a:gs pos="28571">
                  <a:srgbClr val="757575">
                    <a:alpha val="9316"/>
                  </a:srgbClr>
                </a:gs>
                <a:gs pos="42857">
                  <a:srgbClr val="757575">
                    <a:alpha val="6213"/>
                  </a:srgbClr>
                </a:gs>
                <a:gs pos="57143">
                  <a:srgbClr val="757575">
                    <a:alpha val="3492"/>
                  </a:srgbClr>
                </a:gs>
                <a:gs pos="71429">
                  <a:srgbClr val="757575">
                    <a:alpha val="1650"/>
                  </a:srgbClr>
                </a:gs>
                <a:gs pos="85714">
                  <a:srgbClr val="757575">
                    <a:alpha val="656"/>
                  </a:srgbClr>
                </a:gs>
                <a:gs pos="100000">
                  <a:srgbClr val="757575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7" name="Splat 397"/>
            <p:cNvSpPr>
              <a:spLocks noGrp="1"/>
            </p:cNvSpPr>
            <p:nvPr/>
          </p:nvSpPr>
          <p:spPr>
            <a:xfrm rot="5400000">
              <a:off x="2185593" y="3155722"/>
              <a:ext cx="63853" cy="63853"/>
            </a:xfrm>
            <a:prstGeom prst="ellipse">
              <a:avLst/>
            </a:prstGeom>
            <a:gradFill>
              <a:gsLst>
                <a:gs pos="0">
                  <a:srgbClr val="B3B3B3">
                    <a:alpha val="12805"/>
                  </a:srgbClr>
                </a:gs>
                <a:gs pos="14286">
                  <a:srgbClr val="B3B3B3">
                    <a:alpha val="11833"/>
                  </a:srgbClr>
                </a:gs>
                <a:gs pos="28571">
                  <a:srgbClr val="B3B3B3">
                    <a:alpha val="9315"/>
                  </a:srgbClr>
                </a:gs>
                <a:gs pos="42857">
                  <a:srgbClr val="B3B3B3">
                    <a:alpha val="6212"/>
                  </a:srgbClr>
                </a:gs>
                <a:gs pos="57143">
                  <a:srgbClr val="B3B3B3">
                    <a:alpha val="3491"/>
                  </a:srgbClr>
                </a:gs>
                <a:gs pos="71429">
                  <a:srgbClr val="B3B3B3">
                    <a:alpha val="1650"/>
                  </a:srgbClr>
                </a:gs>
                <a:gs pos="85714">
                  <a:srgbClr val="B3B3B3">
                    <a:alpha val="656"/>
                  </a:srgbClr>
                </a:gs>
                <a:gs pos="100000">
                  <a:srgbClr val="B3B3B3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8" name="Splat 398"/>
            <p:cNvSpPr>
              <a:spLocks noGrp="1"/>
            </p:cNvSpPr>
            <p:nvPr/>
          </p:nvSpPr>
          <p:spPr>
            <a:xfrm rot="5400000">
              <a:off x="2472009" y="3509554"/>
              <a:ext cx="65362" cy="65362"/>
            </a:xfrm>
            <a:prstGeom prst="ellipse">
              <a:avLst/>
            </a:prstGeom>
            <a:gradFill>
              <a:gsLst>
                <a:gs pos="0">
                  <a:srgbClr val="848485">
                    <a:alpha val="12394"/>
                  </a:srgbClr>
                </a:gs>
                <a:gs pos="14286">
                  <a:srgbClr val="848485">
                    <a:alpha val="11451"/>
                  </a:srgbClr>
                </a:gs>
                <a:gs pos="28571">
                  <a:srgbClr val="848485">
                    <a:alpha val="9011"/>
                  </a:srgbClr>
                </a:gs>
                <a:gs pos="42857">
                  <a:srgbClr val="848485">
                    <a:alpha val="6006"/>
                  </a:srgbClr>
                </a:gs>
                <a:gs pos="57143">
                  <a:srgbClr val="848485">
                    <a:alpha val="3374"/>
                  </a:srgbClr>
                </a:gs>
                <a:gs pos="71429">
                  <a:srgbClr val="848485">
                    <a:alpha val="1594"/>
                  </a:srgbClr>
                </a:gs>
                <a:gs pos="85714">
                  <a:srgbClr val="848485">
                    <a:alpha val="633"/>
                  </a:srgbClr>
                </a:gs>
                <a:gs pos="100000">
                  <a:srgbClr val="84848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9" name="Splat 399"/>
            <p:cNvSpPr>
              <a:spLocks noGrp="1"/>
            </p:cNvSpPr>
            <p:nvPr/>
          </p:nvSpPr>
          <p:spPr>
            <a:xfrm rot="5400000">
              <a:off x="2757086" y="1357122"/>
              <a:ext cx="65415" cy="65415"/>
            </a:xfrm>
            <a:prstGeom prst="ellipse">
              <a:avLst/>
            </a:prstGeom>
            <a:gradFill>
              <a:gsLst>
                <a:gs pos="0">
                  <a:srgbClr val="CECECE">
                    <a:alpha val="12380"/>
                  </a:srgbClr>
                </a:gs>
                <a:gs pos="14286">
                  <a:srgbClr val="CECECE">
                    <a:alpha val="11438"/>
                  </a:srgbClr>
                </a:gs>
                <a:gs pos="28571">
                  <a:srgbClr val="CECECE">
                    <a:alpha val="9000"/>
                  </a:srgbClr>
                </a:gs>
                <a:gs pos="42857">
                  <a:srgbClr val="CECECE">
                    <a:alpha val="5999"/>
                  </a:srgbClr>
                </a:gs>
                <a:gs pos="57143">
                  <a:srgbClr val="CECECE">
                    <a:alpha val="3370"/>
                  </a:srgbClr>
                </a:gs>
                <a:gs pos="71429">
                  <a:srgbClr val="CECECE">
                    <a:alpha val="1592"/>
                  </a:srgbClr>
                </a:gs>
                <a:gs pos="85714">
                  <a:srgbClr val="CECECE">
                    <a:alpha val="632"/>
                  </a:srgbClr>
                </a:gs>
                <a:gs pos="100000">
                  <a:srgbClr val="CECECE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0" name="Splat 400"/>
            <p:cNvSpPr>
              <a:spLocks noGrp="1"/>
            </p:cNvSpPr>
            <p:nvPr/>
          </p:nvSpPr>
          <p:spPr>
            <a:xfrm rot="5400000">
              <a:off x="1960896" y="2842007"/>
              <a:ext cx="65416" cy="65416"/>
            </a:xfrm>
            <a:prstGeom prst="ellipse">
              <a:avLst/>
            </a:prstGeom>
            <a:gradFill>
              <a:gsLst>
                <a:gs pos="0">
                  <a:srgbClr val="ACACAC">
                    <a:alpha val="12379"/>
                  </a:srgbClr>
                </a:gs>
                <a:gs pos="14286">
                  <a:srgbClr val="ACACAC">
                    <a:alpha val="11438"/>
                  </a:srgbClr>
                </a:gs>
                <a:gs pos="28571">
                  <a:srgbClr val="ACACAC">
                    <a:alpha val="9000"/>
                  </a:srgbClr>
                </a:gs>
                <a:gs pos="42857">
                  <a:srgbClr val="ACACAC">
                    <a:alpha val="5999"/>
                  </a:srgbClr>
                </a:gs>
                <a:gs pos="57143">
                  <a:srgbClr val="ACACAC">
                    <a:alpha val="3370"/>
                  </a:srgbClr>
                </a:gs>
                <a:gs pos="71429">
                  <a:srgbClr val="ACACAC">
                    <a:alpha val="1592"/>
                  </a:srgbClr>
                </a:gs>
                <a:gs pos="85714">
                  <a:srgbClr val="ACACAC">
                    <a:alpha val="632"/>
                  </a:srgbClr>
                </a:gs>
                <a:gs pos="100000">
                  <a:srgbClr val="ACACAC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1" name="Splat 401"/>
            <p:cNvSpPr>
              <a:spLocks noGrp="1"/>
            </p:cNvSpPr>
            <p:nvPr/>
          </p:nvSpPr>
          <p:spPr>
            <a:xfrm rot="5400000">
              <a:off x="1919833" y="2308156"/>
              <a:ext cx="65441" cy="65441"/>
            </a:xfrm>
            <a:prstGeom prst="ellipse">
              <a:avLst/>
            </a:prstGeom>
            <a:gradFill>
              <a:gsLst>
                <a:gs pos="0">
                  <a:srgbClr val="A5A5A5">
                    <a:alpha val="12373"/>
                  </a:srgbClr>
                </a:gs>
                <a:gs pos="14286">
                  <a:srgbClr val="A5A5A5">
                    <a:alpha val="11431"/>
                  </a:srgbClr>
                </a:gs>
                <a:gs pos="28571">
                  <a:srgbClr val="A5A5A5">
                    <a:alpha val="8995"/>
                  </a:srgbClr>
                </a:gs>
                <a:gs pos="42857">
                  <a:srgbClr val="A5A5A5">
                    <a:alpha val="5995"/>
                  </a:srgbClr>
                </a:gs>
                <a:gs pos="57143">
                  <a:srgbClr val="A5A5A5">
                    <a:alpha val="3368"/>
                  </a:srgbClr>
                </a:gs>
                <a:gs pos="71429">
                  <a:srgbClr val="A5A5A5">
                    <a:alpha val="1591"/>
                  </a:srgbClr>
                </a:gs>
                <a:gs pos="85714">
                  <a:srgbClr val="A5A5A5">
                    <a:alpha val="632"/>
                  </a:srgbClr>
                </a:gs>
                <a:gs pos="100000">
                  <a:srgbClr val="A5A5A5">
                    <a:alpha val="2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2" name="Splat 402"/>
            <p:cNvSpPr>
              <a:spLocks noGrp="1"/>
            </p:cNvSpPr>
            <p:nvPr/>
          </p:nvSpPr>
          <p:spPr>
            <a:xfrm rot="5400000">
              <a:off x="1596101" y="1375803"/>
              <a:ext cx="65562" cy="65562"/>
            </a:xfrm>
            <a:prstGeom prst="ellipse">
              <a:avLst/>
            </a:prstGeom>
            <a:gradFill>
              <a:gsLst>
                <a:gs pos="0">
                  <a:srgbClr val="000000">
                    <a:alpha val="12339"/>
                  </a:srgbClr>
                </a:gs>
                <a:gs pos="14286">
                  <a:srgbClr val="000000">
                    <a:alpha val="11401"/>
                  </a:srgbClr>
                </a:gs>
                <a:gs pos="28571">
                  <a:srgbClr val="000000">
                    <a:alpha val="8970"/>
                  </a:srgbClr>
                </a:gs>
                <a:gs pos="42857">
                  <a:srgbClr val="000000">
                    <a:alpha val="5979"/>
                  </a:srgbClr>
                </a:gs>
                <a:gs pos="57143">
                  <a:srgbClr val="000000">
                    <a:alpha val="3358"/>
                  </a:srgbClr>
                </a:gs>
                <a:gs pos="71429">
                  <a:srgbClr val="000000">
                    <a:alpha val="1586"/>
                  </a:srgbClr>
                </a:gs>
                <a:gs pos="85714">
                  <a:srgbClr val="000000">
                    <a:alpha val="630"/>
                  </a:srgbClr>
                </a:gs>
                <a:gs pos="100000">
                  <a:srgbClr val="000000">
                    <a:alpha val="2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3" name="Splat 403"/>
            <p:cNvSpPr>
              <a:spLocks noGrp="1"/>
            </p:cNvSpPr>
            <p:nvPr/>
          </p:nvSpPr>
          <p:spPr>
            <a:xfrm rot="5365774">
              <a:off x="1737657" y="2731325"/>
              <a:ext cx="660164" cy="507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4" name="Splat 404"/>
            <p:cNvSpPr>
              <a:spLocks noGrp="1"/>
            </p:cNvSpPr>
            <p:nvPr/>
          </p:nvSpPr>
          <p:spPr>
            <a:xfrm rot="-8551125">
              <a:off x="2776556" y="848132"/>
              <a:ext cx="462371" cy="91086"/>
            </a:xfrm>
            <a:prstGeom prst="ellipse">
              <a:avLst/>
            </a:prstGeom>
            <a:gradFill>
              <a:gsLst>
                <a:gs pos="0">
                  <a:srgbClr val="6D6D6C">
                    <a:alpha val="26128"/>
                  </a:srgbClr>
                </a:gs>
                <a:gs pos="14286">
                  <a:srgbClr val="6D6D6C">
                    <a:alpha val="24296"/>
                  </a:srgbClr>
                </a:gs>
                <a:gs pos="28571">
                  <a:srgbClr val="6D6D6C">
                    <a:alpha val="19436"/>
                  </a:srgbClr>
                </a:gs>
                <a:gs pos="42857">
                  <a:srgbClr val="6D6D6C">
                    <a:alpha val="13217"/>
                  </a:srgbClr>
                </a:gs>
                <a:gs pos="57143">
                  <a:srgbClr val="6D6D6C">
                    <a:alpha val="7554"/>
                  </a:srgbClr>
                </a:gs>
                <a:gs pos="71429">
                  <a:srgbClr val="6D6D6C">
                    <a:alpha val="3610"/>
                  </a:srgbClr>
                </a:gs>
                <a:gs pos="85714">
                  <a:srgbClr val="6D6D6C">
                    <a:alpha val="1443"/>
                  </a:srgbClr>
                </a:gs>
                <a:gs pos="100000">
                  <a:srgbClr val="6D6D6C">
                    <a:alpha val="4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5" name="Splat 405"/>
            <p:cNvSpPr>
              <a:spLocks noGrp="1"/>
            </p:cNvSpPr>
            <p:nvPr/>
          </p:nvSpPr>
          <p:spPr>
            <a:xfrm rot="6423693">
              <a:off x="1477770" y="3145477"/>
              <a:ext cx="737234" cy="31920"/>
            </a:xfrm>
            <a:prstGeom prst="ellipse">
              <a:avLst/>
            </a:prstGeom>
            <a:gradFill>
              <a:gsLst>
                <a:gs pos="0">
                  <a:srgbClr val="282428">
                    <a:alpha val="32968"/>
                  </a:srgbClr>
                </a:gs>
                <a:gs pos="14286">
                  <a:srgbClr val="282428">
                    <a:alpha val="30764"/>
                  </a:srgbClr>
                </a:gs>
                <a:gs pos="28571">
                  <a:srgbClr val="282428">
                    <a:alpha val="24833"/>
                  </a:srgbClr>
                </a:gs>
                <a:gs pos="42857">
                  <a:srgbClr val="282428">
                    <a:alpha val="17075"/>
                  </a:srgbClr>
                </a:gs>
                <a:gs pos="57143">
                  <a:srgbClr val="282428">
                    <a:alpha val="9855"/>
                  </a:srgbClr>
                </a:gs>
                <a:gs pos="71429">
                  <a:srgbClr val="282428">
                    <a:alpha val="4740"/>
                  </a:srgbClr>
                </a:gs>
                <a:gs pos="85714">
                  <a:srgbClr val="282428">
                    <a:alpha val="1902"/>
                  </a:srgbClr>
                </a:gs>
                <a:gs pos="100000">
                  <a:srgbClr val="28242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6" name="Splat 406"/>
            <p:cNvSpPr>
              <a:spLocks noGrp="1"/>
            </p:cNvSpPr>
            <p:nvPr/>
          </p:nvSpPr>
          <p:spPr>
            <a:xfrm rot="10455782">
              <a:off x="1174142" y="3267102"/>
              <a:ext cx="600977" cy="262375"/>
            </a:xfrm>
            <a:prstGeom prst="ellipse">
              <a:avLst/>
            </a:prstGeom>
            <a:gradFill>
              <a:gsLst>
                <a:gs pos="0">
                  <a:srgbClr val="898889">
                    <a:alpha val="6361"/>
                  </a:srgbClr>
                </a:gs>
                <a:gs pos="14286">
                  <a:srgbClr val="898889">
                    <a:alpha val="5862"/>
                  </a:srgbClr>
                </a:gs>
                <a:gs pos="28571">
                  <a:srgbClr val="898889">
                    <a:alpha val="4582"/>
                  </a:srgbClr>
                </a:gs>
                <a:gs pos="42857">
                  <a:srgbClr val="898889">
                    <a:alpha val="3030"/>
                  </a:srgbClr>
                </a:gs>
                <a:gs pos="57143">
                  <a:srgbClr val="898889">
                    <a:alpha val="1690"/>
                  </a:srgbClr>
                </a:gs>
                <a:gs pos="71429">
                  <a:srgbClr val="898889">
                    <a:alpha val="795"/>
                  </a:srgbClr>
                </a:gs>
                <a:gs pos="85714">
                  <a:srgbClr val="898889">
                    <a:alpha val="315"/>
                  </a:srgbClr>
                </a:gs>
                <a:gs pos="100000">
                  <a:srgbClr val="898889">
                    <a:alpha val="1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7" name="Splat 407"/>
            <p:cNvSpPr>
              <a:spLocks noGrp="1"/>
            </p:cNvSpPr>
            <p:nvPr/>
          </p:nvSpPr>
          <p:spPr>
            <a:xfrm rot="3481842">
              <a:off x="1680646" y="521145"/>
              <a:ext cx="555230" cy="261319"/>
            </a:xfrm>
            <a:prstGeom prst="ellipse">
              <a:avLst/>
            </a:prstGeom>
            <a:gradFill>
              <a:gsLst>
                <a:gs pos="0">
                  <a:srgbClr val="FAFAFA">
                    <a:alpha val="20579"/>
                  </a:srgbClr>
                </a:gs>
                <a:gs pos="14286">
                  <a:srgbClr val="FAFAFA">
                    <a:alpha val="19085"/>
                  </a:srgbClr>
                </a:gs>
                <a:gs pos="28571">
                  <a:srgbClr val="FAFAFA">
                    <a:alpha val="15163"/>
                  </a:srgbClr>
                </a:gs>
                <a:gs pos="42857">
                  <a:srgbClr val="FAFAFA">
                    <a:alpha val="10224"/>
                  </a:srgbClr>
                </a:gs>
                <a:gs pos="57143">
                  <a:srgbClr val="FAFAFA">
                    <a:alpha val="5801"/>
                  </a:srgbClr>
                </a:gs>
                <a:gs pos="71429">
                  <a:srgbClr val="FAFAFA">
                    <a:alpha val="2759"/>
                  </a:srgbClr>
                </a:gs>
                <a:gs pos="85714">
                  <a:srgbClr val="FAFAFA">
                    <a:alpha val="1100"/>
                  </a:srgbClr>
                </a:gs>
                <a:gs pos="100000">
                  <a:srgbClr val="FAFAFA">
                    <a:alpha val="3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8" name="Splat 408"/>
            <p:cNvSpPr>
              <a:spLocks noGrp="1"/>
            </p:cNvSpPr>
            <p:nvPr/>
          </p:nvSpPr>
          <p:spPr>
            <a:xfrm rot="9779501">
              <a:off x="2529789" y="1288545"/>
              <a:ext cx="419486" cy="171400"/>
            </a:xfrm>
            <a:prstGeom prst="ellipse">
              <a:avLst/>
            </a:prstGeom>
            <a:gradFill>
              <a:gsLst>
                <a:gs pos="0">
                  <a:srgbClr val="FFFFFF">
                    <a:alpha val="20169"/>
                  </a:srgbClr>
                </a:gs>
                <a:gs pos="14286">
                  <a:srgbClr val="FFFFFF">
                    <a:alpha val="18701"/>
                  </a:srgbClr>
                </a:gs>
                <a:gs pos="28571">
                  <a:srgbClr val="FFFFFF">
                    <a:alpha val="14850"/>
                  </a:srgbClr>
                </a:gs>
                <a:gs pos="42857">
                  <a:srgbClr val="FFFFFF">
                    <a:alpha val="10007"/>
                  </a:srgbClr>
                </a:gs>
                <a:gs pos="57143">
                  <a:srgbClr val="FFFFFF">
                    <a:alpha val="5675"/>
                  </a:srgbClr>
                </a:gs>
                <a:gs pos="71429">
                  <a:srgbClr val="FFFFFF">
                    <a:alpha val="2698"/>
                  </a:srgbClr>
                </a:gs>
                <a:gs pos="85714">
                  <a:srgbClr val="FFFFFF">
                    <a:alpha val="1076"/>
                  </a:srgbClr>
                </a:gs>
                <a:gs pos="100000">
                  <a:srgbClr val="FFFFFF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9" name="Splat 409"/>
            <p:cNvSpPr>
              <a:spLocks noGrp="1"/>
            </p:cNvSpPr>
            <p:nvPr/>
          </p:nvSpPr>
          <p:spPr>
            <a:xfrm rot="6182905">
              <a:off x="1615592" y="2703215"/>
              <a:ext cx="726109" cy="335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0" name="Splat 410"/>
            <p:cNvSpPr>
              <a:spLocks noGrp="1"/>
            </p:cNvSpPr>
            <p:nvPr/>
          </p:nvSpPr>
          <p:spPr>
            <a:xfrm rot="6360783">
              <a:off x="1561805" y="2855145"/>
              <a:ext cx="726323" cy="333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1" name="Splat 411"/>
            <p:cNvSpPr>
              <a:spLocks noGrp="1"/>
            </p:cNvSpPr>
            <p:nvPr/>
          </p:nvSpPr>
          <p:spPr>
            <a:xfrm rot="6271159">
              <a:off x="1473249" y="3258377"/>
              <a:ext cx="716750" cy="81673"/>
            </a:xfrm>
            <a:prstGeom prst="ellipse">
              <a:avLst/>
            </a:prstGeom>
            <a:gradFill>
              <a:gsLst>
                <a:gs pos="0">
                  <a:srgbClr val="040404">
                    <a:alpha val="32968"/>
                  </a:srgbClr>
                </a:gs>
                <a:gs pos="14286">
                  <a:srgbClr val="040404">
                    <a:alpha val="30764"/>
                  </a:srgbClr>
                </a:gs>
                <a:gs pos="28571">
                  <a:srgbClr val="040404">
                    <a:alpha val="24833"/>
                  </a:srgbClr>
                </a:gs>
                <a:gs pos="42857">
                  <a:srgbClr val="040404">
                    <a:alpha val="17075"/>
                  </a:srgbClr>
                </a:gs>
                <a:gs pos="57143">
                  <a:srgbClr val="040404">
                    <a:alpha val="9855"/>
                  </a:srgbClr>
                </a:gs>
                <a:gs pos="71429">
                  <a:srgbClr val="040404">
                    <a:alpha val="4740"/>
                  </a:srgbClr>
                </a:gs>
                <a:gs pos="85714">
                  <a:srgbClr val="040404">
                    <a:alpha val="1902"/>
                  </a:srgbClr>
                </a:gs>
                <a:gs pos="100000">
                  <a:srgbClr val="0404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2" name="Splat 412"/>
            <p:cNvSpPr>
              <a:spLocks noGrp="1"/>
            </p:cNvSpPr>
            <p:nvPr/>
          </p:nvSpPr>
          <p:spPr>
            <a:xfrm rot="8648101">
              <a:off x="1863956" y="2200327"/>
              <a:ext cx="296371" cy="1681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3" name="Splat 413"/>
            <p:cNvSpPr>
              <a:spLocks noGrp="1"/>
            </p:cNvSpPr>
            <p:nvPr/>
          </p:nvSpPr>
          <p:spPr>
            <a:xfrm rot="3424277">
              <a:off x="1832233" y="2325176"/>
              <a:ext cx="487223" cy="10684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4" name="Splat 414"/>
            <p:cNvSpPr>
              <a:spLocks noGrp="1"/>
            </p:cNvSpPr>
            <p:nvPr/>
          </p:nvSpPr>
          <p:spPr>
            <a:xfrm rot="-9666735">
              <a:off x="2906721" y="1488932"/>
              <a:ext cx="381103" cy="116957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5" name="Splat 415"/>
            <p:cNvSpPr>
              <a:spLocks noGrp="1"/>
            </p:cNvSpPr>
            <p:nvPr/>
          </p:nvSpPr>
          <p:spPr>
            <a:xfrm rot="6506518">
              <a:off x="1059168" y="3372168"/>
              <a:ext cx="462653" cy="408612"/>
            </a:xfrm>
            <a:prstGeom prst="ellipse">
              <a:avLst/>
            </a:prstGeom>
            <a:gradFill>
              <a:gsLst>
                <a:gs pos="0">
                  <a:srgbClr val="A4A4A4">
                    <a:alpha val="15171"/>
                  </a:srgbClr>
                </a:gs>
                <a:gs pos="14286">
                  <a:srgbClr val="A4A4A4">
                    <a:alpha val="14034"/>
                  </a:srgbClr>
                </a:gs>
                <a:gs pos="28571">
                  <a:srgbClr val="A4A4A4">
                    <a:alpha val="11078"/>
                  </a:srgbClr>
                </a:gs>
                <a:gs pos="42857">
                  <a:srgbClr val="A4A4A4">
                    <a:alpha val="7412"/>
                  </a:srgbClr>
                </a:gs>
                <a:gs pos="57143">
                  <a:srgbClr val="A4A4A4">
                    <a:alpha val="4178"/>
                  </a:srgbClr>
                </a:gs>
                <a:gs pos="71429">
                  <a:srgbClr val="A4A4A4">
                    <a:alpha val="1978"/>
                  </a:srgbClr>
                </a:gs>
                <a:gs pos="85714">
                  <a:srgbClr val="A4A4A4">
                    <a:alpha val="787"/>
                  </a:srgbClr>
                </a:gs>
                <a:gs pos="100000">
                  <a:srgbClr val="A4A4A4">
                    <a:alpha val="2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6" name="Splat 416"/>
            <p:cNvSpPr>
              <a:spLocks noGrp="1"/>
            </p:cNvSpPr>
            <p:nvPr/>
          </p:nvSpPr>
          <p:spPr>
            <a:xfrm rot="9556815">
              <a:off x="545518" y="859804"/>
              <a:ext cx="543564" cy="3978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7" name="Splat 417"/>
            <p:cNvSpPr>
              <a:spLocks noGrp="1"/>
            </p:cNvSpPr>
            <p:nvPr/>
          </p:nvSpPr>
          <p:spPr>
            <a:xfrm rot="-10497139">
              <a:off x="2156685" y="3252589"/>
              <a:ext cx="484459" cy="243721"/>
            </a:xfrm>
            <a:prstGeom prst="ellipse">
              <a:avLst/>
            </a:prstGeom>
            <a:gradFill>
              <a:gsLst>
                <a:gs pos="0">
                  <a:srgbClr val="BDBEBD">
                    <a:alpha val="24814"/>
                  </a:srgbClr>
                </a:gs>
                <a:gs pos="14286">
                  <a:srgbClr val="BDBEBD">
                    <a:alpha val="23059"/>
                  </a:srgbClr>
                </a:gs>
                <a:gs pos="28571">
                  <a:srgbClr val="BDBEBD">
                    <a:alpha val="18415"/>
                  </a:srgbClr>
                </a:gs>
                <a:gs pos="42857">
                  <a:srgbClr val="BDBEBD">
                    <a:alpha val="12497"/>
                  </a:srgbClr>
                </a:gs>
                <a:gs pos="57143">
                  <a:srgbClr val="BDBEBD">
                    <a:alpha val="7130"/>
                  </a:srgbClr>
                </a:gs>
                <a:gs pos="71429">
                  <a:srgbClr val="BDBEBD">
                    <a:alpha val="3403"/>
                  </a:srgbClr>
                </a:gs>
                <a:gs pos="85714">
                  <a:srgbClr val="BDBEBD">
                    <a:alpha val="1360"/>
                  </a:srgbClr>
                </a:gs>
                <a:gs pos="100000">
                  <a:srgbClr val="BDBEBD">
                    <a:alpha val="45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8" name="Splat 418"/>
            <p:cNvSpPr>
              <a:spLocks noGrp="1"/>
            </p:cNvSpPr>
            <p:nvPr/>
          </p:nvSpPr>
          <p:spPr>
            <a:xfrm rot="6027610">
              <a:off x="1409594" y="3507645"/>
              <a:ext cx="724338" cy="726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9" name="Splat 419"/>
            <p:cNvSpPr>
              <a:spLocks noGrp="1"/>
            </p:cNvSpPr>
            <p:nvPr/>
          </p:nvSpPr>
          <p:spPr>
            <a:xfrm rot="4705892">
              <a:off x="3428169" y="1460690"/>
              <a:ext cx="413709" cy="410742"/>
            </a:xfrm>
            <a:prstGeom prst="ellipse">
              <a:avLst/>
            </a:prstGeom>
            <a:gradFill>
              <a:gsLst>
                <a:gs pos="0">
                  <a:srgbClr val="BFBEBE">
                    <a:alpha val="2272"/>
                  </a:srgbClr>
                </a:gs>
                <a:gs pos="14286">
                  <a:srgbClr val="BFBEBE">
                    <a:alpha val="2091"/>
                  </a:srgbClr>
                </a:gs>
                <a:gs pos="28571">
                  <a:srgbClr val="BFBEBE">
                    <a:alpha val="1627"/>
                  </a:srgbClr>
                </a:gs>
                <a:gs pos="42857">
                  <a:srgbClr val="BFBEBE">
                    <a:alpha val="1070"/>
                  </a:srgbClr>
                </a:gs>
                <a:gs pos="57143">
                  <a:srgbClr val="BFBEBE">
                    <a:alpha val="594"/>
                  </a:srgbClr>
                </a:gs>
                <a:gs pos="71429">
                  <a:srgbClr val="BFBEBE">
                    <a:alpha val="279"/>
                  </a:srgbClr>
                </a:gs>
                <a:gs pos="85714">
                  <a:srgbClr val="BFBEBE">
                    <a:alpha val="110"/>
                  </a:srgbClr>
                </a:gs>
                <a:gs pos="100000">
                  <a:srgbClr val="BFBEBE">
                    <a:alpha val="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0" name="Splat 420"/>
            <p:cNvSpPr>
              <a:spLocks noGrp="1"/>
            </p:cNvSpPr>
            <p:nvPr/>
          </p:nvSpPr>
          <p:spPr>
            <a:xfrm rot="6564327">
              <a:off x="1852266" y="2446130"/>
              <a:ext cx="376750" cy="35075"/>
            </a:xfrm>
            <a:prstGeom prst="ellipse">
              <a:avLst/>
            </a:prstGeom>
            <a:gradFill>
              <a:gsLst>
                <a:gs pos="0">
                  <a:srgbClr val="000000">
                    <a:alpha val="23654"/>
                  </a:srgbClr>
                </a:gs>
                <a:gs pos="14286">
                  <a:srgbClr val="000000">
                    <a:alpha val="21969"/>
                  </a:srgbClr>
                </a:gs>
                <a:gs pos="28571">
                  <a:srgbClr val="000000">
                    <a:alpha val="17519"/>
                  </a:srgbClr>
                </a:gs>
                <a:gs pos="42857">
                  <a:srgbClr val="000000">
                    <a:alpha val="11868"/>
                  </a:srgbClr>
                </a:gs>
                <a:gs pos="57143">
                  <a:srgbClr val="000000">
                    <a:alpha val="6761"/>
                  </a:srgbClr>
                </a:gs>
                <a:gs pos="71429">
                  <a:srgbClr val="000000">
                    <a:alpha val="3224"/>
                  </a:srgbClr>
                </a:gs>
                <a:gs pos="85714">
                  <a:srgbClr val="000000">
                    <a:alpha val="1287"/>
                  </a:srgbClr>
                </a:gs>
                <a:gs pos="100000">
                  <a:srgbClr val="000000">
                    <a:alpha val="4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1" name="Splat 421"/>
            <p:cNvSpPr>
              <a:spLocks noGrp="1"/>
            </p:cNvSpPr>
            <p:nvPr/>
          </p:nvSpPr>
          <p:spPr>
            <a:xfrm rot="3767946">
              <a:off x="611280" y="3499532"/>
              <a:ext cx="748612" cy="1325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2" name="Splat 422"/>
            <p:cNvSpPr>
              <a:spLocks noGrp="1"/>
            </p:cNvSpPr>
            <p:nvPr/>
          </p:nvSpPr>
          <p:spPr>
            <a:xfrm rot="10126162">
              <a:off x="677602" y="859190"/>
              <a:ext cx="348540" cy="359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3" name="Splat 423"/>
            <p:cNvSpPr>
              <a:spLocks noGrp="1"/>
            </p:cNvSpPr>
            <p:nvPr/>
          </p:nvSpPr>
          <p:spPr>
            <a:xfrm rot="-10071066">
              <a:off x="1610683" y="1419590"/>
              <a:ext cx="755704" cy="2744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4" name="Splat 424"/>
            <p:cNvSpPr>
              <a:spLocks noGrp="1"/>
            </p:cNvSpPr>
            <p:nvPr/>
          </p:nvSpPr>
          <p:spPr>
            <a:xfrm rot="7387137">
              <a:off x="948966" y="499915"/>
              <a:ext cx="678523" cy="29382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5" name="Splat 425"/>
            <p:cNvSpPr>
              <a:spLocks noGrp="1"/>
            </p:cNvSpPr>
            <p:nvPr/>
          </p:nvSpPr>
          <p:spPr>
            <a:xfrm rot="10621054">
              <a:off x="2718807" y="1091955"/>
              <a:ext cx="404951" cy="365182"/>
            </a:xfrm>
            <a:prstGeom prst="ellipse">
              <a:avLst/>
            </a:prstGeom>
            <a:gradFill>
              <a:gsLst>
                <a:gs pos="0">
                  <a:srgbClr val="ECEBEB">
                    <a:alpha val="4977"/>
                  </a:srgbClr>
                </a:gs>
                <a:gs pos="14286">
                  <a:srgbClr val="ECEBEB">
                    <a:alpha val="4583"/>
                  </a:srgbClr>
                </a:gs>
                <a:gs pos="28571">
                  <a:srgbClr val="ECEBEB">
                    <a:alpha val="3577"/>
                  </a:srgbClr>
                </a:gs>
                <a:gs pos="42857">
                  <a:srgbClr val="ECEBEB">
                    <a:alpha val="2361"/>
                  </a:srgbClr>
                </a:gs>
                <a:gs pos="57143">
                  <a:srgbClr val="ECEBEB">
                    <a:alpha val="1315"/>
                  </a:srgbClr>
                </a:gs>
                <a:gs pos="71429">
                  <a:srgbClr val="ECEBEB">
                    <a:alpha val="618"/>
                  </a:srgbClr>
                </a:gs>
                <a:gs pos="85714">
                  <a:srgbClr val="ECEBEB">
                    <a:alpha val="245"/>
                  </a:srgbClr>
                </a:gs>
                <a:gs pos="100000">
                  <a:srgbClr val="ECEBEB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6" name="Splat 426"/>
            <p:cNvSpPr>
              <a:spLocks noGrp="1"/>
            </p:cNvSpPr>
            <p:nvPr/>
          </p:nvSpPr>
          <p:spPr>
            <a:xfrm rot="6980167">
              <a:off x="1548719" y="1484845"/>
              <a:ext cx="732697" cy="1694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7" name="Splat 427"/>
            <p:cNvSpPr>
              <a:spLocks noGrp="1"/>
            </p:cNvSpPr>
            <p:nvPr/>
          </p:nvSpPr>
          <p:spPr>
            <a:xfrm rot="-10376828">
              <a:off x="2708141" y="1067075"/>
              <a:ext cx="411524" cy="361363"/>
            </a:xfrm>
            <a:prstGeom prst="ellipse">
              <a:avLst/>
            </a:prstGeom>
            <a:gradFill>
              <a:gsLst>
                <a:gs pos="0">
                  <a:srgbClr val="EFEFED">
                    <a:alpha val="7148"/>
                  </a:srgbClr>
                </a:gs>
                <a:gs pos="14286">
                  <a:srgbClr val="EFEFED">
                    <a:alpha val="6589"/>
                  </a:srgbClr>
                </a:gs>
                <a:gs pos="28571">
                  <a:srgbClr val="EFEFED">
                    <a:alpha val="5155"/>
                  </a:srgbClr>
                </a:gs>
                <a:gs pos="42857">
                  <a:srgbClr val="EFEFED">
                    <a:alpha val="3412"/>
                  </a:srgbClr>
                </a:gs>
                <a:gs pos="57143">
                  <a:srgbClr val="EFEFED">
                    <a:alpha val="1905"/>
                  </a:srgbClr>
                </a:gs>
                <a:gs pos="71429">
                  <a:srgbClr val="EFEFED">
                    <a:alpha val="896"/>
                  </a:srgbClr>
                </a:gs>
                <a:gs pos="85714">
                  <a:srgbClr val="EFEFED">
                    <a:alpha val="355"/>
                  </a:srgbClr>
                </a:gs>
                <a:gs pos="100000">
                  <a:srgbClr val="EFEFED">
                    <a:alpha val="1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8" name="Splat 428"/>
            <p:cNvSpPr>
              <a:spLocks noGrp="1"/>
            </p:cNvSpPr>
            <p:nvPr/>
          </p:nvSpPr>
          <p:spPr>
            <a:xfrm rot="-10179740">
              <a:off x="2934130" y="1462183"/>
              <a:ext cx="198492" cy="1739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9" name="Splat 429"/>
            <p:cNvSpPr>
              <a:spLocks noGrp="1"/>
            </p:cNvSpPr>
            <p:nvPr/>
          </p:nvSpPr>
          <p:spPr>
            <a:xfrm rot="-9914737">
              <a:off x="2584136" y="1241443"/>
              <a:ext cx="385542" cy="49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0" name="Splat 430"/>
            <p:cNvSpPr>
              <a:spLocks noGrp="1"/>
            </p:cNvSpPr>
            <p:nvPr/>
          </p:nvSpPr>
          <p:spPr>
            <a:xfrm rot="3830362">
              <a:off x="1958217" y="1816328"/>
              <a:ext cx="312691" cy="180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1" name="Splat 431"/>
            <p:cNvSpPr>
              <a:spLocks noGrp="1"/>
            </p:cNvSpPr>
            <p:nvPr/>
          </p:nvSpPr>
          <p:spPr>
            <a:xfrm rot="7173388">
              <a:off x="2341783" y="1547266"/>
              <a:ext cx="287050" cy="174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2" name="Splat 432"/>
            <p:cNvSpPr>
              <a:spLocks noGrp="1"/>
            </p:cNvSpPr>
            <p:nvPr/>
          </p:nvSpPr>
          <p:spPr>
            <a:xfrm rot="-10631223">
              <a:off x="-226564" y="1466266"/>
              <a:ext cx="656459" cy="32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3" name="Splat 433"/>
            <p:cNvSpPr>
              <a:spLocks noGrp="1"/>
            </p:cNvSpPr>
            <p:nvPr/>
          </p:nvSpPr>
          <p:spPr>
            <a:xfrm rot="7686109">
              <a:off x="936175" y="523388"/>
              <a:ext cx="693357" cy="1845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4" name="Splat 434"/>
            <p:cNvSpPr>
              <a:spLocks noGrp="1"/>
            </p:cNvSpPr>
            <p:nvPr/>
          </p:nvSpPr>
          <p:spPr>
            <a:xfrm rot="9098583">
              <a:off x="2436622" y="1301234"/>
              <a:ext cx="357859" cy="783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5" name="Splat 435"/>
            <p:cNvSpPr>
              <a:spLocks noGrp="1"/>
            </p:cNvSpPr>
            <p:nvPr/>
          </p:nvSpPr>
          <p:spPr>
            <a:xfrm rot="-9296675">
              <a:off x="2956965" y="1514571"/>
              <a:ext cx="422671" cy="76164"/>
            </a:xfrm>
            <a:prstGeom prst="ellipse">
              <a:avLst/>
            </a:prstGeom>
            <a:gradFill>
              <a:gsLst>
                <a:gs pos="0">
                  <a:srgbClr val="000500">
                    <a:alpha val="32968"/>
                  </a:srgbClr>
                </a:gs>
                <a:gs pos="14286">
                  <a:srgbClr val="000500">
                    <a:alpha val="30764"/>
                  </a:srgbClr>
                </a:gs>
                <a:gs pos="28571">
                  <a:srgbClr val="000500">
                    <a:alpha val="24833"/>
                  </a:srgbClr>
                </a:gs>
                <a:gs pos="42857">
                  <a:srgbClr val="000500">
                    <a:alpha val="17075"/>
                  </a:srgbClr>
                </a:gs>
                <a:gs pos="57143">
                  <a:srgbClr val="000500">
                    <a:alpha val="9855"/>
                  </a:srgbClr>
                </a:gs>
                <a:gs pos="71429">
                  <a:srgbClr val="000500">
                    <a:alpha val="4740"/>
                  </a:srgbClr>
                </a:gs>
                <a:gs pos="85714">
                  <a:srgbClr val="000500">
                    <a:alpha val="1902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6" name="Splat 436"/>
            <p:cNvSpPr>
              <a:spLocks noGrp="1"/>
            </p:cNvSpPr>
            <p:nvPr/>
          </p:nvSpPr>
          <p:spPr>
            <a:xfrm rot="-10248092">
              <a:off x="2905712" y="1128786"/>
              <a:ext cx="464503" cy="261822"/>
            </a:xfrm>
            <a:prstGeom prst="ellipse">
              <a:avLst/>
            </a:prstGeom>
            <a:gradFill>
              <a:gsLst>
                <a:gs pos="0">
                  <a:srgbClr val="F1F1F1">
                    <a:alpha val="15353"/>
                  </a:srgbClr>
                </a:gs>
                <a:gs pos="14286">
                  <a:srgbClr val="F1F1F1">
                    <a:alpha val="14204"/>
                  </a:srgbClr>
                </a:gs>
                <a:gs pos="28571">
                  <a:srgbClr val="F1F1F1">
                    <a:alpha val="11215"/>
                  </a:srgbClr>
                </a:gs>
                <a:gs pos="42857">
                  <a:srgbClr val="F1F1F1">
                    <a:alpha val="7506"/>
                  </a:srgbClr>
                </a:gs>
                <a:gs pos="57143">
                  <a:srgbClr val="F1F1F1">
                    <a:alpha val="4231"/>
                  </a:srgbClr>
                </a:gs>
                <a:gs pos="71429">
                  <a:srgbClr val="F1F1F1">
                    <a:alpha val="2003"/>
                  </a:srgbClr>
                </a:gs>
                <a:gs pos="85714">
                  <a:srgbClr val="F1F1F1">
                    <a:alpha val="797"/>
                  </a:srgbClr>
                </a:gs>
                <a:gs pos="100000">
                  <a:srgbClr val="F1F1F1">
                    <a:alpha val="2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7" name="Splat 437"/>
            <p:cNvSpPr>
              <a:spLocks noGrp="1"/>
            </p:cNvSpPr>
            <p:nvPr/>
          </p:nvSpPr>
          <p:spPr>
            <a:xfrm rot="4730264">
              <a:off x="2907028" y="1465278"/>
              <a:ext cx="380549" cy="379387"/>
            </a:xfrm>
            <a:prstGeom prst="ellipse">
              <a:avLst/>
            </a:prstGeom>
            <a:gradFill>
              <a:gsLst>
                <a:gs pos="0">
                  <a:srgbClr val="696869">
                    <a:alpha val="1953"/>
                  </a:srgbClr>
                </a:gs>
                <a:gs pos="14286">
                  <a:srgbClr val="696869">
                    <a:alpha val="1796"/>
                  </a:srgbClr>
                </a:gs>
                <a:gs pos="28571">
                  <a:srgbClr val="696869">
                    <a:alpha val="1398"/>
                  </a:srgbClr>
                </a:gs>
                <a:gs pos="42857">
                  <a:srgbClr val="696869">
                    <a:alpha val="919"/>
                  </a:srgbClr>
                </a:gs>
                <a:gs pos="57143">
                  <a:srgbClr val="696869">
                    <a:alpha val="510"/>
                  </a:srgbClr>
                </a:gs>
                <a:gs pos="71429">
                  <a:srgbClr val="696869">
                    <a:alpha val="239"/>
                  </a:srgbClr>
                </a:gs>
                <a:gs pos="85714">
                  <a:srgbClr val="696869">
                    <a:alpha val="95"/>
                  </a:srgbClr>
                </a:gs>
                <a:gs pos="100000">
                  <a:srgbClr val="696869">
                    <a:alpha val="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8" name="Splat 438"/>
            <p:cNvSpPr>
              <a:spLocks noGrp="1"/>
            </p:cNvSpPr>
            <p:nvPr/>
          </p:nvSpPr>
          <p:spPr>
            <a:xfrm rot="5886673">
              <a:off x="1690054" y="1113880"/>
              <a:ext cx="370117" cy="560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9" name="Splat 439"/>
            <p:cNvSpPr>
              <a:spLocks noGrp="1"/>
            </p:cNvSpPr>
            <p:nvPr/>
          </p:nvSpPr>
          <p:spPr>
            <a:xfrm rot="8227914">
              <a:off x="1273281" y="3178217"/>
              <a:ext cx="413964" cy="383187"/>
            </a:xfrm>
            <a:prstGeom prst="ellipse">
              <a:avLst/>
            </a:prstGeom>
            <a:gradFill>
              <a:gsLst>
                <a:gs pos="0">
                  <a:srgbClr val="A1A0A0">
                    <a:alpha val="17379"/>
                  </a:srgbClr>
                </a:gs>
                <a:gs pos="14286">
                  <a:srgbClr val="A1A0A0">
                    <a:alpha val="16094"/>
                  </a:srgbClr>
                </a:gs>
                <a:gs pos="28571">
                  <a:srgbClr val="A1A0A0">
                    <a:alpha val="12737"/>
                  </a:srgbClr>
                </a:gs>
                <a:gs pos="42857">
                  <a:srgbClr val="A1A0A0">
                    <a:alpha val="8549"/>
                  </a:srgbClr>
                </a:gs>
                <a:gs pos="57143">
                  <a:srgbClr val="A1A0A0">
                    <a:alpha val="4831"/>
                  </a:srgbClr>
                </a:gs>
                <a:gs pos="71429">
                  <a:srgbClr val="A1A0A0">
                    <a:alpha val="2291"/>
                  </a:srgbClr>
                </a:gs>
                <a:gs pos="85714">
                  <a:srgbClr val="A1A0A0">
                    <a:alpha val="912"/>
                  </a:srgbClr>
                </a:gs>
                <a:gs pos="100000">
                  <a:srgbClr val="A1A0A0">
                    <a:alpha val="3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0" name="Splat 440"/>
            <p:cNvSpPr>
              <a:spLocks noGrp="1"/>
            </p:cNvSpPr>
            <p:nvPr/>
          </p:nvSpPr>
          <p:spPr>
            <a:xfrm rot="5883114">
              <a:off x="2404259" y="1372044"/>
              <a:ext cx="239614" cy="547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1" name="Splat 441"/>
            <p:cNvSpPr>
              <a:spLocks noGrp="1"/>
            </p:cNvSpPr>
            <p:nvPr/>
          </p:nvSpPr>
          <p:spPr>
            <a:xfrm rot="5259674">
              <a:off x="2171077" y="1011287"/>
              <a:ext cx="223194" cy="1041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2" name="Splat 442"/>
            <p:cNvSpPr>
              <a:spLocks noGrp="1"/>
            </p:cNvSpPr>
            <p:nvPr/>
          </p:nvSpPr>
          <p:spPr>
            <a:xfrm rot="-9550914">
              <a:off x="2024929" y="846540"/>
              <a:ext cx="538645" cy="246426"/>
            </a:xfrm>
            <a:prstGeom prst="ellipse">
              <a:avLst/>
            </a:prstGeom>
            <a:gradFill>
              <a:gsLst>
                <a:gs pos="0">
                  <a:srgbClr val="FFFFFF">
                    <a:alpha val="23823"/>
                  </a:srgbClr>
                </a:gs>
                <a:gs pos="14286">
                  <a:srgbClr val="FFFFFF">
                    <a:alpha val="22128"/>
                  </a:srgbClr>
                </a:gs>
                <a:gs pos="28571">
                  <a:srgbClr val="FFFFFF">
                    <a:alpha val="17650"/>
                  </a:srgbClr>
                </a:gs>
                <a:gs pos="42857">
                  <a:srgbClr val="FFFFFF">
                    <a:alpha val="11959"/>
                  </a:srgbClr>
                </a:gs>
                <a:gs pos="57143">
                  <a:srgbClr val="FFFFFF">
                    <a:alpha val="6814"/>
                  </a:srgbClr>
                </a:gs>
                <a:gs pos="71429">
                  <a:srgbClr val="FFFFFF">
                    <a:alpha val="3250"/>
                  </a:srgbClr>
                </a:gs>
                <a:gs pos="85714">
                  <a:srgbClr val="FFFFFF">
                    <a:alpha val="1298"/>
                  </a:srgbClr>
                </a:gs>
                <a:gs pos="100000">
                  <a:srgbClr val="FFFFFF">
                    <a:alpha val="4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3" name="Splat 443"/>
            <p:cNvSpPr>
              <a:spLocks noGrp="1"/>
            </p:cNvSpPr>
            <p:nvPr/>
          </p:nvSpPr>
          <p:spPr>
            <a:xfrm rot="6286040">
              <a:off x="1577272" y="2800847"/>
              <a:ext cx="669514" cy="4268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4" name="Splat 444"/>
            <p:cNvSpPr>
              <a:spLocks noGrp="1"/>
            </p:cNvSpPr>
            <p:nvPr/>
          </p:nvSpPr>
          <p:spPr>
            <a:xfrm rot="10522476">
              <a:off x="2360995" y="1289549"/>
              <a:ext cx="436173" cy="67919"/>
            </a:xfrm>
            <a:prstGeom prst="ellipse">
              <a:avLst/>
            </a:prstGeom>
            <a:gradFill>
              <a:gsLst>
                <a:gs pos="0">
                  <a:srgbClr val="FFFFFE">
                    <a:alpha val="32968"/>
                  </a:srgbClr>
                </a:gs>
                <a:gs pos="14286">
                  <a:srgbClr val="FFFFFE">
                    <a:alpha val="30764"/>
                  </a:srgbClr>
                </a:gs>
                <a:gs pos="28571">
                  <a:srgbClr val="FFFFFE">
                    <a:alpha val="24833"/>
                  </a:srgbClr>
                </a:gs>
                <a:gs pos="42857">
                  <a:srgbClr val="FFFFFE">
                    <a:alpha val="17075"/>
                  </a:srgbClr>
                </a:gs>
                <a:gs pos="57143">
                  <a:srgbClr val="FFFFFE">
                    <a:alpha val="9855"/>
                  </a:srgbClr>
                </a:gs>
                <a:gs pos="71429">
                  <a:srgbClr val="FFFFFE">
                    <a:alpha val="4740"/>
                  </a:srgbClr>
                </a:gs>
                <a:gs pos="85714">
                  <a:srgbClr val="FFFFFE">
                    <a:alpha val="1902"/>
                  </a:srgbClr>
                </a:gs>
                <a:gs pos="100000">
                  <a:srgbClr val="FF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5" name="Splat 445"/>
            <p:cNvSpPr>
              <a:spLocks noGrp="1"/>
            </p:cNvSpPr>
            <p:nvPr/>
          </p:nvSpPr>
          <p:spPr>
            <a:xfrm rot="10118469">
              <a:off x="1470740" y="1264595"/>
              <a:ext cx="337534" cy="528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6" name="Splat 446"/>
            <p:cNvSpPr>
              <a:spLocks noGrp="1"/>
            </p:cNvSpPr>
            <p:nvPr/>
          </p:nvSpPr>
          <p:spPr>
            <a:xfrm rot="4617894">
              <a:off x="2186732" y="1211183"/>
              <a:ext cx="279889" cy="152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7" name="Splat 447"/>
            <p:cNvSpPr>
              <a:spLocks noGrp="1"/>
            </p:cNvSpPr>
            <p:nvPr/>
          </p:nvSpPr>
          <p:spPr>
            <a:xfrm rot="5410238">
              <a:off x="2059350" y="2245621"/>
              <a:ext cx="244490" cy="14311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8" name="Splat 448"/>
            <p:cNvSpPr>
              <a:spLocks noGrp="1"/>
            </p:cNvSpPr>
            <p:nvPr/>
          </p:nvSpPr>
          <p:spPr>
            <a:xfrm rot="7177130">
              <a:off x="52526" y="1190081"/>
              <a:ext cx="724425" cy="49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9" name="Splat 449"/>
            <p:cNvSpPr>
              <a:spLocks noGrp="1"/>
            </p:cNvSpPr>
            <p:nvPr/>
          </p:nvSpPr>
          <p:spPr>
            <a:xfrm rot="3791350">
              <a:off x="3470935" y="1093887"/>
              <a:ext cx="346073" cy="313105"/>
            </a:xfrm>
            <a:prstGeom prst="ellipse">
              <a:avLst/>
            </a:prstGeom>
            <a:gradFill>
              <a:gsLst>
                <a:gs pos="0">
                  <a:srgbClr val="F9FAF9">
                    <a:alpha val="20235"/>
                  </a:srgbClr>
                </a:gs>
                <a:gs pos="14286">
                  <a:srgbClr val="F9FAF9">
                    <a:alpha val="18763"/>
                  </a:srgbClr>
                </a:gs>
                <a:gs pos="28571">
                  <a:srgbClr val="F9FAF9">
                    <a:alpha val="14900"/>
                  </a:srgbClr>
                </a:gs>
                <a:gs pos="42857">
                  <a:srgbClr val="F9FAF9">
                    <a:alpha val="10042"/>
                  </a:srgbClr>
                </a:gs>
                <a:gs pos="57143">
                  <a:srgbClr val="F9FAF9">
                    <a:alpha val="5696"/>
                  </a:srgbClr>
                </a:gs>
                <a:gs pos="71429">
                  <a:srgbClr val="F9FAF9">
                    <a:alpha val="2708"/>
                  </a:srgbClr>
                </a:gs>
                <a:gs pos="85714">
                  <a:srgbClr val="F9FAF9">
                    <a:alpha val="1080"/>
                  </a:srgbClr>
                </a:gs>
                <a:gs pos="100000">
                  <a:srgbClr val="F9FAF9">
                    <a:alpha val="3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0" name="Splat 450"/>
            <p:cNvSpPr>
              <a:spLocks noGrp="1"/>
            </p:cNvSpPr>
            <p:nvPr/>
          </p:nvSpPr>
          <p:spPr>
            <a:xfrm rot="6394922">
              <a:off x="1312842" y="3505322"/>
              <a:ext cx="703174" cy="910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1" name="Splat 451"/>
            <p:cNvSpPr>
              <a:spLocks noGrp="1"/>
            </p:cNvSpPr>
            <p:nvPr/>
          </p:nvSpPr>
          <p:spPr>
            <a:xfrm rot="8640391">
              <a:off x="3216768" y="1175026"/>
              <a:ext cx="489497" cy="348922"/>
            </a:xfrm>
            <a:prstGeom prst="ellipse">
              <a:avLst/>
            </a:prstGeom>
            <a:gradFill>
              <a:gsLst>
                <a:gs pos="0">
                  <a:srgbClr val="424243">
                    <a:alpha val="12635"/>
                  </a:srgbClr>
                </a:gs>
                <a:gs pos="14286">
                  <a:srgbClr val="424243">
                    <a:alpha val="11675"/>
                  </a:srgbClr>
                </a:gs>
                <a:gs pos="28571">
                  <a:srgbClr val="424243">
                    <a:alpha val="9190"/>
                  </a:srgbClr>
                </a:gs>
                <a:gs pos="42857">
                  <a:srgbClr val="424243">
                    <a:alpha val="6127"/>
                  </a:srgbClr>
                </a:gs>
                <a:gs pos="57143">
                  <a:srgbClr val="424243">
                    <a:alpha val="3443"/>
                  </a:srgbClr>
                </a:gs>
                <a:gs pos="71429">
                  <a:srgbClr val="424243">
                    <a:alpha val="1627"/>
                  </a:srgbClr>
                </a:gs>
                <a:gs pos="85714">
                  <a:srgbClr val="424243">
                    <a:alpha val="646"/>
                  </a:srgbClr>
                </a:gs>
                <a:gs pos="100000">
                  <a:srgbClr val="424243">
                    <a:alpha val="2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2" name="Splat 452"/>
            <p:cNvSpPr>
              <a:spLocks noGrp="1"/>
            </p:cNvSpPr>
            <p:nvPr/>
          </p:nvSpPr>
          <p:spPr>
            <a:xfrm rot="-8516216">
              <a:off x="1493498" y="910720"/>
              <a:ext cx="576387" cy="131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3" name="Splat 453"/>
            <p:cNvSpPr>
              <a:spLocks noGrp="1"/>
            </p:cNvSpPr>
            <p:nvPr/>
          </p:nvSpPr>
          <p:spPr>
            <a:xfrm rot="4958707">
              <a:off x="1895690" y="1607566"/>
              <a:ext cx="378992" cy="666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4" name="Splat 454"/>
            <p:cNvSpPr>
              <a:spLocks noGrp="1"/>
            </p:cNvSpPr>
            <p:nvPr/>
          </p:nvSpPr>
          <p:spPr>
            <a:xfrm rot="10645629">
              <a:off x="1803178" y="1340472"/>
              <a:ext cx="590802" cy="1091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5" name="Splat 455"/>
            <p:cNvSpPr>
              <a:spLocks noGrp="1"/>
            </p:cNvSpPr>
            <p:nvPr/>
          </p:nvSpPr>
          <p:spPr>
            <a:xfrm rot="8335215">
              <a:off x="1572424" y="1868976"/>
              <a:ext cx="779545" cy="324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6" name="Splat 456"/>
            <p:cNvSpPr>
              <a:spLocks noGrp="1"/>
            </p:cNvSpPr>
            <p:nvPr/>
          </p:nvSpPr>
          <p:spPr>
            <a:xfrm rot="-8235476">
              <a:off x="1358654" y="1077665"/>
              <a:ext cx="328170" cy="210897"/>
            </a:xfrm>
            <a:prstGeom prst="ellipse">
              <a:avLst/>
            </a:prstGeom>
            <a:gradFill>
              <a:gsLst>
                <a:gs pos="0">
                  <a:srgbClr val="38393A">
                    <a:alpha val="11432"/>
                  </a:srgbClr>
                </a:gs>
                <a:gs pos="14286">
                  <a:srgbClr val="38393A">
                    <a:alpha val="10558"/>
                  </a:srgbClr>
                </a:gs>
                <a:gs pos="28571">
                  <a:srgbClr val="38393A">
                    <a:alpha val="8299"/>
                  </a:srgbClr>
                </a:gs>
                <a:gs pos="42857">
                  <a:srgbClr val="38393A">
                    <a:alpha val="5524"/>
                  </a:srgbClr>
                </a:gs>
                <a:gs pos="57143">
                  <a:srgbClr val="38393A">
                    <a:alpha val="3100"/>
                  </a:srgbClr>
                </a:gs>
                <a:gs pos="71429">
                  <a:srgbClr val="38393A">
                    <a:alpha val="1463"/>
                  </a:srgbClr>
                </a:gs>
                <a:gs pos="85714">
                  <a:srgbClr val="38393A">
                    <a:alpha val="581"/>
                  </a:srgbClr>
                </a:gs>
                <a:gs pos="100000">
                  <a:srgbClr val="38393A">
                    <a:alpha val="1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7" name="Splat 457"/>
            <p:cNvSpPr>
              <a:spLocks noGrp="1"/>
            </p:cNvSpPr>
            <p:nvPr/>
          </p:nvSpPr>
          <p:spPr>
            <a:xfrm rot="-9348773">
              <a:off x="1260351" y="2095363"/>
              <a:ext cx="762527" cy="1115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8" name="Splat 458"/>
            <p:cNvSpPr>
              <a:spLocks noGrp="1"/>
            </p:cNvSpPr>
            <p:nvPr/>
          </p:nvSpPr>
          <p:spPr>
            <a:xfrm rot="5713921">
              <a:off x="2161018" y="1024730"/>
              <a:ext cx="265085" cy="716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9" name="Splat 459"/>
            <p:cNvSpPr>
              <a:spLocks noGrp="1"/>
            </p:cNvSpPr>
            <p:nvPr/>
          </p:nvSpPr>
          <p:spPr>
            <a:xfrm rot="10066704">
              <a:off x="2445942" y="1223184"/>
              <a:ext cx="259784" cy="209897"/>
            </a:xfrm>
            <a:prstGeom prst="ellipse">
              <a:avLst/>
            </a:prstGeom>
            <a:gradFill>
              <a:gsLst>
                <a:gs pos="0">
                  <a:srgbClr val="F8F8F8">
                    <a:alpha val="15757"/>
                  </a:srgbClr>
                </a:gs>
                <a:gs pos="14286">
                  <a:srgbClr val="F8F8F8">
                    <a:alpha val="14581"/>
                  </a:srgbClr>
                </a:gs>
                <a:gs pos="28571">
                  <a:srgbClr val="F8F8F8">
                    <a:alpha val="11518"/>
                  </a:srgbClr>
                </a:gs>
                <a:gs pos="42857">
                  <a:srgbClr val="F8F8F8">
                    <a:alpha val="7713"/>
                  </a:srgbClr>
                </a:gs>
                <a:gs pos="57143">
                  <a:srgbClr val="F8F8F8">
                    <a:alpha val="4350"/>
                  </a:srgbClr>
                </a:gs>
                <a:gs pos="71429">
                  <a:srgbClr val="F8F8F8">
                    <a:alpha val="2060"/>
                  </a:srgbClr>
                </a:gs>
                <a:gs pos="85714">
                  <a:srgbClr val="F8F8F8">
                    <a:alpha val="820"/>
                  </a:srgbClr>
                </a:gs>
                <a:gs pos="100000">
                  <a:srgbClr val="F8F8F8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0" name="Splat 460"/>
            <p:cNvSpPr>
              <a:spLocks noGrp="1"/>
            </p:cNvSpPr>
            <p:nvPr/>
          </p:nvSpPr>
          <p:spPr>
            <a:xfrm rot="10428218">
              <a:off x="2726119" y="925362"/>
              <a:ext cx="392295" cy="384189"/>
            </a:xfrm>
            <a:prstGeom prst="ellipse">
              <a:avLst/>
            </a:prstGeom>
            <a:gradFill>
              <a:gsLst>
                <a:gs pos="0">
                  <a:srgbClr val="D3D4D0">
                    <a:alpha val="7575"/>
                  </a:srgbClr>
                </a:gs>
                <a:gs pos="14286">
                  <a:srgbClr val="D3D4D0">
                    <a:alpha val="6984"/>
                  </a:srgbClr>
                </a:gs>
                <a:gs pos="28571">
                  <a:srgbClr val="D3D4D0">
                    <a:alpha val="5467"/>
                  </a:srgbClr>
                </a:gs>
                <a:gs pos="42857">
                  <a:srgbClr val="D3D4D0">
                    <a:alpha val="3620"/>
                  </a:srgbClr>
                </a:gs>
                <a:gs pos="57143">
                  <a:srgbClr val="D3D4D0">
                    <a:alpha val="2022"/>
                  </a:srgbClr>
                </a:gs>
                <a:gs pos="71429">
                  <a:srgbClr val="D3D4D0">
                    <a:alpha val="952"/>
                  </a:srgbClr>
                </a:gs>
                <a:gs pos="85714">
                  <a:srgbClr val="D3D4D0">
                    <a:alpha val="377"/>
                  </a:srgbClr>
                </a:gs>
                <a:gs pos="100000">
                  <a:srgbClr val="D3D4D0">
                    <a:alpha val="1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1" name="Splat 461"/>
            <p:cNvSpPr>
              <a:spLocks noGrp="1"/>
            </p:cNvSpPr>
            <p:nvPr/>
          </p:nvSpPr>
          <p:spPr>
            <a:xfrm rot="5864102">
              <a:off x="1903996" y="2969239"/>
              <a:ext cx="402968" cy="88864"/>
            </a:xfrm>
            <a:prstGeom prst="ellipse">
              <a:avLst/>
            </a:prstGeom>
            <a:gradFill>
              <a:gsLst>
                <a:gs pos="0">
                  <a:srgbClr val="737371">
                    <a:alpha val="9755"/>
                  </a:srgbClr>
                </a:gs>
                <a:gs pos="14286">
                  <a:srgbClr val="737371">
                    <a:alpha val="9003"/>
                  </a:srgbClr>
                </a:gs>
                <a:gs pos="28571">
                  <a:srgbClr val="737371">
                    <a:alpha val="7063"/>
                  </a:srgbClr>
                </a:gs>
                <a:gs pos="42857">
                  <a:srgbClr val="737371">
                    <a:alpha val="4691"/>
                  </a:srgbClr>
                </a:gs>
                <a:gs pos="57143">
                  <a:srgbClr val="737371">
                    <a:alpha val="2627"/>
                  </a:srgbClr>
                </a:gs>
                <a:gs pos="71429">
                  <a:srgbClr val="737371">
                    <a:alpha val="1238"/>
                  </a:srgbClr>
                </a:gs>
                <a:gs pos="85714">
                  <a:srgbClr val="737371">
                    <a:alpha val="492"/>
                  </a:srgbClr>
                </a:gs>
                <a:gs pos="100000">
                  <a:srgbClr val="737371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2" name="Splat 462"/>
            <p:cNvSpPr>
              <a:spLocks noGrp="1"/>
            </p:cNvSpPr>
            <p:nvPr/>
          </p:nvSpPr>
          <p:spPr>
            <a:xfrm rot="5217552">
              <a:off x="1990013" y="1583512"/>
              <a:ext cx="207581" cy="4812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3" name="Splat 463"/>
            <p:cNvSpPr>
              <a:spLocks noGrp="1"/>
            </p:cNvSpPr>
            <p:nvPr/>
          </p:nvSpPr>
          <p:spPr>
            <a:xfrm rot="-8906920">
              <a:off x="2386797" y="1194534"/>
              <a:ext cx="655850" cy="169302"/>
            </a:xfrm>
            <a:prstGeom prst="ellipse">
              <a:avLst/>
            </a:prstGeom>
            <a:gradFill>
              <a:gsLst>
                <a:gs pos="0">
                  <a:srgbClr val="E7E8E8">
                    <a:alpha val="32968"/>
                  </a:srgbClr>
                </a:gs>
                <a:gs pos="14286">
                  <a:srgbClr val="E7E8E8">
                    <a:alpha val="30764"/>
                  </a:srgbClr>
                </a:gs>
                <a:gs pos="28571">
                  <a:srgbClr val="E7E8E8">
                    <a:alpha val="24833"/>
                  </a:srgbClr>
                </a:gs>
                <a:gs pos="42857">
                  <a:srgbClr val="E7E8E8">
                    <a:alpha val="17075"/>
                  </a:srgbClr>
                </a:gs>
                <a:gs pos="57143">
                  <a:srgbClr val="E7E8E8">
                    <a:alpha val="9855"/>
                  </a:srgbClr>
                </a:gs>
                <a:gs pos="71429">
                  <a:srgbClr val="E7E8E8">
                    <a:alpha val="4740"/>
                  </a:srgbClr>
                </a:gs>
                <a:gs pos="85714">
                  <a:srgbClr val="E7E8E8">
                    <a:alpha val="1902"/>
                  </a:srgbClr>
                </a:gs>
                <a:gs pos="100000">
                  <a:srgbClr val="E7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4" name="Splat 464"/>
            <p:cNvSpPr>
              <a:spLocks noGrp="1"/>
            </p:cNvSpPr>
            <p:nvPr/>
          </p:nvSpPr>
          <p:spPr>
            <a:xfrm rot="10758329">
              <a:off x="2348128" y="1252815"/>
              <a:ext cx="518071" cy="5353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5" name="Splat 465"/>
            <p:cNvSpPr>
              <a:spLocks noGrp="1"/>
            </p:cNvSpPr>
            <p:nvPr/>
          </p:nvSpPr>
          <p:spPr>
            <a:xfrm rot="6372023">
              <a:off x="1780329" y="2543798"/>
              <a:ext cx="331261" cy="51302"/>
            </a:xfrm>
            <a:prstGeom prst="ellipse">
              <a:avLst/>
            </a:prstGeom>
            <a:gradFill>
              <a:gsLst>
                <a:gs pos="0">
                  <a:srgbClr val="504F4E">
                    <a:alpha val="30380"/>
                  </a:srgbClr>
                </a:gs>
                <a:gs pos="14286">
                  <a:srgbClr val="504F4E">
                    <a:alpha val="28310"/>
                  </a:srgbClr>
                </a:gs>
                <a:gs pos="28571">
                  <a:srgbClr val="504F4E">
                    <a:alpha val="22773"/>
                  </a:srgbClr>
                </a:gs>
                <a:gs pos="42857">
                  <a:srgbClr val="504F4E">
                    <a:alpha val="15592"/>
                  </a:srgbClr>
                </a:gs>
                <a:gs pos="57143">
                  <a:srgbClr val="504F4E">
                    <a:alpha val="8965"/>
                  </a:srgbClr>
                </a:gs>
                <a:gs pos="71429">
                  <a:srgbClr val="504F4E">
                    <a:alpha val="4301"/>
                  </a:srgbClr>
                </a:gs>
                <a:gs pos="85714">
                  <a:srgbClr val="504F4E">
                    <a:alpha val="1723"/>
                  </a:srgbClr>
                </a:gs>
                <a:gs pos="100000">
                  <a:srgbClr val="504F4E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6" name="Splat 466"/>
            <p:cNvSpPr>
              <a:spLocks noGrp="1"/>
            </p:cNvSpPr>
            <p:nvPr/>
          </p:nvSpPr>
          <p:spPr>
            <a:xfrm rot="10553132">
              <a:off x="2714702" y="915919"/>
              <a:ext cx="388582" cy="385787"/>
            </a:xfrm>
            <a:prstGeom prst="ellipse">
              <a:avLst/>
            </a:prstGeom>
            <a:gradFill>
              <a:gsLst>
                <a:gs pos="0">
                  <a:srgbClr val="D5D5D3">
                    <a:alpha val="11772"/>
                  </a:srgbClr>
                </a:gs>
                <a:gs pos="14286">
                  <a:srgbClr val="D5D5D3">
                    <a:alpha val="10873"/>
                  </a:srgbClr>
                </a:gs>
                <a:gs pos="28571">
                  <a:srgbClr val="D5D5D3">
                    <a:alpha val="8550"/>
                  </a:srgbClr>
                </a:gs>
                <a:gs pos="42857">
                  <a:srgbClr val="D5D5D3">
                    <a:alpha val="5694"/>
                  </a:srgbClr>
                </a:gs>
                <a:gs pos="57143">
                  <a:srgbClr val="D5D5D3">
                    <a:alpha val="3196"/>
                  </a:srgbClr>
                </a:gs>
                <a:gs pos="71429">
                  <a:srgbClr val="D5D5D3">
                    <a:alpha val="1509"/>
                  </a:srgbClr>
                </a:gs>
                <a:gs pos="85714">
                  <a:srgbClr val="D5D5D3">
                    <a:alpha val="599"/>
                  </a:srgbClr>
                </a:gs>
                <a:gs pos="100000">
                  <a:srgbClr val="D5D5D3">
                    <a:alpha val="2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7" name="Splat 467"/>
            <p:cNvSpPr>
              <a:spLocks noGrp="1"/>
            </p:cNvSpPr>
            <p:nvPr/>
          </p:nvSpPr>
          <p:spPr>
            <a:xfrm rot="9818081">
              <a:off x="1872651" y="1122412"/>
              <a:ext cx="79043" cy="6740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8" name="Splat 468"/>
            <p:cNvSpPr>
              <a:spLocks noGrp="1"/>
            </p:cNvSpPr>
            <p:nvPr/>
          </p:nvSpPr>
          <p:spPr>
            <a:xfrm rot="5812995">
              <a:off x="2991594" y="3034563"/>
              <a:ext cx="410422" cy="399142"/>
            </a:xfrm>
            <a:prstGeom prst="ellipse">
              <a:avLst/>
            </a:prstGeom>
            <a:gradFill>
              <a:gsLst>
                <a:gs pos="0">
                  <a:srgbClr val="7B7B7A">
                    <a:alpha val="5922"/>
                  </a:srgbClr>
                </a:gs>
                <a:gs pos="14286">
                  <a:srgbClr val="7B7B7A">
                    <a:alpha val="5456"/>
                  </a:srgbClr>
                </a:gs>
                <a:gs pos="28571">
                  <a:srgbClr val="7B7B7A">
                    <a:alpha val="4263"/>
                  </a:srgbClr>
                </a:gs>
                <a:gs pos="42857">
                  <a:srgbClr val="7B7B7A">
                    <a:alpha val="2817"/>
                  </a:srgbClr>
                </a:gs>
                <a:gs pos="57143">
                  <a:srgbClr val="7B7B7A">
                    <a:alpha val="1571"/>
                  </a:srgbClr>
                </a:gs>
                <a:gs pos="71429">
                  <a:srgbClr val="7B7B7A">
                    <a:alpha val="738"/>
                  </a:srgbClr>
                </a:gs>
                <a:gs pos="85714">
                  <a:srgbClr val="7B7B7A">
                    <a:alpha val="293"/>
                  </a:srgbClr>
                </a:gs>
                <a:gs pos="100000">
                  <a:srgbClr val="7B7B7A">
                    <a:alpha val="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9" name="Splat 469"/>
            <p:cNvSpPr>
              <a:spLocks noGrp="1"/>
            </p:cNvSpPr>
            <p:nvPr/>
          </p:nvSpPr>
          <p:spPr>
            <a:xfrm rot="5449779">
              <a:off x="2364263" y="1527903"/>
              <a:ext cx="504569" cy="39991"/>
            </a:xfrm>
            <a:prstGeom prst="ellipse">
              <a:avLst/>
            </a:prstGeom>
            <a:gradFill>
              <a:gsLst>
                <a:gs pos="0">
                  <a:srgbClr val="211E21">
                    <a:alpha val="25624"/>
                  </a:srgbClr>
                </a:gs>
                <a:gs pos="14286">
                  <a:srgbClr val="211E21">
                    <a:alpha val="23822"/>
                  </a:srgbClr>
                </a:gs>
                <a:gs pos="28571">
                  <a:srgbClr val="211E21">
                    <a:alpha val="19044"/>
                  </a:srgbClr>
                </a:gs>
                <a:gs pos="42857">
                  <a:srgbClr val="211E21">
                    <a:alpha val="12940"/>
                  </a:srgbClr>
                </a:gs>
                <a:gs pos="57143">
                  <a:srgbClr val="211E21">
                    <a:alpha val="7391"/>
                  </a:srgbClr>
                </a:gs>
                <a:gs pos="71429">
                  <a:srgbClr val="211E21">
                    <a:alpha val="3530"/>
                  </a:srgbClr>
                </a:gs>
                <a:gs pos="85714">
                  <a:srgbClr val="211E21">
                    <a:alpha val="1411"/>
                  </a:srgbClr>
                </a:gs>
                <a:gs pos="100000">
                  <a:srgbClr val="211E21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0" name="Splat 470"/>
            <p:cNvSpPr>
              <a:spLocks noGrp="1"/>
            </p:cNvSpPr>
            <p:nvPr/>
          </p:nvSpPr>
          <p:spPr>
            <a:xfrm rot="3252922">
              <a:off x="2751402" y="840501"/>
              <a:ext cx="442625" cy="95834"/>
            </a:xfrm>
            <a:prstGeom prst="ellipse">
              <a:avLst/>
            </a:prstGeom>
            <a:gradFill>
              <a:gsLst>
                <a:gs pos="0">
                  <a:srgbClr val="D1D1D1">
                    <a:alpha val="15444"/>
                  </a:srgbClr>
                </a:gs>
                <a:gs pos="14286">
                  <a:srgbClr val="D1D1D1">
                    <a:alpha val="14289"/>
                  </a:srgbClr>
                </a:gs>
                <a:gs pos="28571">
                  <a:srgbClr val="D1D1D1">
                    <a:alpha val="11283"/>
                  </a:srgbClr>
                </a:gs>
                <a:gs pos="42857">
                  <a:srgbClr val="D1D1D1">
                    <a:alpha val="7552"/>
                  </a:srgbClr>
                </a:gs>
                <a:gs pos="57143">
                  <a:srgbClr val="D1D1D1">
                    <a:alpha val="4258"/>
                  </a:srgbClr>
                </a:gs>
                <a:gs pos="71429">
                  <a:srgbClr val="D1D1D1">
                    <a:alpha val="2016"/>
                  </a:srgbClr>
                </a:gs>
                <a:gs pos="85714">
                  <a:srgbClr val="D1D1D1">
                    <a:alpha val="802"/>
                  </a:srgbClr>
                </a:gs>
                <a:gs pos="100000">
                  <a:srgbClr val="D1D1D1">
                    <a:alpha val="2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1" name="Splat 471"/>
            <p:cNvSpPr>
              <a:spLocks noGrp="1"/>
            </p:cNvSpPr>
            <p:nvPr/>
          </p:nvSpPr>
          <p:spPr>
            <a:xfrm rot="6337120">
              <a:off x="2926596" y="1003979"/>
              <a:ext cx="399157" cy="358013"/>
            </a:xfrm>
            <a:prstGeom prst="ellipse">
              <a:avLst/>
            </a:prstGeom>
            <a:gradFill>
              <a:gsLst>
                <a:gs pos="0">
                  <a:srgbClr val="D7D8D8">
                    <a:alpha val="20318"/>
                  </a:srgbClr>
                </a:gs>
                <a:gs pos="14286">
                  <a:srgbClr val="D7D8D8">
                    <a:alpha val="18841"/>
                  </a:srgbClr>
                </a:gs>
                <a:gs pos="28571">
                  <a:srgbClr val="D7D8D8">
                    <a:alpha val="14964"/>
                  </a:srgbClr>
                </a:gs>
                <a:gs pos="42857">
                  <a:srgbClr val="D7D8D8">
                    <a:alpha val="10086"/>
                  </a:srgbClr>
                </a:gs>
                <a:gs pos="57143">
                  <a:srgbClr val="D7D8D8">
                    <a:alpha val="5721"/>
                  </a:srgbClr>
                </a:gs>
                <a:gs pos="71429">
                  <a:srgbClr val="D7D8D8">
                    <a:alpha val="2720"/>
                  </a:srgbClr>
                </a:gs>
                <a:gs pos="85714">
                  <a:srgbClr val="D7D8D8">
                    <a:alpha val="1085"/>
                  </a:srgbClr>
                </a:gs>
                <a:gs pos="100000">
                  <a:srgbClr val="D7D8D8">
                    <a:alpha val="3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2" name="Splat 472"/>
            <p:cNvSpPr>
              <a:spLocks noGrp="1"/>
            </p:cNvSpPr>
            <p:nvPr/>
          </p:nvSpPr>
          <p:spPr>
            <a:xfrm rot="5373767">
              <a:off x="1756747" y="3233026"/>
              <a:ext cx="618684" cy="501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3" name="Splat 473"/>
            <p:cNvSpPr>
              <a:spLocks noGrp="1"/>
            </p:cNvSpPr>
            <p:nvPr/>
          </p:nvSpPr>
          <p:spPr>
            <a:xfrm rot="-8606351">
              <a:off x="1544870" y="3451439"/>
              <a:ext cx="327027" cy="223905"/>
            </a:xfrm>
            <a:prstGeom prst="ellipse">
              <a:avLst/>
            </a:prstGeom>
            <a:gradFill>
              <a:gsLst>
                <a:gs pos="0">
                  <a:srgbClr val="000000">
                    <a:alpha val="16826"/>
                  </a:srgbClr>
                </a:gs>
                <a:gs pos="14286">
                  <a:srgbClr val="000000">
                    <a:alpha val="15577"/>
                  </a:srgbClr>
                </a:gs>
                <a:gs pos="28571">
                  <a:srgbClr val="000000">
                    <a:alpha val="12320"/>
                  </a:srgbClr>
                </a:gs>
                <a:gs pos="42857">
                  <a:srgbClr val="000000">
                    <a:alpha val="8263"/>
                  </a:srgbClr>
                </a:gs>
                <a:gs pos="57143">
                  <a:srgbClr val="000000">
                    <a:alpha val="4666"/>
                  </a:srgbClr>
                </a:gs>
                <a:gs pos="71429">
                  <a:srgbClr val="000000">
                    <a:alpha val="2212"/>
                  </a:srgbClr>
                </a:gs>
                <a:gs pos="85714">
                  <a:srgbClr val="000000">
                    <a:alpha val="881"/>
                  </a:srgbClr>
                </a:gs>
                <a:gs pos="100000">
                  <a:srgbClr val="000000">
                    <a:alpha val="2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4" name="Splat 474"/>
            <p:cNvSpPr>
              <a:spLocks noGrp="1"/>
            </p:cNvSpPr>
            <p:nvPr/>
          </p:nvSpPr>
          <p:spPr>
            <a:xfrm rot="8714467">
              <a:off x="1979868" y="2328269"/>
              <a:ext cx="319185" cy="1537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5" name="Splat 475"/>
            <p:cNvSpPr>
              <a:spLocks noGrp="1"/>
            </p:cNvSpPr>
            <p:nvPr/>
          </p:nvSpPr>
          <p:spPr>
            <a:xfrm rot="7375140">
              <a:off x="-114345" y="1446436"/>
              <a:ext cx="712334" cy="360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6" name="Splat 476"/>
            <p:cNvSpPr>
              <a:spLocks noGrp="1"/>
            </p:cNvSpPr>
            <p:nvPr/>
          </p:nvSpPr>
          <p:spPr>
            <a:xfrm rot="6126163">
              <a:off x="1522242" y="3071555"/>
              <a:ext cx="731553" cy="464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7" name="Splat 477"/>
            <p:cNvSpPr>
              <a:spLocks noGrp="1"/>
            </p:cNvSpPr>
            <p:nvPr/>
          </p:nvSpPr>
          <p:spPr>
            <a:xfrm rot="10458931">
              <a:off x="2710688" y="919181"/>
              <a:ext cx="379094" cy="375105"/>
            </a:xfrm>
            <a:prstGeom prst="ellipse">
              <a:avLst/>
            </a:prstGeom>
            <a:gradFill>
              <a:gsLst>
                <a:gs pos="0">
                  <a:srgbClr val="C8C8C9">
                    <a:alpha val="9007"/>
                  </a:srgbClr>
                </a:gs>
                <a:gs pos="14286">
                  <a:srgbClr val="C8C8C9">
                    <a:alpha val="8309"/>
                  </a:srgbClr>
                </a:gs>
                <a:gs pos="28571">
                  <a:srgbClr val="C8C8C9">
                    <a:alpha val="6514"/>
                  </a:srgbClr>
                </a:gs>
                <a:gs pos="42857">
                  <a:srgbClr val="C8C8C9">
                    <a:alpha val="4322"/>
                  </a:srgbClr>
                </a:gs>
                <a:gs pos="57143">
                  <a:srgbClr val="C8C8C9">
                    <a:alpha val="2418"/>
                  </a:srgbClr>
                </a:gs>
                <a:gs pos="71429">
                  <a:srgbClr val="C8C8C9">
                    <a:alpha val="1139"/>
                  </a:srgbClr>
                </a:gs>
                <a:gs pos="85714">
                  <a:srgbClr val="C8C8C9">
                    <a:alpha val="452"/>
                  </a:srgbClr>
                </a:gs>
                <a:gs pos="100000">
                  <a:srgbClr val="C8C8C9">
                    <a:alpha val="1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8" name="Splat 478"/>
            <p:cNvSpPr>
              <a:spLocks noGrp="1"/>
            </p:cNvSpPr>
            <p:nvPr/>
          </p:nvSpPr>
          <p:spPr>
            <a:xfrm rot="5297163">
              <a:off x="1982807" y="1148620"/>
              <a:ext cx="613422" cy="761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9" name="Splat 479"/>
            <p:cNvSpPr>
              <a:spLocks noGrp="1"/>
            </p:cNvSpPr>
            <p:nvPr/>
          </p:nvSpPr>
          <p:spPr>
            <a:xfrm rot="-8678412">
              <a:off x="1354185" y="1556586"/>
              <a:ext cx="733071" cy="367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0" name="Splat 480"/>
            <p:cNvSpPr>
              <a:spLocks noGrp="1"/>
            </p:cNvSpPr>
            <p:nvPr/>
          </p:nvSpPr>
          <p:spPr>
            <a:xfrm rot="6424979">
              <a:off x="1227004" y="911508"/>
              <a:ext cx="471323" cy="1495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1" name="Splat 481"/>
            <p:cNvSpPr>
              <a:spLocks noGrp="1"/>
            </p:cNvSpPr>
            <p:nvPr/>
          </p:nvSpPr>
          <p:spPr>
            <a:xfrm rot="5765609">
              <a:off x="2992761" y="992393"/>
              <a:ext cx="381459" cy="375431"/>
            </a:xfrm>
            <a:prstGeom prst="ellipse">
              <a:avLst/>
            </a:prstGeom>
            <a:gradFill>
              <a:gsLst>
                <a:gs pos="0">
                  <a:srgbClr val="C4C4C5">
                    <a:alpha val="2025"/>
                  </a:srgbClr>
                </a:gs>
                <a:gs pos="14286">
                  <a:srgbClr val="C4C4C5">
                    <a:alpha val="1863"/>
                  </a:srgbClr>
                </a:gs>
                <a:gs pos="28571">
                  <a:srgbClr val="C4C4C5">
                    <a:alpha val="1450"/>
                  </a:srgbClr>
                </a:gs>
                <a:gs pos="42857">
                  <a:srgbClr val="C4C4C5">
                    <a:alpha val="953"/>
                  </a:srgbClr>
                </a:gs>
                <a:gs pos="57143">
                  <a:srgbClr val="C4C4C5">
                    <a:alpha val="529"/>
                  </a:srgbClr>
                </a:gs>
                <a:gs pos="71429">
                  <a:srgbClr val="C4C4C5">
                    <a:alpha val="248"/>
                  </a:srgbClr>
                </a:gs>
                <a:gs pos="85714">
                  <a:srgbClr val="C4C4C5">
                    <a:alpha val="98"/>
                  </a:srgbClr>
                </a:gs>
                <a:gs pos="100000">
                  <a:srgbClr val="C4C4C5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2" name="Splat 482"/>
            <p:cNvSpPr>
              <a:spLocks noGrp="1"/>
            </p:cNvSpPr>
            <p:nvPr/>
          </p:nvSpPr>
          <p:spPr>
            <a:xfrm rot="7174753">
              <a:off x="2681357" y="1363871"/>
              <a:ext cx="354286" cy="268943"/>
            </a:xfrm>
            <a:prstGeom prst="ellipse">
              <a:avLst/>
            </a:prstGeom>
            <a:gradFill>
              <a:gsLst>
                <a:gs pos="0">
                  <a:srgbClr val="060000">
                    <a:alpha val="12841"/>
                  </a:srgbClr>
                </a:gs>
                <a:gs pos="14286">
                  <a:srgbClr val="060000">
                    <a:alpha val="11867"/>
                  </a:srgbClr>
                </a:gs>
                <a:gs pos="28571">
                  <a:srgbClr val="060000">
                    <a:alpha val="9342"/>
                  </a:srgbClr>
                </a:gs>
                <a:gs pos="42857">
                  <a:srgbClr val="060000">
                    <a:alpha val="6231"/>
                  </a:srgbClr>
                </a:gs>
                <a:gs pos="57143">
                  <a:srgbClr val="060000">
                    <a:alpha val="3502"/>
                  </a:srgbClr>
                </a:gs>
                <a:gs pos="71429">
                  <a:srgbClr val="060000">
                    <a:alpha val="1655"/>
                  </a:srgbClr>
                </a:gs>
                <a:gs pos="85714">
                  <a:srgbClr val="060000">
                    <a:alpha val="658"/>
                  </a:srgbClr>
                </a:gs>
                <a:gs pos="100000">
                  <a:srgbClr val="060000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3" name="Splat 483"/>
            <p:cNvSpPr>
              <a:spLocks noGrp="1"/>
            </p:cNvSpPr>
            <p:nvPr/>
          </p:nvSpPr>
          <p:spPr>
            <a:xfrm rot="-8583447">
              <a:off x="2978544" y="823737"/>
              <a:ext cx="135820" cy="8872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4" name="Splat 484"/>
            <p:cNvSpPr>
              <a:spLocks noGrp="1"/>
            </p:cNvSpPr>
            <p:nvPr/>
          </p:nvSpPr>
          <p:spPr>
            <a:xfrm rot="10171319">
              <a:off x="2649695" y="1009966"/>
              <a:ext cx="353211" cy="349780"/>
            </a:xfrm>
            <a:prstGeom prst="ellipse">
              <a:avLst/>
            </a:prstGeom>
            <a:gradFill>
              <a:gsLst>
                <a:gs pos="0">
                  <a:srgbClr val="D1D2D1">
                    <a:alpha val="5359"/>
                  </a:srgbClr>
                </a:gs>
                <a:gs pos="14286">
                  <a:srgbClr val="D1D2D1">
                    <a:alpha val="4937"/>
                  </a:srgbClr>
                </a:gs>
                <a:gs pos="28571">
                  <a:srgbClr val="D1D2D1">
                    <a:alpha val="3855"/>
                  </a:srgbClr>
                </a:gs>
                <a:gs pos="42857">
                  <a:srgbClr val="D1D2D1">
                    <a:alpha val="2545"/>
                  </a:srgbClr>
                </a:gs>
                <a:gs pos="57143">
                  <a:srgbClr val="D1D2D1">
                    <a:alpha val="1419"/>
                  </a:srgbClr>
                </a:gs>
                <a:gs pos="71429">
                  <a:srgbClr val="D1D2D1">
                    <a:alpha val="667"/>
                  </a:srgbClr>
                </a:gs>
                <a:gs pos="85714">
                  <a:srgbClr val="D1D2D1">
                    <a:alpha val="264"/>
                  </a:srgbClr>
                </a:gs>
                <a:gs pos="100000">
                  <a:srgbClr val="D1D2D1">
                    <a:alpha val="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5" name="Splat 485"/>
            <p:cNvSpPr>
              <a:spLocks noGrp="1"/>
            </p:cNvSpPr>
            <p:nvPr/>
          </p:nvSpPr>
          <p:spPr>
            <a:xfrm rot="8381978">
              <a:off x="1072397" y="1386709"/>
              <a:ext cx="627689" cy="7305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6" name="Splat 486"/>
            <p:cNvSpPr>
              <a:spLocks noGrp="1"/>
            </p:cNvSpPr>
            <p:nvPr/>
          </p:nvSpPr>
          <p:spPr>
            <a:xfrm rot="3447397">
              <a:off x="2290945" y="1478720"/>
              <a:ext cx="209757" cy="164626"/>
            </a:xfrm>
            <a:prstGeom prst="ellipse">
              <a:avLst/>
            </a:prstGeom>
            <a:gradFill>
              <a:gsLst>
                <a:gs pos="0">
                  <a:srgbClr val="404044">
                    <a:alpha val="9958"/>
                  </a:srgbClr>
                </a:gs>
                <a:gs pos="14286">
                  <a:srgbClr val="404044">
                    <a:alpha val="9191"/>
                  </a:srgbClr>
                </a:gs>
                <a:gs pos="28571">
                  <a:srgbClr val="404044">
                    <a:alpha val="7212"/>
                  </a:srgbClr>
                </a:gs>
                <a:gs pos="42857">
                  <a:srgbClr val="404044">
                    <a:alpha val="4791"/>
                  </a:srgbClr>
                </a:gs>
                <a:gs pos="57143">
                  <a:srgbClr val="404044">
                    <a:alpha val="2684"/>
                  </a:srgbClr>
                </a:gs>
                <a:gs pos="71429">
                  <a:srgbClr val="404044">
                    <a:alpha val="1265"/>
                  </a:srgbClr>
                </a:gs>
                <a:gs pos="85714">
                  <a:srgbClr val="404044">
                    <a:alpha val="502"/>
                  </a:srgbClr>
                </a:gs>
                <a:gs pos="100000">
                  <a:srgbClr val="404044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7" name="Splat 487"/>
            <p:cNvSpPr>
              <a:spLocks noGrp="1"/>
            </p:cNvSpPr>
            <p:nvPr/>
          </p:nvSpPr>
          <p:spPr>
            <a:xfrm rot="5514433">
              <a:off x="2739627" y="1053931"/>
              <a:ext cx="439843" cy="91365"/>
            </a:xfrm>
            <a:prstGeom prst="ellipse">
              <a:avLst/>
            </a:prstGeom>
            <a:gradFill>
              <a:gsLst>
                <a:gs pos="0">
                  <a:srgbClr val="F2F2F2">
                    <a:alpha val="31850"/>
                  </a:srgbClr>
                </a:gs>
                <a:gs pos="14286">
                  <a:srgbClr val="F2F2F2">
                    <a:alpha val="29704"/>
                  </a:srgbClr>
                </a:gs>
                <a:gs pos="28571">
                  <a:srgbClr val="F2F2F2">
                    <a:alpha val="23941"/>
                  </a:srgbClr>
                </a:gs>
                <a:gs pos="42857">
                  <a:srgbClr val="F2F2F2">
                    <a:alpha val="16431"/>
                  </a:srgbClr>
                </a:gs>
                <a:gs pos="57143">
                  <a:srgbClr val="F2F2F2">
                    <a:alpha val="9467"/>
                  </a:srgbClr>
                </a:gs>
                <a:gs pos="71429">
                  <a:srgbClr val="F2F2F2">
                    <a:alpha val="4549"/>
                  </a:srgbClr>
                </a:gs>
                <a:gs pos="85714">
                  <a:srgbClr val="F2F2F2">
                    <a:alpha val="1824"/>
                  </a:srgbClr>
                </a:gs>
                <a:gs pos="100000">
                  <a:srgbClr val="F2F2F2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8" name="Splat 488"/>
            <p:cNvSpPr>
              <a:spLocks noGrp="1"/>
            </p:cNvSpPr>
            <p:nvPr/>
          </p:nvSpPr>
          <p:spPr>
            <a:xfrm rot="3729500">
              <a:off x="2220815" y="3164443"/>
              <a:ext cx="796754" cy="327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9" name="Splat 489"/>
            <p:cNvSpPr>
              <a:spLocks noGrp="1"/>
            </p:cNvSpPr>
            <p:nvPr/>
          </p:nvSpPr>
          <p:spPr>
            <a:xfrm rot="8448168">
              <a:off x="694921" y="684047"/>
              <a:ext cx="698115" cy="3061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0" name="Splat 490"/>
            <p:cNvSpPr>
              <a:spLocks noGrp="1"/>
            </p:cNvSpPr>
            <p:nvPr/>
          </p:nvSpPr>
          <p:spPr>
            <a:xfrm rot="-9294486">
              <a:off x="1664961" y="3376726"/>
              <a:ext cx="551204" cy="367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1" name="Splat 491"/>
            <p:cNvSpPr>
              <a:spLocks noGrp="1"/>
            </p:cNvSpPr>
            <p:nvPr/>
          </p:nvSpPr>
          <p:spPr>
            <a:xfrm rot="6167570">
              <a:off x="1561507" y="2891622"/>
              <a:ext cx="742454" cy="394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2" name="Splat 492"/>
            <p:cNvSpPr>
              <a:spLocks noGrp="1"/>
            </p:cNvSpPr>
            <p:nvPr/>
          </p:nvSpPr>
          <p:spPr>
            <a:xfrm rot="10699995">
              <a:off x="2877363" y="1295653"/>
              <a:ext cx="345109" cy="58339"/>
            </a:xfrm>
            <a:prstGeom prst="ellipse">
              <a:avLst/>
            </a:prstGeom>
            <a:gradFill>
              <a:gsLst>
                <a:gs pos="0">
                  <a:srgbClr val="FEFEFE">
                    <a:alpha val="29701"/>
                  </a:srgbClr>
                </a:gs>
                <a:gs pos="14286">
                  <a:srgbClr val="FEFEFE">
                    <a:alpha val="27668"/>
                  </a:srgbClr>
                </a:gs>
                <a:gs pos="28571">
                  <a:srgbClr val="FEFEFE">
                    <a:alpha val="22236"/>
                  </a:srgbClr>
                </a:gs>
                <a:gs pos="42857">
                  <a:srgbClr val="FEFEFE">
                    <a:alpha val="15207"/>
                  </a:srgbClr>
                </a:gs>
                <a:gs pos="57143">
                  <a:srgbClr val="FEFEFE">
                    <a:alpha val="8735"/>
                  </a:srgbClr>
                </a:gs>
                <a:gs pos="71429">
                  <a:srgbClr val="FEFEFE">
                    <a:alpha val="4188"/>
                  </a:srgbClr>
                </a:gs>
                <a:gs pos="85714">
                  <a:srgbClr val="FEFEFE">
                    <a:alpha val="1678"/>
                  </a:srgbClr>
                </a:gs>
                <a:gs pos="100000">
                  <a:srgbClr val="FEFEFE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3" name="Splat 493"/>
            <p:cNvSpPr>
              <a:spLocks noGrp="1"/>
            </p:cNvSpPr>
            <p:nvPr/>
          </p:nvSpPr>
          <p:spPr>
            <a:xfrm rot="-10232157">
              <a:off x="1235909" y="1354313"/>
              <a:ext cx="623902" cy="921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4" name="Splat 494"/>
            <p:cNvSpPr>
              <a:spLocks noGrp="1"/>
            </p:cNvSpPr>
            <p:nvPr/>
          </p:nvSpPr>
          <p:spPr>
            <a:xfrm rot="-9182747">
              <a:off x="2593806" y="3379213"/>
              <a:ext cx="333288" cy="131161"/>
            </a:xfrm>
            <a:prstGeom prst="ellipse">
              <a:avLst/>
            </a:prstGeom>
            <a:gradFill>
              <a:gsLst>
                <a:gs pos="0">
                  <a:srgbClr val="000003">
                    <a:alpha val="32968"/>
                  </a:srgbClr>
                </a:gs>
                <a:gs pos="14286">
                  <a:srgbClr val="000003">
                    <a:alpha val="30764"/>
                  </a:srgbClr>
                </a:gs>
                <a:gs pos="28571">
                  <a:srgbClr val="000003">
                    <a:alpha val="24833"/>
                  </a:srgbClr>
                </a:gs>
                <a:gs pos="42857">
                  <a:srgbClr val="000003">
                    <a:alpha val="17075"/>
                  </a:srgbClr>
                </a:gs>
                <a:gs pos="57143">
                  <a:srgbClr val="000003">
                    <a:alpha val="9855"/>
                  </a:srgbClr>
                </a:gs>
                <a:gs pos="71429">
                  <a:srgbClr val="000003">
                    <a:alpha val="4740"/>
                  </a:srgbClr>
                </a:gs>
                <a:gs pos="85714">
                  <a:srgbClr val="000003">
                    <a:alpha val="1902"/>
                  </a:srgbClr>
                </a:gs>
                <a:gs pos="100000">
                  <a:srgbClr val="00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5" name="Splat 495"/>
            <p:cNvSpPr>
              <a:spLocks noGrp="1"/>
            </p:cNvSpPr>
            <p:nvPr/>
          </p:nvSpPr>
          <p:spPr>
            <a:xfrm rot="-9507558">
              <a:off x="1264878" y="2066999"/>
              <a:ext cx="767598" cy="1501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6" name="Splat 496"/>
            <p:cNvSpPr>
              <a:spLocks noGrp="1"/>
            </p:cNvSpPr>
            <p:nvPr/>
          </p:nvSpPr>
          <p:spPr>
            <a:xfrm rot="5056797">
              <a:off x="2331752" y="1372153"/>
              <a:ext cx="286473" cy="1546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7" name="Splat 497"/>
            <p:cNvSpPr>
              <a:spLocks noGrp="1"/>
            </p:cNvSpPr>
            <p:nvPr/>
          </p:nvSpPr>
          <p:spPr>
            <a:xfrm rot="-10754574">
              <a:off x="2940689" y="1467302"/>
              <a:ext cx="165624" cy="1424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8" name="Splat 498"/>
            <p:cNvSpPr>
              <a:spLocks noGrp="1"/>
            </p:cNvSpPr>
            <p:nvPr/>
          </p:nvSpPr>
          <p:spPr>
            <a:xfrm rot="-10134839">
              <a:off x="2281822" y="1600332"/>
              <a:ext cx="336196" cy="862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9" name="Splat 499"/>
            <p:cNvSpPr>
              <a:spLocks noGrp="1"/>
            </p:cNvSpPr>
            <p:nvPr/>
          </p:nvSpPr>
          <p:spPr>
            <a:xfrm rot="7097188">
              <a:off x="1808806" y="2229871"/>
              <a:ext cx="366589" cy="44088"/>
            </a:xfrm>
            <a:prstGeom prst="ellipse">
              <a:avLst/>
            </a:prstGeom>
            <a:gradFill>
              <a:gsLst>
                <a:gs pos="0">
                  <a:srgbClr val="FFFFFF">
                    <a:alpha val="24536"/>
                  </a:srgbClr>
                </a:gs>
                <a:gs pos="14286">
                  <a:srgbClr val="FFFFFF">
                    <a:alpha val="22798"/>
                  </a:srgbClr>
                </a:gs>
                <a:gs pos="28571">
                  <a:srgbClr val="FFFFFF">
                    <a:alpha val="18201"/>
                  </a:srgbClr>
                </a:gs>
                <a:gs pos="42857">
                  <a:srgbClr val="FFFFFF">
                    <a:alpha val="12346"/>
                  </a:srgbClr>
                </a:gs>
                <a:gs pos="57143">
                  <a:srgbClr val="FFFFFF">
                    <a:alpha val="7042"/>
                  </a:srgbClr>
                </a:gs>
                <a:gs pos="71429">
                  <a:srgbClr val="FFFFFF">
                    <a:alpha val="3360"/>
                  </a:srgbClr>
                </a:gs>
                <a:gs pos="85714">
                  <a:srgbClr val="FFFFFF">
                    <a:alpha val="1342"/>
                  </a:srgbClr>
                </a:gs>
                <a:gs pos="100000">
                  <a:srgbClr val="FFFFFF">
                    <a:alpha val="4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0" name="Splat 500"/>
            <p:cNvSpPr>
              <a:spLocks noGrp="1"/>
            </p:cNvSpPr>
            <p:nvPr/>
          </p:nvSpPr>
          <p:spPr>
            <a:xfrm rot="9422195">
              <a:off x="2373775" y="1628247"/>
              <a:ext cx="418999" cy="73481"/>
            </a:xfrm>
            <a:prstGeom prst="ellipse">
              <a:avLst/>
            </a:prstGeom>
            <a:gradFill>
              <a:gsLst>
                <a:gs pos="0">
                  <a:srgbClr val="393E3E">
                    <a:alpha val="12115"/>
                  </a:srgbClr>
                </a:gs>
                <a:gs pos="14286">
                  <a:srgbClr val="393E3E">
                    <a:alpha val="11192"/>
                  </a:srgbClr>
                </a:gs>
                <a:gs pos="28571">
                  <a:srgbClr val="393E3E">
                    <a:alpha val="8804"/>
                  </a:srgbClr>
                </a:gs>
                <a:gs pos="42857">
                  <a:srgbClr val="393E3E">
                    <a:alpha val="5866"/>
                  </a:srgbClr>
                </a:gs>
                <a:gs pos="57143">
                  <a:srgbClr val="393E3E">
                    <a:alpha val="3294"/>
                  </a:srgbClr>
                </a:gs>
                <a:gs pos="71429">
                  <a:srgbClr val="393E3E">
                    <a:alpha val="1556"/>
                  </a:srgbClr>
                </a:gs>
                <a:gs pos="85714">
                  <a:srgbClr val="393E3E">
                    <a:alpha val="618"/>
                  </a:srgbClr>
                </a:gs>
                <a:gs pos="100000">
                  <a:srgbClr val="393E3E">
                    <a:alpha val="2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1" name="Splat 501"/>
            <p:cNvSpPr>
              <a:spLocks noGrp="1"/>
            </p:cNvSpPr>
            <p:nvPr/>
          </p:nvSpPr>
          <p:spPr>
            <a:xfrm rot="7927607">
              <a:off x="2936296" y="1464211"/>
              <a:ext cx="400762" cy="215577"/>
            </a:xfrm>
            <a:prstGeom prst="ellipse">
              <a:avLst/>
            </a:prstGeom>
            <a:gradFill>
              <a:gsLst>
                <a:gs pos="0">
                  <a:srgbClr val="000800">
                    <a:alpha val="13304"/>
                  </a:srgbClr>
                </a:gs>
                <a:gs pos="14286">
                  <a:srgbClr val="000800">
                    <a:alpha val="12297"/>
                  </a:srgbClr>
                </a:gs>
                <a:gs pos="28571">
                  <a:srgbClr val="000800">
                    <a:alpha val="9686"/>
                  </a:srgbClr>
                </a:gs>
                <a:gs pos="42857">
                  <a:srgbClr val="000800">
                    <a:alpha val="6464"/>
                  </a:srgbClr>
                </a:gs>
                <a:gs pos="57143">
                  <a:srgbClr val="000800">
                    <a:alpha val="3635"/>
                  </a:srgbClr>
                </a:gs>
                <a:gs pos="71429">
                  <a:srgbClr val="000800">
                    <a:alpha val="1718"/>
                  </a:srgbClr>
                </a:gs>
                <a:gs pos="85714">
                  <a:srgbClr val="000800">
                    <a:alpha val="683"/>
                  </a:srgbClr>
                </a:gs>
                <a:gs pos="100000">
                  <a:srgbClr val="000800">
                    <a:alpha val="2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2" name="Splat 502"/>
            <p:cNvSpPr>
              <a:spLocks noGrp="1"/>
            </p:cNvSpPr>
            <p:nvPr/>
          </p:nvSpPr>
          <p:spPr>
            <a:xfrm rot="2724305">
              <a:off x="886205" y="859927"/>
              <a:ext cx="680519" cy="3728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3" name="Splat 503"/>
            <p:cNvSpPr>
              <a:spLocks noGrp="1"/>
            </p:cNvSpPr>
            <p:nvPr/>
          </p:nvSpPr>
          <p:spPr>
            <a:xfrm rot="7457953">
              <a:off x="1360824" y="939789"/>
              <a:ext cx="342168" cy="144468"/>
            </a:xfrm>
            <a:prstGeom prst="ellipse">
              <a:avLst/>
            </a:prstGeom>
            <a:gradFill>
              <a:gsLst>
                <a:gs pos="0">
                  <a:srgbClr val="FFFFFF">
                    <a:alpha val="16929"/>
                  </a:srgbClr>
                </a:gs>
                <a:gs pos="14286">
                  <a:srgbClr val="FFFFFF">
                    <a:alpha val="15673"/>
                  </a:srgbClr>
                </a:gs>
                <a:gs pos="28571">
                  <a:srgbClr val="FFFFFF">
                    <a:alpha val="12397"/>
                  </a:srgbClr>
                </a:gs>
                <a:gs pos="42857">
                  <a:srgbClr val="FFFFFF">
                    <a:alpha val="8316"/>
                  </a:srgbClr>
                </a:gs>
                <a:gs pos="57143">
                  <a:srgbClr val="FFFFFF">
                    <a:alpha val="4697"/>
                  </a:srgbClr>
                </a:gs>
                <a:gs pos="71429">
                  <a:srgbClr val="FFFFFF">
                    <a:alpha val="2227"/>
                  </a:srgbClr>
                </a:gs>
                <a:gs pos="85714">
                  <a:srgbClr val="FFFFFF">
                    <a:alpha val="886"/>
                  </a:srgbClr>
                </a:gs>
                <a:gs pos="100000">
                  <a:srgbClr val="FFFFFF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4" name="Splat 504"/>
            <p:cNvSpPr>
              <a:spLocks noGrp="1"/>
            </p:cNvSpPr>
            <p:nvPr/>
          </p:nvSpPr>
          <p:spPr>
            <a:xfrm rot="5565487">
              <a:off x="1197988" y="1002306"/>
              <a:ext cx="328472" cy="3873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5" name="Splat 505"/>
            <p:cNvSpPr>
              <a:spLocks noGrp="1"/>
            </p:cNvSpPr>
            <p:nvPr/>
          </p:nvSpPr>
          <p:spPr>
            <a:xfrm rot="9755542">
              <a:off x="1485451" y="2059831"/>
              <a:ext cx="713156" cy="167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6" name="Splat 506"/>
            <p:cNvSpPr>
              <a:spLocks noGrp="1"/>
            </p:cNvSpPr>
            <p:nvPr/>
          </p:nvSpPr>
          <p:spPr>
            <a:xfrm rot="2839214">
              <a:off x="480420" y="3151151"/>
              <a:ext cx="645769" cy="1936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7" name="Splat 507"/>
            <p:cNvSpPr>
              <a:spLocks noGrp="1"/>
            </p:cNvSpPr>
            <p:nvPr/>
          </p:nvSpPr>
          <p:spPr>
            <a:xfrm rot="7775891">
              <a:off x="712400" y="2579412"/>
              <a:ext cx="694755" cy="1161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8" name="Splat 508"/>
            <p:cNvSpPr>
              <a:spLocks noGrp="1"/>
            </p:cNvSpPr>
            <p:nvPr/>
          </p:nvSpPr>
          <p:spPr>
            <a:xfrm rot="6186656">
              <a:off x="1520316" y="1299661"/>
              <a:ext cx="449085" cy="4296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9" name="Splat 509"/>
            <p:cNvSpPr>
              <a:spLocks noGrp="1"/>
            </p:cNvSpPr>
            <p:nvPr/>
          </p:nvSpPr>
          <p:spPr>
            <a:xfrm rot="10259382">
              <a:off x="1098925" y="423858"/>
              <a:ext cx="642181" cy="2083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0" name="Splat 510"/>
            <p:cNvSpPr>
              <a:spLocks noGrp="1"/>
            </p:cNvSpPr>
            <p:nvPr/>
          </p:nvSpPr>
          <p:spPr>
            <a:xfrm rot="6430619">
              <a:off x="2573705" y="1493620"/>
              <a:ext cx="269506" cy="252727"/>
            </a:xfrm>
            <a:prstGeom prst="ellipse">
              <a:avLst/>
            </a:prstGeom>
            <a:gradFill>
              <a:gsLst>
                <a:gs pos="0">
                  <a:srgbClr val="000000">
                    <a:alpha val="7660"/>
                  </a:srgbClr>
                </a:gs>
                <a:gs pos="14286">
                  <a:srgbClr val="000000">
                    <a:alpha val="7062"/>
                  </a:srgbClr>
                </a:gs>
                <a:gs pos="28571">
                  <a:srgbClr val="000000">
                    <a:alpha val="5528"/>
                  </a:srgbClr>
                </a:gs>
                <a:gs pos="42857">
                  <a:srgbClr val="000000">
                    <a:alpha val="3661"/>
                  </a:srgbClr>
                </a:gs>
                <a:gs pos="57143">
                  <a:srgbClr val="000000">
                    <a:alpha val="2046"/>
                  </a:srgbClr>
                </a:gs>
                <a:gs pos="71429">
                  <a:srgbClr val="000000">
                    <a:alpha val="963"/>
                  </a:srgbClr>
                </a:gs>
                <a:gs pos="85714">
                  <a:srgbClr val="000000">
                    <a:alpha val="382"/>
                  </a:srgbClr>
                </a:gs>
                <a:gs pos="100000">
                  <a:srgbClr val="000000">
                    <a:alpha val="1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1" name="Splat 511"/>
            <p:cNvSpPr>
              <a:spLocks noGrp="1"/>
            </p:cNvSpPr>
            <p:nvPr/>
          </p:nvSpPr>
          <p:spPr>
            <a:xfrm rot="6278250">
              <a:off x="1542082" y="2640496"/>
              <a:ext cx="753612" cy="43687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2" name="Splat 512"/>
            <p:cNvSpPr>
              <a:spLocks noGrp="1"/>
            </p:cNvSpPr>
            <p:nvPr/>
          </p:nvSpPr>
          <p:spPr>
            <a:xfrm rot="6803949">
              <a:off x="-38209" y="1435570"/>
              <a:ext cx="417349" cy="132039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3" name="Splat 513"/>
            <p:cNvSpPr>
              <a:spLocks noGrp="1"/>
            </p:cNvSpPr>
            <p:nvPr/>
          </p:nvSpPr>
          <p:spPr>
            <a:xfrm rot="7075998">
              <a:off x="888446" y="697575"/>
              <a:ext cx="653831" cy="6180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4" name="Splat 514"/>
            <p:cNvSpPr>
              <a:spLocks noGrp="1"/>
            </p:cNvSpPr>
            <p:nvPr/>
          </p:nvSpPr>
          <p:spPr>
            <a:xfrm rot="9110526">
              <a:off x="2809511" y="883242"/>
              <a:ext cx="377264" cy="211193"/>
            </a:xfrm>
            <a:prstGeom prst="ellipse">
              <a:avLst/>
            </a:prstGeom>
            <a:gradFill>
              <a:gsLst>
                <a:gs pos="0">
                  <a:srgbClr val="FAFAFA">
                    <a:alpha val="24480"/>
                  </a:srgbClr>
                </a:gs>
                <a:gs pos="14286">
                  <a:srgbClr val="FAFAFA">
                    <a:alpha val="22745"/>
                  </a:srgbClr>
                </a:gs>
                <a:gs pos="28571">
                  <a:srgbClr val="FAFAFA">
                    <a:alpha val="18157"/>
                  </a:srgbClr>
                </a:gs>
                <a:gs pos="42857">
                  <a:srgbClr val="FAFAFA">
                    <a:alpha val="12316"/>
                  </a:srgbClr>
                </a:gs>
                <a:gs pos="57143">
                  <a:srgbClr val="FAFAFA">
                    <a:alpha val="7024"/>
                  </a:srgbClr>
                </a:gs>
                <a:gs pos="71429">
                  <a:srgbClr val="FAFAFA">
                    <a:alpha val="3351"/>
                  </a:srgbClr>
                </a:gs>
                <a:gs pos="85714">
                  <a:srgbClr val="FAFAFA">
                    <a:alpha val="1339"/>
                  </a:srgbClr>
                </a:gs>
                <a:gs pos="100000">
                  <a:srgbClr val="FAFAFA">
                    <a:alpha val="4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5" name="Splat 515"/>
            <p:cNvSpPr>
              <a:spLocks noGrp="1"/>
            </p:cNvSpPr>
            <p:nvPr/>
          </p:nvSpPr>
          <p:spPr>
            <a:xfrm rot="7498345">
              <a:off x="-6828" y="1301787"/>
              <a:ext cx="713353" cy="92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6" name="Splat 516"/>
            <p:cNvSpPr>
              <a:spLocks noGrp="1"/>
            </p:cNvSpPr>
            <p:nvPr/>
          </p:nvSpPr>
          <p:spPr>
            <a:xfrm rot="-10469795">
              <a:off x="2859120" y="1270977"/>
              <a:ext cx="350427" cy="347600"/>
            </a:xfrm>
            <a:prstGeom prst="ellipse">
              <a:avLst/>
            </a:prstGeom>
            <a:gradFill>
              <a:gsLst>
                <a:gs pos="0">
                  <a:srgbClr val="000000">
                    <a:alpha val="8772"/>
                  </a:srgbClr>
                </a:gs>
                <a:gs pos="14286">
                  <a:srgbClr val="000000">
                    <a:alpha val="8092"/>
                  </a:srgbClr>
                </a:gs>
                <a:gs pos="28571">
                  <a:srgbClr val="000000">
                    <a:alpha val="6342"/>
                  </a:srgbClr>
                </a:gs>
                <a:gs pos="42857">
                  <a:srgbClr val="000000">
                    <a:alpha val="4207"/>
                  </a:srgbClr>
                </a:gs>
                <a:gs pos="57143">
                  <a:srgbClr val="000000">
                    <a:alpha val="2353"/>
                  </a:srgbClr>
                </a:gs>
                <a:gs pos="71429">
                  <a:srgbClr val="000000">
                    <a:alpha val="1108"/>
                  </a:srgbClr>
                </a:gs>
                <a:gs pos="85714">
                  <a:srgbClr val="000000">
                    <a:alpha val="440"/>
                  </a:srgbClr>
                </a:gs>
                <a:gs pos="100000">
                  <a:srgbClr val="000000">
                    <a:alpha val="1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7" name="Splat 517"/>
            <p:cNvSpPr>
              <a:spLocks noGrp="1"/>
            </p:cNvSpPr>
            <p:nvPr/>
          </p:nvSpPr>
          <p:spPr>
            <a:xfrm rot="4249192">
              <a:off x="840268" y="1317745"/>
              <a:ext cx="720056" cy="1827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8" name="Splat 518"/>
            <p:cNvSpPr>
              <a:spLocks noGrp="1"/>
            </p:cNvSpPr>
            <p:nvPr/>
          </p:nvSpPr>
          <p:spPr>
            <a:xfrm rot="5378850">
              <a:off x="2779345" y="916731"/>
              <a:ext cx="401130" cy="95943"/>
            </a:xfrm>
            <a:prstGeom prst="ellipse">
              <a:avLst/>
            </a:prstGeom>
            <a:gradFill>
              <a:gsLst>
                <a:gs pos="0">
                  <a:srgbClr val="F9F9F9">
                    <a:alpha val="16942"/>
                  </a:srgbClr>
                </a:gs>
                <a:gs pos="14286">
                  <a:srgbClr val="F9F9F9">
                    <a:alpha val="15686"/>
                  </a:srgbClr>
                </a:gs>
                <a:gs pos="28571">
                  <a:srgbClr val="F9F9F9">
                    <a:alpha val="12408"/>
                  </a:srgbClr>
                </a:gs>
                <a:gs pos="42857">
                  <a:srgbClr val="F9F9F9">
                    <a:alpha val="8322"/>
                  </a:srgbClr>
                </a:gs>
                <a:gs pos="57143">
                  <a:srgbClr val="F9F9F9">
                    <a:alpha val="4701"/>
                  </a:srgbClr>
                </a:gs>
                <a:gs pos="71429">
                  <a:srgbClr val="F9F9F9">
                    <a:alpha val="2229"/>
                  </a:srgbClr>
                </a:gs>
                <a:gs pos="85714">
                  <a:srgbClr val="F9F9F9">
                    <a:alpha val="887"/>
                  </a:srgbClr>
                </a:gs>
                <a:gs pos="100000">
                  <a:srgbClr val="F9F9F9">
                    <a:alpha val="29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9" name="Splat 519"/>
            <p:cNvSpPr>
              <a:spLocks noGrp="1"/>
            </p:cNvSpPr>
            <p:nvPr/>
          </p:nvSpPr>
          <p:spPr>
            <a:xfrm rot="7242656">
              <a:off x="27677" y="1193100"/>
              <a:ext cx="790098" cy="11839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0" name="Splat 520"/>
            <p:cNvSpPr>
              <a:spLocks noGrp="1"/>
            </p:cNvSpPr>
            <p:nvPr/>
          </p:nvSpPr>
          <p:spPr>
            <a:xfrm rot="9957718">
              <a:off x="1665159" y="3444745"/>
              <a:ext cx="571254" cy="709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1" name="Splat 521"/>
            <p:cNvSpPr>
              <a:spLocks noGrp="1"/>
            </p:cNvSpPr>
            <p:nvPr/>
          </p:nvSpPr>
          <p:spPr>
            <a:xfrm rot="4325397">
              <a:off x="1192387" y="943052"/>
              <a:ext cx="542330" cy="16379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2" name="Splat 522"/>
            <p:cNvSpPr>
              <a:spLocks noGrp="1"/>
            </p:cNvSpPr>
            <p:nvPr/>
          </p:nvSpPr>
          <p:spPr>
            <a:xfrm rot="7767077">
              <a:off x="15170" y="1295258"/>
              <a:ext cx="693895" cy="176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3" name="Splat 523"/>
            <p:cNvSpPr>
              <a:spLocks noGrp="1"/>
            </p:cNvSpPr>
            <p:nvPr/>
          </p:nvSpPr>
          <p:spPr>
            <a:xfrm rot="4581737">
              <a:off x="1736061" y="1596147"/>
              <a:ext cx="576509" cy="1152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4" name="Splat 524"/>
            <p:cNvSpPr>
              <a:spLocks noGrp="1"/>
            </p:cNvSpPr>
            <p:nvPr/>
          </p:nvSpPr>
          <p:spPr>
            <a:xfrm rot="9686887">
              <a:off x="490783" y="868944"/>
              <a:ext cx="714272" cy="803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5" name="Splat 525"/>
            <p:cNvSpPr>
              <a:spLocks noGrp="1"/>
            </p:cNvSpPr>
            <p:nvPr/>
          </p:nvSpPr>
          <p:spPr>
            <a:xfrm rot="6452821">
              <a:off x="1660920" y="2288678"/>
              <a:ext cx="729011" cy="47927"/>
            </a:xfrm>
            <a:prstGeom prst="ellipse">
              <a:avLst/>
            </a:prstGeom>
            <a:gradFill>
              <a:gsLst>
                <a:gs pos="0">
                  <a:srgbClr val="0C0507">
                    <a:alpha val="27556"/>
                  </a:srgbClr>
                </a:gs>
                <a:gs pos="14286">
                  <a:srgbClr val="0C0507">
                    <a:alpha val="25642"/>
                  </a:srgbClr>
                </a:gs>
                <a:gs pos="28571">
                  <a:srgbClr val="0C0507">
                    <a:alpha val="20550"/>
                  </a:srgbClr>
                </a:gs>
                <a:gs pos="42857">
                  <a:srgbClr val="0C0507">
                    <a:alpha val="14006"/>
                  </a:srgbClr>
                </a:gs>
                <a:gs pos="57143">
                  <a:srgbClr val="0C0507">
                    <a:alpha val="8021"/>
                  </a:srgbClr>
                </a:gs>
                <a:gs pos="71429">
                  <a:srgbClr val="0C0507">
                    <a:alpha val="3838"/>
                  </a:srgbClr>
                </a:gs>
                <a:gs pos="85714">
                  <a:srgbClr val="0C0507">
                    <a:alpha val="1536"/>
                  </a:srgbClr>
                </a:gs>
                <a:gs pos="100000">
                  <a:srgbClr val="0C0507">
                    <a:alpha val="5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6" name="Splat 526"/>
            <p:cNvSpPr>
              <a:spLocks noGrp="1"/>
            </p:cNvSpPr>
            <p:nvPr/>
          </p:nvSpPr>
          <p:spPr>
            <a:xfrm rot="-10288798">
              <a:off x="3367934" y="1273471"/>
              <a:ext cx="476625" cy="243341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7" name="Splat 527"/>
            <p:cNvSpPr>
              <a:spLocks noGrp="1"/>
            </p:cNvSpPr>
            <p:nvPr/>
          </p:nvSpPr>
          <p:spPr>
            <a:xfrm rot="6029228">
              <a:off x="2651612" y="983486"/>
              <a:ext cx="520059" cy="375281"/>
            </a:xfrm>
            <a:prstGeom prst="ellipse">
              <a:avLst/>
            </a:prstGeom>
            <a:gradFill>
              <a:gsLst>
                <a:gs pos="0">
                  <a:srgbClr val="F4F4F5">
                    <a:alpha val="14219"/>
                  </a:srgbClr>
                </a:gs>
                <a:gs pos="14286">
                  <a:srgbClr val="F4F4F5">
                    <a:alpha val="13148"/>
                  </a:srgbClr>
                </a:gs>
                <a:gs pos="28571">
                  <a:srgbClr val="F4F4F5">
                    <a:alpha val="10367"/>
                  </a:srgbClr>
                </a:gs>
                <a:gs pos="42857">
                  <a:srgbClr val="F4F4F5">
                    <a:alpha val="6927"/>
                  </a:srgbClr>
                </a:gs>
                <a:gs pos="57143">
                  <a:srgbClr val="F4F4F5">
                    <a:alpha val="3900"/>
                  </a:srgbClr>
                </a:gs>
                <a:gs pos="71429">
                  <a:srgbClr val="F4F4F5">
                    <a:alpha val="1845"/>
                  </a:srgbClr>
                </a:gs>
                <a:gs pos="85714">
                  <a:srgbClr val="F4F4F5">
                    <a:alpha val="734"/>
                  </a:srgbClr>
                </a:gs>
                <a:gs pos="100000">
                  <a:srgbClr val="F4F4F5">
                    <a:alpha val="2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8" name="Splat 528"/>
            <p:cNvSpPr>
              <a:spLocks noGrp="1"/>
            </p:cNvSpPr>
            <p:nvPr/>
          </p:nvSpPr>
          <p:spPr>
            <a:xfrm rot="4191373">
              <a:off x="399993" y="3068442"/>
              <a:ext cx="662698" cy="900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9" name="Splat 529"/>
            <p:cNvSpPr>
              <a:spLocks noGrp="1"/>
            </p:cNvSpPr>
            <p:nvPr/>
          </p:nvSpPr>
          <p:spPr>
            <a:xfrm rot="3032140">
              <a:off x="1550342" y="668212"/>
              <a:ext cx="615109" cy="2486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0" name="Splat 530"/>
            <p:cNvSpPr>
              <a:spLocks noGrp="1"/>
            </p:cNvSpPr>
            <p:nvPr/>
          </p:nvSpPr>
          <p:spPr>
            <a:xfrm rot="7478496">
              <a:off x="1024588" y="655542"/>
              <a:ext cx="275276" cy="6417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1" name="Splat 531"/>
            <p:cNvSpPr>
              <a:spLocks noGrp="1"/>
            </p:cNvSpPr>
            <p:nvPr/>
          </p:nvSpPr>
          <p:spPr>
            <a:xfrm rot="6324943">
              <a:off x="1895606" y="931221"/>
              <a:ext cx="303540" cy="259831"/>
            </a:xfrm>
            <a:prstGeom prst="ellipse">
              <a:avLst/>
            </a:prstGeom>
            <a:gradFill>
              <a:gsLst>
                <a:gs pos="0">
                  <a:srgbClr val="FDFEFC">
                    <a:alpha val="8958"/>
                  </a:srgbClr>
                </a:gs>
                <a:gs pos="14286">
                  <a:srgbClr val="FDFEFC">
                    <a:alpha val="8264"/>
                  </a:srgbClr>
                </a:gs>
                <a:gs pos="28571">
                  <a:srgbClr val="FDFEFC">
                    <a:alpha val="6478"/>
                  </a:srgbClr>
                </a:gs>
                <a:gs pos="42857">
                  <a:srgbClr val="FDFEFC">
                    <a:alpha val="4298"/>
                  </a:srgbClr>
                </a:gs>
                <a:gs pos="57143">
                  <a:srgbClr val="FDFEFC">
                    <a:alpha val="2405"/>
                  </a:srgbClr>
                </a:gs>
                <a:gs pos="71429">
                  <a:srgbClr val="FDFEFC">
                    <a:alpha val="1133"/>
                  </a:srgbClr>
                </a:gs>
                <a:gs pos="85714">
                  <a:srgbClr val="FDFEFC">
                    <a:alpha val="450"/>
                  </a:srgbClr>
                </a:gs>
                <a:gs pos="100000">
                  <a:srgbClr val="FDFEFC">
                    <a:alpha val="1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2" name="Splat 532"/>
            <p:cNvSpPr>
              <a:spLocks noGrp="1"/>
            </p:cNvSpPr>
            <p:nvPr/>
          </p:nvSpPr>
          <p:spPr>
            <a:xfrm rot="-10451687">
              <a:off x="1849461" y="1218103"/>
              <a:ext cx="403640" cy="2844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3" name="Splat 533"/>
            <p:cNvSpPr>
              <a:spLocks noGrp="1"/>
            </p:cNvSpPr>
            <p:nvPr/>
          </p:nvSpPr>
          <p:spPr>
            <a:xfrm rot="5793717">
              <a:off x="1825037" y="1438484"/>
              <a:ext cx="744281" cy="6615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4" name="Splat 534"/>
            <p:cNvSpPr>
              <a:spLocks noGrp="1"/>
            </p:cNvSpPr>
            <p:nvPr/>
          </p:nvSpPr>
          <p:spPr>
            <a:xfrm rot="4162703">
              <a:off x="478241" y="2980325"/>
              <a:ext cx="634056" cy="328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5" name="Splat 535"/>
            <p:cNvSpPr>
              <a:spLocks noGrp="1"/>
            </p:cNvSpPr>
            <p:nvPr/>
          </p:nvSpPr>
          <p:spPr>
            <a:xfrm rot="7446167">
              <a:off x="944928" y="2213222"/>
              <a:ext cx="751493" cy="1339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6" name="Splat 536"/>
            <p:cNvSpPr>
              <a:spLocks noGrp="1"/>
            </p:cNvSpPr>
            <p:nvPr/>
          </p:nvSpPr>
          <p:spPr>
            <a:xfrm rot="-10615692">
              <a:off x="1438409" y="976091"/>
              <a:ext cx="458769" cy="8968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7" name="Splat 537"/>
            <p:cNvSpPr>
              <a:spLocks noGrp="1"/>
            </p:cNvSpPr>
            <p:nvPr/>
          </p:nvSpPr>
          <p:spPr>
            <a:xfrm rot="5391533">
              <a:off x="2614263" y="1074749"/>
              <a:ext cx="653708" cy="26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8" name="Splat 538"/>
            <p:cNvSpPr>
              <a:spLocks noGrp="1"/>
            </p:cNvSpPr>
            <p:nvPr/>
          </p:nvSpPr>
          <p:spPr>
            <a:xfrm rot="-8270604">
              <a:off x="2250857" y="1040545"/>
              <a:ext cx="375089" cy="185507"/>
            </a:xfrm>
            <a:prstGeom prst="ellipse">
              <a:avLst/>
            </a:prstGeom>
            <a:gradFill>
              <a:gsLst>
                <a:gs pos="0">
                  <a:srgbClr val="FEFDFD">
                    <a:alpha val="13683"/>
                  </a:srgbClr>
                </a:gs>
                <a:gs pos="14286">
                  <a:srgbClr val="FEFDFD">
                    <a:alpha val="12649"/>
                  </a:srgbClr>
                </a:gs>
                <a:gs pos="28571">
                  <a:srgbClr val="FEFDFD">
                    <a:alpha val="9968"/>
                  </a:srgbClr>
                </a:gs>
                <a:gs pos="42857">
                  <a:srgbClr val="FEFDFD">
                    <a:alpha val="6656"/>
                  </a:srgbClr>
                </a:gs>
                <a:gs pos="57143">
                  <a:srgbClr val="FEFDFD">
                    <a:alpha val="3745"/>
                  </a:srgbClr>
                </a:gs>
                <a:gs pos="71429">
                  <a:srgbClr val="FEFDFD">
                    <a:alpha val="1771"/>
                  </a:srgbClr>
                </a:gs>
                <a:gs pos="85714">
                  <a:srgbClr val="FEFDFD">
                    <a:alpha val="704"/>
                  </a:srgbClr>
                </a:gs>
                <a:gs pos="100000">
                  <a:srgbClr val="FEFDFD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9" name="Splat 539"/>
            <p:cNvSpPr>
              <a:spLocks noGrp="1"/>
            </p:cNvSpPr>
            <p:nvPr/>
          </p:nvSpPr>
          <p:spPr>
            <a:xfrm rot="7669838">
              <a:off x="2601454" y="3336243"/>
              <a:ext cx="369442" cy="183067"/>
            </a:xfrm>
            <a:prstGeom prst="ellipse">
              <a:avLst/>
            </a:prstGeom>
            <a:gradFill>
              <a:gsLst>
                <a:gs pos="0">
                  <a:srgbClr val="000004">
                    <a:alpha val="31060"/>
                  </a:srgbClr>
                </a:gs>
                <a:gs pos="14286">
                  <a:srgbClr val="000004">
                    <a:alpha val="28954"/>
                  </a:srgbClr>
                </a:gs>
                <a:gs pos="28571">
                  <a:srgbClr val="000004">
                    <a:alpha val="23312"/>
                  </a:srgbClr>
                </a:gs>
                <a:gs pos="42857">
                  <a:srgbClr val="000004">
                    <a:alpha val="15979"/>
                  </a:srgbClr>
                </a:gs>
                <a:gs pos="57143">
                  <a:srgbClr val="000004">
                    <a:alpha val="9196"/>
                  </a:srgbClr>
                </a:gs>
                <a:gs pos="71429">
                  <a:srgbClr val="000004">
                    <a:alpha val="4415"/>
                  </a:srgbClr>
                </a:gs>
                <a:gs pos="85714">
                  <a:srgbClr val="000004">
                    <a:alpha val="1770"/>
                  </a:srgbClr>
                </a:gs>
                <a:gs pos="100000">
                  <a:srgbClr val="000004">
                    <a:alpha val="5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0" name="Splat 540"/>
            <p:cNvSpPr>
              <a:spLocks noGrp="1"/>
            </p:cNvSpPr>
            <p:nvPr/>
          </p:nvSpPr>
          <p:spPr>
            <a:xfrm rot="5389955">
              <a:off x="1750989" y="849624"/>
              <a:ext cx="400312" cy="7305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1" name="Splat 541"/>
            <p:cNvSpPr>
              <a:spLocks noGrp="1"/>
            </p:cNvSpPr>
            <p:nvPr/>
          </p:nvSpPr>
          <p:spPr>
            <a:xfrm rot="-8350657">
              <a:off x="-324176" y="1571584"/>
              <a:ext cx="822302" cy="1621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2" name="Splat 542"/>
            <p:cNvSpPr>
              <a:spLocks noGrp="1"/>
            </p:cNvSpPr>
            <p:nvPr/>
          </p:nvSpPr>
          <p:spPr>
            <a:xfrm rot="-9616985">
              <a:off x="776087" y="715675"/>
              <a:ext cx="728915" cy="1942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3" name="Splat 543"/>
            <p:cNvSpPr>
              <a:spLocks noGrp="1"/>
            </p:cNvSpPr>
            <p:nvPr/>
          </p:nvSpPr>
          <p:spPr>
            <a:xfrm rot="8651454">
              <a:off x="780765" y="781717"/>
              <a:ext cx="469888" cy="2197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4" name="Splat 544"/>
            <p:cNvSpPr>
              <a:spLocks noGrp="1"/>
            </p:cNvSpPr>
            <p:nvPr/>
          </p:nvSpPr>
          <p:spPr>
            <a:xfrm rot="7116191">
              <a:off x="1734882" y="1722952"/>
              <a:ext cx="741331" cy="1418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5" name="Splat 545"/>
            <p:cNvSpPr>
              <a:spLocks noGrp="1"/>
            </p:cNvSpPr>
            <p:nvPr/>
          </p:nvSpPr>
          <p:spPr>
            <a:xfrm rot="6290794">
              <a:off x="1375366" y="3294862"/>
              <a:ext cx="718453" cy="45710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6" name="Splat 546"/>
            <p:cNvSpPr>
              <a:spLocks noGrp="1"/>
            </p:cNvSpPr>
            <p:nvPr/>
          </p:nvSpPr>
          <p:spPr>
            <a:xfrm rot="7321031">
              <a:off x="67262" y="1127127"/>
              <a:ext cx="777716" cy="790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7" name="Splat 547"/>
            <p:cNvSpPr>
              <a:spLocks noGrp="1"/>
            </p:cNvSpPr>
            <p:nvPr/>
          </p:nvSpPr>
          <p:spPr>
            <a:xfrm rot="10419886">
              <a:off x="1707651" y="1463819"/>
              <a:ext cx="686422" cy="13437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8" name="Splat 548"/>
            <p:cNvSpPr>
              <a:spLocks noGrp="1"/>
            </p:cNvSpPr>
            <p:nvPr/>
          </p:nvSpPr>
          <p:spPr>
            <a:xfrm rot="5891698">
              <a:off x="1789493" y="885125"/>
              <a:ext cx="293900" cy="4566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9" name="Splat 549"/>
            <p:cNvSpPr>
              <a:spLocks noGrp="1"/>
            </p:cNvSpPr>
            <p:nvPr/>
          </p:nvSpPr>
          <p:spPr>
            <a:xfrm rot="5819401">
              <a:off x="1789279" y="2297958"/>
              <a:ext cx="420366" cy="65731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0" name="Splat 550"/>
            <p:cNvSpPr>
              <a:spLocks noGrp="1"/>
            </p:cNvSpPr>
            <p:nvPr/>
          </p:nvSpPr>
          <p:spPr>
            <a:xfrm rot="-9490314">
              <a:off x="1456892" y="1259690"/>
              <a:ext cx="462931" cy="1618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1" name="Splat 551"/>
            <p:cNvSpPr>
              <a:spLocks noGrp="1"/>
            </p:cNvSpPr>
            <p:nvPr/>
          </p:nvSpPr>
          <p:spPr>
            <a:xfrm rot="6987944">
              <a:off x="1080797" y="2113386"/>
              <a:ext cx="628692" cy="1208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2" name="Splat 552"/>
            <p:cNvSpPr>
              <a:spLocks noGrp="1"/>
            </p:cNvSpPr>
            <p:nvPr/>
          </p:nvSpPr>
          <p:spPr>
            <a:xfrm rot="4027066">
              <a:off x="2383763" y="3371241"/>
              <a:ext cx="352128" cy="330960"/>
            </a:xfrm>
            <a:prstGeom prst="ellipse">
              <a:avLst/>
            </a:prstGeom>
            <a:gradFill>
              <a:gsLst>
                <a:gs pos="0">
                  <a:srgbClr val="A3A3A2">
                    <a:alpha val="3909"/>
                  </a:srgbClr>
                </a:gs>
                <a:gs pos="14286">
                  <a:srgbClr val="A3A3A2">
                    <a:alpha val="3599"/>
                  </a:srgbClr>
                </a:gs>
                <a:gs pos="28571">
                  <a:srgbClr val="A3A3A2">
                    <a:alpha val="2806"/>
                  </a:srgbClr>
                </a:gs>
                <a:gs pos="42857">
                  <a:srgbClr val="A3A3A2">
                    <a:alpha val="1849"/>
                  </a:srgbClr>
                </a:gs>
                <a:gs pos="57143">
                  <a:srgbClr val="A3A3A2">
                    <a:alpha val="1029"/>
                  </a:srgbClr>
                </a:gs>
                <a:gs pos="71429">
                  <a:srgbClr val="A3A3A2">
                    <a:alpha val="483"/>
                  </a:srgbClr>
                </a:gs>
                <a:gs pos="85714">
                  <a:srgbClr val="A3A3A2">
                    <a:alpha val="191"/>
                  </a:srgbClr>
                </a:gs>
                <a:gs pos="100000">
                  <a:srgbClr val="A3A3A2">
                    <a:alpha val="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3" name="Splat 553"/>
            <p:cNvSpPr>
              <a:spLocks noGrp="1"/>
            </p:cNvSpPr>
            <p:nvPr/>
          </p:nvSpPr>
          <p:spPr>
            <a:xfrm rot="4525500">
              <a:off x="1122615" y="1424935"/>
              <a:ext cx="280536" cy="3260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4" name="Splat 554"/>
            <p:cNvSpPr>
              <a:spLocks noGrp="1"/>
            </p:cNvSpPr>
            <p:nvPr/>
          </p:nvSpPr>
          <p:spPr>
            <a:xfrm rot="6866864">
              <a:off x="2883714" y="3335533"/>
              <a:ext cx="349540" cy="251228"/>
            </a:xfrm>
            <a:prstGeom prst="ellipse">
              <a:avLst/>
            </a:prstGeom>
            <a:gradFill>
              <a:gsLst>
                <a:gs pos="0">
                  <a:srgbClr val="C7C6C7">
                    <a:alpha val="32968"/>
                  </a:srgbClr>
                </a:gs>
                <a:gs pos="14286">
                  <a:srgbClr val="C7C6C7">
                    <a:alpha val="30764"/>
                  </a:srgbClr>
                </a:gs>
                <a:gs pos="28571">
                  <a:srgbClr val="C7C6C7">
                    <a:alpha val="24833"/>
                  </a:srgbClr>
                </a:gs>
                <a:gs pos="42857">
                  <a:srgbClr val="C7C6C7">
                    <a:alpha val="17075"/>
                  </a:srgbClr>
                </a:gs>
                <a:gs pos="57143">
                  <a:srgbClr val="C7C6C7">
                    <a:alpha val="9855"/>
                  </a:srgbClr>
                </a:gs>
                <a:gs pos="71429">
                  <a:srgbClr val="C7C6C7">
                    <a:alpha val="4740"/>
                  </a:srgbClr>
                </a:gs>
                <a:gs pos="85714">
                  <a:srgbClr val="C7C6C7">
                    <a:alpha val="1902"/>
                  </a:srgbClr>
                </a:gs>
                <a:gs pos="100000">
                  <a:srgbClr val="C7C6C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5" name="Splat 555"/>
            <p:cNvSpPr>
              <a:spLocks noGrp="1"/>
            </p:cNvSpPr>
            <p:nvPr/>
          </p:nvSpPr>
          <p:spPr>
            <a:xfrm rot="-9505706">
              <a:off x="2259189" y="3391644"/>
              <a:ext cx="417202" cy="300214"/>
            </a:xfrm>
            <a:prstGeom prst="ellipse">
              <a:avLst/>
            </a:prstGeom>
            <a:gradFill>
              <a:gsLst>
                <a:gs pos="0">
                  <a:srgbClr val="BCBCBC">
                    <a:alpha val="17960"/>
                  </a:srgbClr>
                </a:gs>
                <a:gs pos="14286">
                  <a:srgbClr val="BCBCBC">
                    <a:alpha val="16636"/>
                  </a:srgbClr>
                </a:gs>
                <a:gs pos="28571">
                  <a:srgbClr val="BCBCBC">
                    <a:alpha val="13175"/>
                  </a:srgbClr>
                </a:gs>
                <a:gs pos="42857">
                  <a:srgbClr val="BCBCBC">
                    <a:alpha val="8850"/>
                  </a:srgbClr>
                </a:gs>
                <a:gs pos="57143">
                  <a:srgbClr val="BCBCBC">
                    <a:alpha val="5005"/>
                  </a:srgbClr>
                </a:gs>
                <a:gs pos="71429">
                  <a:srgbClr val="BCBCBC">
                    <a:alpha val="2375"/>
                  </a:srgbClr>
                </a:gs>
                <a:gs pos="85714">
                  <a:srgbClr val="BCBCBC">
                    <a:alpha val="946"/>
                  </a:srgbClr>
                </a:gs>
                <a:gs pos="100000">
                  <a:srgbClr val="BCBCBC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6" name="Splat 556"/>
            <p:cNvSpPr>
              <a:spLocks noGrp="1"/>
            </p:cNvSpPr>
            <p:nvPr/>
          </p:nvSpPr>
          <p:spPr>
            <a:xfrm rot="-8694628">
              <a:off x="1100570" y="1266772"/>
              <a:ext cx="733310" cy="164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7" name="Splat 557"/>
            <p:cNvSpPr>
              <a:spLocks noGrp="1"/>
            </p:cNvSpPr>
            <p:nvPr/>
          </p:nvSpPr>
          <p:spPr>
            <a:xfrm rot="-8112414">
              <a:off x="1468903" y="622472"/>
              <a:ext cx="659635" cy="10093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8" name="Splat 558"/>
            <p:cNvSpPr>
              <a:spLocks noGrp="1"/>
            </p:cNvSpPr>
            <p:nvPr/>
          </p:nvSpPr>
          <p:spPr>
            <a:xfrm rot="7662034">
              <a:off x="882705" y="2239698"/>
              <a:ext cx="718236" cy="2085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9" name="Splat 559"/>
            <p:cNvSpPr>
              <a:spLocks noGrp="1"/>
            </p:cNvSpPr>
            <p:nvPr/>
          </p:nvSpPr>
          <p:spPr>
            <a:xfrm rot="-10659359">
              <a:off x="3080109" y="1307284"/>
              <a:ext cx="338173" cy="322844"/>
            </a:xfrm>
            <a:prstGeom prst="ellipse">
              <a:avLst/>
            </a:prstGeom>
            <a:gradFill>
              <a:gsLst>
                <a:gs pos="0">
                  <a:srgbClr val="CECFCE">
                    <a:alpha val="7784"/>
                  </a:srgbClr>
                </a:gs>
                <a:gs pos="14286">
                  <a:srgbClr val="CECFCE">
                    <a:alpha val="7177"/>
                  </a:srgbClr>
                </a:gs>
                <a:gs pos="28571">
                  <a:srgbClr val="CECFCE">
                    <a:alpha val="5619"/>
                  </a:srgbClr>
                </a:gs>
                <a:gs pos="42857">
                  <a:srgbClr val="CECFCE">
                    <a:alpha val="3722"/>
                  </a:srgbClr>
                </a:gs>
                <a:gs pos="57143">
                  <a:srgbClr val="CECFCE">
                    <a:alpha val="2080"/>
                  </a:srgbClr>
                </a:gs>
                <a:gs pos="71429">
                  <a:srgbClr val="CECFCE">
                    <a:alpha val="979"/>
                  </a:srgbClr>
                </a:gs>
                <a:gs pos="85714">
                  <a:srgbClr val="CECFCE">
                    <a:alpha val="388"/>
                  </a:srgbClr>
                </a:gs>
                <a:gs pos="100000">
                  <a:srgbClr val="CECFCE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0" name="Splat 560"/>
            <p:cNvSpPr>
              <a:spLocks noGrp="1"/>
            </p:cNvSpPr>
            <p:nvPr/>
          </p:nvSpPr>
          <p:spPr>
            <a:xfrm rot="8805925">
              <a:off x="1571945" y="2104739"/>
              <a:ext cx="771707" cy="8253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1" name="Splat 561"/>
            <p:cNvSpPr>
              <a:spLocks noGrp="1"/>
            </p:cNvSpPr>
            <p:nvPr/>
          </p:nvSpPr>
          <p:spPr>
            <a:xfrm rot="2894986">
              <a:off x="1769284" y="1289435"/>
              <a:ext cx="522973" cy="1795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2" name="Splat 562"/>
            <p:cNvSpPr>
              <a:spLocks noGrp="1"/>
            </p:cNvSpPr>
            <p:nvPr/>
          </p:nvSpPr>
          <p:spPr>
            <a:xfrm rot="9710560">
              <a:off x="3419073" y="1378512"/>
              <a:ext cx="423549" cy="90890"/>
            </a:xfrm>
            <a:prstGeom prst="ellipse">
              <a:avLst/>
            </a:prstGeom>
            <a:gradFill>
              <a:gsLst>
                <a:gs pos="0">
                  <a:srgbClr val="C5C6C5">
                    <a:alpha val="15902"/>
                  </a:srgbClr>
                </a:gs>
                <a:gs pos="14286">
                  <a:srgbClr val="C5C6C5">
                    <a:alpha val="14715"/>
                  </a:srgbClr>
                </a:gs>
                <a:gs pos="28571">
                  <a:srgbClr val="C5C6C5">
                    <a:alpha val="11626"/>
                  </a:srgbClr>
                </a:gs>
                <a:gs pos="42857">
                  <a:srgbClr val="C5C6C5">
                    <a:alpha val="7787"/>
                  </a:srgbClr>
                </a:gs>
                <a:gs pos="57143">
                  <a:srgbClr val="C5C6C5">
                    <a:alpha val="4393"/>
                  </a:srgbClr>
                </a:gs>
                <a:gs pos="71429">
                  <a:srgbClr val="C5C6C5">
                    <a:alpha val="2081"/>
                  </a:srgbClr>
                </a:gs>
                <a:gs pos="85714">
                  <a:srgbClr val="C5C6C5">
                    <a:alpha val="828"/>
                  </a:srgbClr>
                </a:gs>
                <a:gs pos="100000">
                  <a:srgbClr val="C5C6C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3" name="Splat 563"/>
            <p:cNvSpPr>
              <a:spLocks noGrp="1"/>
            </p:cNvSpPr>
            <p:nvPr/>
          </p:nvSpPr>
          <p:spPr>
            <a:xfrm rot="5096664">
              <a:off x="1916945" y="1448579"/>
              <a:ext cx="674430" cy="1473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4" name="Splat 564"/>
            <p:cNvSpPr>
              <a:spLocks noGrp="1"/>
            </p:cNvSpPr>
            <p:nvPr/>
          </p:nvSpPr>
          <p:spPr>
            <a:xfrm rot="-9428066">
              <a:off x="2595038" y="1011775"/>
              <a:ext cx="344428" cy="306301"/>
            </a:xfrm>
            <a:prstGeom prst="ellipse">
              <a:avLst/>
            </a:prstGeom>
            <a:gradFill>
              <a:gsLst>
                <a:gs pos="0">
                  <a:srgbClr val="D5D6D5">
                    <a:alpha val="4621"/>
                  </a:srgbClr>
                </a:gs>
                <a:gs pos="14286">
                  <a:srgbClr val="D5D6D5">
                    <a:alpha val="4255"/>
                  </a:srgbClr>
                </a:gs>
                <a:gs pos="28571">
                  <a:srgbClr val="D5D6D5">
                    <a:alpha val="3320"/>
                  </a:srgbClr>
                </a:gs>
                <a:gs pos="42857">
                  <a:srgbClr val="D5D6D5">
                    <a:alpha val="2190"/>
                  </a:srgbClr>
                </a:gs>
                <a:gs pos="57143">
                  <a:srgbClr val="D5D6D5">
                    <a:alpha val="1220"/>
                  </a:srgbClr>
                </a:gs>
                <a:gs pos="71429">
                  <a:srgbClr val="D5D6D5">
                    <a:alpha val="573"/>
                  </a:srgbClr>
                </a:gs>
                <a:gs pos="85714">
                  <a:srgbClr val="D5D6D5">
                    <a:alpha val="227"/>
                  </a:srgbClr>
                </a:gs>
                <a:gs pos="100000">
                  <a:srgbClr val="D5D6D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5" name="Splat 565"/>
            <p:cNvSpPr>
              <a:spLocks noGrp="1"/>
            </p:cNvSpPr>
            <p:nvPr/>
          </p:nvSpPr>
          <p:spPr>
            <a:xfrm rot="8482255">
              <a:off x="1313535" y="1585024"/>
              <a:ext cx="659291" cy="1954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6" name="Splat 566"/>
            <p:cNvSpPr>
              <a:spLocks noGrp="1"/>
            </p:cNvSpPr>
            <p:nvPr/>
          </p:nvSpPr>
          <p:spPr>
            <a:xfrm rot="3203197">
              <a:off x="1669399" y="1484412"/>
              <a:ext cx="550169" cy="2417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7" name="Splat 567"/>
            <p:cNvSpPr>
              <a:spLocks noGrp="1"/>
            </p:cNvSpPr>
            <p:nvPr/>
          </p:nvSpPr>
          <p:spPr>
            <a:xfrm rot="8730001">
              <a:off x="1604308" y="2023036"/>
              <a:ext cx="702601" cy="1189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8" name="Splat 568"/>
            <p:cNvSpPr>
              <a:spLocks noGrp="1"/>
            </p:cNvSpPr>
            <p:nvPr/>
          </p:nvSpPr>
          <p:spPr>
            <a:xfrm rot="10522560">
              <a:off x="2719848" y="1225003"/>
              <a:ext cx="562223" cy="159275"/>
            </a:xfrm>
            <a:prstGeom prst="ellipse">
              <a:avLst/>
            </a:prstGeom>
            <a:gradFill>
              <a:gsLst>
                <a:gs pos="0">
                  <a:srgbClr val="FFFFFF">
                    <a:alpha val="17664"/>
                  </a:srgbClr>
                </a:gs>
                <a:gs pos="14286">
                  <a:srgbClr val="FFFFFF">
                    <a:alpha val="16359"/>
                  </a:srgbClr>
                </a:gs>
                <a:gs pos="28571">
                  <a:srgbClr val="FFFFFF">
                    <a:alpha val="12952"/>
                  </a:srgbClr>
                </a:gs>
                <a:gs pos="42857">
                  <a:srgbClr val="FFFFFF">
                    <a:alpha val="8696"/>
                  </a:srgbClr>
                </a:gs>
                <a:gs pos="57143">
                  <a:srgbClr val="FFFFFF">
                    <a:alpha val="4916"/>
                  </a:srgbClr>
                </a:gs>
                <a:gs pos="71429">
                  <a:srgbClr val="FFFFFF">
                    <a:alpha val="2332"/>
                  </a:srgbClr>
                </a:gs>
                <a:gs pos="85714">
                  <a:srgbClr val="FFFFFF">
                    <a:alpha val="929"/>
                  </a:srgbClr>
                </a:gs>
                <a:gs pos="100000">
                  <a:srgbClr val="FFFFFF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9" name="Splat 569"/>
            <p:cNvSpPr>
              <a:spLocks noGrp="1"/>
            </p:cNvSpPr>
            <p:nvPr/>
          </p:nvSpPr>
          <p:spPr>
            <a:xfrm rot="9290572">
              <a:off x="471911" y="696273"/>
              <a:ext cx="572693" cy="210646"/>
            </a:xfrm>
            <a:prstGeom prst="ellipse">
              <a:avLst/>
            </a:prstGeom>
            <a:gradFill>
              <a:gsLst>
                <a:gs pos="0">
                  <a:srgbClr val="FEFEFE">
                    <a:alpha val="31865"/>
                  </a:srgbClr>
                </a:gs>
                <a:gs pos="14286">
                  <a:srgbClr val="FEFEFE">
                    <a:alpha val="29717"/>
                  </a:srgbClr>
                </a:gs>
                <a:gs pos="28571">
                  <a:srgbClr val="FEFEFE">
                    <a:alpha val="23952"/>
                  </a:srgbClr>
                </a:gs>
                <a:gs pos="42857">
                  <a:srgbClr val="FEFEFE">
                    <a:alpha val="16439"/>
                  </a:srgbClr>
                </a:gs>
                <a:gs pos="57143">
                  <a:srgbClr val="FEFEFE">
                    <a:alpha val="9472"/>
                  </a:srgbClr>
                </a:gs>
                <a:gs pos="71429">
                  <a:srgbClr val="FEFEFE">
                    <a:alpha val="4551"/>
                  </a:srgbClr>
                </a:gs>
                <a:gs pos="85714">
                  <a:srgbClr val="FEFEFE">
                    <a:alpha val="1825"/>
                  </a:srgbClr>
                </a:gs>
                <a:gs pos="100000">
                  <a:srgbClr val="FEFEFE">
                    <a:alpha val="6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0" name="Splat 570"/>
            <p:cNvSpPr>
              <a:spLocks noGrp="1"/>
            </p:cNvSpPr>
            <p:nvPr/>
          </p:nvSpPr>
          <p:spPr>
            <a:xfrm rot="10743932">
              <a:off x="1845257" y="1045774"/>
              <a:ext cx="217498" cy="457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1" name="Splat 571"/>
            <p:cNvSpPr>
              <a:spLocks noGrp="1"/>
            </p:cNvSpPr>
            <p:nvPr/>
          </p:nvSpPr>
          <p:spPr>
            <a:xfrm rot="6727386">
              <a:off x="1927079" y="1339433"/>
              <a:ext cx="646263" cy="1883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2" name="Splat 572"/>
            <p:cNvSpPr>
              <a:spLocks noGrp="1"/>
            </p:cNvSpPr>
            <p:nvPr/>
          </p:nvSpPr>
          <p:spPr>
            <a:xfrm rot="4929772">
              <a:off x="2158936" y="828884"/>
              <a:ext cx="514446" cy="236350"/>
            </a:xfrm>
            <a:prstGeom prst="ellipse">
              <a:avLst/>
            </a:prstGeom>
            <a:gradFill>
              <a:gsLst>
                <a:gs pos="0">
                  <a:srgbClr val="BABAB9">
                    <a:alpha val="32968"/>
                  </a:srgbClr>
                </a:gs>
                <a:gs pos="14286">
                  <a:srgbClr val="BABAB9">
                    <a:alpha val="30764"/>
                  </a:srgbClr>
                </a:gs>
                <a:gs pos="28571">
                  <a:srgbClr val="BABAB9">
                    <a:alpha val="24833"/>
                  </a:srgbClr>
                </a:gs>
                <a:gs pos="42857">
                  <a:srgbClr val="BABAB9">
                    <a:alpha val="17075"/>
                  </a:srgbClr>
                </a:gs>
                <a:gs pos="57143">
                  <a:srgbClr val="BABAB9">
                    <a:alpha val="9855"/>
                  </a:srgbClr>
                </a:gs>
                <a:gs pos="71429">
                  <a:srgbClr val="BABAB9">
                    <a:alpha val="4740"/>
                  </a:srgbClr>
                </a:gs>
                <a:gs pos="85714">
                  <a:srgbClr val="BABAB9">
                    <a:alpha val="1902"/>
                  </a:srgbClr>
                </a:gs>
                <a:gs pos="100000">
                  <a:srgbClr val="BABAB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3" name="Splat 573"/>
            <p:cNvSpPr>
              <a:spLocks noGrp="1"/>
            </p:cNvSpPr>
            <p:nvPr/>
          </p:nvSpPr>
          <p:spPr>
            <a:xfrm rot="5619779">
              <a:off x="1021832" y="1864534"/>
              <a:ext cx="684512" cy="284957"/>
            </a:xfrm>
            <a:prstGeom prst="ellipse">
              <a:avLst/>
            </a:prstGeom>
            <a:gradFill>
              <a:gsLst>
                <a:gs pos="0">
                  <a:srgbClr val="000000">
                    <a:alpha val="28250"/>
                  </a:srgbClr>
                </a:gs>
                <a:gs pos="14286">
                  <a:srgbClr val="000000">
                    <a:alpha val="26297"/>
                  </a:srgbClr>
                </a:gs>
                <a:gs pos="28571">
                  <a:srgbClr val="000000">
                    <a:alpha val="21094"/>
                  </a:srgbClr>
                </a:gs>
                <a:gs pos="42857">
                  <a:srgbClr val="000000">
                    <a:alpha val="14393"/>
                  </a:srgbClr>
                </a:gs>
                <a:gs pos="57143">
                  <a:srgbClr val="000000">
                    <a:alpha val="8250"/>
                  </a:srgbClr>
                </a:gs>
                <a:gs pos="71429">
                  <a:srgbClr val="000000">
                    <a:alpha val="3950"/>
                  </a:srgbClr>
                </a:gs>
                <a:gs pos="85714">
                  <a:srgbClr val="000000">
                    <a:alpha val="1581"/>
                  </a:srgbClr>
                </a:gs>
                <a:gs pos="100000">
                  <a:srgbClr val="000000">
                    <a:alpha val="5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4" name="Splat 574"/>
            <p:cNvSpPr>
              <a:spLocks noGrp="1"/>
            </p:cNvSpPr>
            <p:nvPr/>
          </p:nvSpPr>
          <p:spPr>
            <a:xfrm rot="-10101447">
              <a:off x="2455708" y="1399251"/>
              <a:ext cx="210717" cy="3349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5" name="Splat 575"/>
            <p:cNvSpPr>
              <a:spLocks noGrp="1"/>
            </p:cNvSpPr>
            <p:nvPr/>
          </p:nvSpPr>
          <p:spPr>
            <a:xfrm rot="4527592">
              <a:off x="643931" y="2853318"/>
              <a:ext cx="733882" cy="9067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6" name="Splat 576"/>
            <p:cNvSpPr>
              <a:spLocks noGrp="1"/>
            </p:cNvSpPr>
            <p:nvPr/>
          </p:nvSpPr>
          <p:spPr>
            <a:xfrm rot="-9687685">
              <a:off x="1585669" y="1747327"/>
              <a:ext cx="760172" cy="393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7" name="Splat 577"/>
            <p:cNvSpPr>
              <a:spLocks noGrp="1"/>
            </p:cNvSpPr>
            <p:nvPr/>
          </p:nvSpPr>
          <p:spPr>
            <a:xfrm rot="10528732">
              <a:off x="3060420" y="3170476"/>
              <a:ext cx="324696" cy="311283"/>
            </a:xfrm>
            <a:prstGeom prst="ellipse">
              <a:avLst/>
            </a:prstGeom>
            <a:gradFill>
              <a:gsLst>
                <a:gs pos="0">
                  <a:srgbClr val="C1C2C1">
                    <a:alpha val="9482"/>
                  </a:srgbClr>
                </a:gs>
                <a:gs pos="14286">
                  <a:srgbClr val="C1C2C1">
                    <a:alpha val="8750"/>
                  </a:srgbClr>
                </a:gs>
                <a:gs pos="28571">
                  <a:srgbClr val="C1C2C1">
                    <a:alpha val="6863"/>
                  </a:srgbClr>
                </a:gs>
                <a:gs pos="42857">
                  <a:srgbClr val="C1C2C1">
                    <a:alpha val="4556"/>
                  </a:srgbClr>
                </a:gs>
                <a:gs pos="57143">
                  <a:srgbClr val="C1C2C1">
                    <a:alpha val="2551"/>
                  </a:srgbClr>
                </a:gs>
                <a:gs pos="71429">
                  <a:srgbClr val="C1C2C1">
                    <a:alpha val="1202"/>
                  </a:srgbClr>
                </a:gs>
                <a:gs pos="85714">
                  <a:srgbClr val="C1C2C1">
                    <a:alpha val="477"/>
                  </a:srgbClr>
                </a:gs>
                <a:gs pos="100000">
                  <a:srgbClr val="C1C2C1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8" name="Splat 578"/>
            <p:cNvSpPr>
              <a:spLocks noGrp="1"/>
            </p:cNvSpPr>
            <p:nvPr/>
          </p:nvSpPr>
          <p:spPr>
            <a:xfrm rot="10613636">
              <a:off x="769100" y="3423604"/>
              <a:ext cx="405393" cy="388687"/>
            </a:xfrm>
            <a:prstGeom prst="ellipse">
              <a:avLst/>
            </a:prstGeom>
            <a:gradFill>
              <a:gsLst>
                <a:gs pos="0">
                  <a:srgbClr val="000000">
                    <a:alpha val="15276"/>
                  </a:srgbClr>
                </a:gs>
                <a:gs pos="14286">
                  <a:srgbClr val="000000">
                    <a:alpha val="14132"/>
                  </a:srgbClr>
                </a:gs>
                <a:gs pos="28571">
                  <a:srgbClr val="000000">
                    <a:alpha val="11157"/>
                  </a:srgbClr>
                </a:gs>
                <a:gs pos="42857">
                  <a:srgbClr val="000000">
                    <a:alpha val="7466"/>
                  </a:srgbClr>
                </a:gs>
                <a:gs pos="57143">
                  <a:srgbClr val="000000">
                    <a:alpha val="4208"/>
                  </a:srgbClr>
                </a:gs>
                <a:gs pos="71429">
                  <a:srgbClr val="000000">
                    <a:alpha val="1992"/>
                  </a:srgbClr>
                </a:gs>
                <a:gs pos="85714">
                  <a:srgbClr val="000000">
                    <a:alpha val="793"/>
                  </a:srgbClr>
                </a:gs>
                <a:gs pos="100000">
                  <a:srgbClr val="000000">
                    <a:alpha val="2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9" name="Splat 579"/>
            <p:cNvSpPr>
              <a:spLocks noGrp="1"/>
            </p:cNvSpPr>
            <p:nvPr/>
          </p:nvSpPr>
          <p:spPr>
            <a:xfrm rot="5846990">
              <a:off x="625555" y="2700460"/>
              <a:ext cx="701754" cy="1662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0" name="Splat 580"/>
            <p:cNvSpPr>
              <a:spLocks noGrp="1"/>
            </p:cNvSpPr>
            <p:nvPr/>
          </p:nvSpPr>
          <p:spPr>
            <a:xfrm rot="4528674">
              <a:off x="636670" y="2906833"/>
              <a:ext cx="749617" cy="1883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1" name="Splat 581"/>
            <p:cNvSpPr>
              <a:spLocks noGrp="1"/>
            </p:cNvSpPr>
            <p:nvPr/>
          </p:nvSpPr>
          <p:spPr>
            <a:xfrm rot="10783285">
              <a:off x="3187606" y="1385387"/>
              <a:ext cx="760997" cy="3006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2" name="Splat 582"/>
            <p:cNvSpPr>
              <a:spLocks noGrp="1"/>
            </p:cNvSpPr>
            <p:nvPr/>
          </p:nvSpPr>
          <p:spPr>
            <a:xfrm rot="4698451">
              <a:off x="1284321" y="1427044"/>
              <a:ext cx="769412" cy="3242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3" name="Splat 583"/>
            <p:cNvSpPr>
              <a:spLocks noGrp="1"/>
            </p:cNvSpPr>
            <p:nvPr/>
          </p:nvSpPr>
          <p:spPr>
            <a:xfrm rot="7109402">
              <a:off x="99890" y="1111627"/>
              <a:ext cx="761572" cy="1866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4" name="Splat 584"/>
            <p:cNvSpPr>
              <a:spLocks noGrp="1"/>
            </p:cNvSpPr>
            <p:nvPr/>
          </p:nvSpPr>
          <p:spPr>
            <a:xfrm rot="7651046">
              <a:off x="1466480" y="837186"/>
              <a:ext cx="664751" cy="185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5" name="Splat 585"/>
            <p:cNvSpPr>
              <a:spLocks noGrp="1"/>
            </p:cNvSpPr>
            <p:nvPr/>
          </p:nvSpPr>
          <p:spPr>
            <a:xfrm rot="8798037">
              <a:off x="1069627" y="239599"/>
              <a:ext cx="655028" cy="25618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6" name="Splat 586"/>
            <p:cNvSpPr>
              <a:spLocks noGrp="1"/>
            </p:cNvSpPr>
            <p:nvPr/>
          </p:nvSpPr>
          <p:spPr>
            <a:xfrm rot="4983388">
              <a:off x="-112434" y="1617309"/>
              <a:ext cx="730840" cy="1404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7" name="Splat 587"/>
            <p:cNvSpPr>
              <a:spLocks noGrp="1"/>
            </p:cNvSpPr>
            <p:nvPr/>
          </p:nvSpPr>
          <p:spPr>
            <a:xfrm rot="-10225330">
              <a:off x="-25601" y="1466607"/>
              <a:ext cx="364773" cy="506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8" name="Splat 588"/>
            <p:cNvSpPr>
              <a:spLocks noGrp="1"/>
            </p:cNvSpPr>
            <p:nvPr/>
          </p:nvSpPr>
          <p:spPr>
            <a:xfrm rot="2813115">
              <a:off x="1588427" y="1756364"/>
              <a:ext cx="693451" cy="3023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9" name="Splat 589"/>
            <p:cNvSpPr>
              <a:spLocks noGrp="1"/>
            </p:cNvSpPr>
            <p:nvPr/>
          </p:nvSpPr>
          <p:spPr>
            <a:xfrm rot="8299684">
              <a:off x="1194481" y="1428511"/>
              <a:ext cx="303751" cy="351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0" name="Splat 590"/>
            <p:cNvSpPr>
              <a:spLocks noGrp="1"/>
            </p:cNvSpPr>
            <p:nvPr/>
          </p:nvSpPr>
          <p:spPr>
            <a:xfrm rot="4823478">
              <a:off x="1788185" y="824237"/>
              <a:ext cx="540446" cy="172961"/>
            </a:xfrm>
            <a:prstGeom prst="ellipse">
              <a:avLst/>
            </a:prstGeom>
            <a:gradFill>
              <a:gsLst>
                <a:gs pos="0">
                  <a:srgbClr val="EDEDED">
                    <a:alpha val="23885"/>
                  </a:srgbClr>
                </a:gs>
                <a:gs pos="14286">
                  <a:srgbClr val="EDEDED">
                    <a:alpha val="22186"/>
                  </a:srgbClr>
                </a:gs>
                <a:gs pos="28571">
                  <a:srgbClr val="EDEDED">
                    <a:alpha val="17698"/>
                  </a:srgbClr>
                </a:gs>
                <a:gs pos="42857">
                  <a:srgbClr val="EDEDED">
                    <a:alpha val="11993"/>
                  </a:srgbClr>
                </a:gs>
                <a:gs pos="57143">
                  <a:srgbClr val="EDEDED">
                    <a:alpha val="6834"/>
                  </a:srgbClr>
                </a:gs>
                <a:gs pos="71429">
                  <a:srgbClr val="EDEDED">
                    <a:alpha val="3259"/>
                  </a:srgbClr>
                </a:gs>
                <a:gs pos="85714">
                  <a:srgbClr val="EDEDED">
                    <a:alpha val="1302"/>
                  </a:srgbClr>
                </a:gs>
                <a:gs pos="100000">
                  <a:srgbClr val="EDEDED">
                    <a:alpha val="4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1" name="Splat 591"/>
            <p:cNvSpPr>
              <a:spLocks noGrp="1"/>
            </p:cNvSpPr>
            <p:nvPr/>
          </p:nvSpPr>
          <p:spPr>
            <a:xfrm rot="9948595">
              <a:off x="1056829" y="304189"/>
              <a:ext cx="323626" cy="294170"/>
            </a:xfrm>
            <a:prstGeom prst="ellipse">
              <a:avLst/>
            </a:prstGeom>
            <a:gradFill>
              <a:gsLst>
                <a:gs pos="0">
                  <a:srgbClr val="EFEFEF">
                    <a:alpha val="7714"/>
                  </a:srgbClr>
                </a:gs>
                <a:gs pos="14286">
                  <a:srgbClr val="EFEFEF">
                    <a:alpha val="7113"/>
                  </a:srgbClr>
                </a:gs>
                <a:gs pos="28571">
                  <a:srgbClr val="EFEFEF">
                    <a:alpha val="5568"/>
                  </a:srgbClr>
                </a:gs>
                <a:gs pos="42857">
                  <a:srgbClr val="EFEFEF">
                    <a:alpha val="3688"/>
                  </a:srgbClr>
                </a:gs>
                <a:gs pos="57143">
                  <a:srgbClr val="EFEFEF">
                    <a:alpha val="2061"/>
                  </a:srgbClr>
                </a:gs>
                <a:gs pos="71429">
                  <a:srgbClr val="EFEFEF">
                    <a:alpha val="970"/>
                  </a:srgbClr>
                </a:gs>
                <a:gs pos="85714">
                  <a:srgbClr val="EFEFEF">
                    <a:alpha val="385"/>
                  </a:srgbClr>
                </a:gs>
                <a:gs pos="100000">
                  <a:srgbClr val="EFEFEF">
                    <a:alpha val="1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2" name="Splat 592"/>
            <p:cNvSpPr>
              <a:spLocks noGrp="1"/>
            </p:cNvSpPr>
            <p:nvPr/>
          </p:nvSpPr>
          <p:spPr>
            <a:xfrm rot="6381552">
              <a:off x="1571001" y="2645602"/>
              <a:ext cx="768670" cy="4192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3" name="Splat 593"/>
            <p:cNvSpPr>
              <a:spLocks noGrp="1"/>
            </p:cNvSpPr>
            <p:nvPr/>
          </p:nvSpPr>
          <p:spPr>
            <a:xfrm rot="4127603">
              <a:off x="982096" y="1200125"/>
              <a:ext cx="745739" cy="1726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4" name="Splat 594"/>
            <p:cNvSpPr>
              <a:spLocks noGrp="1"/>
            </p:cNvSpPr>
            <p:nvPr/>
          </p:nvSpPr>
          <p:spPr>
            <a:xfrm rot="5874571">
              <a:off x="2866730" y="939580"/>
              <a:ext cx="358201" cy="180742"/>
            </a:xfrm>
            <a:prstGeom prst="ellipse">
              <a:avLst/>
            </a:prstGeom>
            <a:gradFill>
              <a:gsLst>
                <a:gs pos="0">
                  <a:srgbClr val="F7F7F7">
                    <a:alpha val="30051"/>
                  </a:srgbClr>
                </a:gs>
                <a:gs pos="14286">
                  <a:srgbClr val="F7F7F7">
                    <a:alpha val="28000"/>
                  </a:srgbClr>
                </a:gs>
                <a:gs pos="28571">
                  <a:srgbClr val="F7F7F7">
                    <a:alpha val="22513"/>
                  </a:srgbClr>
                </a:gs>
                <a:gs pos="42857">
                  <a:srgbClr val="F7F7F7">
                    <a:alpha val="15405"/>
                  </a:srgbClr>
                </a:gs>
                <a:gs pos="57143">
                  <a:srgbClr val="F7F7F7">
                    <a:alpha val="8853"/>
                  </a:srgbClr>
                </a:gs>
                <a:gs pos="71429">
                  <a:srgbClr val="F7F7F7">
                    <a:alpha val="4246"/>
                  </a:srgbClr>
                </a:gs>
                <a:gs pos="85714">
                  <a:srgbClr val="F7F7F7">
                    <a:alpha val="1701"/>
                  </a:srgbClr>
                </a:gs>
                <a:gs pos="100000">
                  <a:srgbClr val="F7F7F7">
                    <a:alpha val="5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5" name="Splat 595"/>
            <p:cNvSpPr>
              <a:spLocks noGrp="1"/>
            </p:cNvSpPr>
            <p:nvPr/>
          </p:nvSpPr>
          <p:spPr>
            <a:xfrm rot="9217855">
              <a:off x="545521" y="790469"/>
              <a:ext cx="730443" cy="58146"/>
            </a:xfrm>
            <a:prstGeom prst="ellipse">
              <a:avLst/>
            </a:prstGeom>
            <a:gradFill>
              <a:gsLst>
                <a:gs pos="0">
                  <a:srgbClr val="FFFFFF">
                    <a:alpha val="29647"/>
                  </a:srgbClr>
                </a:gs>
                <a:gs pos="14286">
                  <a:srgbClr val="FFFFFF">
                    <a:alpha val="27618"/>
                  </a:srgbClr>
                </a:gs>
                <a:gs pos="28571">
                  <a:srgbClr val="FFFFFF">
                    <a:alpha val="22194"/>
                  </a:srgbClr>
                </a:gs>
                <a:gs pos="42857">
                  <a:srgbClr val="FFFFFF">
                    <a:alpha val="15177"/>
                  </a:srgbClr>
                </a:gs>
                <a:gs pos="57143">
                  <a:srgbClr val="FFFFFF">
                    <a:alpha val="8717"/>
                  </a:srgbClr>
                </a:gs>
                <a:gs pos="71429">
                  <a:srgbClr val="FFFFFF">
                    <a:alpha val="4180"/>
                  </a:srgbClr>
                </a:gs>
                <a:gs pos="85714">
                  <a:srgbClr val="FFFFFF">
                    <a:alpha val="1674"/>
                  </a:srgbClr>
                </a:gs>
                <a:gs pos="100000">
                  <a:srgbClr val="FFFFFF">
                    <a:alpha val="5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6" name="Splat 596"/>
            <p:cNvSpPr>
              <a:spLocks noGrp="1"/>
            </p:cNvSpPr>
            <p:nvPr/>
          </p:nvSpPr>
          <p:spPr>
            <a:xfrm rot="10537405">
              <a:off x="1376823" y="773338"/>
              <a:ext cx="699853" cy="2004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7" name="Splat 597"/>
            <p:cNvSpPr>
              <a:spLocks noGrp="1"/>
            </p:cNvSpPr>
            <p:nvPr/>
          </p:nvSpPr>
          <p:spPr>
            <a:xfrm rot="2711055">
              <a:off x="1234120" y="877992"/>
              <a:ext cx="172136" cy="15869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8" name="Splat 598"/>
            <p:cNvSpPr>
              <a:spLocks noGrp="1"/>
            </p:cNvSpPr>
            <p:nvPr/>
          </p:nvSpPr>
          <p:spPr>
            <a:xfrm rot="10748177">
              <a:off x="2532044" y="1349644"/>
              <a:ext cx="299658" cy="289702"/>
            </a:xfrm>
            <a:prstGeom prst="ellipse">
              <a:avLst/>
            </a:prstGeom>
            <a:gradFill>
              <a:gsLst>
                <a:gs pos="0">
                  <a:srgbClr val="605F5F">
                    <a:alpha val="3393"/>
                  </a:srgbClr>
                </a:gs>
                <a:gs pos="14286">
                  <a:srgbClr val="605F5F">
                    <a:alpha val="3123"/>
                  </a:srgbClr>
                </a:gs>
                <a:gs pos="28571">
                  <a:srgbClr val="605F5F">
                    <a:alpha val="2434"/>
                  </a:srgbClr>
                </a:gs>
                <a:gs pos="42857">
                  <a:srgbClr val="605F5F">
                    <a:alpha val="1603"/>
                  </a:srgbClr>
                </a:gs>
                <a:gs pos="57143">
                  <a:srgbClr val="605F5F">
                    <a:alpha val="891"/>
                  </a:srgbClr>
                </a:gs>
                <a:gs pos="71429">
                  <a:srgbClr val="605F5F">
                    <a:alpha val="418"/>
                  </a:srgbClr>
                </a:gs>
                <a:gs pos="85714">
                  <a:srgbClr val="605F5F">
                    <a:alpha val="166"/>
                  </a:srgbClr>
                </a:gs>
                <a:gs pos="100000">
                  <a:srgbClr val="605F5F">
                    <a:alpha val="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9" name="Splat 599"/>
            <p:cNvSpPr>
              <a:spLocks noGrp="1"/>
            </p:cNvSpPr>
            <p:nvPr/>
          </p:nvSpPr>
          <p:spPr>
            <a:xfrm rot="6083811">
              <a:off x="841540" y="792023"/>
              <a:ext cx="167975" cy="10205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0" name="Splat 600"/>
            <p:cNvSpPr>
              <a:spLocks noGrp="1"/>
            </p:cNvSpPr>
            <p:nvPr/>
          </p:nvSpPr>
          <p:spPr>
            <a:xfrm rot="10192868">
              <a:off x="1755625" y="1039525"/>
              <a:ext cx="737371" cy="47834"/>
            </a:xfrm>
            <a:prstGeom prst="ellipse">
              <a:avLst/>
            </a:prstGeom>
            <a:gradFill>
              <a:gsLst>
                <a:gs pos="0">
                  <a:srgbClr val="F8F8F8">
                    <a:alpha val="32968"/>
                  </a:srgbClr>
                </a:gs>
                <a:gs pos="14286">
                  <a:srgbClr val="F8F8F8">
                    <a:alpha val="30764"/>
                  </a:srgbClr>
                </a:gs>
                <a:gs pos="28571">
                  <a:srgbClr val="F8F8F8">
                    <a:alpha val="24833"/>
                  </a:srgbClr>
                </a:gs>
                <a:gs pos="42857">
                  <a:srgbClr val="F8F8F8">
                    <a:alpha val="17075"/>
                  </a:srgbClr>
                </a:gs>
                <a:gs pos="57143">
                  <a:srgbClr val="F8F8F8">
                    <a:alpha val="9855"/>
                  </a:srgbClr>
                </a:gs>
                <a:gs pos="71429">
                  <a:srgbClr val="F8F8F8">
                    <a:alpha val="4740"/>
                  </a:srgbClr>
                </a:gs>
                <a:gs pos="85714">
                  <a:srgbClr val="F8F8F8">
                    <a:alpha val="1902"/>
                  </a:srgbClr>
                </a:gs>
                <a:gs pos="100000">
                  <a:srgbClr val="F8F8F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1" name="Splat 601"/>
            <p:cNvSpPr>
              <a:spLocks noGrp="1"/>
            </p:cNvSpPr>
            <p:nvPr/>
          </p:nvSpPr>
          <p:spPr>
            <a:xfrm rot="3524676">
              <a:off x="1609174" y="1781404"/>
              <a:ext cx="682471" cy="1725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2" name="Splat 602"/>
            <p:cNvSpPr>
              <a:spLocks noGrp="1"/>
            </p:cNvSpPr>
            <p:nvPr/>
          </p:nvSpPr>
          <p:spPr>
            <a:xfrm rot="7401156">
              <a:off x="2691497" y="860109"/>
              <a:ext cx="399819" cy="176093"/>
            </a:xfrm>
            <a:prstGeom prst="ellipse">
              <a:avLst/>
            </a:prstGeom>
            <a:gradFill>
              <a:gsLst>
                <a:gs pos="0">
                  <a:srgbClr val="EFEFEF">
                    <a:alpha val="11099"/>
                  </a:srgbClr>
                </a:gs>
                <a:gs pos="14286">
                  <a:srgbClr val="EFEFEF">
                    <a:alpha val="10249"/>
                  </a:srgbClr>
                </a:gs>
                <a:gs pos="28571">
                  <a:srgbClr val="EFEFEF">
                    <a:alpha val="8053"/>
                  </a:srgbClr>
                </a:gs>
                <a:gs pos="42857">
                  <a:srgbClr val="EFEFEF">
                    <a:alpha val="5358"/>
                  </a:srgbClr>
                </a:gs>
                <a:gs pos="57143">
                  <a:srgbClr val="EFEFEF">
                    <a:alpha val="3005"/>
                  </a:srgbClr>
                </a:gs>
                <a:gs pos="71429">
                  <a:srgbClr val="EFEFEF">
                    <a:alpha val="1418"/>
                  </a:srgbClr>
                </a:gs>
                <a:gs pos="85714">
                  <a:srgbClr val="EFEFEF">
                    <a:alpha val="563"/>
                  </a:srgbClr>
                </a:gs>
                <a:gs pos="100000">
                  <a:srgbClr val="EFEFEF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3" name="Splat 603"/>
            <p:cNvSpPr>
              <a:spLocks noGrp="1"/>
            </p:cNvSpPr>
            <p:nvPr/>
          </p:nvSpPr>
          <p:spPr>
            <a:xfrm rot="5479680">
              <a:off x="811819" y="3173452"/>
              <a:ext cx="456796" cy="1936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4" name="Splat 604"/>
            <p:cNvSpPr>
              <a:spLocks noGrp="1"/>
            </p:cNvSpPr>
            <p:nvPr/>
          </p:nvSpPr>
          <p:spPr>
            <a:xfrm rot="5804446">
              <a:off x="319303" y="3318005"/>
              <a:ext cx="688553" cy="14012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5" name="Splat 605"/>
            <p:cNvSpPr>
              <a:spLocks noGrp="1"/>
            </p:cNvSpPr>
            <p:nvPr/>
          </p:nvSpPr>
          <p:spPr>
            <a:xfrm rot="5687325">
              <a:off x="2056270" y="1624343"/>
              <a:ext cx="209804" cy="98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6" name="Splat 606"/>
            <p:cNvSpPr>
              <a:spLocks noGrp="1"/>
            </p:cNvSpPr>
            <p:nvPr/>
          </p:nvSpPr>
          <p:spPr>
            <a:xfrm rot="7121209">
              <a:off x="888595" y="640132"/>
              <a:ext cx="664962" cy="12527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7" name="Splat 607"/>
            <p:cNvSpPr>
              <a:spLocks noGrp="1"/>
            </p:cNvSpPr>
            <p:nvPr/>
          </p:nvSpPr>
          <p:spPr>
            <a:xfrm rot="6794347">
              <a:off x="21082" y="1036457"/>
              <a:ext cx="322421" cy="277147"/>
            </a:xfrm>
            <a:prstGeom prst="ellipse">
              <a:avLst/>
            </a:prstGeom>
            <a:gradFill>
              <a:gsLst>
                <a:gs pos="0">
                  <a:srgbClr val="E4E3E2">
                    <a:alpha val="9403"/>
                  </a:srgbClr>
                </a:gs>
                <a:gs pos="14286">
                  <a:srgbClr val="E4E3E2">
                    <a:alpha val="8677"/>
                  </a:srgbClr>
                </a:gs>
                <a:gs pos="28571">
                  <a:srgbClr val="E4E3E2">
                    <a:alpha val="6805"/>
                  </a:srgbClr>
                </a:gs>
                <a:gs pos="42857">
                  <a:srgbClr val="E4E3E2">
                    <a:alpha val="4517"/>
                  </a:srgbClr>
                </a:gs>
                <a:gs pos="57143">
                  <a:srgbClr val="E4E3E2">
                    <a:alpha val="2529"/>
                  </a:srgbClr>
                </a:gs>
                <a:gs pos="71429">
                  <a:srgbClr val="E4E3E2">
                    <a:alpha val="1192"/>
                  </a:srgbClr>
                </a:gs>
                <a:gs pos="85714">
                  <a:srgbClr val="E4E3E2">
                    <a:alpha val="473"/>
                  </a:srgbClr>
                </a:gs>
                <a:gs pos="100000">
                  <a:srgbClr val="E4E3E2">
                    <a:alpha val="1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8" name="Splat 608"/>
            <p:cNvSpPr>
              <a:spLocks noGrp="1"/>
            </p:cNvSpPr>
            <p:nvPr/>
          </p:nvSpPr>
          <p:spPr>
            <a:xfrm rot="7842749">
              <a:off x="1680491" y="1637781"/>
              <a:ext cx="244671" cy="8498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9" name="Splat 609"/>
            <p:cNvSpPr>
              <a:spLocks noGrp="1"/>
            </p:cNvSpPr>
            <p:nvPr/>
          </p:nvSpPr>
          <p:spPr>
            <a:xfrm rot="5578775">
              <a:off x="741266" y="2189052"/>
              <a:ext cx="623491" cy="477697"/>
            </a:xfrm>
            <a:prstGeom prst="ellipse">
              <a:avLst/>
            </a:prstGeom>
            <a:gradFill>
              <a:gsLst>
                <a:gs pos="0">
                  <a:srgbClr val="000400">
                    <a:alpha val="32968"/>
                  </a:srgbClr>
                </a:gs>
                <a:gs pos="14286">
                  <a:srgbClr val="000400">
                    <a:alpha val="30764"/>
                  </a:srgbClr>
                </a:gs>
                <a:gs pos="28571">
                  <a:srgbClr val="000400">
                    <a:alpha val="24833"/>
                  </a:srgbClr>
                </a:gs>
                <a:gs pos="42857">
                  <a:srgbClr val="000400">
                    <a:alpha val="17075"/>
                  </a:srgbClr>
                </a:gs>
                <a:gs pos="57143">
                  <a:srgbClr val="000400">
                    <a:alpha val="9855"/>
                  </a:srgbClr>
                </a:gs>
                <a:gs pos="71429">
                  <a:srgbClr val="000400">
                    <a:alpha val="4740"/>
                  </a:srgbClr>
                </a:gs>
                <a:gs pos="85714">
                  <a:srgbClr val="000400">
                    <a:alpha val="1902"/>
                  </a:srgbClr>
                </a:gs>
                <a:gs pos="100000">
                  <a:srgbClr val="0004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0" name="Splat 610"/>
            <p:cNvSpPr>
              <a:spLocks noGrp="1"/>
            </p:cNvSpPr>
            <p:nvPr/>
          </p:nvSpPr>
          <p:spPr>
            <a:xfrm rot="3945898">
              <a:off x="1402610" y="1590742"/>
              <a:ext cx="555165" cy="2572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1" name="Splat 611"/>
            <p:cNvSpPr>
              <a:spLocks noGrp="1"/>
            </p:cNvSpPr>
            <p:nvPr/>
          </p:nvSpPr>
          <p:spPr>
            <a:xfrm rot="8825908">
              <a:off x="777161" y="773797"/>
              <a:ext cx="446193" cy="39122"/>
            </a:xfrm>
            <a:prstGeom prst="ellipse">
              <a:avLst/>
            </a:prstGeom>
            <a:gradFill>
              <a:gsLst>
                <a:gs pos="0">
                  <a:srgbClr val="FFFFFF">
                    <a:alpha val="31824"/>
                  </a:srgbClr>
                </a:gs>
                <a:gs pos="14286">
                  <a:srgbClr val="FFFFFF">
                    <a:alpha val="29678"/>
                  </a:srgbClr>
                </a:gs>
                <a:gs pos="28571">
                  <a:srgbClr val="FFFFFF">
                    <a:alpha val="23920"/>
                  </a:srgbClr>
                </a:gs>
                <a:gs pos="42857">
                  <a:srgbClr val="FFFFFF">
                    <a:alpha val="16416"/>
                  </a:srgbClr>
                </a:gs>
                <a:gs pos="57143">
                  <a:srgbClr val="FFFFFF">
                    <a:alpha val="9458"/>
                  </a:srgbClr>
                </a:gs>
                <a:gs pos="71429">
                  <a:srgbClr val="FFFFFF">
                    <a:alpha val="4544"/>
                  </a:srgbClr>
                </a:gs>
                <a:gs pos="85714">
                  <a:srgbClr val="FFFFFF">
                    <a:alpha val="1822"/>
                  </a:srgbClr>
                </a:gs>
                <a:gs pos="100000">
                  <a:srgbClr val="FFFFFF">
                    <a:alpha val="6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2" name="Splat 612"/>
            <p:cNvSpPr>
              <a:spLocks noGrp="1"/>
            </p:cNvSpPr>
            <p:nvPr/>
          </p:nvSpPr>
          <p:spPr>
            <a:xfrm rot="9001885">
              <a:off x="3437786" y="1389258"/>
              <a:ext cx="386264" cy="293784"/>
            </a:xfrm>
            <a:prstGeom prst="ellipse">
              <a:avLst/>
            </a:prstGeom>
            <a:gradFill>
              <a:gsLst>
                <a:gs pos="0">
                  <a:srgbClr val="211F1D">
                    <a:alpha val="12772"/>
                  </a:srgbClr>
                </a:gs>
                <a:gs pos="14286">
                  <a:srgbClr val="211F1D">
                    <a:alpha val="11802"/>
                  </a:srgbClr>
                </a:gs>
                <a:gs pos="28571">
                  <a:srgbClr val="211F1D">
                    <a:alpha val="9291"/>
                  </a:srgbClr>
                </a:gs>
                <a:gs pos="42857">
                  <a:srgbClr val="211F1D">
                    <a:alpha val="6196"/>
                  </a:srgbClr>
                </a:gs>
                <a:gs pos="57143">
                  <a:srgbClr val="211F1D">
                    <a:alpha val="3482"/>
                  </a:srgbClr>
                </a:gs>
                <a:gs pos="71429">
                  <a:srgbClr val="211F1D">
                    <a:alpha val="1645"/>
                  </a:srgbClr>
                </a:gs>
                <a:gs pos="85714">
                  <a:srgbClr val="211F1D">
                    <a:alpha val="654"/>
                  </a:srgbClr>
                </a:gs>
                <a:gs pos="100000">
                  <a:srgbClr val="211F1D">
                    <a:alpha val="2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3" name="Splat 613"/>
            <p:cNvSpPr>
              <a:spLocks noGrp="1"/>
            </p:cNvSpPr>
            <p:nvPr/>
          </p:nvSpPr>
          <p:spPr>
            <a:xfrm rot="7908429">
              <a:off x="1497772" y="1663240"/>
              <a:ext cx="696072" cy="1186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4" name="Splat 614"/>
            <p:cNvSpPr>
              <a:spLocks noGrp="1"/>
            </p:cNvSpPr>
            <p:nvPr/>
          </p:nvSpPr>
          <p:spPr>
            <a:xfrm rot="7622428">
              <a:off x="760681" y="585873"/>
              <a:ext cx="326242" cy="259123"/>
            </a:xfrm>
            <a:prstGeom prst="ellipse">
              <a:avLst/>
            </a:prstGeom>
            <a:gradFill>
              <a:gsLst>
                <a:gs pos="0">
                  <a:srgbClr val="E6E6E6">
                    <a:alpha val="17259"/>
                  </a:srgbClr>
                </a:gs>
                <a:gs pos="14286">
                  <a:srgbClr val="E6E6E6">
                    <a:alpha val="15981"/>
                  </a:srgbClr>
                </a:gs>
                <a:gs pos="28571">
                  <a:srgbClr val="E6E6E6">
                    <a:alpha val="12646"/>
                  </a:srgbClr>
                </a:gs>
                <a:gs pos="42857">
                  <a:srgbClr val="E6E6E6">
                    <a:alpha val="8486"/>
                  </a:srgbClr>
                </a:gs>
                <a:gs pos="57143">
                  <a:srgbClr val="E6E6E6">
                    <a:alpha val="4795"/>
                  </a:srgbClr>
                </a:gs>
                <a:gs pos="71429">
                  <a:srgbClr val="E6E6E6">
                    <a:alpha val="2274"/>
                  </a:srgbClr>
                </a:gs>
                <a:gs pos="85714">
                  <a:srgbClr val="E6E6E6">
                    <a:alpha val="905"/>
                  </a:srgbClr>
                </a:gs>
                <a:gs pos="100000">
                  <a:srgbClr val="E6E6E6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5" name="Splat 615"/>
            <p:cNvSpPr>
              <a:spLocks noGrp="1"/>
            </p:cNvSpPr>
            <p:nvPr/>
          </p:nvSpPr>
          <p:spPr>
            <a:xfrm rot="-8685039">
              <a:off x="3295426" y="1136490"/>
              <a:ext cx="453675" cy="172879"/>
            </a:xfrm>
            <a:prstGeom prst="ellipse">
              <a:avLst/>
            </a:prstGeom>
            <a:gradFill>
              <a:gsLst>
                <a:gs pos="0">
                  <a:srgbClr val="EAEBEB">
                    <a:alpha val="32968"/>
                  </a:srgbClr>
                </a:gs>
                <a:gs pos="14286">
                  <a:srgbClr val="EAEBEB">
                    <a:alpha val="30764"/>
                  </a:srgbClr>
                </a:gs>
                <a:gs pos="28571">
                  <a:srgbClr val="EAEBEB">
                    <a:alpha val="24833"/>
                  </a:srgbClr>
                </a:gs>
                <a:gs pos="42857">
                  <a:srgbClr val="EAEBEB">
                    <a:alpha val="17075"/>
                  </a:srgbClr>
                </a:gs>
                <a:gs pos="57143">
                  <a:srgbClr val="EAEBEB">
                    <a:alpha val="9855"/>
                  </a:srgbClr>
                </a:gs>
                <a:gs pos="71429">
                  <a:srgbClr val="EAEBEB">
                    <a:alpha val="4740"/>
                  </a:srgbClr>
                </a:gs>
                <a:gs pos="85714">
                  <a:srgbClr val="EAEBEB">
                    <a:alpha val="1902"/>
                  </a:srgbClr>
                </a:gs>
                <a:gs pos="100000">
                  <a:srgbClr val="EAEBE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6" name="Splat 616"/>
            <p:cNvSpPr>
              <a:spLocks noGrp="1"/>
            </p:cNvSpPr>
            <p:nvPr/>
          </p:nvSpPr>
          <p:spPr>
            <a:xfrm rot="-8854461">
              <a:off x="3031548" y="3432654"/>
              <a:ext cx="391203" cy="229167"/>
            </a:xfrm>
            <a:prstGeom prst="ellipse">
              <a:avLst/>
            </a:prstGeom>
            <a:gradFill>
              <a:gsLst>
                <a:gs pos="0">
                  <a:srgbClr val="676866">
                    <a:alpha val="11024"/>
                  </a:srgbClr>
                </a:gs>
                <a:gs pos="14286">
                  <a:srgbClr val="676866">
                    <a:alpha val="10179"/>
                  </a:srgbClr>
                </a:gs>
                <a:gs pos="28571">
                  <a:srgbClr val="676866">
                    <a:alpha val="7998"/>
                  </a:srgbClr>
                </a:gs>
                <a:gs pos="42857">
                  <a:srgbClr val="676866">
                    <a:alpha val="5321"/>
                  </a:srgbClr>
                </a:gs>
                <a:gs pos="57143">
                  <a:srgbClr val="676866">
                    <a:alpha val="2984"/>
                  </a:srgbClr>
                </a:gs>
                <a:gs pos="71429">
                  <a:srgbClr val="676866">
                    <a:alpha val="1408"/>
                  </a:srgbClr>
                </a:gs>
                <a:gs pos="85714">
                  <a:srgbClr val="676866">
                    <a:alpha val="559"/>
                  </a:srgbClr>
                </a:gs>
                <a:gs pos="100000">
                  <a:srgbClr val="676866">
                    <a:alpha val="1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7" name="Splat 617"/>
            <p:cNvSpPr>
              <a:spLocks noGrp="1"/>
            </p:cNvSpPr>
            <p:nvPr/>
          </p:nvSpPr>
          <p:spPr>
            <a:xfrm rot="5850025">
              <a:off x="2804429" y="1090153"/>
              <a:ext cx="466144" cy="204821"/>
            </a:xfrm>
            <a:prstGeom prst="ellipse">
              <a:avLst/>
            </a:prstGeom>
            <a:gradFill>
              <a:gsLst>
                <a:gs pos="0">
                  <a:srgbClr val="FFFFFF">
                    <a:alpha val="25115"/>
                  </a:srgbClr>
                </a:gs>
                <a:gs pos="14286">
                  <a:srgbClr val="FFFFFF">
                    <a:alpha val="23342"/>
                  </a:srgbClr>
                </a:gs>
                <a:gs pos="28571">
                  <a:srgbClr val="FFFFFF">
                    <a:alpha val="18649"/>
                  </a:srgbClr>
                </a:gs>
                <a:gs pos="42857">
                  <a:srgbClr val="FFFFFF">
                    <a:alpha val="12661"/>
                  </a:srgbClr>
                </a:gs>
                <a:gs pos="57143">
                  <a:srgbClr val="FFFFFF">
                    <a:alpha val="7227"/>
                  </a:srgbClr>
                </a:gs>
                <a:gs pos="71429">
                  <a:srgbClr val="FFFFFF">
                    <a:alpha val="3450"/>
                  </a:srgbClr>
                </a:gs>
                <a:gs pos="85714">
                  <a:srgbClr val="FFFFFF">
                    <a:alpha val="1379"/>
                  </a:srgbClr>
                </a:gs>
                <a:gs pos="100000">
                  <a:srgbClr val="FFFFFF">
                    <a:alpha val="4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8" name="Splat 618"/>
            <p:cNvSpPr>
              <a:spLocks noGrp="1"/>
            </p:cNvSpPr>
            <p:nvPr/>
          </p:nvSpPr>
          <p:spPr>
            <a:xfrm rot="7607781">
              <a:off x="747830" y="2395596"/>
              <a:ext cx="704684" cy="2592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9" name="Splat 619"/>
            <p:cNvSpPr>
              <a:spLocks noGrp="1"/>
            </p:cNvSpPr>
            <p:nvPr/>
          </p:nvSpPr>
          <p:spPr>
            <a:xfrm rot="3406177">
              <a:off x="2601270" y="3411944"/>
              <a:ext cx="417778" cy="333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0" name="Splat 620"/>
            <p:cNvSpPr>
              <a:spLocks noGrp="1"/>
            </p:cNvSpPr>
            <p:nvPr/>
          </p:nvSpPr>
          <p:spPr>
            <a:xfrm rot="8659916">
              <a:off x="321932" y="802943"/>
              <a:ext cx="484471" cy="200356"/>
            </a:xfrm>
            <a:prstGeom prst="ellipse">
              <a:avLst/>
            </a:prstGeom>
            <a:gradFill>
              <a:gsLst>
                <a:gs pos="0">
                  <a:srgbClr val="EFEFEF">
                    <a:alpha val="32145"/>
                  </a:srgbClr>
                </a:gs>
                <a:gs pos="14286">
                  <a:srgbClr val="EFEFEF">
                    <a:alpha val="29983"/>
                  </a:srgbClr>
                </a:gs>
                <a:gs pos="28571">
                  <a:srgbClr val="EFEFEF">
                    <a:alpha val="24176"/>
                  </a:srgbClr>
                </a:gs>
                <a:gs pos="42857">
                  <a:srgbClr val="EFEFEF">
                    <a:alpha val="16601"/>
                  </a:srgbClr>
                </a:gs>
                <a:gs pos="57143">
                  <a:srgbClr val="EFEFEF">
                    <a:alpha val="9569"/>
                  </a:srgbClr>
                </a:gs>
                <a:gs pos="71429">
                  <a:srgbClr val="EFEFEF">
                    <a:alpha val="4599"/>
                  </a:srgbClr>
                </a:gs>
                <a:gs pos="85714">
                  <a:srgbClr val="EFEFEF">
                    <a:alpha val="1845"/>
                  </a:srgbClr>
                </a:gs>
                <a:gs pos="100000">
                  <a:srgbClr val="EFEFEF">
                    <a:alpha val="6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1" name="Splat 621"/>
            <p:cNvSpPr>
              <a:spLocks noGrp="1"/>
            </p:cNvSpPr>
            <p:nvPr/>
          </p:nvSpPr>
          <p:spPr>
            <a:xfrm rot="6305543">
              <a:off x="879550" y="953958"/>
              <a:ext cx="728901" cy="1079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2" name="Splat 622"/>
            <p:cNvSpPr>
              <a:spLocks noGrp="1"/>
            </p:cNvSpPr>
            <p:nvPr/>
          </p:nvSpPr>
          <p:spPr>
            <a:xfrm rot="-9837162">
              <a:off x="1765072" y="3355587"/>
              <a:ext cx="496304" cy="1116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3" name="Splat 623"/>
            <p:cNvSpPr>
              <a:spLocks noGrp="1"/>
            </p:cNvSpPr>
            <p:nvPr/>
          </p:nvSpPr>
          <p:spPr>
            <a:xfrm rot="5869857">
              <a:off x="2627938" y="1193793"/>
              <a:ext cx="699525" cy="82214"/>
            </a:xfrm>
            <a:prstGeom prst="ellipse">
              <a:avLst/>
            </a:prstGeom>
            <a:gradFill>
              <a:gsLst>
                <a:gs pos="0">
                  <a:srgbClr val="FAFAFA">
                    <a:alpha val="21273"/>
                  </a:srgbClr>
                </a:gs>
                <a:gs pos="14286">
                  <a:srgbClr val="FAFAFA">
                    <a:alpha val="19735"/>
                  </a:srgbClr>
                </a:gs>
                <a:gs pos="28571">
                  <a:srgbClr val="FAFAFA">
                    <a:alpha val="15692"/>
                  </a:srgbClr>
                </a:gs>
                <a:gs pos="42857">
                  <a:srgbClr val="FAFAFA">
                    <a:alpha val="10592"/>
                  </a:srgbClr>
                </a:gs>
                <a:gs pos="57143">
                  <a:srgbClr val="FAFAFA">
                    <a:alpha val="6015"/>
                  </a:srgbClr>
                </a:gs>
                <a:gs pos="71429">
                  <a:srgbClr val="FAFAFA">
                    <a:alpha val="2862"/>
                  </a:srgbClr>
                </a:gs>
                <a:gs pos="85714">
                  <a:srgbClr val="FAFAFA">
                    <a:alpha val="1142"/>
                  </a:srgbClr>
                </a:gs>
                <a:gs pos="100000">
                  <a:srgbClr val="FAFAFA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4" name="Splat 624"/>
            <p:cNvSpPr>
              <a:spLocks noGrp="1"/>
            </p:cNvSpPr>
            <p:nvPr/>
          </p:nvSpPr>
          <p:spPr>
            <a:xfrm rot="3319165">
              <a:off x="-115827" y="1644141"/>
              <a:ext cx="653907" cy="3542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5" name="Splat 625"/>
            <p:cNvSpPr>
              <a:spLocks noGrp="1"/>
            </p:cNvSpPr>
            <p:nvPr/>
          </p:nvSpPr>
          <p:spPr>
            <a:xfrm rot="3312124">
              <a:off x="1009526" y="1098935"/>
              <a:ext cx="711736" cy="1816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6" name="Splat 626"/>
            <p:cNvSpPr>
              <a:spLocks noGrp="1"/>
            </p:cNvSpPr>
            <p:nvPr/>
          </p:nvSpPr>
          <p:spPr>
            <a:xfrm rot="-10798549">
              <a:off x="3316362" y="1398200"/>
              <a:ext cx="420857" cy="27917"/>
            </a:xfrm>
            <a:prstGeom prst="ellipse">
              <a:avLst/>
            </a:prstGeom>
            <a:gradFill>
              <a:gsLst>
                <a:gs pos="0">
                  <a:srgbClr val="FFFEFE">
                    <a:alpha val="32968"/>
                  </a:srgbClr>
                </a:gs>
                <a:gs pos="14286">
                  <a:srgbClr val="FFFEFE">
                    <a:alpha val="30764"/>
                  </a:srgbClr>
                </a:gs>
                <a:gs pos="28571">
                  <a:srgbClr val="FFFEFE">
                    <a:alpha val="24833"/>
                  </a:srgbClr>
                </a:gs>
                <a:gs pos="42857">
                  <a:srgbClr val="FFFEFE">
                    <a:alpha val="17075"/>
                  </a:srgbClr>
                </a:gs>
                <a:gs pos="57143">
                  <a:srgbClr val="FFFEFE">
                    <a:alpha val="9855"/>
                  </a:srgbClr>
                </a:gs>
                <a:gs pos="71429">
                  <a:srgbClr val="FFFEFE">
                    <a:alpha val="4740"/>
                  </a:srgbClr>
                </a:gs>
                <a:gs pos="85714">
                  <a:srgbClr val="FFFEFE">
                    <a:alpha val="1902"/>
                  </a:srgbClr>
                </a:gs>
                <a:gs pos="100000">
                  <a:srgbClr val="FFFE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7" name="Splat 627"/>
            <p:cNvSpPr>
              <a:spLocks noGrp="1"/>
            </p:cNvSpPr>
            <p:nvPr/>
          </p:nvSpPr>
          <p:spPr>
            <a:xfrm rot="10603009">
              <a:off x="-50323" y="1640241"/>
              <a:ext cx="174404" cy="83150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8" name="Splat 628"/>
            <p:cNvSpPr>
              <a:spLocks noGrp="1"/>
            </p:cNvSpPr>
            <p:nvPr/>
          </p:nvSpPr>
          <p:spPr>
            <a:xfrm rot="6744142">
              <a:off x="-345016" y="1796630"/>
              <a:ext cx="771263" cy="25820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9" name="Splat 629"/>
            <p:cNvSpPr>
              <a:spLocks noGrp="1"/>
            </p:cNvSpPr>
            <p:nvPr/>
          </p:nvSpPr>
          <p:spPr>
            <a:xfrm rot="5545583">
              <a:off x="1962891" y="3139893"/>
              <a:ext cx="317472" cy="43233"/>
            </a:xfrm>
            <a:prstGeom prst="ellipse">
              <a:avLst/>
            </a:prstGeom>
            <a:gradFill>
              <a:gsLst>
                <a:gs pos="0">
                  <a:srgbClr val="B2B3B4">
                    <a:alpha val="17811"/>
                  </a:srgbClr>
                </a:gs>
                <a:gs pos="14286">
                  <a:srgbClr val="B2B3B4">
                    <a:alpha val="16497"/>
                  </a:srgbClr>
                </a:gs>
                <a:gs pos="28571">
                  <a:srgbClr val="B2B3B4">
                    <a:alpha val="13063"/>
                  </a:srgbClr>
                </a:gs>
                <a:gs pos="42857">
                  <a:srgbClr val="B2B3B4">
                    <a:alpha val="8773"/>
                  </a:srgbClr>
                </a:gs>
                <a:gs pos="57143">
                  <a:srgbClr val="B2B3B4">
                    <a:alpha val="4960"/>
                  </a:srgbClr>
                </a:gs>
                <a:gs pos="71429">
                  <a:srgbClr val="B2B3B4">
                    <a:alpha val="2353"/>
                  </a:srgbClr>
                </a:gs>
                <a:gs pos="85714">
                  <a:srgbClr val="B2B3B4">
                    <a:alpha val="937"/>
                  </a:srgbClr>
                </a:gs>
                <a:gs pos="100000">
                  <a:srgbClr val="B2B3B4">
                    <a:alpha val="3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0" name="Splat 630"/>
            <p:cNvSpPr>
              <a:spLocks noGrp="1"/>
            </p:cNvSpPr>
            <p:nvPr/>
          </p:nvSpPr>
          <p:spPr>
            <a:xfrm rot="10698442">
              <a:off x="1630443" y="3459026"/>
              <a:ext cx="476379" cy="66127"/>
            </a:xfrm>
            <a:prstGeom prst="ellipse">
              <a:avLst/>
            </a:prstGeom>
            <a:gradFill>
              <a:gsLst>
                <a:gs pos="0">
                  <a:srgbClr val="12171A">
                    <a:alpha val="32968"/>
                  </a:srgbClr>
                </a:gs>
                <a:gs pos="14286">
                  <a:srgbClr val="12171A">
                    <a:alpha val="30764"/>
                  </a:srgbClr>
                </a:gs>
                <a:gs pos="28571">
                  <a:srgbClr val="12171A">
                    <a:alpha val="24833"/>
                  </a:srgbClr>
                </a:gs>
                <a:gs pos="42857">
                  <a:srgbClr val="12171A">
                    <a:alpha val="17075"/>
                  </a:srgbClr>
                </a:gs>
                <a:gs pos="57143">
                  <a:srgbClr val="12171A">
                    <a:alpha val="9855"/>
                  </a:srgbClr>
                </a:gs>
                <a:gs pos="71429">
                  <a:srgbClr val="12171A">
                    <a:alpha val="4740"/>
                  </a:srgbClr>
                </a:gs>
                <a:gs pos="85714">
                  <a:srgbClr val="12171A">
                    <a:alpha val="1902"/>
                  </a:srgbClr>
                </a:gs>
                <a:gs pos="100000">
                  <a:srgbClr val="12171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1" name="Splat 631"/>
            <p:cNvSpPr>
              <a:spLocks noGrp="1"/>
            </p:cNvSpPr>
            <p:nvPr/>
          </p:nvSpPr>
          <p:spPr>
            <a:xfrm rot="-9742835">
              <a:off x="2133708" y="1102025"/>
              <a:ext cx="426448" cy="1367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2" name="Splat 632"/>
            <p:cNvSpPr>
              <a:spLocks noGrp="1"/>
            </p:cNvSpPr>
            <p:nvPr/>
          </p:nvSpPr>
          <p:spPr>
            <a:xfrm rot="-10594049">
              <a:off x="708121" y="2422263"/>
              <a:ext cx="560785" cy="3741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3" name="Splat 633"/>
            <p:cNvSpPr>
              <a:spLocks noGrp="1"/>
            </p:cNvSpPr>
            <p:nvPr/>
          </p:nvSpPr>
          <p:spPr>
            <a:xfrm rot="7108934">
              <a:off x="155701" y="935530"/>
              <a:ext cx="314863" cy="274420"/>
            </a:xfrm>
            <a:prstGeom prst="ellipse">
              <a:avLst/>
            </a:prstGeom>
            <a:gradFill>
              <a:gsLst>
                <a:gs pos="0">
                  <a:srgbClr val="E2E2E1">
                    <a:alpha val="4923"/>
                  </a:srgbClr>
                </a:gs>
                <a:gs pos="14286">
                  <a:srgbClr val="E2E2E1">
                    <a:alpha val="4534"/>
                  </a:srgbClr>
                </a:gs>
                <a:gs pos="28571">
                  <a:srgbClr val="E2E2E1">
                    <a:alpha val="3538"/>
                  </a:srgbClr>
                </a:gs>
                <a:gs pos="42857">
                  <a:srgbClr val="E2E2E1">
                    <a:alpha val="2335"/>
                  </a:srgbClr>
                </a:gs>
                <a:gs pos="57143">
                  <a:srgbClr val="E2E2E1">
                    <a:alpha val="1301"/>
                  </a:srgbClr>
                </a:gs>
                <a:gs pos="71429">
                  <a:srgbClr val="E2E2E1">
                    <a:alpha val="611"/>
                  </a:srgbClr>
                </a:gs>
                <a:gs pos="85714">
                  <a:srgbClr val="E2E2E1">
                    <a:alpha val="242"/>
                  </a:srgbClr>
                </a:gs>
                <a:gs pos="100000">
                  <a:srgbClr val="E2E2E1">
                    <a:alpha val="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4" name="Splat 634"/>
            <p:cNvSpPr>
              <a:spLocks noGrp="1"/>
            </p:cNvSpPr>
            <p:nvPr/>
          </p:nvSpPr>
          <p:spPr>
            <a:xfrm rot="9679288">
              <a:off x="1976841" y="2156804"/>
              <a:ext cx="656538" cy="766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5" name="Splat 635"/>
            <p:cNvSpPr>
              <a:spLocks noGrp="1"/>
            </p:cNvSpPr>
            <p:nvPr/>
          </p:nvSpPr>
          <p:spPr>
            <a:xfrm rot="7541880">
              <a:off x="1970429" y="837061"/>
              <a:ext cx="316612" cy="284548"/>
            </a:xfrm>
            <a:prstGeom prst="ellipse">
              <a:avLst/>
            </a:prstGeom>
            <a:gradFill>
              <a:gsLst>
                <a:gs pos="0">
                  <a:srgbClr val="D7D8D6">
                    <a:alpha val="3022"/>
                  </a:srgbClr>
                </a:gs>
                <a:gs pos="14286">
                  <a:srgbClr val="D7D8D6">
                    <a:alpha val="2781"/>
                  </a:srgbClr>
                </a:gs>
                <a:gs pos="28571">
                  <a:srgbClr val="D7D8D6">
                    <a:alpha val="2166"/>
                  </a:srgbClr>
                </a:gs>
                <a:gs pos="42857">
                  <a:srgbClr val="D7D8D6">
                    <a:alpha val="1426"/>
                  </a:srgbClr>
                </a:gs>
                <a:gs pos="57143">
                  <a:srgbClr val="D7D8D6">
                    <a:alpha val="793"/>
                  </a:srgbClr>
                </a:gs>
                <a:gs pos="71429">
                  <a:srgbClr val="D7D8D6">
                    <a:alpha val="372"/>
                  </a:srgbClr>
                </a:gs>
                <a:gs pos="85714">
                  <a:srgbClr val="D7D8D6">
                    <a:alpha val="147"/>
                  </a:srgbClr>
                </a:gs>
                <a:gs pos="100000">
                  <a:srgbClr val="D7D8D6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6" name="Splat 636"/>
            <p:cNvSpPr>
              <a:spLocks noGrp="1"/>
            </p:cNvSpPr>
            <p:nvPr/>
          </p:nvSpPr>
          <p:spPr>
            <a:xfrm rot="5715047">
              <a:off x="1712100" y="1521261"/>
              <a:ext cx="266473" cy="42186"/>
            </a:xfrm>
            <a:prstGeom prst="ellipse">
              <a:avLst/>
            </a:prstGeom>
            <a:gradFill>
              <a:gsLst>
                <a:gs pos="0">
                  <a:srgbClr val="DEDEDF">
                    <a:alpha val="30375"/>
                  </a:srgbClr>
                </a:gs>
                <a:gs pos="14286">
                  <a:srgbClr val="DEDEDF">
                    <a:alpha val="28306"/>
                  </a:srgbClr>
                </a:gs>
                <a:gs pos="28571">
                  <a:srgbClr val="DEDEDF">
                    <a:alpha val="22769"/>
                  </a:srgbClr>
                </a:gs>
                <a:gs pos="42857">
                  <a:srgbClr val="DEDEDF">
                    <a:alpha val="15589"/>
                  </a:srgbClr>
                </a:gs>
                <a:gs pos="57143">
                  <a:srgbClr val="DEDEDF">
                    <a:alpha val="8963"/>
                  </a:srgbClr>
                </a:gs>
                <a:gs pos="71429">
                  <a:srgbClr val="DEDEDF">
                    <a:alpha val="4300"/>
                  </a:srgbClr>
                </a:gs>
                <a:gs pos="85714">
                  <a:srgbClr val="DEDEDF">
                    <a:alpha val="1723"/>
                  </a:srgbClr>
                </a:gs>
                <a:gs pos="100000">
                  <a:srgbClr val="DEDEDF">
                    <a:alpha val="5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7" name="Splat 637"/>
            <p:cNvSpPr>
              <a:spLocks noGrp="1"/>
            </p:cNvSpPr>
            <p:nvPr/>
          </p:nvSpPr>
          <p:spPr>
            <a:xfrm rot="5085633">
              <a:off x="1312095" y="595555"/>
              <a:ext cx="691904" cy="204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8" name="Splat 638"/>
            <p:cNvSpPr>
              <a:spLocks noGrp="1"/>
            </p:cNvSpPr>
            <p:nvPr/>
          </p:nvSpPr>
          <p:spPr>
            <a:xfrm rot="7963272">
              <a:off x="1956032" y="843699"/>
              <a:ext cx="303962" cy="276248"/>
            </a:xfrm>
            <a:prstGeom prst="ellipse">
              <a:avLst/>
            </a:prstGeom>
            <a:gradFill>
              <a:gsLst>
                <a:gs pos="0">
                  <a:srgbClr val="DDDCDD">
                    <a:alpha val="3264"/>
                  </a:srgbClr>
                </a:gs>
                <a:gs pos="14286">
                  <a:srgbClr val="DDDCDD">
                    <a:alpha val="3004"/>
                  </a:srgbClr>
                </a:gs>
                <a:gs pos="28571">
                  <a:srgbClr val="DDDCDD">
                    <a:alpha val="2341"/>
                  </a:srgbClr>
                </a:gs>
                <a:gs pos="42857">
                  <a:srgbClr val="DDDCDD">
                    <a:alpha val="1542"/>
                  </a:srgbClr>
                </a:gs>
                <a:gs pos="57143">
                  <a:srgbClr val="DDDCDD">
                    <a:alpha val="857"/>
                  </a:srgbClr>
                </a:gs>
                <a:gs pos="71429">
                  <a:srgbClr val="DDDCDD">
                    <a:alpha val="402"/>
                  </a:srgbClr>
                </a:gs>
                <a:gs pos="85714">
                  <a:srgbClr val="DDDCDD">
                    <a:alpha val="159"/>
                  </a:srgbClr>
                </a:gs>
                <a:gs pos="100000">
                  <a:srgbClr val="DDDCDD">
                    <a:alpha val="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9" name="Splat 639"/>
            <p:cNvSpPr>
              <a:spLocks noGrp="1"/>
            </p:cNvSpPr>
            <p:nvPr/>
          </p:nvSpPr>
          <p:spPr>
            <a:xfrm rot="8508373">
              <a:off x="987785" y="1993045"/>
              <a:ext cx="660537" cy="3086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0" name="Splat 640"/>
            <p:cNvSpPr>
              <a:spLocks noGrp="1"/>
            </p:cNvSpPr>
            <p:nvPr/>
          </p:nvSpPr>
          <p:spPr>
            <a:xfrm rot="-9724197">
              <a:off x="1506244" y="1281628"/>
              <a:ext cx="305953" cy="52165"/>
            </a:xfrm>
            <a:prstGeom prst="ellipse">
              <a:avLst/>
            </a:prstGeom>
            <a:gradFill>
              <a:gsLst>
                <a:gs pos="0">
                  <a:srgbClr val="AEAEAF">
                    <a:alpha val="17166"/>
                  </a:srgbClr>
                </a:gs>
                <a:gs pos="14286">
                  <a:srgbClr val="AEAEAF">
                    <a:alpha val="15894"/>
                  </a:srgbClr>
                </a:gs>
                <a:gs pos="28571">
                  <a:srgbClr val="AEAEAF">
                    <a:alpha val="12576"/>
                  </a:srgbClr>
                </a:gs>
                <a:gs pos="42857">
                  <a:srgbClr val="AEAEAF">
                    <a:alpha val="8438"/>
                  </a:srgbClr>
                </a:gs>
                <a:gs pos="57143">
                  <a:srgbClr val="AEAEAF">
                    <a:alpha val="4767"/>
                  </a:srgbClr>
                </a:gs>
                <a:gs pos="71429">
                  <a:srgbClr val="AEAEAF">
                    <a:alpha val="2261"/>
                  </a:srgbClr>
                </a:gs>
                <a:gs pos="85714">
                  <a:srgbClr val="AEAEAF">
                    <a:alpha val="900"/>
                  </a:srgbClr>
                </a:gs>
                <a:gs pos="100000">
                  <a:srgbClr val="AEAEAF">
                    <a:alpha val="3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1" name="Splat 641"/>
            <p:cNvSpPr>
              <a:spLocks noGrp="1"/>
            </p:cNvSpPr>
            <p:nvPr/>
          </p:nvSpPr>
          <p:spPr>
            <a:xfrm rot="-10679604">
              <a:off x="3170438" y="3180492"/>
              <a:ext cx="310267" cy="155484"/>
            </a:xfrm>
            <a:prstGeom prst="ellipse">
              <a:avLst/>
            </a:prstGeom>
            <a:gradFill>
              <a:gsLst>
                <a:gs pos="0">
                  <a:srgbClr val="3B3F3A">
                    <a:alpha val="16516"/>
                  </a:srgbClr>
                </a:gs>
                <a:gs pos="14286">
                  <a:srgbClr val="3B3F3A">
                    <a:alpha val="15288"/>
                  </a:srgbClr>
                </a:gs>
                <a:gs pos="28571">
                  <a:srgbClr val="3B3F3A">
                    <a:alpha val="12087"/>
                  </a:srgbClr>
                </a:gs>
                <a:gs pos="42857">
                  <a:srgbClr val="3B3F3A">
                    <a:alpha val="8103"/>
                  </a:srgbClr>
                </a:gs>
                <a:gs pos="57143">
                  <a:srgbClr val="3B3F3A">
                    <a:alpha val="4574"/>
                  </a:srgbClr>
                </a:gs>
                <a:gs pos="71429">
                  <a:srgbClr val="3B3F3A">
                    <a:alpha val="2168"/>
                  </a:srgbClr>
                </a:gs>
                <a:gs pos="85714">
                  <a:srgbClr val="3B3F3A">
                    <a:alpha val="863"/>
                  </a:srgbClr>
                </a:gs>
                <a:gs pos="100000">
                  <a:srgbClr val="3B3F3A">
                    <a:alpha val="2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2" name="Splat 642"/>
            <p:cNvSpPr>
              <a:spLocks noGrp="1"/>
            </p:cNvSpPr>
            <p:nvPr/>
          </p:nvSpPr>
          <p:spPr>
            <a:xfrm rot="-8441289">
              <a:off x="1296286" y="418544"/>
              <a:ext cx="638490" cy="2938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3" name="Splat 643"/>
            <p:cNvSpPr>
              <a:spLocks noGrp="1"/>
            </p:cNvSpPr>
            <p:nvPr/>
          </p:nvSpPr>
          <p:spPr>
            <a:xfrm rot="9545209">
              <a:off x="1141723" y="419073"/>
              <a:ext cx="645897" cy="32734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4" name="Splat 644"/>
            <p:cNvSpPr>
              <a:spLocks noGrp="1"/>
            </p:cNvSpPr>
            <p:nvPr/>
          </p:nvSpPr>
          <p:spPr>
            <a:xfrm rot="7453776">
              <a:off x="1498944" y="616639"/>
              <a:ext cx="569583" cy="4293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5" name="Splat 645"/>
            <p:cNvSpPr>
              <a:spLocks noGrp="1"/>
            </p:cNvSpPr>
            <p:nvPr/>
          </p:nvSpPr>
          <p:spPr>
            <a:xfrm rot="6647322">
              <a:off x="928799" y="676352"/>
              <a:ext cx="648513" cy="2916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6" name="Splat 646"/>
            <p:cNvSpPr>
              <a:spLocks noGrp="1"/>
            </p:cNvSpPr>
            <p:nvPr/>
          </p:nvSpPr>
          <p:spPr>
            <a:xfrm rot="9593570">
              <a:off x="762238" y="2105133"/>
              <a:ext cx="744124" cy="14316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7" name="Splat 647"/>
            <p:cNvSpPr>
              <a:spLocks noGrp="1"/>
            </p:cNvSpPr>
            <p:nvPr/>
          </p:nvSpPr>
          <p:spPr>
            <a:xfrm rot="9509458">
              <a:off x="708890" y="2448573"/>
              <a:ext cx="698959" cy="10655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8" name="Splat 648"/>
            <p:cNvSpPr>
              <a:spLocks noGrp="1"/>
            </p:cNvSpPr>
            <p:nvPr/>
          </p:nvSpPr>
          <p:spPr>
            <a:xfrm rot="-10546718">
              <a:off x="1948161" y="1249291"/>
              <a:ext cx="343471" cy="54095"/>
            </a:xfrm>
            <a:prstGeom prst="ellipse">
              <a:avLst/>
            </a:prstGeom>
            <a:gradFill>
              <a:gsLst>
                <a:gs pos="0">
                  <a:srgbClr val="B0AFAE">
                    <a:alpha val="10014"/>
                  </a:srgbClr>
                </a:gs>
                <a:gs pos="14286">
                  <a:srgbClr val="B0AFAE">
                    <a:alpha val="9242"/>
                  </a:srgbClr>
                </a:gs>
                <a:gs pos="28571">
                  <a:srgbClr val="B0AFAE">
                    <a:alpha val="7253"/>
                  </a:srgbClr>
                </a:gs>
                <a:gs pos="42857">
                  <a:srgbClr val="B0AFAE">
                    <a:alpha val="4819"/>
                  </a:srgbClr>
                </a:gs>
                <a:gs pos="57143">
                  <a:srgbClr val="B0AFAE">
                    <a:alpha val="2700"/>
                  </a:srgbClr>
                </a:gs>
                <a:gs pos="71429">
                  <a:srgbClr val="B0AFAE">
                    <a:alpha val="1273"/>
                  </a:srgbClr>
                </a:gs>
                <a:gs pos="85714">
                  <a:srgbClr val="B0AFAE">
                    <a:alpha val="505"/>
                  </a:srgbClr>
                </a:gs>
                <a:gs pos="100000">
                  <a:srgbClr val="B0AFAE">
                    <a:alpha val="16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9" name="Splat 649"/>
            <p:cNvSpPr>
              <a:spLocks noGrp="1"/>
            </p:cNvSpPr>
            <p:nvPr/>
          </p:nvSpPr>
          <p:spPr>
            <a:xfrm rot="3424585">
              <a:off x="1008848" y="663760"/>
              <a:ext cx="700307" cy="2813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0" name="Splat 650"/>
            <p:cNvSpPr>
              <a:spLocks noGrp="1"/>
            </p:cNvSpPr>
            <p:nvPr/>
          </p:nvSpPr>
          <p:spPr>
            <a:xfrm rot="5773779">
              <a:off x="1989928" y="1572295"/>
              <a:ext cx="282900" cy="273868"/>
            </a:xfrm>
            <a:prstGeom prst="ellipse">
              <a:avLst/>
            </a:prstGeom>
            <a:gradFill>
              <a:gsLst>
                <a:gs pos="0">
                  <a:srgbClr val="000000">
                    <a:alpha val="2044"/>
                  </a:srgbClr>
                </a:gs>
                <a:gs pos="14286">
                  <a:srgbClr val="000000">
                    <a:alpha val="1880"/>
                  </a:srgbClr>
                </a:gs>
                <a:gs pos="28571">
                  <a:srgbClr val="000000">
                    <a:alpha val="1463"/>
                  </a:srgbClr>
                </a:gs>
                <a:gs pos="42857">
                  <a:srgbClr val="000000">
                    <a:alpha val="962"/>
                  </a:srgbClr>
                </a:gs>
                <a:gs pos="57143">
                  <a:srgbClr val="000000">
                    <a:alpha val="534"/>
                  </a:srgbClr>
                </a:gs>
                <a:gs pos="71429">
                  <a:srgbClr val="000000">
                    <a:alpha val="250"/>
                  </a:srgbClr>
                </a:gs>
                <a:gs pos="85714">
                  <a:srgbClr val="000000">
                    <a:alpha val="99"/>
                  </a:srgbClr>
                </a:gs>
                <a:gs pos="100000">
                  <a:srgbClr val="000000">
                    <a:alpha val="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1" name="Splat 651"/>
            <p:cNvSpPr>
              <a:spLocks noGrp="1"/>
            </p:cNvSpPr>
            <p:nvPr/>
          </p:nvSpPr>
          <p:spPr>
            <a:xfrm rot="9771412">
              <a:off x="401315" y="2928114"/>
              <a:ext cx="471023" cy="204191"/>
            </a:xfrm>
            <a:prstGeom prst="ellipse">
              <a:avLst/>
            </a:prstGeom>
            <a:gradFill>
              <a:gsLst>
                <a:gs pos="0">
                  <a:srgbClr val="040004">
                    <a:alpha val="26948"/>
                  </a:srgbClr>
                </a:gs>
                <a:gs pos="14286">
                  <a:srgbClr val="040004">
                    <a:alpha val="25069"/>
                  </a:srgbClr>
                </a:gs>
                <a:gs pos="28571">
                  <a:srgbClr val="040004">
                    <a:alpha val="20075"/>
                  </a:srgbClr>
                </a:gs>
                <a:gs pos="42857">
                  <a:srgbClr val="040004">
                    <a:alpha val="13669"/>
                  </a:srgbClr>
                </a:gs>
                <a:gs pos="57143">
                  <a:srgbClr val="040004">
                    <a:alpha val="7822"/>
                  </a:srgbClr>
                </a:gs>
                <a:gs pos="71429">
                  <a:srgbClr val="040004">
                    <a:alpha val="3741"/>
                  </a:srgbClr>
                </a:gs>
                <a:gs pos="85714">
                  <a:srgbClr val="040004">
                    <a:alpha val="1496"/>
                  </a:srgbClr>
                </a:gs>
                <a:gs pos="100000">
                  <a:srgbClr val="040004">
                    <a:alpha val="50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2" name="Splat 652"/>
            <p:cNvSpPr>
              <a:spLocks noGrp="1"/>
            </p:cNvSpPr>
            <p:nvPr/>
          </p:nvSpPr>
          <p:spPr>
            <a:xfrm rot="10461401">
              <a:off x="1395376" y="643960"/>
              <a:ext cx="291777" cy="186056"/>
            </a:xfrm>
            <a:prstGeom prst="ellipse">
              <a:avLst/>
            </a:prstGeom>
            <a:gradFill>
              <a:gsLst>
                <a:gs pos="0">
                  <a:srgbClr val="DCDCDC">
                    <a:alpha val="29843"/>
                  </a:srgbClr>
                </a:gs>
                <a:gs pos="14286">
                  <a:srgbClr val="DCDCDC">
                    <a:alpha val="27802"/>
                  </a:srgbClr>
                </a:gs>
                <a:gs pos="28571">
                  <a:srgbClr val="DCDCDC">
                    <a:alpha val="22348"/>
                  </a:srgbClr>
                </a:gs>
                <a:gs pos="42857">
                  <a:srgbClr val="DCDCDC">
                    <a:alpha val="15287"/>
                  </a:srgbClr>
                </a:gs>
                <a:gs pos="57143">
                  <a:srgbClr val="DCDCDC">
                    <a:alpha val="8783"/>
                  </a:srgbClr>
                </a:gs>
                <a:gs pos="71429">
                  <a:srgbClr val="DCDCDC">
                    <a:alpha val="4212"/>
                  </a:srgbClr>
                </a:gs>
                <a:gs pos="85714">
                  <a:srgbClr val="DCDCDC">
                    <a:alpha val="1687"/>
                  </a:srgbClr>
                </a:gs>
                <a:gs pos="100000">
                  <a:srgbClr val="DCDCDC">
                    <a:alpha val="5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3" name="Splat 653"/>
            <p:cNvSpPr>
              <a:spLocks noGrp="1"/>
            </p:cNvSpPr>
            <p:nvPr/>
          </p:nvSpPr>
          <p:spPr>
            <a:xfrm rot="8881257">
              <a:off x="-188796" y="2139722"/>
              <a:ext cx="707468" cy="393388"/>
            </a:xfrm>
            <a:prstGeom prst="ellipse">
              <a:avLst/>
            </a:prstGeom>
            <a:gradFill>
              <a:gsLst>
                <a:gs pos="0">
                  <a:srgbClr val="646465">
                    <a:alpha val="31019"/>
                  </a:srgbClr>
                </a:gs>
                <a:gs pos="14286">
                  <a:srgbClr val="646465">
                    <a:alpha val="28915"/>
                  </a:srgbClr>
                </a:gs>
                <a:gs pos="28571">
                  <a:srgbClr val="646465">
                    <a:alpha val="23279"/>
                  </a:srgbClr>
                </a:gs>
                <a:gs pos="42857">
                  <a:srgbClr val="646465">
                    <a:alpha val="15955"/>
                  </a:srgbClr>
                </a:gs>
                <a:gs pos="57143">
                  <a:srgbClr val="646465">
                    <a:alpha val="9182"/>
                  </a:srgbClr>
                </a:gs>
                <a:gs pos="71429">
                  <a:srgbClr val="646465">
                    <a:alpha val="4408"/>
                  </a:srgbClr>
                </a:gs>
                <a:gs pos="85714">
                  <a:srgbClr val="646465">
                    <a:alpha val="1767"/>
                  </a:srgbClr>
                </a:gs>
                <a:gs pos="100000">
                  <a:srgbClr val="646465">
                    <a:alpha val="5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4" name="Splat 654"/>
            <p:cNvSpPr>
              <a:spLocks noGrp="1"/>
            </p:cNvSpPr>
            <p:nvPr/>
          </p:nvSpPr>
          <p:spPr>
            <a:xfrm rot="5400000">
              <a:off x="1097552" y="647344"/>
              <a:ext cx="748801" cy="34165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5" name="Splat 655"/>
            <p:cNvSpPr>
              <a:spLocks noGrp="1"/>
            </p:cNvSpPr>
            <p:nvPr/>
          </p:nvSpPr>
          <p:spPr>
            <a:xfrm rot="3766856">
              <a:off x="1236507" y="999412"/>
              <a:ext cx="194107" cy="9740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6" name="Splat 656"/>
            <p:cNvSpPr>
              <a:spLocks noGrp="1"/>
            </p:cNvSpPr>
            <p:nvPr/>
          </p:nvSpPr>
          <p:spPr>
            <a:xfrm rot="9085507">
              <a:off x="840359" y="682727"/>
              <a:ext cx="402223" cy="96027"/>
            </a:xfrm>
            <a:prstGeom prst="ellipse">
              <a:avLst/>
            </a:prstGeom>
            <a:gradFill>
              <a:gsLst>
                <a:gs pos="0">
                  <a:srgbClr val="FBFBFB">
                    <a:alpha val="27921"/>
                  </a:srgbClr>
                </a:gs>
                <a:gs pos="14286">
                  <a:srgbClr val="FBFBFB">
                    <a:alpha val="25987"/>
                  </a:srgbClr>
                </a:gs>
                <a:gs pos="28571">
                  <a:srgbClr val="FBFBFB">
                    <a:alpha val="20837"/>
                  </a:srgbClr>
                </a:gs>
                <a:gs pos="42857">
                  <a:srgbClr val="FBFBFB">
                    <a:alpha val="14209"/>
                  </a:srgbClr>
                </a:gs>
                <a:gs pos="57143">
                  <a:srgbClr val="FBFBFB">
                    <a:alpha val="8142"/>
                  </a:srgbClr>
                </a:gs>
                <a:gs pos="71429">
                  <a:srgbClr val="FBFBFB">
                    <a:alpha val="3897"/>
                  </a:srgbClr>
                </a:gs>
                <a:gs pos="85714">
                  <a:srgbClr val="FBFBFB">
                    <a:alpha val="1560"/>
                  </a:srgbClr>
                </a:gs>
                <a:gs pos="100000">
                  <a:srgbClr val="FBFBFB">
                    <a:alpha val="5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7" name="Splat 657"/>
            <p:cNvSpPr>
              <a:spLocks noGrp="1"/>
            </p:cNvSpPr>
            <p:nvPr/>
          </p:nvSpPr>
          <p:spPr>
            <a:xfrm rot="5054280">
              <a:off x="1354134" y="1610106"/>
              <a:ext cx="735111" cy="903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8" name="Splat 658"/>
            <p:cNvSpPr>
              <a:spLocks noGrp="1"/>
            </p:cNvSpPr>
            <p:nvPr/>
          </p:nvSpPr>
          <p:spPr>
            <a:xfrm rot="-9054036">
              <a:off x="3079322" y="1539666"/>
              <a:ext cx="275607" cy="342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9" name="Splat 659"/>
            <p:cNvSpPr>
              <a:spLocks noGrp="1"/>
            </p:cNvSpPr>
            <p:nvPr/>
          </p:nvSpPr>
          <p:spPr>
            <a:xfrm rot="5448566">
              <a:off x="1803544" y="1943632"/>
              <a:ext cx="577282" cy="6114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0" name="Splat 660"/>
            <p:cNvSpPr>
              <a:spLocks noGrp="1"/>
            </p:cNvSpPr>
            <p:nvPr/>
          </p:nvSpPr>
          <p:spPr>
            <a:xfrm rot="-9322434">
              <a:off x="2986186" y="1522324"/>
              <a:ext cx="382119" cy="40706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1" name="Splat 661"/>
            <p:cNvSpPr>
              <a:spLocks noGrp="1"/>
            </p:cNvSpPr>
            <p:nvPr/>
          </p:nvSpPr>
          <p:spPr>
            <a:xfrm rot="4800142">
              <a:off x="763527" y="1156060"/>
              <a:ext cx="759798" cy="25349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2" name="Splat 662"/>
            <p:cNvSpPr>
              <a:spLocks noGrp="1"/>
            </p:cNvSpPr>
            <p:nvPr/>
          </p:nvSpPr>
          <p:spPr>
            <a:xfrm rot="4823912">
              <a:off x="831915" y="1345255"/>
              <a:ext cx="779690" cy="744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3" name="Splat 663"/>
            <p:cNvSpPr>
              <a:spLocks noGrp="1"/>
            </p:cNvSpPr>
            <p:nvPr/>
          </p:nvSpPr>
          <p:spPr>
            <a:xfrm rot="6282890">
              <a:off x="1032549" y="1326598"/>
              <a:ext cx="699189" cy="1496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4" name="Splat 664"/>
            <p:cNvSpPr>
              <a:spLocks noGrp="1"/>
            </p:cNvSpPr>
            <p:nvPr/>
          </p:nvSpPr>
          <p:spPr>
            <a:xfrm rot="9249566">
              <a:off x="1967321" y="2374882"/>
              <a:ext cx="286614" cy="1049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5" name="Splat 665"/>
            <p:cNvSpPr>
              <a:spLocks noGrp="1"/>
            </p:cNvSpPr>
            <p:nvPr/>
          </p:nvSpPr>
          <p:spPr>
            <a:xfrm rot="8619247">
              <a:off x="1542095" y="1897429"/>
              <a:ext cx="627915" cy="3403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6" name="Splat 666"/>
            <p:cNvSpPr>
              <a:spLocks noGrp="1"/>
            </p:cNvSpPr>
            <p:nvPr/>
          </p:nvSpPr>
          <p:spPr>
            <a:xfrm rot="6161085">
              <a:off x="1240064" y="1524525"/>
              <a:ext cx="640721" cy="604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7" name="Splat 667"/>
            <p:cNvSpPr>
              <a:spLocks noGrp="1"/>
            </p:cNvSpPr>
            <p:nvPr/>
          </p:nvSpPr>
          <p:spPr>
            <a:xfrm rot="-9356050">
              <a:off x="37572" y="1104463"/>
              <a:ext cx="248213" cy="224396"/>
            </a:xfrm>
            <a:prstGeom prst="ellipse">
              <a:avLst/>
            </a:prstGeom>
            <a:gradFill>
              <a:gsLst>
                <a:gs pos="0">
                  <a:srgbClr val="EDEDEE">
                    <a:alpha val="17227"/>
                  </a:srgbClr>
                </a:gs>
                <a:gs pos="14286">
                  <a:srgbClr val="EDEDEE">
                    <a:alpha val="15952"/>
                  </a:srgbClr>
                </a:gs>
                <a:gs pos="28571">
                  <a:srgbClr val="EDEDEE">
                    <a:alpha val="12622"/>
                  </a:srgbClr>
                </a:gs>
                <a:gs pos="42857">
                  <a:srgbClr val="EDEDEE">
                    <a:alpha val="8470"/>
                  </a:srgbClr>
                </a:gs>
                <a:gs pos="57143">
                  <a:srgbClr val="EDEDEE">
                    <a:alpha val="4786"/>
                  </a:srgbClr>
                </a:gs>
                <a:gs pos="71429">
                  <a:srgbClr val="EDEDEE">
                    <a:alpha val="2269"/>
                  </a:srgbClr>
                </a:gs>
                <a:gs pos="85714">
                  <a:srgbClr val="EDEDEE">
                    <a:alpha val="904"/>
                  </a:srgbClr>
                </a:gs>
                <a:gs pos="100000">
                  <a:srgbClr val="EDEDEE">
                    <a:alpha val="30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8" name="Splat 668"/>
            <p:cNvSpPr>
              <a:spLocks noGrp="1"/>
            </p:cNvSpPr>
            <p:nvPr/>
          </p:nvSpPr>
          <p:spPr>
            <a:xfrm rot="8502378">
              <a:off x="1510696" y="1646830"/>
              <a:ext cx="711094" cy="2214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9" name="Splat 669"/>
            <p:cNvSpPr>
              <a:spLocks noGrp="1"/>
            </p:cNvSpPr>
            <p:nvPr/>
          </p:nvSpPr>
          <p:spPr>
            <a:xfrm rot="5208225">
              <a:off x="-179516" y="714449"/>
              <a:ext cx="359032" cy="211834"/>
            </a:xfrm>
            <a:prstGeom prst="ellipse">
              <a:avLst/>
            </a:prstGeom>
            <a:gradFill>
              <a:gsLst>
                <a:gs pos="0">
                  <a:srgbClr val="D0D1D1">
                    <a:alpha val="6428"/>
                  </a:srgbClr>
                </a:gs>
                <a:gs pos="14286">
                  <a:srgbClr val="D0D1D1">
                    <a:alpha val="5924"/>
                  </a:srgbClr>
                </a:gs>
                <a:gs pos="28571">
                  <a:srgbClr val="D0D1D1">
                    <a:alpha val="4631"/>
                  </a:srgbClr>
                </a:gs>
                <a:gs pos="42857">
                  <a:srgbClr val="D0D1D1">
                    <a:alpha val="3062"/>
                  </a:srgbClr>
                </a:gs>
                <a:gs pos="57143">
                  <a:srgbClr val="D0D1D1">
                    <a:alpha val="1709"/>
                  </a:srgbClr>
                </a:gs>
                <a:gs pos="71429">
                  <a:srgbClr val="D0D1D1">
                    <a:alpha val="803"/>
                  </a:srgbClr>
                </a:gs>
                <a:gs pos="85714">
                  <a:srgbClr val="D0D1D1">
                    <a:alpha val="318"/>
                  </a:srgbClr>
                </a:gs>
                <a:gs pos="100000">
                  <a:srgbClr val="D0D1D1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0" name="Splat 670"/>
            <p:cNvSpPr>
              <a:spLocks noGrp="1"/>
            </p:cNvSpPr>
            <p:nvPr/>
          </p:nvSpPr>
          <p:spPr>
            <a:xfrm rot="-9376945">
              <a:off x="3222373" y="1144937"/>
              <a:ext cx="370473" cy="133278"/>
            </a:xfrm>
            <a:prstGeom prst="ellipse">
              <a:avLst/>
            </a:prstGeom>
            <a:gradFill>
              <a:gsLst>
                <a:gs pos="0">
                  <a:srgbClr val="FAFAFA">
                    <a:alpha val="27658"/>
                  </a:srgbClr>
                </a:gs>
                <a:gs pos="14286">
                  <a:srgbClr val="FAFAFA">
                    <a:alpha val="25738"/>
                  </a:srgbClr>
                </a:gs>
                <a:gs pos="28571">
                  <a:srgbClr val="FAFAFA">
                    <a:alpha val="20630"/>
                  </a:srgbClr>
                </a:gs>
                <a:gs pos="42857">
                  <a:srgbClr val="FAFAFA">
                    <a:alpha val="14062"/>
                  </a:srgbClr>
                </a:gs>
                <a:gs pos="57143">
                  <a:srgbClr val="FAFAFA">
                    <a:alpha val="8055"/>
                  </a:srgbClr>
                </a:gs>
                <a:gs pos="71429">
                  <a:srgbClr val="FAFAFA">
                    <a:alpha val="3855"/>
                  </a:srgbClr>
                </a:gs>
                <a:gs pos="85714">
                  <a:srgbClr val="FAFAFA">
                    <a:alpha val="1542"/>
                  </a:srgbClr>
                </a:gs>
                <a:gs pos="100000">
                  <a:srgbClr val="FAFAFA">
                    <a:alpha val="5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1" name="Splat 671"/>
            <p:cNvSpPr>
              <a:spLocks noGrp="1"/>
            </p:cNvSpPr>
            <p:nvPr/>
          </p:nvSpPr>
          <p:spPr>
            <a:xfrm rot="3777808">
              <a:off x="1991281" y="2567247"/>
              <a:ext cx="687255" cy="3814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2" name="Splat 672"/>
            <p:cNvSpPr>
              <a:spLocks noGrp="1"/>
            </p:cNvSpPr>
            <p:nvPr/>
          </p:nvSpPr>
          <p:spPr>
            <a:xfrm rot="3777150">
              <a:off x="1991882" y="2567070"/>
              <a:ext cx="685618" cy="3805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3" name="Splat 673"/>
            <p:cNvSpPr>
              <a:spLocks noGrp="1"/>
            </p:cNvSpPr>
            <p:nvPr/>
          </p:nvSpPr>
          <p:spPr>
            <a:xfrm rot="6029754">
              <a:off x="263020" y="3446303"/>
              <a:ext cx="564156" cy="379570"/>
            </a:xfrm>
            <a:prstGeom prst="ellipse">
              <a:avLst/>
            </a:prstGeom>
            <a:gradFill>
              <a:gsLst>
                <a:gs pos="0">
                  <a:srgbClr val="030110">
                    <a:alpha val="32966"/>
                  </a:srgbClr>
                </a:gs>
                <a:gs pos="14286">
                  <a:srgbClr val="030110">
                    <a:alpha val="30762"/>
                  </a:srgbClr>
                </a:gs>
                <a:gs pos="28571">
                  <a:srgbClr val="030110">
                    <a:alpha val="24831"/>
                  </a:srgbClr>
                </a:gs>
                <a:gs pos="42857">
                  <a:srgbClr val="030110">
                    <a:alpha val="17074"/>
                  </a:srgbClr>
                </a:gs>
                <a:gs pos="57143">
                  <a:srgbClr val="030110">
                    <a:alpha val="9854"/>
                  </a:srgbClr>
                </a:gs>
                <a:gs pos="71429">
                  <a:srgbClr val="030110">
                    <a:alpha val="4740"/>
                  </a:srgbClr>
                </a:gs>
                <a:gs pos="85714">
                  <a:srgbClr val="030110">
                    <a:alpha val="1902"/>
                  </a:srgbClr>
                </a:gs>
                <a:gs pos="100000">
                  <a:srgbClr val="03011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4" name="Splat 674"/>
            <p:cNvSpPr>
              <a:spLocks noGrp="1"/>
            </p:cNvSpPr>
            <p:nvPr/>
          </p:nvSpPr>
          <p:spPr>
            <a:xfrm rot="6805270">
              <a:off x="72523" y="1075338"/>
              <a:ext cx="367655" cy="249316"/>
            </a:xfrm>
            <a:prstGeom prst="ellipse">
              <a:avLst/>
            </a:prstGeom>
            <a:gradFill>
              <a:gsLst>
                <a:gs pos="0">
                  <a:srgbClr val="FFFFFF">
                    <a:alpha val="21423"/>
                  </a:srgbClr>
                </a:gs>
                <a:gs pos="14286">
                  <a:srgbClr val="FFFFFF">
                    <a:alpha val="19876"/>
                  </a:srgbClr>
                </a:gs>
                <a:gs pos="28571">
                  <a:srgbClr val="FFFFFF">
                    <a:alpha val="15807"/>
                  </a:srgbClr>
                </a:gs>
                <a:gs pos="42857">
                  <a:srgbClr val="FFFFFF">
                    <a:alpha val="10672"/>
                  </a:srgbClr>
                </a:gs>
                <a:gs pos="57143">
                  <a:srgbClr val="FFFFFF">
                    <a:alpha val="6062"/>
                  </a:srgbClr>
                </a:gs>
                <a:gs pos="71429">
                  <a:srgbClr val="FFFFFF">
                    <a:alpha val="2885"/>
                  </a:srgbClr>
                </a:gs>
                <a:gs pos="85714">
                  <a:srgbClr val="FFFFFF">
                    <a:alpha val="1151"/>
                  </a:srgbClr>
                </a:gs>
                <a:gs pos="100000">
                  <a:srgbClr val="FFFFFF">
                    <a:alpha val="3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5" name="Splat 675"/>
            <p:cNvSpPr>
              <a:spLocks noGrp="1"/>
            </p:cNvSpPr>
            <p:nvPr/>
          </p:nvSpPr>
          <p:spPr>
            <a:xfrm rot="9496426">
              <a:off x="460634" y="922714"/>
              <a:ext cx="494040" cy="47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6" name="Splat 676"/>
            <p:cNvSpPr>
              <a:spLocks noGrp="1"/>
            </p:cNvSpPr>
            <p:nvPr/>
          </p:nvSpPr>
          <p:spPr>
            <a:xfrm rot="6172347">
              <a:off x="731133" y="2273286"/>
              <a:ext cx="686501" cy="12835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7" name="Splat 677"/>
            <p:cNvSpPr>
              <a:spLocks noGrp="1"/>
            </p:cNvSpPr>
            <p:nvPr/>
          </p:nvSpPr>
          <p:spPr>
            <a:xfrm rot="5761116">
              <a:off x="2948507" y="871453"/>
              <a:ext cx="374763" cy="153721"/>
            </a:xfrm>
            <a:prstGeom prst="ellipse">
              <a:avLst/>
            </a:prstGeom>
            <a:gradFill>
              <a:gsLst>
                <a:gs pos="0">
                  <a:srgbClr val="DCDCDC">
                    <a:alpha val="16656"/>
                  </a:srgbClr>
                </a:gs>
                <a:gs pos="14286">
                  <a:srgbClr val="DCDCDC">
                    <a:alpha val="15419"/>
                  </a:srgbClr>
                </a:gs>
                <a:gs pos="28571">
                  <a:srgbClr val="DCDCDC">
                    <a:alpha val="12192"/>
                  </a:srgbClr>
                </a:gs>
                <a:gs pos="42857">
                  <a:srgbClr val="DCDCDC">
                    <a:alpha val="8175"/>
                  </a:srgbClr>
                </a:gs>
                <a:gs pos="57143">
                  <a:srgbClr val="DCDCDC">
                    <a:alpha val="4616"/>
                  </a:srgbClr>
                </a:gs>
                <a:gs pos="71429">
                  <a:srgbClr val="DCDCDC">
                    <a:alpha val="2188"/>
                  </a:srgbClr>
                </a:gs>
                <a:gs pos="85714">
                  <a:srgbClr val="DCDCDC">
                    <a:alpha val="871"/>
                  </a:srgbClr>
                </a:gs>
                <a:gs pos="100000">
                  <a:srgbClr val="DCDCDC">
                    <a:alpha val="2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8" name="Splat 678"/>
            <p:cNvSpPr>
              <a:spLocks noGrp="1"/>
            </p:cNvSpPr>
            <p:nvPr/>
          </p:nvSpPr>
          <p:spPr>
            <a:xfrm rot="6470684">
              <a:off x="807927" y="990133"/>
              <a:ext cx="687061" cy="32028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9" name="Splat 679"/>
            <p:cNvSpPr>
              <a:spLocks noGrp="1"/>
            </p:cNvSpPr>
            <p:nvPr/>
          </p:nvSpPr>
          <p:spPr>
            <a:xfrm rot="-10172103">
              <a:off x="525788" y="2184416"/>
              <a:ext cx="667314" cy="283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0" name="Splat 680"/>
            <p:cNvSpPr>
              <a:spLocks noGrp="1"/>
            </p:cNvSpPr>
            <p:nvPr/>
          </p:nvSpPr>
          <p:spPr>
            <a:xfrm rot="6810336">
              <a:off x="1537488" y="1450586"/>
              <a:ext cx="812948" cy="1475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1" name="Splat 681"/>
            <p:cNvSpPr>
              <a:spLocks noGrp="1"/>
            </p:cNvSpPr>
            <p:nvPr/>
          </p:nvSpPr>
          <p:spPr>
            <a:xfrm rot="-10053778">
              <a:off x="983955" y="1052171"/>
              <a:ext cx="480263" cy="252407"/>
            </a:xfrm>
            <a:prstGeom prst="ellipse">
              <a:avLst/>
            </a:prstGeom>
            <a:gradFill>
              <a:gsLst>
                <a:gs pos="0">
                  <a:srgbClr val="000000">
                    <a:alpha val="18797"/>
                  </a:srgbClr>
                </a:gs>
                <a:gs pos="14286">
                  <a:srgbClr val="000000">
                    <a:alpha val="17418"/>
                  </a:srgbClr>
                </a:gs>
                <a:gs pos="28571">
                  <a:srgbClr val="000000">
                    <a:alpha val="13808"/>
                  </a:srgbClr>
                </a:gs>
                <a:gs pos="42857">
                  <a:srgbClr val="000000">
                    <a:alpha val="9287"/>
                  </a:srgbClr>
                </a:gs>
                <a:gs pos="57143">
                  <a:srgbClr val="000000">
                    <a:alpha val="5257"/>
                  </a:srgbClr>
                </a:gs>
                <a:gs pos="71429">
                  <a:srgbClr val="000000">
                    <a:alpha val="2496"/>
                  </a:srgbClr>
                </a:gs>
                <a:gs pos="85714">
                  <a:srgbClr val="000000">
                    <a:alpha val="995"/>
                  </a:srgbClr>
                </a:gs>
                <a:gs pos="100000">
                  <a:srgbClr val="00000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2" name="Splat 682"/>
            <p:cNvSpPr>
              <a:spLocks noGrp="1"/>
            </p:cNvSpPr>
            <p:nvPr/>
          </p:nvSpPr>
          <p:spPr>
            <a:xfrm rot="6841387">
              <a:off x="480844" y="2003868"/>
              <a:ext cx="560282" cy="435918"/>
            </a:xfrm>
            <a:prstGeom prst="ellipse">
              <a:avLst/>
            </a:prstGeom>
            <a:gradFill>
              <a:gsLst>
                <a:gs pos="0">
                  <a:srgbClr val="0A0105">
                    <a:alpha val="27113"/>
                  </a:srgbClr>
                </a:gs>
                <a:gs pos="14286">
                  <a:srgbClr val="0A0105">
                    <a:alpha val="25224"/>
                  </a:srgbClr>
                </a:gs>
                <a:gs pos="28571">
                  <a:srgbClr val="0A0105">
                    <a:alpha val="20204"/>
                  </a:srgbClr>
                </a:gs>
                <a:gs pos="42857">
                  <a:srgbClr val="0A0105">
                    <a:alpha val="13760"/>
                  </a:srgbClr>
                </a:gs>
                <a:gs pos="57143">
                  <a:srgbClr val="0A0105">
                    <a:alpha val="7875"/>
                  </a:srgbClr>
                </a:gs>
                <a:gs pos="71429">
                  <a:srgbClr val="0A0105">
                    <a:alpha val="3767"/>
                  </a:srgbClr>
                </a:gs>
                <a:gs pos="85714">
                  <a:srgbClr val="0A0105">
                    <a:alpha val="1507"/>
                  </a:srgbClr>
                </a:gs>
                <a:gs pos="100000">
                  <a:srgbClr val="0A0105">
                    <a:alpha val="5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3" name="Splat 683"/>
            <p:cNvSpPr>
              <a:spLocks noGrp="1"/>
            </p:cNvSpPr>
            <p:nvPr/>
          </p:nvSpPr>
          <p:spPr>
            <a:xfrm rot="10426521">
              <a:off x="205924" y="2432551"/>
              <a:ext cx="702217" cy="164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4" name="Splat 684"/>
            <p:cNvSpPr>
              <a:spLocks noGrp="1"/>
            </p:cNvSpPr>
            <p:nvPr/>
          </p:nvSpPr>
          <p:spPr>
            <a:xfrm rot="8683665">
              <a:off x="3478121" y="1266436"/>
              <a:ext cx="146686" cy="89749"/>
            </a:xfrm>
            <a:prstGeom prst="ellipse">
              <a:avLst/>
            </a:prstGeom>
            <a:gradFill>
              <a:gsLst>
                <a:gs pos="0">
                  <a:srgbClr val="F7F7F7">
                    <a:alpha val="32968"/>
                  </a:srgbClr>
                </a:gs>
                <a:gs pos="14286">
                  <a:srgbClr val="F7F7F7">
                    <a:alpha val="30764"/>
                  </a:srgbClr>
                </a:gs>
                <a:gs pos="28571">
                  <a:srgbClr val="F7F7F7">
                    <a:alpha val="24833"/>
                  </a:srgbClr>
                </a:gs>
                <a:gs pos="42857">
                  <a:srgbClr val="F7F7F7">
                    <a:alpha val="17075"/>
                  </a:srgbClr>
                </a:gs>
                <a:gs pos="57143">
                  <a:srgbClr val="F7F7F7">
                    <a:alpha val="9855"/>
                  </a:srgbClr>
                </a:gs>
                <a:gs pos="71429">
                  <a:srgbClr val="F7F7F7">
                    <a:alpha val="4740"/>
                  </a:srgbClr>
                </a:gs>
                <a:gs pos="85714">
                  <a:srgbClr val="F7F7F7">
                    <a:alpha val="1902"/>
                  </a:srgbClr>
                </a:gs>
                <a:gs pos="100000">
                  <a:srgbClr val="F7F7F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5" name="Splat 685"/>
            <p:cNvSpPr>
              <a:spLocks noGrp="1"/>
            </p:cNvSpPr>
            <p:nvPr/>
          </p:nvSpPr>
          <p:spPr>
            <a:xfrm rot="-10055388">
              <a:off x="425115" y="2960851"/>
              <a:ext cx="501055" cy="44942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6" name="Splat 686"/>
            <p:cNvSpPr>
              <a:spLocks noGrp="1"/>
            </p:cNvSpPr>
            <p:nvPr/>
          </p:nvSpPr>
          <p:spPr>
            <a:xfrm rot="6434564">
              <a:off x="856757" y="1485002"/>
              <a:ext cx="512316" cy="444843"/>
            </a:xfrm>
            <a:prstGeom prst="ellipse">
              <a:avLst/>
            </a:prstGeom>
            <a:gradFill>
              <a:gsLst>
                <a:gs pos="0">
                  <a:srgbClr val="000300">
                    <a:alpha val="32657"/>
                  </a:srgbClr>
                </a:gs>
                <a:gs pos="14286">
                  <a:srgbClr val="000300">
                    <a:alpha val="30469"/>
                  </a:srgbClr>
                </a:gs>
                <a:gs pos="28571">
                  <a:srgbClr val="000300">
                    <a:alpha val="24585"/>
                  </a:srgbClr>
                </a:gs>
                <a:gs pos="42857">
                  <a:srgbClr val="000300">
                    <a:alpha val="16896"/>
                  </a:srgbClr>
                </a:gs>
                <a:gs pos="57143">
                  <a:srgbClr val="000300">
                    <a:alpha val="9747"/>
                  </a:srgbClr>
                </a:gs>
                <a:gs pos="71429">
                  <a:srgbClr val="000300">
                    <a:alpha val="4687"/>
                  </a:srgbClr>
                </a:gs>
                <a:gs pos="85714">
                  <a:srgbClr val="000300">
                    <a:alpha val="1880"/>
                  </a:srgbClr>
                </a:gs>
                <a:gs pos="100000">
                  <a:srgbClr val="0003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7" name="Splat 687"/>
            <p:cNvSpPr>
              <a:spLocks noGrp="1"/>
            </p:cNvSpPr>
            <p:nvPr/>
          </p:nvSpPr>
          <p:spPr>
            <a:xfrm rot="9855131">
              <a:off x="2087224" y="1483643"/>
              <a:ext cx="622643" cy="1788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8" name="Splat 688"/>
            <p:cNvSpPr>
              <a:spLocks noGrp="1"/>
            </p:cNvSpPr>
            <p:nvPr/>
          </p:nvSpPr>
          <p:spPr>
            <a:xfrm rot="4412155">
              <a:off x="643952" y="3225496"/>
              <a:ext cx="649102" cy="3308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9" name="Splat 689"/>
            <p:cNvSpPr>
              <a:spLocks noGrp="1"/>
            </p:cNvSpPr>
            <p:nvPr/>
          </p:nvSpPr>
          <p:spPr>
            <a:xfrm rot="-9410950">
              <a:off x="66268" y="2296358"/>
              <a:ext cx="559921" cy="340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0" name="Splat 690"/>
            <p:cNvSpPr>
              <a:spLocks noGrp="1"/>
            </p:cNvSpPr>
            <p:nvPr/>
          </p:nvSpPr>
          <p:spPr>
            <a:xfrm rot="5296454">
              <a:off x="-43152" y="2003628"/>
              <a:ext cx="575044" cy="41940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1" name="Splat 691"/>
            <p:cNvSpPr>
              <a:spLocks noGrp="1"/>
            </p:cNvSpPr>
            <p:nvPr/>
          </p:nvSpPr>
          <p:spPr>
            <a:xfrm rot="3735744">
              <a:off x="2119633" y="3009471"/>
              <a:ext cx="834950" cy="3144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2" name="Splat 692"/>
            <p:cNvSpPr>
              <a:spLocks noGrp="1"/>
            </p:cNvSpPr>
            <p:nvPr/>
          </p:nvSpPr>
          <p:spPr>
            <a:xfrm rot="5984751">
              <a:off x="696673" y="3012663"/>
              <a:ext cx="603887" cy="4348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3" name="Splat 693"/>
            <p:cNvSpPr>
              <a:spLocks noGrp="1"/>
            </p:cNvSpPr>
            <p:nvPr/>
          </p:nvSpPr>
          <p:spPr>
            <a:xfrm rot="4286073">
              <a:off x="711383" y="1994775"/>
              <a:ext cx="565793" cy="430615"/>
            </a:xfrm>
            <a:prstGeom prst="ellipse">
              <a:avLst/>
            </a:prstGeom>
            <a:gradFill>
              <a:gsLst>
                <a:gs pos="0">
                  <a:srgbClr val="000100">
                    <a:alpha val="30427"/>
                  </a:srgbClr>
                </a:gs>
                <a:gs pos="14286">
                  <a:srgbClr val="000100">
                    <a:alpha val="28355"/>
                  </a:srgbClr>
                </a:gs>
                <a:gs pos="28571">
                  <a:srgbClr val="000100">
                    <a:alpha val="22810"/>
                  </a:srgbClr>
                </a:gs>
                <a:gs pos="42857">
                  <a:srgbClr val="000100">
                    <a:alpha val="15618"/>
                  </a:srgbClr>
                </a:gs>
                <a:gs pos="57143">
                  <a:srgbClr val="000100">
                    <a:alpha val="8981"/>
                  </a:srgbClr>
                </a:gs>
                <a:gs pos="71429">
                  <a:srgbClr val="000100">
                    <a:alpha val="4309"/>
                  </a:srgbClr>
                </a:gs>
                <a:gs pos="85714">
                  <a:srgbClr val="000100">
                    <a:alpha val="1727"/>
                  </a:srgbClr>
                </a:gs>
                <a:gs pos="100000">
                  <a:srgbClr val="000100">
                    <a:alpha val="5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4" name="Splat 694"/>
            <p:cNvSpPr>
              <a:spLocks noGrp="1"/>
            </p:cNvSpPr>
            <p:nvPr/>
          </p:nvSpPr>
          <p:spPr>
            <a:xfrm rot="2872589">
              <a:off x="845965" y="1529987"/>
              <a:ext cx="558355" cy="178097"/>
            </a:xfrm>
            <a:prstGeom prst="ellipse">
              <a:avLst/>
            </a:prstGeom>
            <a:gradFill>
              <a:gsLst>
                <a:gs pos="0">
                  <a:srgbClr val="2E252A">
                    <a:alpha val="32968"/>
                  </a:srgbClr>
                </a:gs>
                <a:gs pos="14286">
                  <a:srgbClr val="2E252A">
                    <a:alpha val="30764"/>
                  </a:srgbClr>
                </a:gs>
                <a:gs pos="28571">
                  <a:srgbClr val="2E252A">
                    <a:alpha val="24833"/>
                  </a:srgbClr>
                </a:gs>
                <a:gs pos="42857">
                  <a:srgbClr val="2E252A">
                    <a:alpha val="17075"/>
                  </a:srgbClr>
                </a:gs>
                <a:gs pos="57143">
                  <a:srgbClr val="2E252A">
                    <a:alpha val="9855"/>
                  </a:srgbClr>
                </a:gs>
                <a:gs pos="71429">
                  <a:srgbClr val="2E252A">
                    <a:alpha val="4740"/>
                  </a:srgbClr>
                </a:gs>
                <a:gs pos="85714">
                  <a:srgbClr val="2E252A">
                    <a:alpha val="1902"/>
                  </a:srgbClr>
                </a:gs>
                <a:gs pos="100000">
                  <a:srgbClr val="2E252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5" name="Splat 695"/>
            <p:cNvSpPr>
              <a:spLocks noGrp="1"/>
            </p:cNvSpPr>
            <p:nvPr/>
          </p:nvSpPr>
          <p:spPr>
            <a:xfrm rot="3915099">
              <a:off x="997644" y="1170528"/>
              <a:ext cx="443797" cy="4915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6" name="Splat 696"/>
            <p:cNvSpPr>
              <a:spLocks noGrp="1"/>
            </p:cNvSpPr>
            <p:nvPr/>
          </p:nvSpPr>
          <p:spPr>
            <a:xfrm rot="4297258">
              <a:off x="1001490" y="1181548"/>
              <a:ext cx="420422" cy="434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7" name="Splat 697"/>
            <p:cNvSpPr>
              <a:spLocks noGrp="1"/>
            </p:cNvSpPr>
            <p:nvPr/>
          </p:nvSpPr>
          <p:spPr>
            <a:xfrm rot="3910695">
              <a:off x="-31458" y="2168004"/>
              <a:ext cx="614385" cy="358187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8" name="Splat 698"/>
            <p:cNvSpPr>
              <a:spLocks noGrp="1"/>
            </p:cNvSpPr>
            <p:nvPr/>
          </p:nvSpPr>
          <p:spPr>
            <a:xfrm rot="7558002">
              <a:off x="1183615" y="1404793"/>
              <a:ext cx="270981" cy="5053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9" name="Splat 699"/>
            <p:cNvSpPr>
              <a:spLocks noGrp="1"/>
            </p:cNvSpPr>
            <p:nvPr/>
          </p:nvSpPr>
          <p:spPr>
            <a:xfrm rot="7963912">
              <a:off x="920536" y="901256"/>
              <a:ext cx="482016" cy="23342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0" name="Splat 700"/>
            <p:cNvSpPr>
              <a:spLocks noGrp="1"/>
            </p:cNvSpPr>
            <p:nvPr/>
          </p:nvSpPr>
          <p:spPr>
            <a:xfrm rot="9726240">
              <a:off x="966050" y="1643770"/>
              <a:ext cx="561400" cy="438343"/>
            </a:xfrm>
            <a:prstGeom prst="ellipse">
              <a:avLst/>
            </a:prstGeom>
            <a:gradFill>
              <a:gsLst>
                <a:gs pos="0">
                  <a:srgbClr val="1D211C">
                    <a:alpha val="32773"/>
                  </a:srgbClr>
                </a:gs>
                <a:gs pos="14286">
                  <a:srgbClr val="1D211C">
                    <a:alpha val="30578"/>
                  </a:srgbClr>
                </a:gs>
                <a:gs pos="28571">
                  <a:srgbClr val="1D211C">
                    <a:alpha val="24677"/>
                  </a:srgbClr>
                </a:gs>
                <a:gs pos="42857">
                  <a:srgbClr val="1D211C">
                    <a:alpha val="16962"/>
                  </a:srgbClr>
                </a:gs>
                <a:gs pos="57143">
                  <a:srgbClr val="1D211C">
                    <a:alpha val="9787"/>
                  </a:srgbClr>
                </a:gs>
                <a:gs pos="71429">
                  <a:srgbClr val="1D211C">
                    <a:alpha val="4707"/>
                  </a:srgbClr>
                </a:gs>
                <a:gs pos="85714">
                  <a:srgbClr val="1D211C">
                    <a:alpha val="1888"/>
                  </a:srgbClr>
                </a:gs>
                <a:gs pos="100000">
                  <a:srgbClr val="1D211C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1" name="Splat 701"/>
            <p:cNvSpPr>
              <a:spLocks noGrp="1"/>
            </p:cNvSpPr>
            <p:nvPr/>
          </p:nvSpPr>
          <p:spPr>
            <a:xfrm rot="-10620692">
              <a:off x="-104815" y="1543664"/>
              <a:ext cx="362766" cy="43186"/>
            </a:xfrm>
            <a:prstGeom prst="ellipse">
              <a:avLst/>
            </a:prstGeom>
            <a:gradFill>
              <a:gsLst>
                <a:gs pos="0">
                  <a:srgbClr val="F7F8F7">
                    <a:alpha val="16699"/>
                  </a:srgbClr>
                </a:gs>
                <a:gs pos="14286">
                  <a:srgbClr val="F7F8F7">
                    <a:alpha val="15458"/>
                  </a:srgbClr>
                </a:gs>
                <a:gs pos="28571">
                  <a:srgbClr val="F7F8F7">
                    <a:alpha val="12224"/>
                  </a:srgbClr>
                </a:gs>
                <a:gs pos="42857">
                  <a:srgbClr val="F7F8F7">
                    <a:alpha val="8197"/>
                  </a:srgbClr>
                </a:gs>
                <a:gs pos="57143">
                  <a:srgbClr val="F7F8F7">
                    <a:alpha val="4628"/>
                  </a:srgbClr>
                </a:gs>
                <a:gs pos="71429">
                  <a:srgbClr val="F7F8F7">
                    <a:alpha val="2194"/>
                  </a:srgbClr>
                </a:gs>
                <a:gs pos="85714">
                  <a:srgbClr val="F7F8F7">
                    <a:alpha val="873"/>
                  </a:srgbClr>
                </a:gs>
                <a:gs pos="100000">
                  <a:srgbClr val="F7F8F7">
                    <a:alpha val="2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2" name="Splat 702"/>
            <p:cNvSpPr>
              <a:spLocks noGrp="1"/>
            </p:cNvSpPr>
            <p:nvPr/>
          </p:nvSpPr>
          <p:spPr>
            <a:xfrm rot="5237010">
              <a:off x="3493885" y="1141475"/>
              <a:ext cx="239563" cy="238983"/>
            </a:xfrm>
            <a:prstGeom prst="ellipse">
              <a:avLst/>
            </a:prstGeom>
            <a:gradFill>
              <a:gsLst>
                <a:gs pos="0">
                  <a:srgbClr val="DDDDDC">
                    <a:alpha val="32968"/>
                  </a:srgbClr>
                </a:gs>
                <a:gs pos="14286">
                  <a:srgbClr val="DDDDDC">
                    <a:alpha val="30764"/>
                  </a:srgbClr>
                </a:gs>
                <a:gs pos="28571">
                  <a:srgbClr val="DDDDDC">
                    <a:alpha val="24833"/>
                  </a:srgbClr>
                </a:gs>
                <a:gs pos="42857">
                  <a:srgbClr val="DDDDDC">
                    <a:alpha val="17075"/>
                  </a:srgbClr>
                </a:gs>
                <a:gs pos="57143">
                  <a:srgbClr val="DDDDDC">
                    <a:alpha val="9855"/>
                  </a:srgbClr>
                </a:gs>
                <a:gs pos="71429">
                  <a:srgbClr val="DDDDDC">
                    <a:alpha val="4740"/>
                  </a:srgbClr>
                </a:gs>
                <a:gs pos="85714">
                  <a:srgbClr val="DDDDDC">
                    <a:alpha val="1902"/>
                  </a:srgbClr>
                </a:gs>
                <a:gs pos="100000">
                  <a:srgbClr val="DDDD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3" name="Splat 703"/>
            <p:cNvSpPr>
              <a:spLocks noGrp="1"/>
            </p:cNvSpPr>
            <p:nvPr/>
          </p:nvSpPr>
          <p:spPr>
            <a:xfrm rot="8536788">
              <a:off x="880810" y="414637"/>
              <a:ext cx="532576" cy="225992"/>
            </a:xfrm>
            <a:prstGeom prst="ellipse">
              <a:avLst/>
            </a:prstGeom>
            <a:gradFill>
              <a:gsLst>
                <a:gs pos="0">
                  <a:srgbClr val="DEDEDF">
                    <a:alpha val="28822"/>
                  </a:srgbClr>
                </a:gs>
                <a:gs pos="14286">
                  <a:srgbClr val="DEDEDF">
                    <a:alpha val="26838"/>
                  </a:srgbClr>
                </a:gs>
                <a:gs pos="28571">
                  <a:srgbClr val="DEDEDF">
                    <a:alpha val="21544"/>
                  </a:srgbClr>
                </a:gs>
                <a:gs pos="42857">
                  <a:srgbClr val="DEDEDF">
                    <a:alpha val="14713"/>
                  </a:srgbClr>
                </a:gs>
                <a:gs pos="57143">
                  <a:srgbClr val="DEDEDF">
                    <a:alpha val="8441"/>
                  </a:srgbClr>
                </a:gs>
                <a:gs pos="71429">
                  <a:srgbClr val="DEDEDF">
                    <a:alpha val="4044"/>
                  </a:srgbClr>
                </a:gs>
                <a:gs pos="85714">
                  <a:srgbClr val="DEDEDF">
                    <a:alpha val="1619"/>
                  </a:srgbClr>
                </a:gs>
                <a:gs pos="100000">
                  <a:srgbClr val="DEDEDF">
                    <a:alpha val="5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4" name="Splat 704"/>
            <p:cNvSpPr>
              <a:spLocks noGrp="1"/>
            </p:cNvSpPr>
            <p:nvPr/>
          </p:nvSpPr>
          <p:spPr>
            <a:xfrm rot="10475735">
              <a:off x="1993428" y="1582135"/>
              <a:ext cx="689542" cy="947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5" name="Splat 705"/>
            <p:cNvSpPr>
              <a:spLocks noGrp="1"/>
            </p:cNvSpPr>
            <p:nvPr/>
          </p:nvSpPr>
          <p:spPr>
            <a:xfrm rot="9185501">
              <a:off x="492423" y="790420"/>
              <a:ext cx="631486" cy="95408"/>
            </a:xfrm>
            <a:prstGeom prst="ellipse">
              <a:avLst/>
            </a:prstGeom>
            <a:gradFill>
              <a:gsLst>
                <a:gs pos="0">
                  <a:srgbClr val="EEEEEE">
                    <a:alpha val="21856"/>
                  </a:srgbClr>
                </a:gs>
                <a:gs pos="14286">
                  <a:srgbClr val="EEEEEE">
                    <a:alpha val="20281"/>
                  </a:srgbClr>
                </a:gs>
                <a:gs pos="28571">
                  <a:srgbClr val="EEEEEE">
                    <a:alpha val="16138"/>
                  </a:srgbClr>
                </a:gs>
                <a:gs pos="42857">
                  <a:srgbClr val="EEEEEE">
                    <a:alpha val="10902"/>
                  </a:srgbClr>
                </a:gs>
                <a:gs pos="57143">
                  <a:srgbClr val="EEEEEE">
                    <a:alpha val="6196"/>
                  </a:srgbClr>
                </a:gs>
                <a:gs pos="71429">
                  <a:srgbClr val="EEEEEE">
                    <a:alpha val="2950"/>
                  </a:srgbClr>
                </a:gs>
                <a:gs pos="85714">
                  <a:srgbClr val="EEEEEE">
                    <a:alpha val="1177"/>
                  </a:srgbClr>
                </a:gs>
                <a:gs pos="100000">
                  <a:srgbClr val="EEEEEE">
                    <a:alpha val="3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6" name="Splat 706"/>
            <p:cNvSpPr>
              <a:spLocks noGrp="1"/>
            </p:cNvSpPr>
            <p:nvPr/>
          </p:nvSpPr>
          <p:spPr>
            <a:xfrm rot="9007317">
              <a:off x="676791" y="2104310"/>
              <a:ext cx="589232" cy="377756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7" name="Splat 707"/>
            <p:cNvSpPr>
              <a:spLocks noGrp="1"/>
            </p:cNvSpPr>
            <p:nvPr/>
          </p:nvSpPr>
          <p:spPr>
            <a:xfrm rot="3099494">
              <a:off x="563812" y="3277996"/>
              <a:ext cx="439713" cy="48442"/>
            </a:xfrm>
            <a:prstGeom prst="ellipse">
              <a:avLst/>
            </a:prstGeom>
            <a:gradFill>
              <a:gsLst>
                <a:gs pos="0">
                  <a:srgbClr val="EEEDEE">
                    <a:alpha val="32968"/>
                  </a:srgbClr>
                </a:gs>
                <a:gs pos="14286">
                  <a:srgbClr val="EEEDEE">
                    <a:alpha val="30764"/>
                  </a:srgbClr>
                </a:gs>
                <a:gs pos="28571">
                  <a:srgbClr val="EEEDEE">
                    <a:alpha val="24833"/>
                  </a:srgbClr>
                </a:gs>
                <a:gs pos="42857">
                  <a:srgbClr val="EEEDEE">
                    <a:alpha val="17075"/>
                  </a:srgbClr>
                </a:gs>
                <a:gs pos="57143">
                  <a:srgbClr val="EEEDEE">
                    <a:alpha val="9855"/>
                  </a:srgbClr>
                </a:gs>
                <a:gs pos="71429">
                  <a:srgbClr val="EEEDEE">
                    <a:alpha val="4740"/>
                  </a:srgbClr>
                </a:gs>
                <a:gs pos="85714">
                  <a:srgbClr val="EEEDEE">
                    <a:alpha val="1902"/>
                  </a:srgbClr>
                </a:gs>
                <a:gs pos="100000">
                  <a:srgbClr val="EEEDE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8" name="Splat 708"/>
            <p:cNvSpPr>
              <a:spLocks noGrp="1"/>
            </p:cNvSpPr>
            <p:nvPr/>
          </p:nvSpPr>
          <p:spPr>
            <a:xfrm rot="4878418">
              <a:off x="1098487" y="1723452"/>
              <a:ext cx="560584" cy="16273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9" name="Splat 709"/>
            <p:cNvSpPr>
              <a:spLocks noGrp="1"/>
            </p:cNvSpPr>
            <p:nvPr/>
          </p:nvSpPr>
          <p:spPr>
            <a:xfrm rot="5408444">
              <a:off x="2037743" y="1532071"/>
              <a:ext cx="259413" cy="2550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0" name="Splat 710"/>
            <p:cNvSpPr>
              <a:spLocks noGrp="1"/>
            </p:cNvSpPr>
            <p:nvPr/>
          </p:nvSpPr>
          <p:spPr>
            <a:xfrm rot="3601323">
              <a:off x="1532710" y="623237"/>
              <a:ext cx="549909" cy="2426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1" name="Splat 711"/>
            <p:cNvSpPr>
              <a:spLocks noGrp="1"/>
            </p:cNvSpPr>
            <p:nvPr/>
          </p:nvSpPr>
          <p:spPr>
            <a:xfrm rot="8173621">
              <a:off x="913435" y="559144"/>
              <a:ext cx="603499" cy="72602"/>
            </a:xfrm>
            <a:prstGeom prst="ellipse">
              <a:avLst/>
            </a:prstGeom>
            <a:gradFill>
              <a:gsLst>
                <a:gs pos="0">
                  <a:srgbClr val="FCFCFC">
                    <a:alpha val="32968"/>
                  </a:srgbClr>
                </a:gs>
                <a:gs pos="14286">
                  <a:srgbClr val="FCFCFC">
                    <a:alpha val="30764"/>
                  </a:srgbClr>
                </a:gs>
                <a:gs pos="28571">
                  <a:srgbClr val="FCFCFC">
                    <a:alpha val="24833"/>
                  </a:srgbClr>
                </a:gs>
                <a:gs pos="42857">
                  <a:srgbClr val="FCFCFC">
                    <a:alpha val="17075"/>
                  </a:srgbClr>
                </a:gs>
                <a:gs pos="57143">
                  <a:srgbClr val="FCFCFC">
                    <a:alpha val="9855"/>
                  </a:srgbClr>
                </a:gs>
                <a:gs pos="71429">
                  <a:srgbClr val="FCFCFC">
                    <a:alpha val="4740"/>
                  </a:srgbClr>
                </a:gs>
                <a:gs pos="85714">
                  <a:srgbClr val="FCFCFC">
                    <a:alpha val="1902"/>
                  </a:srgbClr>
                </a:gs>
                <a:gs pos="100000">
                  <a:srgbClr val="FCFCF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2" name="Splat 712"/>
            <p:cNvSpPr>
              <a:spLocks noGrp="1"/>
            </p:cNvSpPr>
            <p:nvPr/>
          </p:nvSpPr>
          <p:spPr>
            <a:xfrm rot="7893145">
              <a:off x="2129038" y="1425729"/>
              <a:ext cx="510976" cy="99131"/>
            </a:xfrm>
            <a:prstGeom prst="ellipse">
              <a:avLst/>
            </a:prstGeom>
            <a:gradFill>
              <a:gsLst>
                <a:gs pos="0">
                  <a:srgbClr val="CFCFCF">
                    <a:alpha val="21470"/>
                  </a:srgbClr>
                </a:gs>
                <a:gs pos="14286">
                  <a:srgbClr val="CFCFCF">
                    <a:alpha val="19920"/>
                  </a:srgbClr>
                </a:gs>
                <a:gs pos="28571">
                  <a:srgbClr val="CFCFCF">
                    <a:alpha val="15843"/>
                  </a:srgbClr>
                </a:gs>
                <a:gs pos="42857">
                  <a:srgbClr val="CFCFCF">
                    <a:alpha val="10697"/>
                  </a:srgbClr>
                </a:gs>
                <a:gs pos="57143">
                  <a:srgbClr val="CFCFCF">
                    <a:alpha val="6076"/>
                  </a:srgbClr>
                </a:gs>
                <a:gs pos="71429">
                  <a:srgbClr val="CFCFCF">
                    <a:alpha val="2892"/>
                  </a:srgbClr>
                </a:gs>
                <a:gs pos="85714">
                  <a:srgbClr val="CFCFCF">
                    <a:alpha val="1154"/>
                  </a:srgbClr>
                </a:gs>
                <a:gs pos="100000">
                  <a:srgbClr val="CFCFCF">
                    <a:alpha val="38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3" name="Splat 713"/>
            <p:cNvSpPr>
              <a:spLocks noGrp="1"/>
            </p:cNvSpPr>
            <p:nvPr/>
          </p:nvSpPr>
          <p:spPr>
            <a:xfrm rot="-10503789">
              <a:off x="1026577" y="1450914"/>
              <a:ext cx="460307" cy="1260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4" name="Splat 714"/>
            <p:cNvSpPr>
              <a:spLocks noGrp="1"/>
            </p:cNvSpPr>
            <p:nvPr/>
          </p:nvSpPr>
          <p:spPr>
            <a:xfrm rot="2869012">
              <a:off x="1556761" y="583144"/>
              <a:ext cx="575859" cy="9850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5" name="Splat 715"/>
            <p:cNvSpPr>
              <a:spLocks noGrp="1"/>
            </p:cNvSpPr>
            <p:nvPr/>
          </p:nvSpPr>
          <p:spPr>
            <a:xfrm rot="-9348780">
              <a:off x="1543118" y="907007"/>
              <a:ext cx="264961" cy="11251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6" name="Splat 716"/>
            <p:cNvSpPr>
              <a:spLocks noGrp="1"/>
            </p:cNvSpPr>
            <p:nvPr/>
          </p:nvSpPr>
          <p:spPr>
            <a:xfrm rot="-10797376">
              <a:off x="1935300" y="1039128"/>
              <a:ext cx="342968" cy="114676"/>
            </a:xfrm>
            <a:prstGeom prst="ellipse">
              <a:avLst/>
            </a:prstGeom>
            <a:gradFill>
              <a:gsLst>
                <a:gs pos="0">
                  <a:srgbClr val="FCFDFC">
                    <a:alpha val="32629"/>
                  </a:srgbClr>
                </a:gs>
                <a:gs pos="14286">
                  <a:srgbClr val="FCFDFC">
                    <a:alpha val="30442"/>
                  </a:srgbClr>
                </a:gs>
                <a:gs pos="28571">
                  <a:srgbClr val="FCFDFC">
                    <a:alpha val="24562"/>
                  </a:srgbClr>
                </a:gs>
                <a:gs pos="42857">
                  <a:srgbClr val="FCFDFC">
                    <a:alpha val="16879"/>
                  </a:srgbClr>
                </a:gs>
                <a:gs pos="57143">
                  <a:srgbClr val="FCFDFC">
                    <a:alpha val="9737"/>
                  </a:srgbClr>
                </a:gs>
                <a:gs pos="71429">
                  <a:srgbClr val="FCFDFC">
                    <a:alpha val="4682"/>
                  </a:srgbClr>
                </a:gs>
                <a:gs pos="85714">
                  <a:srgbClr val="FCFDFC">
                    <a:alpha val="1878"/>
                  </a:srgbClr>
                </a:gs>
                <a:gs pos="100000">
                  <a:srgbClr val="FCFDFC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7" name="Splat 717"/>
            <p:cNvSpPr>
              <a:spLocks noGrp="1"/>
            </p:cNvSpPr>
            <p:nvPr/>
          </p:nvSpPr>
          <p:spPr>
            <a:xfrm rot="9563168">
              <a:off x="1213590" y="850205"/>
              <a:ext cx="541580" cy="1457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8" name="Splat 718"/>
            <p:cNvSpPr>
              <a:spLocks noGrp="1"/>
            </p:cNvSpPr>
            <p:nvPr/>
          </p:nvSpPr>
          <p:spPr>
            <a:xfrm rot="5043225">
              <a:off x="869235" y="1361435"/>
              <a:ext cx="596640" cy="24455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9" name="Splat 719"/>
            <p:cNvSpPr>
              <a:spLocks noGrp="1"/>
            </p:cNvSpPr>
            <p:nvPr/>
          </p:nvSpPr>
          <p:spPr>
            <a:xfrm rot="7502878">
              <a:off x="2077903" y="1192092"/>
              <a:ext cx="442159" cy="1664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0" name="Splat 720"/>
            <p:cNvSpPr>
              <a:spLocks noGrp="1"/>
            </p:cNvSpPr>
            <p:nvPr/>
          </p:nvSpPr>
          <p:spPr>
            <a:xfrm rot="2743143">
              <a:off x="502360" y="2241357"/>
              <a:ext cx="596965" cy="533111"/>
            </a:xfrm>
            <a:prstGeom prst="ellipse">
              <a:avLst/>
            </a:prstGeom>
            <a:gradFill>
              <a:gsLst>
                <a:gs pos="0">
                  <a:srgbClr val="020000">
                    <a:alpha val="25323"/>
                  </a:srgbClr>
                </a:gs>
                <a:gs pos="14286">
                  <a:srgbClr val="020000">
                    <a:alpha val="23538"/>
                  </a:srgbClr>
                </a:gs>
                <a:gs pos="28571">
                  <a:srgbClr val="020000">
                    <a:alpha val="18810"/>
                  </a:srgbClr>
                </a:gs>
                <a:gs pos="42857">
                  <a:srgbClr val="020000">
                    <a:alpha val="12775"/>
                  </a:srgbClr>
                </a:gs>
                <a:gs pos="57143">
                  <a:srgbClr val="020000">
                    <a:alpha val="7294"/>
                  </a:srgbClr>
                </a:gs>
                <a:gs pos="71429">
                  <a:srgbClr val="020000">
                    <a:alpha val="3483"/>
                  </a:srgbClr>
                </a:gs>
                <a:gs pos="85714">
                  <a:srgbClr val="020000">
                    <a:alpha val="1392"/>
                  </a:srgbClr>
                </a:gs>
                <a:gs pos="100000">
                  <a:srgbClr val="020000">
                    <a:alpha val="46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1" name="Splat 721"/>
            <p:cNvSpPr>
              <a:spLocks noGrp="1"/>
            </p:cNvSpPr>
            <p:nvPr/>
          </p:nvSpPr>
          <p:spPr>
            <a:xfrm rot="4319665">
              <a:off x="3470422" y="1489863"/>
              <a:ext cx="319825" cy="120313"/>
            </a:xfrm>
            <a:prstGeom prst="ellipse">
              <a:avLst/>
            </a:prstGeom>
            <a:gradFill>
              <a:gsLst>
                <a:gs pos="0">
                  <a:srgbClr val="474848">
                    <a:alpha val="30228"/>
                  </a:srgbClr>
                </a:gs>
                <a:gs pos="14286">
                  <a:srgbClr val="474848">
                    <a:alpha val="28167"/>
                  </a:srgbClr>
                </a:gs>
                <a:gs pos="28571">
                  <a:srgbClr val="474848">
                    <a:alpha val="22653"/>
                  </a:srgbClr>
                </a:gs>
                <a:gs pos="42857">
                  <a:srgbClr val="474848">
                    <a:alpha val="15506"/>
                  </a:srgbClr>
                </a:gs>
                <a:gs pos="57143">
                  <a:srgbClr val="474848">
                    <a:alpha val="8913"/>
                  </a:srgbClr>
                </a:gs>
                <a:gs pos="71429">
                  <a:srgbClr val="474848">
                    <a:alpha val="4276"/>
                  </a:srgbClr>
                </a:gs>
                <a:gs pos="85714">
                  <a:srgbClr val="474848">
                    <a:alpha val="1713"/>
                  </a:srgbClr>
                </a:gs>
                <a:gs pos="100000">
                  <a:srgbClr val="474848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2" name="Splat 722"/>
            <p:cNvSpPr>
              <a:spLocks noGrp="1"/>
            </p:cNvSpPr>
            <p:nvPr/>
          </p:nvSpPr>
          <p:spPr>
            <a:xfrm rot="9989834">
              <a:off x="295381" y="840102"/>
              <a:ext cx="263813" cy="249077"/>
            </a:xfrm>
            <a:prstGeom prst="ellipse">
              <a:avLst/>
            </a:prstGeom>
            <a:gradFill>
              <a:gsLst>
                <a:gs pos="0">
                  <a:srgbClr val="FAF9F8">
                    <a:alpha val="5993"/>
                  </a:srgbClr>
                </a:gs>
                <a:gs pos="14286">
                  <a:srgbClr val="FAF9F8">
                    <a:alpha val="5522"/>
                  </a:srgbClr>
                </a:gs>
                <a:gs pos="28571">
                  <a:srgbClr val="FAF9F8">
                    <a:alpha val="4315"/>
                  </a:srgbClr>
                </a:gs>
                <a:gs pos="42857">
                  <a:srgbClr val="FAF9F8">
                    <a:alpha val="2851"/>
                  </a:srgbClr>
                </a:gs>
                <a:gs pos="57143">
                  <a:srgbClr val="FAF9F8">
                    <a:alpha val="1590"/>
                  </a:srgbClr>
                </a:gs>
                <a:gs pos="71429">
                  <a:srgbClr val="FAF9F8">
                    <a:alpha val="748"/>
                  </a:srgbClr>
                </a:gs>
                <a:gs pos="85714">
                  <a:srgbClr val="FAF9F8">
                    <a:alpha val="296"/>
                  </a:srgbClr>
                </a:gs>
                <a:gs pos="100000">
                  <a:srgbClr val="FAF9F8">
                    <a:alpha val="9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3" name="Splat 723"/>
            <p:cNvSpPr>
              <a:spLocks noGrp="1"/>
            </p:cNvSpPr>
            <p:nvPr/>
          </p:nvSpPr>
          <p:spPr>
            <a:xfrm rot="9142976">
              <a:off x="514901" y="2167940"/>
              <a:ext cx="585020" cy="400148"/>
            </a:xfrm>
            <a:prstGeom prst="ellipse">
              <a:avLst/>
            </a:prstGeom>
            <a:gradFill>
              <a:gsLst>
                <a:gs pos="0">
                  <a:srgbClr val="020300">
                    <a:alpha val="32968"/>
                  </a:srgbClr>
                </a:gs>
                <a:gs pos="14286">
                  <a:srgbClr val="020300">
                    <a:alpha val="30764"/>
                  </a:srgbClr>
                </a:gs>
                <a:gs pos="28571">
                  <a:srgbClr val="020300">
                    <a:alpha val="24833"/>
                  </a:srgbClr>
                </a:gs>
                <a:gs pos="42857">
                  <a:srgbClr val="020300">
                    <a:alpha val="17075"/>
                  </a:srgbClr>
                </a:gs>
                <a:gs pos="57143">
                  <a:srgbClr val="020300">
                    <a:alpha val="9855"/>
                  </a:srgbClr>
                </a:gs>
                <a:gs pos="71429">
                  <a:srgbClr val="020300">
                    <a:alpha val="4740"/>
                  </a:srgbClr>
                </a:gs>
                <a:gs pos="85714">
                  <a:srgbClr val="020300">
                    <a:alpha val="1902"/>
                  </a:srgbClr>
                </a:gs>
                <a:gs pos="100000">
                  <a:srgbClr val="02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4" name="Splat 724"/>
            <p:cNvSpPr>
              <a:spLocks noGrp="1"/>
            </p:cNvSpPr>
            <p:nvPr/>
          </p:nvSpPr>
          <p:spPr>
            <a:xfrm rot="3774701">
              <a:off x="1018749" y="1150173"/>
              <a:ext cx="387581" cy="4212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5" name="Splat 725"/>
            <p:cNvSpPr>
              <a:spLocks noGrp="1"/>
            </p:cNvSpPr>
            <p:nvPr/>
          </p:nvSpPr>
          <p:spPr>
            <a:xfrm rot="9798120">
              <a:off x="429196" y="876477"/>
              <a:ext cx="787021" cy="128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6" name="Splat 726"/>
            <p:cNvSpPr>
              <a:spLocks noGrp="1"/>
            </p:cNvSpPr>
            <p:nvPr/>
          </p:nvSpPr>
          <p:spPr>
            <a:xfrm rot="7491179">
              <a:off x="-235527" y="1591474"/>
              <a:ext cx="794152" cy="1068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7" name="Splat 727"/>
            <p:cNvSpPr>
              <a:spLocks noGrp="1"/>
            </p:cNvSpPr>
            <p:nvPr/>
          </p:nvSpPr>
          <p:spPr>
            <a:xfrm rot="3555989">
              <a:off x="1054915" y="1701624"/>
              <a:ext cx="635467" cy="2052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8" name="Splat 728"/>
            <p:cNvSpPr>
              <a:spLocks noGrp="1"/>
            </p:cNvSpPr>
            <p:nvPr/>
          </p:nvSpPr>
          <p:spPr>
            <a:xfrm rot="-9409772">
              <a:off x="1359300" y="500520"/>
              <a:ext cx="642773" cy="46038"/>
            </a:xfrm>
            <a:prstGeom prst="ellipse">
              <a:avLst/>
            </a:prstGeom>
            <a:gradFill>
              <a:gsLst>
                <a:gs pos="0">
                  <a:srgbClr val="FCFCFC">
                    <a:alpha val="26028"/>
                  </a:srgbClr>
                </a:gs>
                <a:gs pos="14286">
                  <a:srgbClr val="FCFCFC">
                    <a:alpha val="24202"/>
                  </a:srgbClr>
                </a:gs>
                <a:gs pos="28571">
                  <a:srgbClr val="FCFCFC">
                    <a:alpha val="19358"/>
                  </a:srgbClr>
                </a:gs>
                <a:gs pos="42857">
                  <a:srgbClr val="FCFCFC">
                    <a:alpha val="13162"/>
                  </a:srgbClr>
                </a:gs>
                <a:gs pos="57143">
                  <a:srgbClr val="FCFCFC">
                    <a:alpha val="7522"/>
                  </a:srgbClr>
                </a:gs>
                <a:gs pos="71429">
                  <a:srgbClr val="FCFCFC">
                    <a:alpha val="3594"/>
                  </a:srgbClr>
                </a:gs>
                <a:gs pos="85714">
                  <a:srgbClr val="FCFCFC">
                    <a:alpha val="1437"/>
                  </a:srgbClr>
                </a:gs>
                <a:gs pos="100000">
                  <a:srgbClr val="FCFCFC">
                    <a:alpha val="4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9" name="Splat 729"/>
            <p:cNvSpPr>
              <a:spLocks noGrp="1"/>
            </p:cNvSpPr>
            <p:nvPr/>
          </p:nvSpPr>
          <p:spPr>
            <a:xfrm rot="9521033">
              <a:off x="2128815" y="1531406"/>
              <a:ext cx="478232" cy="51737"/>
            </a:xfrm>
            <a:prstGeom prst="ellipse">
              <a:avLst/>
            </a:prstGeom>
            <a:gradFill>
              <a:gsLst>
                <a:gs pos="0">
                  <a:srgbClr val="000000">
                    <a:alpha val="21709"/>
                  </a:srgbClr>
                </a:gs>
                <a:gs pos="14286">
                  <a:srgbClr val="000000">
                    <a:alpha val="20144"/>
                  </a:srgbClr>
                </a:gs>
                <a:gs pos="28571">
                  <a:srgbClr val="000000">
                    <a:alpha val="16025"/>
                  </a:srgbClr>
                </a:gs>
                <a:gs pos="42857">
                  <a:srgbClr val="000000">
                    <a:alpha val="10824"/>
                  </a:srgbClr>
                </a:gs>
                <a:gs pos="57143">
                  <a:srgbClr val="000000">
                    <a:alpha val="6151"/>
                  </a:srgbClr>
                </a:gs>
                <a:gs pos="71429">
                  <a:srgbClr val="000000">
                    <a:alpha val="2928"/>
                  </a:srgbClr>
                </a:gs>
                <a:gs pos="85714">
                  <a:srgbClr val="000000">
                    <a:alpha val="1168"/>
                  </a:srgbClr>
                </a:gs>
                <a:gs pos="100000">
                  <a:srgbClr val="000000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0" name="Splat 730"/>
            <p:cNvSpPr>
              <a:spLocks noGrp="1"/>
            </p:cNvSpPr>
            <p:nvPr/>
          </p:nvSpPr>
          <p:spPr>
            <a:xfrm rot="5327337">
              <a:off x="386334" y="2415810"/>
              <a:ext cx="559251" cy="434374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1" name="Splat 731"/>
            <p:cNvSpPr>
              <a:spLocks noGrp="1"/>
            </p:cNvSpPr>
            <p:nvPr/>
          </p:nvSpPr>
          <p:spPr>
            <a:xfrm rot="-8167268">
              <a:off x="51362" y="2195052"/>
              <a:ext cx="603058" cy="462244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2" name="Splat 732"/>
            <p:cNvSpPr>
              <a:spLocks noGrp="1"/>
            </p:cNvSpPr>
            <p:nvPr/>
          </p:nvSpPr>
          <p:spPr>
            <a:xfrm rot="10350327">
              <a:off x="-198655" y="2239371"/>
              <a:ext cx="672792" cy="510834"/>
            </a:xfrm>
            <a:prstGeom prst="ellipse">
              <a:avLst/>
            </a:prstGeom>
            <a:gradFill>
              <a:gsLst>
                <a:gs pos="0">
                  <a:srgbClr val="020008">
                    <a:alpha val="32880"/>
                  </a:srgbClr>
                </a:gs>
                <a:gs pos="14286">
                  <a:srgbClr val="020008">
                    <a:alpha val="30680"/>
                  </a:srgbClr>
                </a:gs>
                <a:gs pos="28571">
                  <a:srgbClr val="020008">
                    <a:alpha val="24763"/>
                  </a:srgbClr>
                </a:gs>
                <a:gs pos="42857">
                  <a:srgbClr val="020008">
                    <a:alpha val="17024"/>
                  </a:srgbClr>
                </a:gs>
                <a:gs pos="57143">
                  <a:srgbClr val="020008">
                    <a:alpha val="9824"/>
                  </a:srgbClr>
                </a:gs>
                <a:gs pos="71429">
                  <a:srgbClr val="020008">
                    <a:alpha val="4725"/>
                  </a:srgbClr>
                </a:gs>
                <a:gs pos="85714">
                  <a:srgbClr val="020008">
                    <a:alpha val="1896"/>
                  </a:srgbClr>
                </a:gs>
                <a:gs pos="100000">
                  <a:srgbClr val="020008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3" name="Splat 733"/>
            <p:cNvSpPr>
              <a:spLocks noGrp="1"/>
            </p:cNvSpPr>
            <p:nvPr/>
          </p:nvSpPr>
          <p:spPr>
            <a:xfrm rot="4343818">
              <a:off x="1361776" y="1692443"/>
              <a:ext cx="709809" cy="23152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4" name="Splat 734"/>
            <p:cNvSpPr>
              <a:spLocks noGrp="1"/>
            </p:cNvSpPr>
            <p:nvPr/>
          </p:nvSpPr>
          <p:spPr>
            <a:xfrm rot="9713267">
              <a:off x="135285" y="1269125"/>
              <a:ext cx="566757" cy="31694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5" name="Splat 735"/>
            <p:cNvSpPr>
              <a:spLocks noGrp="1"/>
            </p:cNvSpPr>
            <p:nvPr/>
          </p:nvSpPr>
          <p:spPr>
            <a:xfrm rot="-10309812">
              <a:off x="310277" y="2106885"/>
              <a:ext cx="573134" cy="42321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6" name="Splat 736"/>
            <p:cNvSpPr>
              <a:spLocks noGrp="1"/>
            </p:cNvSpPr>
            <p:nvPr/>
          </p:nvSpPr>
          <p:spPr>
            <a:xfrm rot="3872210">
              <a:off x="695582" y="3505470"/>
              <a:ext cx="460647" cy="53214"/>
            </a:xfrm>
            <a:prstGeom prst="ellipse">
              <a:avLst/>
            </a:prstGeom>
            <a:gradFill>
              <a:gsLst>
                <a:gs pos="0">
                  <a:srgbClr val="FEFFFE">
                    <a:alpha val="32968"/>
                  </a:srgbClr>
                </a:gs>
                <a:gs pos="14286">
                  <a:srgbClr val="FEFFFE">
                    <a:alpha val="30764"/>
                  </a:srgbClr>
                </a:gs>
                <a:gs pos="28571">
                  <a:srgbClr val="FEFFFE">
                    <a:alpha val="24833"/>
                  </a:srgbClr>
                </a:gs>
                <a:gs pos="42857">
                  <a:srgbClr val="FEFFFE">
                    <a:alpha val="17075"/>
                  </a:srgbClr>
                </a:gs>
                <a:gs pos="57143">
                  <a:srgbClr val="FEFFFE">
                    <a:alpha val="9855"/>
                  </a:srgbClr>
                </a:gs>
                <a:gs pos="71429">
                  <a:srgbClr val="FEFFFE">
                    <a:alpha val="4740"/>
                  </a:srgbClr>
                </a:gs>
                <a:gs pos="85714">
                  <a:srgbClr val="FEFFFE">
                    <a:alpha val="1902"/>
                  </a:srgbClr>
                </a:gs>
                <a:gs pos="100000">
                  <a:srgbClr val="FEFFF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7" name="Splat 737"/>
            <p:cNvSpPr>
              <a:spLocks noGrp="1"/>
            </p:cNvSpPr>
            <p:nvPr/>
          </p:nvSpPr>
          <p:spPr>
            <a:xfrm rot="-8435576">
              <a:off x="228529" y="1422560"/>
              <a:ext cx="485227" cy="8374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8" name="Splat 738"/>
            <p:cNvSpPr>
              <a:spLocks noGrp="1"/>
            </p:cNvSpPr>
            <p:nvPr/>
          </p:nvSpPr>
          <p:spPr>
            <a:xfrm rot="3585365">
              <a:off x="785587" y="1213536"/>
              <a:ext cx="599239" cy="34345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9" name="Splat 739"/>
            <p:cNvSpPr>
              <a:spLocks noGrp="1"/>
            </p:cNvSpPr>
            <p:nvPr/>
          </p:nvSpPr>
          <p:spPr>
            <a:xfrm rot="7379835">
              <a:off x="936315" y="401418"/>
              <a:ext cx="330495" cy="308750"/>
            </a:xfrm>
            <a:prstGeom prst="ellipse">
              <a:avLst/>
            </a:prstGeom>
            <a:gradFill>
              <a:gsLst>
                <a:gs pos="0">
                  <a:srgbClr val="D0D0CF">
                    <a:alpha val="5108"/>
                  </a:srgbClr>
                </a:gs>
                <a:gs pos="14286">
                  <a:srgbClr val="D0D0CF">
                    <a:alpha val="4705"/>
                  </a:srgbClr>
                </a:gs>
                <a:gs pos="28571">
                  <a:srgbClr val="D0D0CF">
                    <a:alpha val="3673"/>
                  </a:srgbClr>
                </a:gs>
                <a:gs pos="42857">
                  <a:srgbClr val="D0D0CF">
                    <a:alpha val="2425"/>
                  </a:srgbClr>
                </a:gs>
                <a:gs pos="57143">
                  <a:srgbClr val="D0D0CF">
                    <a:alpha val="1351"/>
                  </a:srgbClr>
                </a:gs>
                <a:gs pos="71429">
                  <a:srgbClr val="D0D0CF">
                    <a:alpha val="635"/>
                  </a:srgbClr>
                </a:gs>
                <a:gs pos="85714">
                  <a:srgbClr val="D0D0CF">
                    <a:alpha val="251"/>
                  </a:srgbClr>
                </a:gs>
                <a:gs pos="100000">
                  <a:srgbClr val="D0D0CF">
                    <a:alpha val="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0" name="Splat 740"/>
            <p:cNvSpPr>
              <a:spLocks noGrp="1"/>
            </p:cNvSpPr>
            <p:nvPr/>
          </p:nvSpPr>
          <p:spPr>
            <a:xfrm rot="5412662">
              <a:off x="1706810" y="2109347"/>
              <a:ext cx="722096" cy="337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1" name="Splat 741"/>
            <p:cNvSpPr>
              <a:spLocks noGrp="1"/>
            </p:cNvSpPr>
            <p:nvPr/>
          </p:nvSpPr>
          <p:spPr>
            <a:xfrm rot="9058818">
              <a:off x="246464" y="941401"/>
              <a:ext cx="717029" cy="48265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2" name="Splat 742"/>
            <p:cNvSpPr>
              <a:spLocks noGrp="1"/>
            </p:cNvSpPr>
            <p:nvPr/>
          </p:nvSpPr>
          <p:spPr>
            <a:xfrm rot="-8128611">
              <a:off x="1226967" y="1252819"/>
              <a:ext cx="198691" cy="764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3" name="Splat 743"/>
            <p:cNvSpPr>
              <a:spLocks noGrp="1"/>
            </p:cNvSpPr>
            <p:nvPr/>
          </p:nvSpPr>
          <p:spPr>
            <a:xfrm rot="-9105342">
              <a:off x="-185862" y="2341074"/>
              <a:ext cx="628435" cy="427608"/>
            </a:xfrm>
            <a:prstGeom prst="ellipse">
              <a:avLst/>
            </a:prstGeom>
            <a:gradFill>
              <a:gsLst>
                <a:gs pos="0">
                  <a:srgbClr val="606162">
                    <a:alpha val="23056"/>
                  </a:srgbClr>
                </a:gs>
                <a:gs pos="14286">
                  <a:srgbClr val="606162">
                    <a:alpha val="21407"/>
                  </a:srgbClr>
                </a:gs>
                <a:gs pos="28571">
                  <a:srgbClr val="606162">
                    <a:alpha val="17059"/>
                  </a:srgbClr>
                </a:gs>
                <a:gs pos="42857">
                  <a:srgbClr val="606162">
                    <a:alpha val="11546"/>
                  </a:srgbClr>
                </a:gs>
                <a:gs pos="57143">
                  <a:srgbClr val="606162">
                    <a:alpha val="6572"/>
                  </a:srgbClr>
                </a:gs>
                <a:gs pos="71429">
                  <a:srgbClr val="606162">
                    <a:alpha val="3132"/>
                  </a:srgbClr>
                </a:gs>
                <a:gs pos="85714">
                  <a:srgbClr val="606162">
                    <a:alpha val="1250"/>
                  </a:srgbClr>
                </a:gs>
                <a:gs pos="100000">
                  <a:srgbClr val="606162">
                    <a:alpha val="4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4" name="Splat 744"/>
            <p:cNvSpPr>
              <a:spLocks noGrp="1"/>
            </p:cNvSpPr>
            <p:nvPr/>
          </p:nvSpPr>
          <p:spPr>
            <a:xfrm rot="10438155">
              <a:off x="347535" y="707952"/>
              <a:ext cx="348764" cy="244366"/>
            </a:xfrm>
            <a:prstGeom prst="ellipse">
              <a:avLst/>
            </a:prstGeom>
            <a:gradFill>
              <a:gsLst>
                <a:gs pos="0">
                  <a:srgbClr val="C2C2C3">
                    <a:alpha val="29788"/>
                  </a:srgbClr>
                </a:gs>
                <a:gs pos="14286">
                  <a:srgbClr val="C2C2C3">
                    <a:alpha val="27750"/>
                  </a:srgbClr>
                </a:gs>
                <a:gs pos="28571">
                  <a:srgbClr val="C2C2C3">
                    <a:alpha val="22305"/>
                  </a:srgbClr>
                </a:gs>
                <a:gs pos="42857">
                  <a:srgbClr val="C2C2C3">
                    <a:alpha val="15256"/>
                  </a:srgbClr>
                </a:gs>
                <a:gs pos="57143">
                  <a:srgbClr val="C2C2C3">
                    <a:alpha val="8765"/>
                  </a:srgbClr>
                </a:gs>
                <a:gs pos="71429">
                  <a:srgbClr val="C2C2C3">
                    <a:alpha val="4203"/>
                  </a:srgbClr>
                </a:gs>
                <a:gs pos="85714">
                  <a:srgbClr val="C2C2C3">
                    <a:alpha val="1684"/>
                  </a:srgbClr>
                </a:gs>
                <a:gs pos="100000">
                  <a:srgbClr val="C2C2C3">
                    <a:alpha val="5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5" name="Splat 745"/>
            <p:cNvSpPr>
              <a:spLocks noGrp="1"/>
            </p:cNvSpPr>
            <p:nvPr/>
          </p:nvSpPr>
          <p:spPr>
            <a:xfrm rot="10521165">
              <a:off x="1798244" y="2184497"/>
              <a:ext cx="538548" cy="219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6" name="Splat 746"/>
            <p:cNvSpPr>
              <a:spLocks noGrp="1"/>
            </p:cNvSpPr>
            <p:nvPr/>
          </p:nvSpPr>
          <p:spPr>
            <a:xfrm rot="7153137">
              <a:off x="970090" y="1600493"/>
              <a:ext cx="481180" cy="384011"/>
            </a:xfrm>
            <a:prstGeom prst="ellipse">
              <a:avLst/>
            </a:prstGeom>
            <a:gradFill>
              <a:gsLst>
                <a:gs pos="0">
                  <a:srgbClr val="000200">
                    <a:alpha val="32655"/>
                  </a:srgbClr>
                </a:gs>
                <a:gs pos="14286">
                  <a:srgbClr val="000200">
                    <a:alpha val="30467"/>
                  </a:srgbClr>
                </a:gs>
                <a:gs pos="28571">
                  <a:srgbClr val="000200">
                    <a:alpha val="24583"/>
                  </a:srgbClr>
                </a:gs>
                <a:gs pos="42857">
                  <a:srgbClr val="000200">
                    <a:alpha val="16895"/>
                  </a:srgbClr>
                </a:gs>
                <a:gs pos="57143">
                  <a:srgbClr val="000200">
                    <a:alpha val="9746"/>
                  </a:srgbClr>
                </a:gs>
                <a:gs pos="71429">
                  <a:srgbClr val="000200">
                    <a:alpha val="4687"/>
                  </a:srgbClr>
                </a:gs>
                <a:gs pos="85714">
                  <a:srgbClr val="000200">
                    <a:alpha val="1880"/>
                  </a:srgbClr>
                </a:gs>
                <a:gs pos="100000">
                  <a:srgbClr val="0002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7" name="Splat 747"/>
            <p:cNvSpPr>
              <a:spLocks noGrp="1"/>
            </p:cNvSpPr>
            <p:nvPr/>
          </p:nvSpPr>
          <p:spPr>
            <a:xfrm rot="7274077">
              <a:off x="1115991" y="1355964"/>
              <a:ext cx="601837" cy="220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8" name="Splat 748"/>
            <p:cNvSpPr>
              <a:spLocks noGrp="1"/>
            </p:cNvSpPr>
            <p:nvPr/>
          </p:nvSpPr>
          <p:spPr>
            <a:xfrm rot="-9959475">
              <a:off x="187176" y="2511560"/>
              <a:ext cx="531675" cy="342312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9" name="Splat 749"/>
            <p:cNvSpPr>
              <a:spLocks noGrp="1"/>
            </p:cNvSpPr>
            <p:nvPr/>
          </p:nvSpPr>
          <p:spPr>
            <a:xfrm rot="3354359">
              <a:off x="173017" y="2059620"/>
              <a:ext cx="524806" cy="3782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0" name="Splat 750"/>
            <p:cNvSpPr>
              <a:spLocks noGrp="1"/>
            </p:cNvSpPr>
            <p:nvPr/>
          </p:nvSpPr>
          <p:spPr>
            <a:xfrm rot="8994839">
              <a:off x="733502" y="1554950"/>
              <a:ext cx="531319" cy="220878"/>
            </a:xfrm>
            <a:prstGeom prst="ellipse">
              <a:avLst/>
            </a:prstGeom>
            <a:gradFill>
              <a:gsLst>
                <a:gs pos="0">
                  <a:srgbClr val="000402">
                    <a:alpha val="23542"/>
                  </a:srgbClr>
                </a:gs>
                <a:gs pos="14286">
                  <a:srgbClr val="000402">
                    <a:alpha val="21863"/>
                  </a:srgbClr>
                </a:gs>
                <a:gs pos="28571">
                  <a:srgbClr val="000402">
                    <a:alpha val="17433"/>
                  </a:srgbClr>
                </a:gs>
                <a:gs pos="42857">
                  <a:srgbClr val="000402">
                    <a:alpha val="11807"/>
                  </a:srgbClr>
                </a:gs>
                <a:gs pos="57143">
                  <a:srgbClr val="000402">
                    <a:alpha val="6725"/>
                  </a:srgbClr>
                </a:gs>
                <a:gs pos="71429">
                  <a:srgbClr val="000402">
                    <a:alpha val="3206"/>
                  </a:srgbClr>
                </a:gs>
                <a:gs pos="85714">
                  <a:srgbClr val="000402">
                    <a:alpha val="1280"/>
                  </a:srgbClr>
                </a:gs>
                <a:gs pos="100000">
                  <a:srgbClr val="000402">
                    <a:alpha val="4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1" name="Splat 751"/>
            <p:cNvSpPr>
              <a:spLocks noGrp="1"/>
            </p:cNvSpPr>
            <p:nvPr/>
          </p:nvSpPr>
          <p:spPr>
            <a:xfrm rot="8466274">
              <a:off x="235182" y="717595"/>
              <a:ext cx="314199" cy="277044"/>
            </a:xfrm>
            <a:prstGeom prst="ellipse">
              <a:avLst/>
            </a:prstGeom>
            <a:gradFill>
              <a:gsLst>
                <a:gs pos="0">
                  <a:srgbClr val="D6D7D7">
                    <a:alpha val="10447"/>
                  </a:srgbClr>
                </a:gs>
                <a:gs pos="14286">
                  <a:srgbClr val="D6D7D7">
                    <a:alpha val="9644"/>
                  </a:srgbClr>
                </a:gs>
                <a:gs pos="28571">
                  <a:srgbClr val="D6D7D7">
                    <a:alpha val="7572"/>
                  </a:srgbClr>
                </a:gs>
                <a:gs pos="42857">
                  <a:srgbClr val="D6D7D7">
                    <a:alpha val="5034"/>
                  </a:srgbClr>
                </a:gs>
                <a:gs pos="57143">
                  <a:srgbClr val="D6D7D7">
                    <a:alpha val="2821"/>
                  </a:srgbClr>
                </a:gs>
                <a:gs pos="71429">
                  <a:srgbClr val="D6D7D7">
                    <a:alpha val="1331"/>
                  </a:srgbClr>
                </a:gs>
                <a:gs pos="85714">
                  <a:srgbClr val="D6D7D7">
                    <a:alpha val="528"/>
                  </a:srgbClr>
                </a:gs>
                <a:gs pos="100000">
                  <a:srgbClr val="D6D7D7">
                    <a:alpha val="1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2" name="Splat 752"/>
            <p:cNvSpPr>
              <a:spLocks noGrp="1"/>
            </p:cNvSpPr>
            <p:nvPr/>
          </p:nvSpPr>
          <p:spPr>
            <a:xfrm rot="4986480">
              <a:off x="-330367" y="2056551"/>
              <a:ext cx="672604" cy="3153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3" name="Splat 753"/>
            <p:cNvSpPr>
              <a:spLocks noGrp="1"/>
            </p:cNvSpPr>
            <p:nvPr/>
          </p:nvSpPr>
          <p:spPr>
            <a:xfrm rot="7030724">
              <a:off x="128108" y="853910"/>
              <a:ext cx="447319" cy="184286"/>
            </a:xfrm>
            <a:prstGeom prst="ellipse">
              <a:avLst/>
            </a:prstGeom>
            <a:gradFill>
              <a:gsLst>
                <a:gs pos="0">
                  <a:srgbClr val="D7D6D7">
                    <a:alpha val="11995"/>
                  </a:srgbClr>
                </a:gs>
                <a:gs pos="14286">
                  <a:srgbClr val="D7D6D7">
                    <a:alpha val="11081"/>
                  </a:srgbClr>
                </a:gs>
                <a:gs pos="28571">
                  <a:srgbClr val="D7D6D7">
                    <a:alpha val="8715"/>
                  </a:srgbClr>
                </a:gs>
                <a:gs pos="42857">
                  <a:srgbClr val="D7D6D7">
                    <a:alpha val="5806"/>
                  </a:srgbClr>
                </a:gs>
                <a:gs pos="57143">
                  <a:srgbClr val="D7D6D7">
                    <a:alpha val="3260"/>
                  </a:srgbClr>
                </a:gs>
                <a:gs pos="71429">
                  <a:srgbClr val="D7D6D7">
                    <a:alpha val="1539"/>
                  </a:srgbClr>
                </a:gs>
                <a:gs pos="85714">
                  <a:srgbClr val="D7D6D7">
                    <a:alpha val="612"/>
                  </a:srgbClr>
                </a:gs>
                <a:gs pos="100000">
                  <a:srgbClr val="D7D6D7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4" name="Splat 754"/>
            <p:cNvSpPr>
              <a:spLocks noGrp="1"/>
            </p:cNvSpPr>
            <p:nvPr/>
          </p:nvSpPr>
          <p:spPr>
            <a:xfrm rot="6110174">
              <a:off x="1540068" y="1766082"/>
              <a:ext cx="705998" cy="2070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5" name="Splat 755"/>
            <p:cNvSpPr>
              <a:spLocks noGrp="1"/>
            </p:cNvSpPr>
            <p:nvPr/>
          </p:nvSpPr>
          <p:spPr>
            <a:xfrm rot="5327624">
              <a:off x="817217" y="3349527"/>
              <a:ext cx="489080" cy="8766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6" name="Splat 756"/>
            <p:cNvSpPr>
              <a:spLocks noGrp="1"/>
            </p:cNvSpPr>
            <p:nvPr/>
          </p:nvSpPr>
          <p:spPr>
            <a:xfrm rot="10140436">
              <a:off x="451688" y="2136324"/>
              <a:ext cx="574260" cy="476711"/>
            </a:xfrm>
            <a:prstGeom prst="ellipse">
              <a:avLst/>
            </a:prstGeom>
            <a:gradFill>
              <a:gsLst>
                <a:gs pos="0">
                  <a:srgbClr val="0B000B">
                    <a:alpha val="32968"/>
                  </a:srgbClr>
                </a:gs>
                <a:gs pos="14286">
                  <a:srgbClr val="0B000B">
                    <a:alpha val="30764"/>
                  </a:srgbClr>
                </a:gs>
                <a:gs pos="28571">
                  <a:srgbClr val="0B000B">
                    <a:alpha val="24833"/>
                  </a:srgbClr>
                </a:gs>
                <a:gs pos="42857">
                  <a:srgbClr val="0B000B">
                    <a:alpha val="17075"/>
                  </a:srgbClr>
                </a:gs>
                <a:gs pos="57143">
                  <a:srgbClr val="0B000B">
                    <a:alpha val="9855"/>
                  </a:srgbClr>
                </a:gs>
                <a:gs pos="71429">
                  <a:srgbClr val="0B000B">
                    <a:alpha val="4740"/>
                  </a:srgbClr>
                </a:gs>
                <a:gs pos="85714">
                  <a:srgbClr val="0B000B">
                    <a:alpha val="1902"/>
                  </a:srgbClr>
                </a:gs>
                <a:gs pos="100000">
                  <a:srgbClr val="0B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7" name="Splat 757"/>
            <p:cNvSpPr>
              <a:spLocks noGrp="1"/>
            </p:cNvSpPr>
            <p:nvPr/>
          </p:nvSpPr>
          <p:spPr>
            <a:xfrm rot="7824227">
              <a:off x="1633989" y="1197074"/>
              <a:ext cx="231197" cy="704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8" name="Splat 758"/>
            <p:cNvSpPr>
              <a:spLocks noGrp="1"/>
            </p:cNvSpPr>
            <p:nvPr/>
          </p:nvSpPr>
          <p:spPr>
            <a:xfrm rot="-8707097">
              <a:off x="1296552" y="1983355"/>
              <a:ext cx="572793" cy="2062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9" name="Splat 759"/>
            <p:cNvSpPr>
              <a:spLocks noGrp="1"/>
            </p:cNvSpPr>
            <p:nvPr/>
          </p:nvSpPr>
          <p:spPr>
            <a:xfrm rot="9047708">
              <a:off x="351185" y="951075"/>
              <a:ext cx="555184" cy="1317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0" name="Splat 760"/>
            <p:cNvSpPr>
              <a:spLocks noGrp="1"/>
            </p:cNvSpPr>
            <p:nvPr/>
          </p:nvSpPr>
          <p:spPr>
            <a:xfrm rot="4267154">
              <a:off x="880809" y="1844233"/>
              <a:ext cx="619908" cy="5452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1" name="Splat 761"/>
            <p:cNvSpPr>
              <a:spLocks noGrp="1"/>
            </p:cNvSpPr>
            <p:nvPr/>
          </p:nvSpPr>
          <p:spPr>
            <a:xfrm rot="-8815392">
              <a:off x="411466" y="2659357"/>
              <a:ext cx="497132" cy="445706"/>
            </a:xfrm>
            <a:prstGeom prst="ellipse">
              <a:avLst/>
            </a:prstGeom>
            <a:gradFill>
              <a:gsLst>
                <a:gs pos="0">
                  <a:srgbClr val="000402">
                    <a:alpha val="29603"/>
                  </a:srgbClr>
                </a:gs>
                <a:gs pos="14286">
                  <a:srgbClr val="000402">
                    <a:alpha val="27575"/>
                  </a:srgbClr>
                </a:gs>
                <a:gs pos="28571">
                  <a:srgbClr val="000402">
                    <a:alpha val="22159"/>
                  </a:srgbClr>
                </a:gs>
                <a:gs pos="42857">
                  <a:srgbClr val="000402">
                    <a:alpha val="15152"/>
                  </a:srgbClr>
                </a:gs>
                <a:gs pos="57143">
                  <a:srgbClr val="000402">
                    <a:alpha val="8702"/>
                  </a:srgbClr>
                </a:gs>
                <a:gs pos="71429">
                  <a:srgbClr val="000402">
                    <a:alpha val="4172"/>
                  </a:srgbClr>
                </a:gs>
                <a:gs pos="85714">
                  <a:srgbClr val="000402">
                    <a:alpha val="1671"/>
                  </a:srgbClr>
                </a:gs>
                <a:gs pos="100000">
                  <a:srgbClr val="000402">
                    <a:alpha val="5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2" name="Splat 762"/>
            <p:cNvSpPr>
              <a:spLocks noGrp="1"/>
            </p:cNvSpPr>
            <p:nvPr/>
          </p:nvSpPr>
          <p:spPr>
            <a:xfrm rot="4815237">
              <a:off x="1699938" y="816127"/>
              <a:ext cx="591565" cy="139646"/>
            </a:xfrm>
            <a:prstGeom prst="ellipse">
              <a:avLst/>
            </a:prstGeom>
            <a:gradFill>
              <a:gsLst>
                <a:gs pos="0">
                  <a:srgbClr val="FFFFFF">
                    <a:alpha val="22877"/>
                  </a:srgbClr>
                </a:gs>
                <a:gs pos="14286">
                  <a:srgbClr val="FFFFFF">
                    <a:alpha val="21239"/>
                  </a:srgbClr>
                </a:gs>
                <a:gs pos="28571">
                  <a:srgbClr val="FFFFFF">
                    <a:alpha val="16921"/>
                  </a:srgbClr>
                </a:gs>
                <a:gs pos="42857">
                  <a:srgbClr val="FFFFFF">
                    <a:alpha val="11449"/>
                  </a:srgbClr>
                </a:gs>
                <a:gs pos="57143">
                  <a:srgbClr val="FFFFFF">
                    <a:alpha val="6516"/>
                  </a:srgbClr>
                </a:gs>
                <a:gs pos="71429">
                  <a:srgbClr val="FFFFFF">
                    <a:alpha val="3105"/>
                  </a:srgbClr>
                </a:gs>
                <a:gs pos="85714">
                  <a:srgbClr val="FFFFFF">
                    <a:alpha val="1239"/>
                  </a:srgbClr>
                </a:gs>
                <a:gs pos="100000">
                  <a:srgbClr val="FFFFFF">
                    <a:alpha val="41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3" name="Splat 763"/>
            <p:cNvSpPr>
              <a:spLocks noGrp="1"/>
            </p:cNvSpPr>
            <p:nvPr/>
          </p:nvSpPr>
          <p:spPr>
            <a:xfrm rot="8655826">
              <a:off x="696191" y="587868"/>
              <a:ext cx="732872" cy="152035"/>
            </a:xfrm>
            <a:prstGeom prst="ellipse">
              <a:avLst/>
            </a:prstGeom>
            <a:gradFill>
              <a:gsLst>
                <a:gs pos="0">
                  <a:srgbClr val="E8E8E8">
                    <a:alpha val="32968"/>
                  </a:srgbClr>
                </a:gs>
                <a:gs pos="14286">
                  <a:srgbClr val="E8E8E8">
                    <a:alpha val="30764"/>
                  </a:srgbClr>
                </a:gs>
                <a:gs pos="28571">
                  <a:srgbClr val="E8E8E8">
                    <a:alpha val="24833"/>
                  </a:srgbClr>
                </a:gs>
                <a:gs pos="42857">
                  <a:srgbClr val="E8E8E8">
                    <a:alpha val="17075"/>
                  </a:srgbClr>
                </a:gs>
                <a:gs pos="57143">
                  <a:srgbClr val="E8E8E8">
                    <a:alpha val="9855"/>
                  </a:srgbClr>
                </a:gs>
                <a:gs pos="71429">
                  <a:srgbClr val="E8E8E8">
                    <a:alpha val="4740"/>
                  </a:srgbClr>
                </a:gs>
                <a:gs pos="85714">
                  <a:srgbClr val="E8E8E8">
                    <a:alpha val="1902"/>
                  </a:srgbClr>
                </a:gs>
                <a:gs pos="100000">
                  <a:srgbClr val="E8E8E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4" name="Splat 764"/>
            <p:cNvSpPr>
              <a:spLocks noGrp="1"/>
            </p:cNvSpPr>
            <p:nvPr/>
          </p:nvSpPr>
          <p:spPr>
            <a:xfrm rot="9718207">
              <a:off x="1173893" y="3281655"/>
              <a:ext cx="252290" cy="143243"/>
            </a:xfrm>
            <a:prstGeom prst="ellipse">
              <a:avLst/>
            </a:prstGeom>
            <a:gradFill>
              <a:gsLst>
                <a:gs pos="0">
                  <a:srgbClr val="C6C5C4">
                    <a:alpha val="17833"/>
                  </a:srgbClr>
                </a:gs>
                <a:gs pos="14286">
                  <a:srgbClr val="C6C5C4">
                    <a:alpha val="16517"/>
                  </a:srgbClr>
                </a:gs>
                <a:gs pos="28571">
                  <a:srgbClr val="C6C5C4">
                    <a:alpha val="13079"/>
                  </a:srgbClr>
                </a:gs>
                <a:gs pos="42857">
                  <a:srgbClr val="C6C5C4">
                    <a:alpha val="8784"/>
                  </a:srgbClr>
                </a:gs>
                <a:gs pos="57143">
                  <a:srgbClr val="C6C5C4">
                    <a:alpha val="4967"/>
                  </a:srgbClr>
                </a:gs>
                <a:gs pos="71429">
                  <a:srgbClr val="C6C5C4">
                    <a:alpha val="2356"/>
                  </a:srgbClr>
                </a:gs>
                <a:gs pos="85714">
                  <a:srgbClr val="C6C5C4">
                    <a:alpha val="939"/>
                  </a:srgbClr>
                </a:gs>
                <a:gs pos="100000">
                  <a:srgbClr val="C6C5C4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5" name="Splat 765"/>
            <p:cNvSpPr>
              <a:spLocks noGrp="1"/>
            </p:cNvSpPr>
            <p:nvPr/>
          </p:nvSpPr>
          <p:spPr>
            <a:xfrm rot="8484347">
              <a:off x="1126471" y="1436094"/>
              <a:ext cx="571048" cy="348164"/>
            </a:xfrm>
            <a:prstGeom prst="ellipse">
              <a:avLst/>
            </a:prstGeom>
            <a:gradFill>
              <a:gsLst>
                <a:gs pos="0">
                  <a:srgbClr val="000004">
                    <a:alpha val="32968"/>
                  </a:srgbClr>
                </a:gs>
                <a:gs pos="14286">
                  <a:srgbClr val="000004">
                    <a:alpha val="30764"/>
                  </a:srgbClr>
                </a:gs>
                <a:gs pos="28571">
                  <a:srgbClr val="000004">
                    <a:alpha val="24833"/>
                  </a:srgbClr>
                </a:gs>
                <a:gs pos="42857">
                  <a:srgbClr val="000004">
                    <a:alpha val="17075"/>
                  </a:srgbClr>
                </a:gs>
                <a:gs pos="57143">
                  <a:srgbClr val="000004">
                    <a:alpha val="9855"/>
                  </a:srgbClr>
                </a:gs>
                <a:gs pos="71429">
                  <a:srgbClr val="000004">
                    <a:alpha val="4740"/>
                  </a:srgbClr>
                </a:gs>
                <a:gs pos="85714">
                  <a:srgbClr val="000004">
                    <a:alpha val="1902"/>
                  </a:srgbClr>
                </a:gs>
                <a:gs pos="100000">
                  <a:srgbClr val="00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6" name="Splat 766"/>
            <p:cNvSpPr>
              <a:spLocks noGrp="1"/>
            </p:cNvSpPr>
            <p:nvPr/>
          </p:nvSpPr>
          <p:spPr>
            <a:xfrm rot="2819614">
              <a:off x="206524" y="1344723"/>
              <a:ext cx="735344" cy="1047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7" name="Splat 767"/>
            <p:cNvSpPr>
              <a:spLocks noGrp="1"/>
            </p:cNvSpPr>
            <p:nvPr/>
          </p:nvSpPr>
          <p:spPr>
            <a:xfrm rot="3237297">
              <a:off x="73187" y="1953259"/>
              <a:ext cx="599279" cy="444952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8" name="Splat 768"/>
            <p:cNvSpPr>
              <a:spLocks noGrp="1"/>
            </p:cNvSpPr>
            <p:nvPr/>
          </p:nvSpPr>
          <p:spPr>
            <a:xfrm rot="5271801">
              <a:off x="2957157" y="883487"/>
              <a:ext cx="313594" cy="312874"/>
            </a:xfrm>
            <a:prstGeom prst="ellipse">
              <a:avLst/>
            </a:prstGeom>
            <a:gradFill>
              <a:gsLst>
                <a:gs pos="0">
                  <a:srgbClr val="D5D5D6">
                    <a:alpha val="9745"/>
                  </a:srgbClr>
                </a:gs>
                <a:gs pos="14286">
                  <a:srgbClr val="D5D5D6">
                    <a:alpha val="8993"/>
                  </a:srgbClr>
                </a:gs>
                <a:gs pos="28571">
                  <a:srgbClr val="D5D5D6">
                    <a:alpha val="7056"/>
                  </a:srgbClr>
                </a:gs>
                <a:gs pos="42857">
                  <a:srgbClr val="D5D5D6">
                    <a:alpha val="4686"/>
                  </a:srgbClr>
                </a:gs>
                <a:gs pos="57143">
                  <a:srgbClr val="D5D5D6">
                    <a:alpha val="2624"/>
                  </a:srgbClr>
                </a:gs>
                <a:gs pos="71429">
                  <a:srgbClr val="D5D5D6">
                    <a:alpha val="1237"/>
                  </a:srgbClr>
                </a:gs>
                <a:gs pos="85714">
                  <a:srgbClr val="D5D5D6">
                    <a:alpha val="491"/>
                  </a:srgbClr>
                </a:gs>
                <a:gs pos="100000">
                  <a:srgbClr val="D5D5D6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9" name="Splat 769"/>
            <p:cNvSpPr>
              <a:spLocks noGrp="1"/>
            </p:cNvSpPr>
            <p:nvPr/>
          </p:nvSpPr>
          <p:spPr>
            <a:xfrm rot="-10183901">
              <a:off x="953288" y="1810019"/>
              <a:ext cx="490632" cy="331458"/>
            </a:xfrm>
            <a:prstGeom prst="ellipse">
              <a:avLst/>
            </a:prstGeom>
            <a:gradFill>
              <a:gsLst>
                <a:gs pos="0">
                  <a:srgbClr val="000300">
                    <a:alpha val="32968"/>
                  </a:srgbClr>
                </a:gs>
                <a:gs pos="14286">
                  <a:srgbClr val="000300">
                    <a:alpha val="30764"/>
                  </a:srgbClr>
                </a:gs>
                <a:gs pos="28571">
                  <a:srgbClr val="000300">
                    <a:alpha val="24833"/>
                  </a:srgbClr>
                </a:gs>
                <a:gs pos="42857">
                  <a:srgbClr val="000300">
                    <a:alpha val="17075"/>
                  </a:srgbClr>
                </a:gs>
                <a:gs pos="57143">
                  <a:srgbClr val="000300">
                    <a:alpha val="9855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0" name="Splat 770"/>
            <p:cNvSpPr>
              <a:spLocks noGrp="1"/>
            </p:cNvSpPr>
            <p:nvPr/>
          </p:nvSpPr>
          <p:spPr>
            <a:xfrm rot="2815318">
              <a:off x="298040" y="2597664"/>
              <a:ext cx="531851" cy="32298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1" name="Splat 771"/>
            <p:cNvSpPr>
              <a:spLocks noGrp="1"/>
            </p:cNvSpPr>
            <p:nvPr/>
          </p:nvSpPr>
          <p:spPr>
            <a:xfrm rot="8275010">
              <a:off x="777556" y="817954"/>
              <a:ext cx="413010" cy="589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2" name="Splat 772"/>
            <p:cNvSpPr>
              <a:spLocks noGrp="1"/>
            </p:cNvSpPr>
            <p:nvPr/>
          </p:nvSpPr>
          <p:spPr>
            <a:xfrm rot="10348565">
              <a:off x="590938" y="2530489"/>
              <a:ext cx="507808" cy="487189"/>
            </a:xfrm>
            <a:prstGeom prst="ellipse">
              <a:avLst/>
            </a:prstGeom>
            <a:gradFill>
              <a:gsLst>
                <a:gs pos="0">
                  <a:srgbClr val="000100">
                    <a:alpha val="32966"/>
                  </a:srgbClr>
                </a:gs>
                <a:gs pos="14286">
                  <a:srgbClr val="000100">
                    <a:alpha val="30762"/>
                  </a:srgbClr>
                </a:gs>
                <a:gs pos="28571">
                  <a:srgbClr val="000100">
                    <a:alpha val="24831"/>
                  </a:srgbClr>
                </a:gs>
                <a:gs pos="42857">
                  <a:srgbClr val="000100">
                    <a:alpha val="17074"/>
                  </a:srgbClr>
                </a:gs>
                <a:gs pos="57143">
                  <a:srgbClr val="000100">
                    <a:alpha val="9854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3" name="Splat 773"/>
            <p:cNvSpPr>
              <a:spLocks noGrp="1"/>
            </p:cNvSpPr>
            <p:nvPr/>
          </p:nvSpPr>
          <p:spPr>
            <a:xfrm rot="-10692104">
              <a:off x="2434225" y="1391627"/>
              <a:ext cx="504012" cy="192295"/>
            </a:xfrm>
            <a:prstGeom prst="ellipse">
              <a:avLst/>
            </a:prstGeom>
            <a:gradFill>
              <a:gsLst>
                <a:gs pos="0">
                  <a:srgbClr val="010003">
                    <a:alpha val="27610"/>
                  </a:srgbClr>
                </a:gs>
                <a:gs pos="14286">
                  <a:srgbClr val="010003">
                    <a:alpha val="25693"/>
                  </a:srgbClr>
                </a:gs>
                <a:gs pos="28571">
                  <a:srgbClr val="010003">
                    <a:alpha val="20592"/>
                  </a:srgbClr>
                </a:gs>
                <a:gs pos="42857">
                  <a:srgbClr val="010003">
                    <a:alpha val="14036"/>
                  </a:srgbClr>
                </a:gs>
                <a:gs pos="57143">
                  <a:srgbClr val="010003">
                    <a:alpha val="8039"/>
                  </a:srgbClr>
                </a:gs>
                <a:gs pos="71429">
                  <a:srgbClr val="010003">
                    <a:alpha val="3847"/>
                  </a:srgbClr>
                </a:gs>
                <a:gs pos="85714">
                  <a:srgbClr val="010003">
                    <a:alpha val="1539"/>
                  </a:srgbClr>
                </a:gs>
                <a:gs pos="100000">
                  <a:srgbClr val="010003">
                    <a:alpha val="5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4" name="Splat 774"/>
            <p:cNvSpPr>
              <a:spLocks noGrp="1"/>
            </p:cNvSpPr>
            <p:nvPr/>
          </p:nvSpPr>
          <p:spPr>
            <a:xfrm rot="4278799">
              <a:off x="-8948" y="1831199"/>
              <a:ext cx="601526" cy="363183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5" name="Splat 775"/>
            <p:cNvSpPr>
              <a:spLocks noGrp="1"/>
            </p:cNvSpPr>
            <p:nvPr/>
          </p:nvSpPr>
          <p:spPr>
            <a:xfrm rot="2831546">
              <a:off x="529700" y="2424554"/>
              <a:ext cx="578483" cy="543013"/>
            </a:xfrm>
            <a:prstGeom prst="ellipse">
              <a:avLst/>
            </a:prstGeom>
            <a:gradFill>
              <a:gsLst>
                <a:gs pos="0">
                  <a:srgbClr val="010200">
                    <a:alpha val="30556"/>
                  </a:srgbClr>
                </a:gs>
                <a:gs pos="14286">
                  <a:srgbClr val="010200">
                    <a:alpha val="28477"/>
                  </a:srgbClr>
                </a:gs>
                <a:gs pos="28571">
                  <a:srgbClr val="010200">
                    <a:alpha val="22912"/>
                  </a:srgbClr>
                </a:gs>
                <a:gs pos="42857">
                  <a:srgbClr val="010200">
                    <a:alpha val="15692"/>
                  </a:srgbClr>
                </a:gs>
                <a:gs pos="57143">
                  <a:srgbClr val="010200">
                    <a:alpha val="9024"/>
                  </a:srgbClr>
                </a:gs>
                <a:gs pos="71429">
                  <a:srgbClr val="010200">
                    <a:alpha val="4331"/>
                  </a:srgbClr>
                </a:gs>
                <a:gs pos="85714">
                  <a:srgbClr val="010200">
                    <a:alpha val="1735"/>
                  </a:srgbClr>
                </a:gs>
                <a:gs pos="100000">
                  <a:srgbClr val="010200">
                    <a:alpha val="5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6" name="Splat 776"/>
            <p:cNvSpPr>
              <a:spLocks noGrp="1"/>
            </p:cNvSpPr>
            <p:nvPr/>
          </p:nvSpPr>
          <p:spPr>
            <a:xfrm rot="6267150">
              <a:off x="341656" y="3256823"/>
              <a:ext cx="517702" cy="319280"/>
            </a:xfrm>
            <a:prstGeom prst="ellipse">
              <a:avLst/>
            </a:prstGeom>
            <a:gradFill>
              <a:gsLst>
                <a:gs pos="0">
                  <a:srgbClr val="0B0002">
                    <a:alpha val="32965"/>
                  </a:srgbClr>
                </a:gs>
                <a:gs pos="14286">
                  <a:srgbClr val="0B0002">
                    <a:alpha val="30761"/>
                  </a:srgbClr>
                </a:gs>
                <a:gs pos="28571">
                  <a:srgbClr val="0B0002">
                    <a:alpha val="24830"/>
                  </a:srgbClr>
                </a:gs>
                <a:gs pos="42857">
                  <a:srgbClr val="0B0002">
                    <a:alpha val="17073"/>
                  </a:srgbClr>
                </a:gs>
                <a:gs pos="57143">
                  <a:srgbClr val="0B0002">
                    <a:alpha val="9854"/>
                  </a:srgbClr>
                </a:gs>
                <a:gs pos="71429">
                  <a:srgbClr val="0B0002">
                    <a:alpha val="4740"/>
                  </a:srgbClr>
                </a:gs>
                <a:gs pos="85714">
                  <a:srgbClr val="0B0002">
                    <a:alpha val="1902"/>
                  </a:srgbClr>
                </a:gs>
                <a:gs pos="100000">
                  <a:srgbClr val="0B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7" name="Splat 777"/>
            <p:cNvSpPr>
              <a:spLocks noGrp="1"/>
            </p:cNvSpPr>
            <p:nvPr/>
          </p:nvSpPr>
          <p:spPr>
            <a:xfrm rot="10444115">
              <a:off x="-120757" y="760224"/>
              <a:ext cx="275271" cy="247745"/>
            </a:xfrm>
            <a:prstGeom prst="ellipse">
              <a:avLst/>
            </a:prstGeom>
            <a:gradFill>
              <a:gsLst>
                <a:gs pos="0">
                  <a:srgbClr val="D1D0D1">
                    <a:alpha val="5375"/>
                  </a:srgbClr>
                </a:gs>
                <a:gs pos="14286">
                  <a:srgbClr val="D1D0D1">
                    <a:alpha val="4951"/>
                  </a:srgbClr>
                </a:gs>
                <a:gs pos="28571">
                  <a:srgbClr val="D1D0D1">
                    <a:alpha val="3866"/>
                  </a:srgbClr>
                </a:gs>
                <a:gs pos="42857">
                  <a:srgbClr val="D1D0D1">
                    <a:alpha val="2553"/>
                  </a:srgbClr>
                </a:gs>
                <a:gs pos="57143">
                  <a:srgbClr val="D1D0D1">
                    <a:alpha val="1423"/>
                  </a:srgbClr>
                </a:gs>
                <a:gs pos="71429">
                  <a:srgbClr val="D1D0D1">
                    <a:alpha val="668"/>
                  </a:srgbClr>
                </a:gs>
                <a:gs pos="85714">
                  <a:srgbClr val="D1D0D1">
                    <a:alpha val="265"/>
                  </a:srgbClr>
                </a:gs>
                <a:gs pos="100000">
                  <a:srgbClr val="D1D0D1">
                    <a:alpha val="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8" name="Splat 778"/>
            <p:cNvSpPr>
              <a:spLocks noGrp="1"/>
            </p:cNvSpPr>
            <p:nvPr/>
          </p:nvSpPr>
          <p:spPr>
            <a:xfrm rot="-10258585">
              <a:off x="1311590" y="226104"/>
              <a:ext cx="329879" cy="286879"/>
            </a:xfrm>
            <a:prstGeom prst="ellipse">
              <a:avLst/>
            </a:prstGeom>
            <a:gradFill>
              <a:gsLst>
                <a:gs pos="0">
                  <a:srgbClr val="CCCACB">
                    <a:alpha val="7601"/>
                  </a:srgbClr>
                </a:gs>
                <a:gs pos="14286">
                  <a:srgbClr val="CCCACB">
                    <a:alpha val="7008"/>
                  </a:srgbClr>
                </a:gs>
                <a:gs pos="28571">
                  <a:srgbClr val="CCCACB">
                    <a:alpha val="5485"/>
                  </a:srgbClr>
                </a:gs>
                <a:gs pos="42857">
                  <a:srgbClr val="CCCACB">
                    <a:alpha val="3633"/>
                  </a:srgbClr>
                </a:gs>
                <a:gs pos="57143">
                  <a:srgbClr val="CCCACB">
                    <a:alpha val="2030"/>
                  </a:srgbClr>
                </a:gs>
                <a:gs pos="71429">
                  <a:srgbClr val="CCCACB">
                    <a:alpha val="955"/>
                  </a:srgbClr>
                </a:gs>
                <a:gs pos="85714">
                  <a:srgbClr val="CCCACB">
                    <a:alpha val="379"/>
                  </a:srgbClr>
                </a:gs>
                <a:gs pos="100000">
                  <a:srgbClr val="CCCACB">
                    <a:alpha val="1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9" name="Splat 779"/>
            <p:cNvSpPr>
              <a:spLocks noGrp="1"/>
            </p:cNvSpPr>
            <p:nvPr/>
          </p:nvSpPr>
          <p:spPr>
            <a:xfrm rot="3287347">
              <a:off x="304018" y="1295016"/>
              <a:ext cx="576716" cy="47448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0" name="Splat 780"/>
            <p:cNvSpPr>
              <a:spLocks noGrp="1"/>
            </p:cNvSpPr>
            <p:nvPr/>
          </p:nvSpPr>
          <p:spPr>
            <a:xfrm rot="3655705">
              <a:off x="1758286" y="732448"/>
              <a:ext cx="324160" cy="57853"/>
            </a:xfrm>
            <a:prstGeom prst="ellipse">
              <a:avLst/>
            </a:prstGeom>
            <a:gradFill>
              <a:gsLst>
                <a:gs pos="0">
                  <a:srgbClr val="F8F7F8">
                    <a:alpha val="23871"/>
                  </a:srgbClr>
                </a:gs>
                <a:gs pos="14286">
                  <a:srgbClr val="F8F7F8">
                    <a:alpha val="22172"/>
                  </a:srgbClr>
                </a:gs>
                <a:gs pos="28571">
                  <a:srgbClr val="F8F7F8">
                    <a:alpha val="17687"/>
                  </a:srgbClr>
                </a:gs>
                <a:gs pos="42857">
                  <a:srgbClr val="F8F7F8">
                    <a:alpha val="11985"/>
                  </a:srgbClr>
                </a:gs>
                <a:gs pos="57143">
                  <a:srgbClr val="F8F7F8">
                    <a:alpha val="6830"/>
                  </a:srgbClr>
                </a:gs>
                <a:gs pos="71429">
                  <a:srgbClr val="F8F7F8">
                    <a:alpha val="3257"/>
                  </a:srgbClr>
                </a:gs>
                <a:gs pos="85714">
                  <a:srgbClr val="F8F7F8">
                    <a:alpha val="1301"/>
                  </a:srgbClr>
                </a:gs>
                <a:gs pos="100000">
                  <a:srgbClr val="F8F7F8">
                    <a:alpha val="4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1" name="Splat 781"/>
            <p:cNvSpPr>
              <a:spLocks noGrp="1"/>
            </p:cNvSpPr>
            <p:nvPr/>
          </p:nvSpPr>
          <p:spPr>
            <a:xfrm rot="-9455817">
              <a:off x="958087" y="1034040"/>
              <a:ext cx="640891" cy="97430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2" name="Splat 782"/>
            <p:cNvSpPr>
              <a:spLocks noGrp="1"/>
            </p:cNvSpPr>
            <p:nvPr/>
          </p:nvSpPr>
          <p:spPr>
            <a:xfrm rot="7751808">
              <a:off x="380043" y="2151717"/>
              <a:ext cx="569121" cy="515605"/>
            </a:xfrm>
            <a:prstGeom prst="ellipse">
              <a:avLst/>
            </a:prstGeom>
            <a:gradFill>
              <a:gsLst>
                <a:gs pos="0">
                  <a:srgbClr val="0A0000">
                    <a:alpha val="32968"/>
                  </a:srgbClr>
                </a:gs>
                <a:gs pos="14286">
                  <a:srgbClr val="0A0000">
                    <a:alpha val="30764"/>
                  </a:srgbClr>
                </a:gs>
                <a:gs pos="28571">
                  <a:srgbClr val="0A0000">
                    <a:alpha val="24833"/>
                  </a:srgbClr>
                </a:gs>
                <a:gs pos="42857">
                  <a:srgbClr val="0A0000">
                    <a:alpha val="17075"/>
                  </a:srgbClr>
                </a:gs>
                <a:gs pos="57143">
                  <a:srgbClr val="0A0000">
                    <a:alpha val="9855"/>
                  </a:srgbClr>
                </a:gs>
                <a:gs pos="71429">
                  <a:srgbClr val="0A0000">
                    <a:alpha val="4740"/>
                  </a:srgbClr>
                </a:gs>
                <a:gs pos="85714">
                  <a:srgbClr val="0A0000">
                    <a:alpha val="1902"/>
                  </a:srgbClr>
                </a:gs>
                <a:gs pos="100000">
                  <a:srgbClr val="0A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3" name="Splat 783"/>
            <p:cNvSpPr>
              <a:spLocks noGrp="1"/>
            </p:cNvSpPr>
            <p:nvPr/>
          </p:nvSpPr>
          <p:spPr>
            <a:xfrm rot="4237067">
              <a:off x="606269" y="2688213"/>
              <a:ext cx="575372" cy="528142"/>
            </a:xfrm>
            <a:prstGeom prst="ellipse">
              <a:avLst/>
            </a:prstGeom>
            <a:gradFill>
              <a:gsLst>
                <a:gs pos="0">
                  <a:srgbClr val="000200">
                    <a:alpha val="24726"/>
                  </a:srgbClr>
                </a:gs>
                <a:gs pos="14286">
                  <a:srgbClr val="000200">
                    <a:alpha val="22976"/>
                  </a:srgbClr>
                </a:gs>
                <a:gs pos="28571">
                  <a:srgbClr val="000200">
                    <a:alpha val="18348"/>
                  </a:srgbClr>
                </a:gs>
                <a:gs pos="42857">
                  <a:srgbClr val="000200">
                    <a:alpha val="12449"/>
                  </a:srgbClr>
                </a:gs>
                <a:gs pos="57143">
                  <a:srgbClr val="000200">
                    <a:alpha val="7102"/>
                  </a:srgbClr>
                </a:gs>
                <a:gs pos="71429">
                  <a:srgbClr val="000200">
                    <a:alpha val="3390"/>
                  </a:srgbClr>
                </a:gs>
                <a:gs pos="85714">
                  <a:srgbClr val="000200">
                    <a:alpha val="1354"/>
                  </a:srgbClr>
                </a:gs>
                <a:gs pos="100000">
                  <a:srgbClr val="000200">
                    <a:alpha val="4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4" name="Splat 784"/>
            <p:cNvSpPr>
              <a:spLocks noGrp="1"/>
            </p:cNvSpPr>
            <p:nvPr/>
          </p:nvSpPr>
          <p:spPr>
            <a:xfrm rot="10156684">
              <a:off x="261318" y="2255654"/>
              <a:ext cx="600784" cy="42683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5" name="Splat 785"/>
            <p:cNvSpPr>
              <a:spLocks noGrp="1"/>
            </p:cNvSpPr>
            <p:nvPr/>
          </p:nvSpPr>
          <p:spPr>
            <a:xfrm rot="4634658">
              <a:off x="53819" y="1499177"/>
              <a:ext cx="554989" cy="14870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6" name="Splat 786"/>
            <p:cNvSpPr>
              <a:spLocks noGrp="1"/>
            </p:cNvSpPr>
            <p:nvPr/>
          </p:nvSpPr>
          <p:spPr>
            <a:xfrm rot="5397904">
              <a:off x="2381910" y="1523367"/>
              <a:ext cx="463795" cy="2258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7" name="Splat 787"/>
            <p:cNvSpPr>
              <a:spLocks noGrp="1"/>
            </p:cNvSpPr>
            <p:nvPr/>
          </p:nvSpPr>
          <p:spPr>
            <a:xfrm rot="5462983">
              <a:off x="2177405" y="1410319"/>
              <a:ext cx="239385" cy="238485"/>
            </a:xfrm>
            <a:prstGeom prst="ellipse">
              <a:avLst/>
            </a:prstGeom>
            <a:gradFill>
              <a:gsLst>
                <a:gs pos="0">
                  <a:srgbClr val="000403">
                    <a:alpha val="3104"/>
                  </a:srgbClr>
                </a:gs>
                <a:gs pos="14286">
                  <a:srgbClr val="000403">
                    <a:alpha val="2857"/>
                  </a:srgbClr>
                </a:gs>
                <a:gs pos="28571">
                  <a:srgbClr val="000403">
                    <a:alpha val="2225"/>
                  </a:srgbClr>
                </a:gs>
                <a:gs pos="42857">
                  <a:srgbClr val="000403">
                    <a:alpha val="1465"/>
                  </a:srgbClr>
                </a:gs>
                <a:gs pos="57143">
                  <a:srgbClr val="000403">
                    <a:alpha val="815"/>
                  </a:srgbClr>
                </a:gs>
                <a:gs pos="71429">
                  <a:srgbClr val="000403">
                    <a:alpha val="382"/>
                  </a:srgbClr>
                </a:gs>
                <a:gs pos="85714">
                  <a:srgbClr val="000403">
                    <a:alpha val="151"/>
                  </a:srgbClr>
                </a:gs>
                <a:gs pos="100000">
                  <a:srgbClr val="000403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8" name="Splat 788"/>
            <p:cNvSpPr>
              <a:spLocks noGrp="1"/>
            </p:cNvSpPr>
            <p:nvPr/>
          </p:nvSpPr>
          <p:spPr>
            <a:xfrm rot="2806838">
              <a:off x="214785" y="2082571"/>
              <a:ext cx="586595" cy="54009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9" name="Splat 789"/>
            <p:cNvSpPr>
              <a:spLocks noGrp="1"/>
            </p:cNvSpPr>
            <p:nvPr/>
          </p:nvSpPr>
          <p:spPr>
            <a:xfrm rot="6061250">
              <a:off x="359429" y="3105235"/>
              <a:ext cx="512284" cy="3516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0" name="Splat 790"/>
            <p:cNvSpPr>
              <a:spLocks noGrp="1"/>
            </p:cNvSpPr>
            <p:nvPr/>
          </p:nvSpPr>
          <p:spPr>
            <a:xfrm rot="9910916">
              <a:off x="1487147" y="1972394"/>
              <a:ext cx="629937" cy="28253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1" name="Splat 791"/>
            <p:cNvSpPr>
              <a:spLocks noGrp="1"/>
            </p:cNvSpPr>
            <p:nvPr/>
          </p:nvSpPr>
          <p:spPr>
            <a:xfrm rot="7126074">
              <a:off x="257303" y="1052293"/>
              <a:ext cx="605280" cy="43216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2" name="Splat 792"/>
            <p:cNvSpPr>
              <a:spLocks noGrp="1"/>
            </p:cNvSpPr>
            <p:nvPr/>
          </p:nvSpPr>
          <p:spPr>
            <a:xfrm rot="5289404">
              <a:off x="3453690" y="1137385"/>
              <a:ext cx="264774" cy="210079"/>
            </a:xfrm>
            <a:prstGeom prst="ellipse">
              <a:avLst/>
            </a:prstGeom>
            <a:gradFill>
              <a:gsLst>
                <a:gs pos="0">
                  <a:srgbClr val="CDCDCC">
                    <a:alpha val="32968"/>
                  </a:srgbClr>
                </a:gs>
                <a:gs pos="14286">
                  <a:srgbClr val="CDCDCC">
                    <a:alpha val="30764"/>
                  </a:srgbClr>
                </a:gs>
                <a:gs pos="28571">
                  <a:srgbClr val="CDCDCC">
                    <a:alpha val="24833"/>
                  </a:srgbClr>
                </a:gs>
                <a:gs pos="42857">
                  <a:srgbClr val="CDCDCC">
                    <a:alpha val="17075"/>
                  </a:srgbClr>
                </a:gs>
                <a:gs pos="57143">
                  <a:srgbClr val="CDCDCC">
                    <a:alpha val="9855"/>
                  </a:srgbClr>
                </a:gs>
                <a:gs pos="71429">
                  <a:srgbClr val="CDCDCC">
                    <a:alpha val="4740"/>
                  </a:srgbClr>
                </a:gs>
                <a:gs pos="85714">
                  <a:srgbClr val="CDCDCC">
                    <a:alpha val="1902"/>
                  </a:srgbClr>
                </a:gs>
                <a:gs pos="100000">
                  <a:srgbClr val="CDCD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3" name="Splat 793"/>
            <p:cNvSpPr>
              <a:spLocks noGrp="1"/>
            </p:cNvSpPr>
            <p:nvPr/>
          </p:nvSpPr>
          <p:spPr>
            <a:xfrm rot="4750377">
              <a:off x="662569" y="2843901"/>
              <a:ext cx="582039" cy="538940"/>
            </a:xfrm>
            <a:prstGeom prst="ellipse">
              <a:avLst/>
            </a:prstGeom>
            <a:gradFill>
              <a:gsLst>
                <a:gs pos="0">
                  <a:srgbClr val="000300">
                    <a:alpha val="32965"/>
                  </a:srgbClr>
                </a:gs>
                <a:gs pos="14286">
                  <a:srgbClr val="000300">
                    <a:alpha val="30761"/>
                  </a:srgbClr>
                </a:gs>
                <a:gs pos="28571">
                  <a:srgbClr val="000300">
                    <a:alpha val="24830"/>
                  </a:srgbClr>
                </a:gs>
                <a:gs pos="42857">
                  <a:srgbClr val="000300">
                    <a:alpha val="17073"/>
                  </a:srgbClr>
                </a:gs>
                <a:gs pos="57143">
                  <a:srgbClr val="000300">
                    <a:alpha val="9854"/>
                  </a:srgbClr>
                </a:gs>
                <a:gs pos="71429">
                  <a:srgbClr val="000300">
                    <a:alpha val="4740"/>
                  </a:srgbClr>
                </a:gs>
                <a:gs pos="85714">
                  <a:srgbClr val="000300">
                    <a:alpha val="1902"/>
                  </a:srgbClr>
                </a:gs>
                <a:gs pos="100000">
                  <a:srgbClr val="00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4" name="Splat 794"/>
            <p:cNvSpPr>
              <a:spLocks noGrp="1"/>
            </p:cNvSpPr>
            <p:nvPr/>
          </p:nvSpPr>
          <p:spPr>
            <a:xfrm rot="3714753">
              <a:off x="495230" y="1191717"/>
              <a:ext cx="398815" cy="145341"/>
            </a:xfrm>
            <a:prstGeom prst="ellipse">
              <a:avLst/>
            </a:prstGeom>
            <a:gradFill>
              <a:gsLst>
                <a:gs pos="0">
                  <a:srgbClr val="E3E3E4">
                    <a:alpha val="30468"/>
                  </a:srgbClr>
                </a:gs>
                <a:gs pos="14286">
                  <a:srgbClr val="E3E3E4">
                    <a:alpha val="28394"/>
                  </a:srgbClr>
                </a:gs>
                <a:gs pos="28571">
                  <a:srgbClr val="E3E3E4">
                    <a:alpha val="22843"/>
                  </a:srgbClr>
                </a:gs>
                <a:gs pos="42857">
                  <a:srgbClr val="E3E3E4">
                    <a:alpha val="15642"/>
                  </a:srgbClr>
                </a:gs>
                <a:gs pos="57143">
                  <a:srgbClr val="E3E3E4">
                    <a:alpha val="8995"/>
                  </a:srgbClr>
                </a:gs>
                <a:gs pos="71429">
                  <a:srgbClr val="E3E3E4">
                    <a:alpha val="4316"/>
                  </a:srgbClr>
                </a:gs>
                <a:gs pos="85714">
                  <a:srgbClr val="E3E3E4">
                    <a:alpha val="1729"/>
                  </a:srgbClr>
                </a:gs>
                <a:gs pos="100000">
                  <a:srgbClr val="E3E3E4">
                    <a:alpha val="5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5" name="Splat 795"/>
            <p:cNvSpPr>
              <a:spLocks noGrp="1"/>
            </p:cNvSpPr>
            <p:nvPr/>
          </p:nvSpPr>
          <p:spPr>
            <a:xfrm rot="-8475009">
              <a:off x="138285" y="1384954"/>
              <a:ext cx="602699" cy="319829"/>
            </a:xfrm>
            <a:prstGeom prst="ellipse">
              <a:avLst/>
            </a:prstGeom>
            <a:gradFill>
              <a:gsLst>
                <a:gs pos="0">
                  <a:srgbClr val="000000">
                    <a:alpha val="31896"/>
                  </a:srgbClr>
                </a:gs>
                <a:gs pos="14286">
                  <a:srgbClr val="000000">
                    <a:alpha val="29747"/>
                  </a:srgbClr>
                </a:gs>
                <a:gs pos="28571">
                  <a:srgbClr val="000000">
                    <a:alpha val="23977"/>
                  </a:srgbClr>
                </a:gs>
                <a:gs pos="42857">
                  <a:srgbClr val="000000">
                    <a:alpha val="16457"/>
                  </a:srgbClr>
                </a:gs>
                <a:gs pos="57143">
                  <a:srgbClr val="000000">
                    <a:alpha val="9483"/>
                  </a:srgbClr>
                </a:gs>
                <a:gs pos="71429">
                  <a:srgbClr val="000000">
                    <a:alpha val="4557"/>
                  </a:srgbClr>
                </a:gs>
                <a:gs pos="85714">
                  <a:srgbClr val="000000">
                    <a:alpha val="1827"/>
                  </a:srgbClr>
                </a:gs>
                <a:gs pos="100000">
                  <a:srgbClr val="000000">
                    <a:alpha val="6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6" name="Splat 796"/>
            <p:cNvSpPr>
              <a:spLocks noGrp="1"/>
            </p:cNvSpPr>
            <p:nvPr/>
          </p:nvSpPr>
          <p:spPr>
            <a:xfrm rot="-10466719">
              <a:off x="-103596" y="1104194"/>
              <a:ext cx="311394" cy="178098"/>
            </a:xfrm>
            <a:prstGeom prst="ellipse">
              <a:avLst/>
            </a:prstGeom>
            <a:gradFill>
              <a:gsLst>
                <a:gs pos="0">
                  <a:srgbClr val="E2E3E1">
                    <a:alpha val="18282"/>
                  </a:srgbClr>
                </a:gs>
                <a:gs pos="14286">
                  <a:srgbClr val="E2E3E1">
                    <a:alpha val="16936"/>
                  </a:srgbClr>
                </a:gs>
                <a:gs pos="28571">
                  <a:srgbClr val="E2E3E1">
                    <a:alpha val="13418"/>
                  </a:srgbClr>
                </a:gs>
                <a:gs pos="42857">
                  <a:srgbClr val="E2E3E1">
                    <a:alpha val="9018"/>
                  </a:srgbClr>
                </a:gs>
                <a:gs pos="57143">
                  <a:srgbClr val="E2E3E1">
                    <a:alpha val="5102"/>
                  </a:srgbClr>
                </a:gs>
                <a:gs pos="71429">
                  <a:srgbClr val="E2E3E1">
                    <a:alpha val="2421"/>
                  </a:srgbClr>
                </a:gs>
                <a:gs pos="85714">
                  <a:srgbClr val="E2E3E1">
                    <a:alpha val="965"/>
                  </a:srgbClr>
                </a:gs>
                <a:gs pos="100000">
                  <a:srgbClr val="E2E3E1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7" name="Splat 797"/>
            <p:cNvSpPr>
              <a:spLocks noGrp="1"/>
            </p:cNvSpPr>
            <p:nvPr/>
          </p:nvSpPr>
          <p:spPr>
            <a:xfrm rot="9595965">
              <a:off x="456231" y="884202"/>
              <a:ext cx="595517" cy="27620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8" name="Splat 798"/>
            <p:cNvSpPr>
              <a:spLocks noGrp="1"/>
            </p:cNvSpPr>
            <p:nvPr/>
          </p:nvSpPr>
          <p:spPr>
            <a:xfrm rot="10691695">
              <a:off x="2138970" y="738441"/>
              <a:ext cx="360392" cy="274605"/>
            </a:xfrm>
            <a:prstGeom prst="ellipse">
              <a:avLst/>
            </a:prstGeom>
            <a:gradFill>
              <a:gsLst>
                <a:gs pos="0">
                  <a:srgbClr val="D5D5D4">
                    <a:alpha val="13028"/>
                  </a:srgbClr>
                </a:gs>
                <a:gs pos="14286">
                  <a:srgbClr val="D5D5D4">
                    <a:alpha val="12041"/>
                  </a:srgbClr>
                </a:gs>
                <a:gs pos="28571">
                  <a:srgbClr val="D5D5D4">
                    <a:alpha val="9482"/>
                  </a:srgbClr>
                </a:gs>
                <a:gs pos="42857">
                  <a:srgbClr val="D5D5D4">
                    <a:alpha val="6325"/>
                  </a:srgbClr>
                </a:gs>
                <a:gs pos="57143">
                  <a:srgbClr val="D5D5D4">
                    <a:alpha val="3556"/>
                  </a:srgbClr>
                </a:gs>
                <a:gs pos="71429">
                  <a:srgbClr val="D5D5D4">
                    <a:alpha val="1680"/>
                  </a:srgbClr>
                </a:gs>
                <a:gs pos="85714">
                  <a:srgbClr val="D5D5D4">
                    <a:alpha val="668"/>
                  </a:srgbClr>
                </a:gs>
                <a:gs pos="100000">
                  <a:srgbClr val="D5D5D4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9" name="Splat 799"/>
            <p:cNvSpPr>
              <a:spLocks noGrp="1"/>
            </p:cNvSpPr>
            <p:nvPr/>
          </p:nvSpPr>
          <p:spPr>
            <a:xfrm rot="10412225">
              <a:off x="212133" y="1830227"/>
              <a:ext cx="556168" cy="471571"/>
            </a:xfrm>
            <a:prstGeom prst="ellipse">
              <a:avLst/>
            </a:prstGeom>
            <a:gradFill>
              <a:gsLst>
                <a:gs pos="0">
                  <a:srgbClr val="000101">
                    <a:alpha val="21266"/>
                  </a:srgbClr>
                </a:gs>
                <a:gs pos="14286">
                  <a:srgbClr val="000101">
                    <a:alpha val="19728"/>
                  </a:srgbClr>
                </a:gs>
                <a:gs pos="28571">
                  <a:srgbClr val="000101">
                    <a:alpha val="15686"/>
                  </a:srgbClr>
                </a:gs>
                <a:gs pos="42857">
                  <a:srgbClr val="000101">
                    <a:alpha val="10588"/>
                  </a:srgbClr>
                </a:gs>
                <a:gs pos="57143">
                  <a:srgbClr val="000101">
                    <a:alpha val="6013"/>
                  </a:srgbClr>
                </a:gs>
                <a:gs pos="71429">
                  <a:srgbClr val="000101">
                    <a:alpha val="2861"/>
                  </a:srgbClr>
                </a:gs>
                <a:gs pos="85714">
                  <a:srgbClr val="000101">
                    <a:alpha val="1141"/>
                  </a:srgbClr>
                </a:gs>
                <a:gs pos="100000">
                  <a:srgbClr val="000101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0" name="Splat 800"/>
            <p:cNvSpPr>
              <a:spLocks noGrp="1"/>
            </p:cNvSpPr>
            <p:nvPr/>
          </p:nvSpPr>
          <p:spPr>
            <a:xfrm rot="-8959564">
              <a:off x="719526" y="1311931"/>
              <a:ext cx="494436" cy="455051"/>
            </a:xfrm>
            <a:prstGeom prst="ellipse">
              <a:avLst/>
            </a:prstGeom>
            <a:gradFill>
              <a:gsLst>
                <a:gs pos="0">
                  <a:srgbClr val="000500">
                    <a:alpha val="32901"/>
                  </a:srgbClr>
                </a:gs>
                <a:gs pos="14286">
                  <a:srgbClr val="000500">
                    <a:alpha val="30701"/>
                  </a:srgbClr>
                </a:gs>
                <a:gs pos="28571">
                  <a:srgbClr val="000500">
                    <a:alpha val="24780"/>
                  </a:srgbClr>
                </a:gs>
                <a:gs pos="42857">
                  <a:srgbClr val="000500">
                    <a:alpha val="17037"/>
                  </a:srgbClr>
                </a:gs>
                <a:gs pos="57143">
                  <a:srgbClr val="000500">
                    <a:alpha val="9832"/>
                  </a:srgbClr>
                </a:gs>
                <a:gs pos="71429">
                  <a:srgbClr val="000500">
                    <a:alpha val="4729"/>
                  </a:srgbClr>
                </a:gs>
                <a:gs pos="85714">
                  <a:srgbClr val="000500">
                    <a:alpha val="1897"/>
                  </a:srgbClr>
                </a:gs>
                <a:gs pos="100000">
                  <a:srgbClr val="0005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1" name="Splat 801"/>
            <p:cNvSpPr>
              <a:spLocks noGrp="1"/>
            </p:cNvSpPr>
            <p:nvPr/>
          </p:nvSpPr>
          <p:spPr>
            <a:xfrm rot="7313071">
              <a:off x="-314550" y="1618545"/>
              <a:ext cx="863517" cy="41897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2" name="Splat 802"/>
            <p:cNvSpPr>
              <a:spLocks noGrp="1"/>
            </p:cNvSpPr>
            <p:nvPr/>
          </p:nvSpPr>
          <p:spPr>
            <a:xfrm rot="7040620">
              <a:off x="3161735" y="3292214"/>
              <a:ext cx="337479" cy="172111"/>
            </a:xfrm>
            <a:prstGeom prst="ellipse">
              <a:avLst/>
            </a:prstGeom>
            <a:gradFill>
              <a:gsLst>
                <a:gs pos="0">
                  <a:srgbClr val="787876">
                    <a:alpha val="9602"/>
                  </a:srgbClr>
                </a:gs>
                <a:gs pos="14286">
                  <a:srgbClr val="787876">
                    <a:alpha val="8861"/>
                  </a:srgbClr>
                </a:gs>
                <a:gs pos="28571">
                  <a:srgbClr val="787876">
                    <a:alpha val="6951"/>
                  </a:srgbClr>
                </a:gs>
                <a:gs pos="42857">
                  <a:srgbClr val="787876">
                    <a:alpha val="4616"/>
                  </a:srgbClr>
                </a:gs>
                <a:gs pos="57143">
                  <a:srgbClr val="787876">
                    <a:alpha val="2584"/>
                  </a:srgbClr>
                </a:gs>
                <a:gs pos="71429">
                  <a:srgbClr val="787876">
                    <a:alpha val="1218"/>
                  </a:srgbClr>
                </a:gs>
                <a:gs pos="85714">
                  <a:srgbClr val="787876">
                    <a:alpha val="484"/>
                  </a:srgbClr>
                </a:gs>
                <a:gs pos="100000">
                  <a:srgbClr val="787876">
                    <a:alpha val="16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3" name="Splat 803"/>
            <p:cNvSpPr>
              <a:spLocks noGrp="1"/>
            </p:cNvSpPr>
            <p:nvPr/>
          </p:nvSpPr>
          <p:spPr>
            <a:xfrm rot="-9722906">
              <a:off x="472480" y="1859153"/>
              <a:ext cx="530228" cy="364706"/>
            </a:xfrm>
            <a:prstGeom prst="ellipse">
              <a:avLst/>
            </a:prstGeom>
            <a:gradFill>
              <a:gsLst>
                <a:gs pos="0">
                  <a:srgbClr val="28261B">
                    <a:alpha val="25363"/>
                  </a:srgbClr>
                </a:gs>
                <a:gs pos="14286">
                  <a:srgbClr val="28261B">
                    <a:alpha val="23576"/>
                  </a:srgbClr>
                </a:gs>
                <a:gs pos="28571">
                  <a:srgbClr val="28261B">
                    <a:alpha val="18841"/>
                  </a:srgbClr>
                </a:gs>
                <a:gs pos="42857">
                  <a:srgbClr val="28261B">
                    <a:alpha val="12797"/>
                  </a:srgbClr>
                </a:gs>
                <a:gs pos="57143">
                  <a:srgbClr val="28261B">
                    <a:alpha val="7307"/>
                  </a:srgbClr>
                </a:gs>
                <a:gs pos="71429">
                  <a:srgbClr val="28261B">
                    <a:alpha val="3489"/>
                  </a:srgbClr>
                </a:gs>
                <a:gs pos="85714">
                  <a:srgbClr val="28261B">
                    <a:alpha val="1395"/>
                  </a:srgbClr>
                </a:gs>
                <a:gs pos="100000">
                  <a:srgbClr val="28261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4" name="Splat 804"/>
            <p:cNvSpPr>
              <a:spLocks noGrp="1"/>
            </p:cNvSpPr>
            <p:nvPr/>
          </p:nvSpPr>
          <p:spPr>
            <a:xfrm rot="8810258">
              <a:off x="689298" y="859250"/>
              <a:ext cx="464283" cy="3334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5" name="Splat 805"/>
            <p:cNvSpPr>
              <a:spLocks noGrp="1"/>
            </p:cNvSpPr>
            <p:nvPr/>
          </p:nvSpPr>
          <p:spPr>
            <a:xfrm rot="9803046">
              <a:off x="682340" y="1408401"/>
              <a:ext cx="504957" cy="456815"/>
            </a:xfrm>
            <a:prstGeom prst="ellipse">
              <a:avLst/>
            </a:prstGeom>
            <a:gradFill>
              <a:gsLst>
                <a:gs pos="0">
                  <a:srgbClr val="000B00">
                    <a:alpha val="32968"/>
                  </a:srgbClr>
                </a:gs>
                <a:gs pos="14286">
                  <a:srgbClr val="000B00">
                    <a:alpha val="30764"/>
                  </a:srgbClr>
                </a:gs>
                <a:gs pos="28571">
                  <a:srgbClr val="000B00">
                    <a:alpha val="24833"/>
                  </a:srgbClr>
                </a:gs>
                <a:gs pos="42857">
                  <a:srgbClr val="000B00">
                    <a:alpha val="17075"/>
                  </a:srgbClr>
                </a:gs>
                <a:gs pos="57143">
                  <a:srgbClr val="000B00">
                    <a:alpha val="9855"/>
                  </a:srgbClr>
                </a:gs>
                <a:gs pos="71429">
                  <a:srgbClr val="000B00">
                    <a:alpha val="4740"/>
                  </a:srgbClr>
                </a:gs>
                <a:gs pos="85714">
                  <a:srgbClr val="000B00">
                    <a:alpha val="1902"/>
                  </a:srgbClr>
                </a:gs>
                <a:gs pos="100000">
                  <a:srgbClr val="000B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6" name="Splat 806"/>
            <p:cNvSpPr>
              <a:spLocks noGrp="1"/>
            </p:cNvSpPr>
            <p:nvPr/>
          </p:nvSpPr>
          <p:spPr>
            <a:xfrm rot="3002395">
              <a:off x="496698" y="1093747"/>
              <a:ext cx="527007" cy="468541"/>
            </a:xfrm>
            <a:prstGeom prst="ellipse">
              <a:avLst/>
            </a:prstGeom>
            <a:gradFill>
              <a:gsLst>
                <a:gs pos="0">
                  <a:srgbClr val="333537">
                    <a:alpha val="32943"/>
                  </a:srgbClr>
                </a:gs>
                <a:gs pos="14286">
                  <a:srgbClr val="333537">
                    <a:alpha val="30740"/>
                  </a:srgbClr>
                </a:gs>
                <a:gs pos="28571">
                  <a:srgbClr val="333537">
                    <a:alpha val="24813"/>
                  </a:srgbClr>
                </a:gs>
                <a:gs pos="42857">
                  <a:srgbClr val="333537">
                    <a:alpha val="17061"/>
                  </a:srgbClr>
                </a:gs>
                <a:gs pos="57143">
                  <a:srgbClr val="333537">
                    <a:alpha val="9846"/>
                  </a:srgbClr>
                </a:gs>
                <a:gs pos="71429">
                  <a:srgbClr val="333537">
                    <a:alpha val="4736"/>
                  </a:srgbClr>
                </a:gs>
                <a:gs pos="85714">
                  <a:srgbClr val="333537">
                    <a:alpha val="1900"/>
                  </a:srgbClr>
                </a:gs>
                <a:gs pos="100000">
                  <a:srgbClr val="33353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7" name="Splat 807"/>
            <p:cNvSpPr>
              <a:spLocks noGrp="1"/>
            </p:cNvSpPr>
            <p:nvPr/>
          </p:nvSpPr>
          <p:spPr>
            <a:xfrm rot="-10793083">
              <a:off x="196020" y="1819011"/>
              <a:ext cx="581092" cy="198974"/>
            </a:xfrm>
            <a:prstGeom prst="ellipse">
              <a:avLst/>
            </a:prstGeom>
            <a:gradFill>
              <a:gsLst>
                <a:gs pos="0">
                  <a:srgbClr val="00010C">
                    <a:alpha val="24858"/>
                  </a:srgbClr>
                </a:gs>
                <a:gs pos="14286">
                  <a:srgbClr val="00010C">
                    <a:alpha val="23100"/>
                  </a:srgbClr>
                </a:gs>
                <a:gs pos="28571">
                  <a:srgbClr val="00010C">
                    <a:alpha val="18450"/>
                  </a:srgbClr>
                </a:gs>
                <a:gs pos="42857">
                  <a:srgbClr val="00010C">
                    <a:alpha val="12521"/>
                  </a:srgbClr>
                </a:gs>
                <a:gs pos="57143">
                  <a:srgbClr val="00010C">
                    <a:alpha val="7144"/>
                  </a:srgbClr>
                </a:gs>
                <a:gs pos="71429">
                  <a:srgbClr val="00010C">
                    <a:alpha val="3410"/>
                  </a:srgbClr>
                </a:gs>
                <a:gs pos="85714">
                  <a:srgbClr val="00010C">
                    <a:alpha val="1363"/>
                  </a:srgbClr>
                </a:gs>
                <a:gs pos="100000">
                  <a:srgbClr val="00010C">
                    <a:alpha val="45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8" name="Splat 808"/>
            <p:cNvSpPr>
              <a:spLocks noGrp="1"/>
            </p:cNvSpPr>
            <p:nvPr/>
          </p:nvSpPr>
          <p:spPr>
            <a:xfrm rot="3696882">
              <a:off x="152703" y="1502297"/>
              <a:ext cx="548462" cy="407237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9" name="Splat 809"/>
            <p:cNvSpPr>
              <a:spLocks noGrp="1"/>
            </p:cNvSpPr>
            <p:nvPr/>
          </p:nvSpPr>
          <p:spPr>
            <a:xfrm rot="5752723">
              <a:off x="-345016" y="2247550"/>
              <a:ext cx="690032" cy="343274"/>
            </a:xfrm>
            <a:prstGeom prst="ellipse">
              <a:avLst/>
            </a:prstGeom>
            <a:gradFill>
              <a:gsLst>
                <a:gs pos="0">
                  <a:srgbClr val="120009">
                    <a:alpha val="32968"/>
                  </a:srgbClr>
                </a:gs>
                <a:gs pos="14286">
                  <a:srgbClr val="120009">
                    <a:alpha val="30764"/>
                  </a:srgbClr>
                </a:gs>
                <a:gs pos="28571">
                  <a:srgbClr val="120009">
                    <a:alpha val="24833"/>
                  </a:srgbClr>
                </a:gs>
                <a:gs pos="42857">
                  <a:srgbClr val="120009">
                    <a:alpha val="17075"/>
                  </a:srgbClr>
                </a:gs>
                <a:gs pos="57143">
                  <a:srgbClr val="120009">
                    <a:alpha val="9855"/>
                  </a:srgbClr>
                </a:gs>
                <a:gs pos="71429">
                  <a:srgbClr val="120009">
                    <a:alpha val="4740"/>
                  </a:srgbClr>
                </a:gs>
                <a:gs pos="85714">
                  <a:srgbClr val="120009">
                    <a:alpha val="1902"/>
                  </a:srgbClr>
                </a:gs>
                <a:gs pos="100000">
                  <a:srgbClr val="1200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0" name="Splat 810"/>
            <p:cNvSpPr>
              <a:spLocks noGrp="1"/>
            </p:cNvSpPr>
            <p:nvPr/>
          </p:nvSpPr>
          <p:spPr>
            <a:xfrm rot="7472475">
              <a:off x="266693" y="3045888"/>
              <a:ext cx="488468" cy="357627"/>
            </a:xfrm>
            <a:prstGeom prst="ellipse">
              <a:avLst/>
            </a:prstGeom>
            <a:gradFill>
              <a:gsLst>
                <a:gs pos="0">
                  <a:srgbClr val="3F3C39">
                    <a:alpha val="32824"/>
                  </a:srgbClr>
                </a:gs>
                <a:gs pos="14286">
                  <a:srgbClr val="3F3C39">
                    <a:alpha val="30627"/>
                  </a:srgbClr>
                </a:gs>
                <a:gs pos="28571">
                  <a:srgbClr val="3F3C39">
                    <a:alpha val="24718"/>
                  </a:srgbClr>
                </a:gs>
                <a:gs pos="42857">
                  <a:srgbClr val="3F3C39">
                    <a:alpha val="16992"/>
                  </a:srgbClr>
                </a:gs>
                <a:gs pos="57143">
                  <a:srgbClr val="3F3C39">
                    <a:alpha val="9805"/>
                  </a:srgbClr>
                </a:gs>
                <a:gs pos="71429">
                  <a:srgbClr val="3F3C39">
                    <a:alpha val="4716"/>
                  </a:srgbClr>
                </a:gs>
                <a:gs pos="85714">
                  <a:srgbClr val="3F3C39">
                    <a:alpha val="1892"/>
                  </a:srgbClr>
                </a:gs>
                <a:gs pos="100000">
                  <a:srgbClr val="3F3C39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1" name="Splat 811"/>
            <p:cNvSpPr>
              <a:spLocks noGrp="1"/>
            </p:cNvSpPr>
            <p:nvPr/>
          </p:nvSpPr>
          <p:spPr>
            <a:xfrm rot="5294254">
              <a:off x="1902091" y="824181"/>
              <a:ext cx="478113" cy="279326"/>
            </a:xfrm>
            <a:prstGeom prst="ellipse">
              <a:avLst/>
            </a:prstGeom>
            <a:gradFill>
              <a:gsLst>
                <a:gs pos="0">
                  <a:srgbClr val="E1E1E1">
                    <a:alpha val="32968"/>
                  </a:srgbClr>
                </a:gs>
                <a:gs pos="14286">
                  <a:srgbClr val="E1E1E1">
                    <a:alpha val="30764"/>
                  </a:srgbClr>
                </a:gs>
                <a:gs pos="28571">
                  <a:srgbClr val="E1E1E1">
                    <a:alpha val="24833"/>
                  </a:srgbClr>
                </a:gs>
                <a:gs pos="42857">
                  <a:srgbClr val="E1E1E1">
                    <a:alpha val="17075"/>
                  </a:srgbClr>
                </a:gs>
                <a:gs pos="57143">
                  <a:srgbClr val="E1E1E1">
                    <a:alpha val="9855"/>
                  </a:srgbClr>
                </a:gs>
                <a:gs pos="71429">
                  <a:srgbClr val="E1E1E1">
                    <a:alpha val="4740"/>
                  </a:srgbClr>
                </a:gs>
                <a:gs pos="85714">
                  <a:srgbClr val="E1E1E1">
                    <a:alpha val="1902"/>
                  </a:srgbClr>
                </a:gs>
                <a:gs pos="100000">
                  <a:srgbClr val="E1E1E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2" name="Splat 812"/>
            <p:cNvSpPr>
              <a:spLocks noGrp="1"/>
            </p:cNvSpPr>
            <p:nvPr/>
          </p:nvSpPr>
          <p:spPr>
            <a:xfrm rot="-10516730">
              <a:off x="348182" y="2004960"/>
              <a:ext cx="562168" cy="270770"/>
            </a:xfrm>
            <a:prstGeom prst="ellipse">
              <a:avLst/>
            </a:prstGeom>
            <a:gradFill>
              <a:gsLst>
                <a:gs pos="0">
                  <a:srgbClr val="29302E">
                    <a:alpha val="32968"/>
                  </a:srgbClr>
                </a:gs>
                <a:gs pos="14286">
                  <a:srgbClr val="29302E">
                    <a:alpha val="30764"/>
                  </a:srgbClr>
                </a:gs>
                <a:gs pos="28571">
                  <a:srgbClr val="29302E">
                    <a:alpha val="24833"/>
                  </a:srgbClr>
                </a:gs>
                <a:gs pos="42857">
                  <a:srgbClr val="29302E">
                    <a:alpha val="17075"/>
                  </a:srgbClr>
                </a:gs>
                <a:gs pos="57143">
                  <a:srgbClr val="29302E">
                    <a:alpha val="9855"/>
                  </a:srgbClr>
                </a:gs>
                <a:gs pos="71429">
                  <a:srgbClr val="29302E">
                    <a:alpha val="4740"/>
                  </a:srgbClr>
                </a:gs>
                <a:gs pos="85714">
                  <a:srgbClr val="29302E">
                    <a:alpha val="1902"/>
                  </a:srgbClr>
                </a:gs>
                <a:gs pos="100000">
                  <a:srgbClr val="29302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3" name="Splat 813"/>
            <p:cNvSpPr>
              <a:spLocks noGrp="1"/>
            </p:cNvSpPr>
            <p:nvPr/>
          </p:nvSpPr>
          <p:spPr>
            <a:xfrm rot="4263871">
              <a:off x="434961" y="1322416"/>
              <a:ext cx="609290" cy="336371"/>
            </a:xfrm>
            <a:prstGeom prst="ellipse">
              <a:avLst/>
            </a:prstGeom>
            <a:gradFill>
              <a:gsLst>
                <a:gs pos="0">
                  <a:srgbClr val="000300">
                    <a:alpha val="28561"/>
                  </a:srgbClr>
                </a:gs>
                <a:gs pos="14286">
                  <a:srgbClr val="000300">
                    <a:alpha val="26591"/>
                  </a:srgbClr>
                </a:gs>
                <a:gs pos="28571">
                  <a:srgbClr val="000300">
                    <a:alpha val="21339"/>
                  </a:srgbClr>
                </a:gs>
                <a:gs pos="42857">
                  <a:srgbClr val="000300">
                    <a:alpha val="14567"/>
                  </a:srgbClr>
                </a:gs>
                <a:gs pos="57143">
                  <a:srgbClr val="000300">
                    <a:alpha val="8354"/>
                  </a:srgbClr>
                </a:gs>
                <a:gs pos="71429">
                  <a:srgbClr val="000300">
                    <a:alpha val="4001"/>
                  </a:srgbClr>
                </a:gs>
                <a:gs pos="85714">
                  <a:srgbClr val="000300">
                    <a:alpha val="1602"/>
                  </a:srgbClr>
                </a:gs>
                <a:gs pos="100000">
                  <a:srgbClr val="000300">
                    <a:alpha val="5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4" name="Splat 814"/>
            <p:cNvSpPr>
              <a:spLocks noGrp="1"/>
            </p:cNvSpPr>
            <p:nvPr/>
          </p:nvSpPr>
          <p:spPr>
            <a:xfrm rot="5609379">
              <a:off x="1658810" y="1148393"/>
              <a:ext cx="345517" cy="6174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5" name="Splat 815"/>
            <p:cNvSpPr>
              <a:spLocks noGrp="1"/>
            </p:cNvSpPr>
            <p:nvPr/>
          </p:nvSpPr>
          <p:spPr>
            <a:xfrm rot="7578717">
              <a:off x="905564" y="632190"/>
              <a:ext cx="633614" cy="5236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6" name="Splat 816"/>
            <p:cNvSpPr>
              <a:spLocks noGrp="1"/>
            </p:cNvSpPr>
            <p:nvPr/>
          </p:nvSpPr>
          <p:spPr>
            <a:xfrm rot="10265857">
              <a:off x="-217898" y="3392983"/>
              <a:ext cx="606009" cy="487426"/>
            </a:xfrm>
            <a:prstGeom prst="ellipse">
              <a:avLst/>
            </a:prstGeom>
            <a:gradFill>
              <a:gsLst>
                <a:gs pos="0">
                  <a:srgbClr val="00000E">
                    <a:alpha val="32968"/>
                  </a:srgbClr>
                </a:gs>
                <a:gs pos="14286">
                  <a:srgbClr val="00000E">
                    <a:alpha val="30764"/>
                  </a:srgbClr>
                </a:gs>
                <a:gs pos="28571">
                  <a:srgbClr val="00000E">
                    <a:alpha val="24833"/>
                  </a:srgbClr>
                </a:gs>
                <a:gs pos="42857">
                  <a:srgbClr val="00000E">
                    <a:alpha val="17075"/>
                  </a:srgbClr>
                </a:gs>
                <a:gs pos="57143">
                  <a:srgbClr val="00000E">
                    <a:alpha val="9855"/>
                  </a:srgbClr>
                </a:gs>
                <a:gs pos="71429">
                  <a:srgbClr val="00000E">
                    <a:alpha val="4740"/>
                  </a:srgbClr>
                </a:gs>
                <a:gs pos="85714">
                  <a:srgbClr val="00000E">
                    <a:alpha val="1902"/>
                  </a:srgbClr>
                </a:gs>
                <a:gs pos="100000">
                  <a:srgbClr val="0000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7" name="Splat 817"/>
            <p:cNvSpPr>
              <a:spLocks noGrp="1"/>
            </p:cNvSpPr>
            <p:nvPr/>
          </p:nvSpPr>
          <p:spPr>
            <a:xfrm rot="9441654">
              <a:off x="408489" y="915859"/>
              <a:ext cx="584833" cy="370355"/>
            </a:xfrm>
            <a:prstGeom prst="ellipse">
              <a:avLst/>
            </a:prstGeom>
            <a:gradFill>
              <a:gsLst>
                <a:gs pos="0">
                  <a:srgbClr val="040000">
                    <a:alpha val="32968"/>
                  </a:srgbClr>
                </a:gs>
                <a:gs pos="14286">
                  <a:srgbClr val="040000">
                    <a:alpha val="30764"/>
                  </a:srgbClr>
                </a:gs>
                <a:gs pos="28571">
                  <a:srgbClr val="040000">
                    <a:alpha val="24833"/>
                  </a:srgbClr>
                </a:gs>
                <a:gs pos="42857">
                  <a:srgbClr val="040000">
                    <a:alpha val="17075"/>
                  </a:srgbClr>
                </a:gs>
                <a:gs pos="57143">
                  <a:srgbClr val="040000">
                    <a:alpha val="9855"/>
                  </a:srgbClr>
                </a:gs>
                <a:gs pos="71429">
                  <a:srgbClr val="040000">
                    <a:alpha val="4740"/>
                  </a:srgbClr>
                </a:gs>
                <a:gs pos="85714">
                  <a:srgbClr val="040000">
                    <a:alpha val="1902"/>
                  </a:srgbClr>
                </a:gs>
                <a:gs pos="100000">
                  <a:srgbClr val="04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8" name="Splat 818"/>
            <p:cNvSpPr>
              <a:spLocks noGrp="1"/>
            </p:cNvSpPr>
            <p:nvPr/>
          </p:nvSpPr>
          <p:spPr>
            <a:xfrm rot="5414684">
              <a:off x="296312" y="1510466"/>
              <a:ext cx="542906" cy="501185"/>
            </a:xfrm>
            <a:prstGeom prst="ellipse">
              <a:avLst/>
            </a:prstGeom>
            <a:gradFill>
              <a:gsLst>
                <a:gs pos="0">
                  <a:srgbClr val="30332E">
                    <a:alpha val="32369"/>
                  </a:srgbClr>
                </a:gs>
                <a:gs pos="14286">
                  <a:srgbClr val="30332E">
                    <a:alpha val="30195"/>
                  </a:srgbClr>
                </a:gs>
                <a:gs pos="28571">
                  <a:srgbClr val="30332E">
                    <a:alpha val="24354"/>
                  </a:srgbClr>
                </a:gs>
                <a:gs pos="42857">
                  <a:srgbClr val="30332E">
                    <a:alpha val="16729"/>
                  </a:srgbClr>
                </a:gs>
                <a:gs pos="57143">
                  <a:srgbClr val="30332E">
                    <a:alpha val="9647"/>
                  </a:srgbClr>
                </a:gs>
                <a:gs pos="71429">
                  <a:srgbClr val="30332E">
                    <a:alpha val="4637"/>
                  </a:srgbClr>
                </a:gs>
                <a:gs pos="85714">
                  <a:srgbClr val="30332E">
                    <a:alpha val="1860"/>
                  </a:srgbClr>
                </a:gs>
                <a:gs pos="100000">
                  <a:srgbClr val="30332E">
                    <a:alpha val="62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9" name="Splat 819"/>
            <p:cNvSpPr>
              <a:spLocks noGrp="1"/>
            </p:cNvSpPr>
            <p:nvPr/>
          </p:nvSpPr>
          <p:spPr>
            <a:xfrm rot="7865321">
              <a:off x="1032469" y="1469843"/>
              <a:ext cx="550090" cy="155296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0" name="Splat 820"/>
            <p:cNvSpPr>
              <a:spLocks noGrp="1"/>
            </p:cNvSpPr>
            <p:nvPr/>
          </p:nvSpPr>
          <p:spPr>
            <a:xfrm rot="3896442">
              <a:off x="703403" y="1829529"/>
              <a:ext cx="464900" cy="11783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1" name="Splat 821"/>
            <p:cNvSpPr>
              <a:spLocks noGrp="1"/>
            </p:cNvSpPr>
            <p:nvPr/>
          </p:nvSpPr>
          <p:spPr>
            <a:xfrm rot="3326327">
              <a:off x="177750" y="2610995"/>
              <a:ext cx="509323" cy="452776"/>
            </a:xfrm>
            <a:prstGeom prst="ellipse">
              <a:avLst/>
            </a:prstGeom>
            <a:gradFill>
              <a:gsLst>
                <a:gs pos="0">
                  <a:srgbClr val="0D0709">
                    <a:alpha val="32968"/>
                  </a:srgbClr>
                </a:gs>
                <a:gs pos="14286">
                  <a:srgbClr val="0D0709">
                    <a:alpha val="30764"/>
                  </a:srgbClr>
                </a:gs>
                <a:gs pos="28571">
                  <a:srgbClr val="0D0709">
                    <a:alpha val="24833"/>
                  </a:srgbClr>
                </a:gs>
                <a:gs pos="42857">
                  <a:srgbClr val="0D0709">
                    <a:alpha val="17075"/>
                  </a:srgbClr>
                </a:gs>
                <a:gs pos="57143">
                  <a:srgbClr val="0D0709">
                    <a:alpha val="9855"/>
                  </a:srgbClr>
                </a:gs>
                <a:gs pos="71429">
                  <a:srgbClr val="0D0709">
                    <a:alpha val="4740"/>
                  </a:srgbClr>
                </a:gs>
                <a:gs pos="85714">
                  <a:srgbClr val="0D0709">
                    <a:alpha val="1902"/>
                  </a:srgbClr>
                </a:gs>
                <a:gs pos="100000">
                  <a:srgbClr val="0D070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2" name="Splat 822"/>
            <p:cNvSpPr>
              <a:spLocks noGrp="1"/>
            </p:cNvSpPr>
            <p:nvPr/>
          </p:nvSpPr>
          <p:spPr>
            <a:xfrm rot="4416443">
              <a:off x="601989" y="1282509"/>
              <a:ext cx="584576" cy="209245"/>
            </a:xfrm>
            <a:prstGeom prst="ellipse">
              <a:avLst/>
            </a:prstGeom>
            <a:gradFill>
              <a:gsLst>
                <a:gs pos="0">
                  <a:srgbClr val="020A01">
                    <a:alpha val="31344"/>
                  </a:srgbClr>
                </a:gs>
                <a:gs pos="14286">
                  <a:srgbClr val="020A01">
                    <a:alpha val="29223"/>
                  </a:srgbClr>
                </a:gs>
                <a:gs pos="28571">
                  <a:srgbClr val="020A01">
                    <a:alpha val="23538"/>
                  </a:srgbClr>
                </a:gs>
                <a:gs pos="42857">
                  <a:srgbClr val="020A01">
                    <a:alpha val="16141"/>
                  </a:srgbClr>
                </a:gs>
                <a:gs pos="57143">
                  <a:srgbClr val="020A01">
                    <a:alpha val="9293"/>
                  </a:srgbClr>
                </a:gs>
                <a:gs pos="71429">
                  <a:srgbClr val="020A01">
                    <a:alpha val="4463"/>
                  </a:srgbClr>
                </a:gs>
                <a:gs pos="85714">
                  <a:srgbClr val="020A01">
                    <a:alpha val="1789"/>
                  </a:srgbClr>
                </a:gs>
                <a:gs pos="100000">
                  <a:srgbClr val="020A01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3" name="Splat 823"/>
            <p:cNvSpPr>
              <a:spLocks noGrp="1"/>
            </p:cNvSpPr>
            <p:nvPr/>
          </p:nvSpPr>
          <p:spPr>
            <a:xfrm rot="2810911">
              <a:off x="238827" y="2770123"/>
              <a:ext cx="499062" cy="464222"/>
            </a:xfrm>
            <a:prstGeom prst="ellipse">
              <a:avLst/>
            </a:prstGeom>
            <a:gradFill>
              <a:gsLst>
                <a:gs pos="0">
                  <a:srgbClr val="050908">
                    <a:alpha val="20126"/>
                  </a:srgbClr>
                </a:gs>
                <a:gs pos="14286">
                  <a:srgbClr val="050908">
                    <a:alpha val="18661"/>
                  </a:srgbClr>
                </a:gs>
                <a:gs pos="28571">
                  <a:srgbClr val="050908">
                    <a:alpha val="14817"/>
                  </a:srgbClr>
                </a:gs>
                <a:gs pos="42857">
                  <a:srgbClr val="050908">
                    <a:alpha val="9985"/>
                  </a:srgbClr>
                </a:gs>
                <a:gs pos="57143">
                  <a:srgbClr val="050908">
                    <a:alpha val="5662"/>
                  </a:srgbClr>
                </a:gs>
                <a:gs pos="71429">
                  <a:srgbClr val="050908">
                    <a:alpha val="2691"/>
                  </a:srgbClr>
                </a:gs>
                <a:gs pos="85714">
                  <a:srgbClr val="050908">
                    <a:alpha val="1073"/>
                  </a:srgbClr>
                </a:gs>
                <a:gs pos="100000">
                  <a:srgbClr val="050908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4" name="Splat 824"/>
            <p:cNvSpPr>
              <a:spLocks noGrp="1"/>
            </p:cNvSpPr>
            <p:nvPr/>
          </p:nvSpPr>
          <p:spPr>
            <a:xfrm rot="4218213">
              <a:off x="-320145" y="3358300"/>
              <a:ext cx="661802" cy="483132"/>
            </a:xfrm>
            <a:prstGeom prst="ellipse">
              <a:avLst/>
            </a:prstGeom>
            <a:gradFill>
              <a:gsLst>
                <a:gs pos="0">
                  <a:srgbClr val="000013">
                    <a:alpha val="32968"/>
                  </a:srgbClr>
                </a:gs>
                <a:gs pos="14286">
                  <a:srgbClr val="000013">
                    <a:alpha val="30764"/>
                  </a:srgbClr>
                </a:gs>
                <a:gs pos="28571">
                  <a:srgbClr val="000013">
                    <a:alpha val="24833"/>
                  </a:srgbClr>
                </a:gs>
                <a:gs pos="42857">
                  <a:srgbClr val="000013">
                    <a:alpha val="17075"/>
                  </a:srgbClr>
                </a:gs>
                <a:gs pos="57143">
                  <a:srgbClr val="000013">
                    <a:alpha val="9855"/>
                  </a:srgbClr>
                </a:gs>
                <a:gs pos="71429">
                  <a:srgbClr val="000013">
                    <a:alpha val="4740"/>
                  </a:srgbClr>
                </a:gs>
                <a:gs pos="85714">
                  <a:srgbClr val="000013">
                    <a:alpha val="1902"/>
                  </a:srgbClr>
                </a:gs>
                <a:gs pos="100000">
                  <a:srgbClr val="0000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5" name="Splat 825"/>
            <p:cNvSpPr>
              <a:spLocks noGrp="1"/>
            </p:cNvSpPr>
            <p:nvPr/>
          </p:nvSpPr>
          <p:spPr>
            <a:xfrm rot="8841772">
              <a:off x="549504" y="645072"/>
              <a:ext cx="425508" cy="235292"/>
            </a:xfrm>
            <a:prstGeom prst="ellipse">
              <a:avLst/>
            </a:prstGeom>
            <a:gradFill>
              <a:gsLst>
                <a:gs pos="0">
                  <a:srgbClr val="A8A9A9">
                    <a:alpha val="20717"/>
                  </a:srgbClr>
                </a:gs>
                <a:gs pos="14286">
                  <a:srgbClr val="A8A9A9">
                    <a:alpha val="19214"/>
                  </a:srgbClr>
                </a:gs>
                <a:gs pos="28571">
                  <a:srgbClr val="A8A9A9">
                    <a:alpha val="15267"/>
                  </a:srgbClr>
                </a:gs>
                <a:gs pos="42857">
                  <a:srgbClr val="A8A9A9">
                    <a:alpha val="10297"/>
                  </a:srgbClr>
                </a:gs>
                <a:gs pos="57143">
                  <a:srgbClr val="A8A9A9">
                    <a:alpha val="5843"/>
                  </a:srgbClr>
                </a:gs>
                <a:gs pos="71429">
                  <a:srgbClr val="A8A9A9">
                    <a:alpha val="2779"/>
                  </a:srgbClr>
                </a:gs>
                <a:gs pos="85714">
                  <a:srgbClr val="A8A9A9">
                    <a:alpha val="1108"/>
                  </a:srgbClr>
                </a:gs>
                <a:gs pos="100000">
                  <a:srgbClr val="A8A9A9">
                    <a:alpha val="3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6" name="Splat 826"/>
            <p:cNvSpPr>
              <a:spLocks noGrp="1"/>
            </p:cNvSpPr>
            <p:nvPr/>
          </p:nvSpPr>
          <p:spPr>
            <a:xfrm rot="7569868">
              <a:off x="1706307" y="3287141"/>
              <a:ext cx="260867" cy="124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7" name="Splat 827"/>
            <p:cNvSpPr>
              <a:spLocks noGrp="1"/>
            </p:cNvSpPr>
            <p:nvPr/>
          </p:nvSpPr>
          <p:spPr>
            <a:xfrm rot="4418845">
              <a:off x="331444" y="1769080"/>
              <a:ext cx="524885" cy="463350"/>
            </a:xfrm>
            <a:prstGeom prst="ellipse">
              <a:avLst/>
            </a:prstGeom>
            <a:gradFill>
              <a:gsLst>
                <a:gs pos="0">
                  <a:srgbClr val="16201D">
                    <a:alpha val="32903"/>
                  </a:srgbClr>
                </a:gs>
                <a:gs pos="14286">
                  <a:srgbClr val="16201D">
                    <a:alpha val="30702"/>
                  </a:srgbClr>
                </a:gs>
                <a:gs pos="28571">
                  <a:srgbClr val="16201D">
                    <a:alpha val="24781"/>
                  </a:srgbClr>
                </a:gs>
                <a:gs pos="42857">
                  <a:srgbClr val="16201D">
                    <a:alpha val="17038"/>
                  </a:srgbClr>
                </a:gs>
                <a:gs pos="57143">
                  <a:srgbClr val="16201D">
                    <a:alpha val="9832"/>
                  </a:srgbClr>
                </a:gs>
                <a:gs pos="71429">
                  <a:srgbClr val="16201D">
                    <a:alpha val="4729"/>
                  </a:srgbClr>
                </a:gs>
                <a:gs pos="85714">
                  <a:srgbClr val="16201D">
                    <a:alpha val="1897"/>
                  </a:srgbClr>
                </a:gs>
                <a:gs pos="100000">
                  <a:srgbClr val="16201D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8" name="Splat 828"/>
            <p:cNvSpPr>
              <a:spLocks noGrp="1"/>
            </p:cNvSpPr>
            <p:nvPr/>
          </p:nvSpPr>
          <p:spPr>
            <a:xfrm rot="7819932">
              <a:off x="760277" y="1743196"/>
              <a:ext cx="521907" cy="435331"/>
            </a:xfrm>
            <a:prstGeom prst="ellipse">
              <a:avLst/>
            </a:prstGeom>
            <a:gradFill>
              <a:gsLst>
                <a:gs pos="0">
                  <a:srgbClr val="000900">
                    <a:alpha val="32968"/>
                  </a:srgbClr>
                </a:gs>
                <a:gs pos="14286">
                  <a:srgbClr val="000900">
                    <a:alpha val="30764"/>
                  </a:srgbClr>
                </a:gs>
                <a:gs pos="28571">
                  <a:srgbClr val="000900">
                    <a:alpha val="24833"/>
                  </a:srgbClr>
                </a:gs>
                <a:gs pos="42857">
                  <a:srgbClr val="000900">
                    <a:alpha val="17075"/>
                  </a:srgbClr>
                </a:gs>
                <a:gs pos="57143">
                  <a:srgbClr val="000900">
                    <a:alpha val="9855"/>
                  </a:srgbClr>
                </a:gs>
                <a:gs pos="71429">
                  <a:srgbClr val="000900">
                    <a:alpha val="4740"/>
                  </a:srgbClr>
                </a:gs>
                <a:gs pos="85714">
                  <a:srgbClr val="000900">
                    <a:alpha val="1902"/>
                  </a:srgbClr>
                </a:gs>
                <a:gs pos="100000">
                  <a:srgbClr val="0009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9" name="Splat 829"/>
            <p:cNvSpPr>
              <a:spLocks noGrp="1"/>
            </p:cNvSpPr>
            <p:nvPr/>
          </p:nvSpPr>
          <p:spPr>
            <a:xfrm rot="5470966">
              <a:off x="-343887" y="2776595"/>
              <a:ext cx="687775" cy="268250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0" name="Splat 830"/>
            <p:cNvSpPr>
              <a:spLocks noGrp="1"/>
            </p:cNvSpPr>
            <p:nvPr/>
          </p:nvSpPr>
          <p:spPr>
            <a:xfrm rot="10665467">
              <a:off x="-226522" y="1193248"/>
              <a:ext cx="568452" cy="131664"/>
            </a:xfrm>
            <a:prstGeom prst="ellipse">
              <a:avLst/>
            </a:prstGeom>
            <a:gradFill>
              <a:gsLst>
                <a:gs pos="0">
                  <a:srgbClr val="FFFFFF">
                    <a:alpha val="30094"/>
                  </a:srgbClr>
                </a:gs>
                <a:gs pos="14286">
                  <a:srgbClr val="FFFFFF">
                    <a:alpha val="28040"/>
                  </a:srgbClr>
                </a:gs>
                <a:gs pos="28571">
                  <a:srgbClr val="FFFFFF">
                    <a:alpha val="22547"/>
                  </a:srgbClr>
                </a:gs>
                <a:gs pos="42857">
                  <a:srgbClr val="FFFFFF">
                    <a:alpha val="15429"/>
                  </a:srgbClr>
                </a:gs>
                <a:gs pos="57143">
                  <a:srgbClr val="FFFFFF">
                    <a:alpha val="8868"/>
                  </a:srgbClr>
                </a:gs>
                <a:gs pos="71429">
                  <a:srgbClr val="FFFFFF">
                    <a:alpha val="4254"/>
                  </a:srgbClr>
                </a:gs>
                <a:gs pos="85714">
                  <a:srgbClr val="FFFFFF">
                    <a:alpha val="1704"/>
                  </a:srgbClr>
                </a:gs>
                <a:gs pos="100000">
                  <a:srgbClr val="FFFFFF">
                    <a:alpha val="5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1" name="Splat 831"/>
            <p:cNvSpPr>
              <a:spLocks noGrp="1"/>
            </p:cNvSpPr>
            <p:nvPr/>
          </p:nvSpPr>
          <p:spPr>
            <a:xfrm rot="-9868888">
              <a:off x="55814" y="2471210"/>
              <a:ext cx="459368" cy="358376"/>
            </a:xfrm>
            <a:prstGeom prst="ellipse">
              <a:avLst/>
            </a:prstGeom>
            <a:gradFill>
              <a:gsLst>
                <a:gs pos="0">
                  <a:srgbClr val="010003">
                    <a:alpha val="32968"/>
                  </a:srgbClr>
                </a:gs>
                <a:gs pos="14286">
                  <a:srgbClr val="010003">
                    <a:alpha val="30764"/>
                  </a:srgbClr>
                </a:gs>
                <a:gs pos="28571">
                  <a:srgbClr val="010003">
                    <a:alpha val="24833"/>
                  </a:srgbClr>
                </a:gs>
                <a:gs pos="42857">
                  <a:srgbClr val="010003">
                    <a:alpha val="17075"/>
                  </a:srgbClr>
                </a:gs>
                <a:gs pos="57143">
                  <a:srgbClr val="010003">
                    <a:alpha val="9855"/>
                  </a:srgbClr>
                </a:gs>
                <a:gs pos="71429">
                  <a:srgbClr val="010003">
                    <a:alpha val="4740"/>
                  </a:srgbClr>
                </a:gs>
                <a:gs pos="85714">
                  <a:srgbClr val="010003">
                    <a:alpha val="1902"/>
                  </a:srgbClr>
                </a:gs>
                <a:gs pos="100000">
                  <a:srgbClr val="01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2" name="Splat 832"/>
            <p:cNvSpPr>
              <a:spLocks noGrp="1"/>
            </p:cNvSpPr>
            <p:nvPr/>
          </p:nvSpPr>
          <p:spPr>
            <a:xfrm rot="8107932">
              <a:off x="819828" y="757958"/>
              <a:ext cx="675272" cy="339059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3" name="Splat 833"/>
            <p:cNvSpPr>
              <a:spLocks noGrp="1"/>
            </p:cNvSpPr>
            <p:nvPr/>
          </p:nvSpPr>
          <p:spPr>
            <a:xfrm rot="-10184608">
              <a:off x="41671" y="3013744"/>
              <a:ext cx="536764" cy="497828"/>
            </a:xfrm>
            <a:prstGeom prst="ellipse">
              <a:avLst/>
            </a:prstGeom>
            <a:gradFill>
              <a:gsLst>
                <a:gs pos="0">
                  <a:srgbClr val="0A0E0E">
                    <a:alpha val="32897"/>
                  </a:srgbClr>
                </a:gs>
                <a:gs pos="14286">
                  <a:srgbClr val="0A0E0E">
                    <a:alpha val="30697"/>
                  </a:srgbClr>
                </a:gs>
                <a:gs pos="28571">
                  <a:srgbClr val="0A0E0E">
                    <a:alpha val="24776"/>
                  </a:srgbClr>
                </a:gs>
                <a:gs pos="42857">
                  <a:srgbClr val="0A0E0E">
                    <a:alpha val="17034"/>
                  </a:srgbClr>
                </a:gs>
                <a:gs pos="57143">
                  <a:srgbClr val="0A0E0E">
                    <a:alpha val="9830"/>
                  </a:srgbClr>
                </a:gs>
                <a:gs pos="71429">
                  <a:srgbClr val="0A0E0E">
                    <a:alpha val="4728"/>
                  </a:srgbClr>
                </a:gs>
                <a:gs pos="85714">
                  <a:srgbClr val="0A0E0E">
                    <a:alpha val="1897"/>
                  </a:srgbClr>
                </a:gs>
                <a:gs pos="100000">
                  <a:srgbClr val="0A0E0E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4" name="Splat 834"/>
            <p:cNvSpPr>
              <a:spLocks noGrp="1"/>
            </p:cNvSpPr>
            <p:nvPr/>
          </p:nvSpPr>
          <p:spPr>
            <a:xfrm rot="-9620166">
              <a:off x="-163163" y="2566504"/>
              <a:ext cx="615037" cy="506014"/>
            </a:xfrm>
            <a:prstGeom prst="ellipse">
              <a:avLst/>
            </a:prstGeom>
            <a:gradFill>
              <a:gsLst>
                <a:gs pos="0">
                  <a:srgbClr val="353737">
                    <a:alpha val="32506"/>
                  </a:srgbClr>
                </a:gs>
                <a:gs pos="14286">
                  <a:srgbClr val="353737">
                    <a:alpha val="30325"/>
                  </a:srgbClr>
                </a:gs>
                <a:gs pos="28571">
                  <a:srgbClr val="353737">
                    <a:alpha val="24464"/>
                  </a:srgbClr>
                </a:gs>
                <a:gs pos="42857">
                  <a:srgbClr val="353737">
                    <a:alpha val="16808"/>
                  </a:srgbClr>
                </a:gs>
                <a:gs pos="57143">
                  <a:srgbClr val="353737">
                    <a:alpha val="9694"/>
                  </a:srgbClr>
                </a:gs>
                <a:gs pos="71429">
                  <a:srgbClr val="353737">
                    <a:alpha val="4661"/>
                  </a:srgbClr>
                </a:gs>
                <a:gs pos="85714">
                  <a:srgbClr val="353737">
                    <a:alpha val="1870"/>
                  </a:srgbClr>
                </a:gs>
                <a:gs pos="100000">
                  <a:srgbClr val="353737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5" name="Splat 835"/>
            <p:cNvSpPr>
              <a:spLocks noGrp="1"/>
            </p:cNvSpPr>
            <p:nvPr/>
          </p:nvSpPr>
          <p:spPr>
            <a:xfrm rot="10201463">
              <a:off x="83623" y="3227671"/>
              <a:ext cx="450308" cy="414043"/>
            </a:xfrm>
            <a:prstGeom prst="ellipse">
              <a:avLst/>
            </a:prstGeom>
            <a:gradFill>
              <a:gsLst>
                <a:gs pos="0">
                  <a:srgbClr val="020D0C">
                    <a:alpha val="32893"/>
                  </a:srgbClr>
                </a:gs>
                <a:gs pos="14286">
                  <a:srgbClr val="020D0C">
                    <a:alpha val="30693"/>
                  </a:srgbClr>
                </a:gs>
                <a:gs pos="28571">
                  <a:srgbClr val="020D0C">
                    <a:alpha val="24773"/>
                  </a:srgbClr>
                </a:gs>
                <a:gs pos="42857">
                  <a:srgbClr val="020D0C">
                    <a:alpha val="17032"/>
                  </a:srgbClr>
                </a:gs>
                <a:gs pos="57143">
                  <a:srgbClr val="020D0C">
                    <a:alpha val="9829"/>
                  </a:srgbClr>
                </a:gs>
                <a:gs pos="71429">
                  <a:srgbClr val="020D0C">
                    <a:alpha val="4727"/>
                  </a:srgbClr>
                </a:gs>
                <a:gs pos="85714">
                  <a:srgbClr val="020D0C">
                    <a:alpha val="1897"/>
                  </a:srgbClr>
                </a:gs>
                <a:gs pos="100000">
                  <a:srgbClr val="020D0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6" name="Splat 836"/>
            <p:cNvSpPr>
              <a:spLocks noGrp="1"/>
            </p:cNvSpPr>
            <p:nvPr/>
          </p:nvSpPr>
          <p:spPr>
            <a:xfrm rot="5318332">
              <a:off x="-328206" y="3205406"/>
              <a:ext cx="656412" cy="216459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7" name="Splat 837"/>
            <p:cNvSpPr>
              <a:spLocks noGrp="1"/>
            </p:cNvSpPr>
            <p:nvPr/>
          </p:nvSpPr>
          <p:spPr>
            <a:xfrm rot="6334568">
              <a:off x="179048" y="3327460"/>
              <a:ext cx="555846" cy="476598"/>
            </a:xfrm>
            <a:prstGeom prst="ellipse">
              <a:avLst/>
            </a:prstGeom>
            <a:gradFill>
              <a:gsLst>
                <a:gs pos="0">
                  <a:srgbClr val="191419">
                    <a:alpha val="32708"/>
                  </a:srgbClr>
                </a:gs>
                <a:gs pos="14286">
                  <a:srgbClr val="191419">
                    <a:alpha val="30517"/>
                  </a:srgbClr>
                </a:gs>
                <a:gs pos="28571">
                  <a:srgbClr val="191419">
                    <a:alpha val="24625"/>
                  </a:srgbClr>
                </a:gs>
                <a:gs pos="42857">
                  <a:srgbClr val="191419">
                    <a:alpha val="16925"/>
                  </a:srgbClr>
                </a:gs>
                <a:gs pos="57143">
                  <a:srgbClr val="191419">
                    <a:alpha val="9764"/>
                  </a:srgbClr>
                </a:gs>
                <a:gs pos="71429">
                  <a:srgbClr val="191419">
                    <a:alpha val="4696"/>
                  </a:srgbClr>
                </a:gs>
                <a:gs pos="85714">
                  <a:srgbClr val="191419">
                    <a:alpha val="1884"/>
                  </a:srgbClr>
                </a:gs>
                <a:gs pos="100000">
                  <a:srgbClr val="191419">
                    <a:alpha val="6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8" name="Splat 838"/>
            <p:cNvSpPr>
              <a:spLocks noGrp="1"/>
            </p:cNvSpPr>
            <p:nvPr/>
          </p:nvSpPr>
          <p:spPr>
            <a:xfrm rot="-8926158">
              <a:off x="65239" y="2568471"/>
              <a:ext cx="482767" cy="432433"/>
            </a:xfrm>
            <a:prstGeom prst="ellipse">
              <a:avLst/>
            </a:prstGeom>
            <a:gradFill>
              <a:gsLst>
                <a:gs pos="0">
                  <a:srgbClr val="0A010B">
                    <a:alpha val="32968"/>
                  </a:srgbClr>
                </a:gs>
                <a:gs pos="14286">
                  <a:srgbClr val="0A010B">
                    <a:alpha val="30764"/>
                  </a:srgbClr>
                </a:gs>
                <a:gs pos="28571">
                  <a:srgbClr val="0A010B">
                    <a:alpha val="24833"/>
                  </a:srgbClr>
                </a:gs>
                <a:gs pos="42857">
                  <a:srgbClr val="0A010B">
                    <a:alpha val="17075"/>
                  </a:srgbClr>
                </a:gs>
                <a:gs pos="57143">
                  <a:srgbClr val="0A010B">
                    <a:alpha val="9855"/>
                  </a:srgbClr>
                </a:gs>
                <a:gs pos="71429">
                  <a:srgbClr val="0A010B">
                    <a:alpha val="4740"/>
                  </a:srgbClr>
                </a:gs>
                <a:gs pos="85714">
                  <a:srgbClr val="0A010B">
                    <a:alpha val="1902"/>
                  </a:srgbClr>
                </a:gs>
                <a:gs pos="100000">
                  <a:srgbClr val="0A01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9" name="Splat 839"/>
            <p:cNvSpPr>
              <a:spLocks noGrp="1"/>
            </p:cNvSpPr>
            <p:nvPr/>
          </p:nvSpPr>
          <p:spPr>
            <a:xfrm rot="3101827">
              <a:off x="-265638" y="2937680"/>
              <a:ext cx="606015" cy="521562"/>
            </a:xfrm>
            <a:prstGeom prst="ellipse">
              <a:avLst/>
            </a:prstGeom>
            <a:gradFill>
              <a:gsLst>
                <a:gs pos="0">
                  <a:srgbClr val="000202">
                    <a:alpha val="32968"/>
                  </a:srgbClr>
                </a:gs>
                <a:gs pos="14286">
                  <a:srgbClr val="000202">
                    <a:alpha val="30764"/>
                  </a:srgbClr>
                </a:gs>
                <a:gs pos="28571">
                  <a:srgbClr val="000202">
                    <a:alpha val="24833"/>
                  </a:srgbClr>
                </a:gs>
                <a:gs pos="42857">
                  <a:srgbClr val="000202">
                    <a:alpha val="17075"/>
                  </a:srgbClr>
                </a:gs>
                <a:gs pos="57143">
                  <a:srgbClr val="000202">
                    <a:alpha val="9855"/>
                  </a:srgbClr>
                </a:gs>
                <a:gs pos="71429">
                  <a:srgbClr val="000202">
                    <a:alpha val="4740"/>
                  </a:srgbClr>
                </a:gs>
                <a:gs pos="85714">
                  <a:srgbClr val="000202">
                    <a:alpha val="1902"/>
                  </a:srgbClr>
                </a:gs>
                <a:gs pos="100000">
                  <a:srgbClr val="0002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0" name="Splat 840"/>
            <p:cNvSpPr>
              <a:spLocks noGrp="1"/>
            </p:cNvSpPr>
            <p:nvPr/>
          </p:nvSpPr>
          <p:spPr>
            <a:xfrm rot="9174980">
              <a:off x="-230770" y="3127813"/>
              <a:ext cx="573104" cy="507337"/>
            </a:xfrm>
            <a:prstGeom prst="ellipse">
              <a:avLst/>
            </a:prstGeom>
            <a:gradFill>
              <a:gsLst>
                <a:gs pos="0">
                  <a:srgbClr val="000006">
                    <a:alpha val="32965"/>
                  </a:srgbClr>
                </a:gs>
                <a:gs pos="14286">
                  <a:srgbClr val="000006">
                    <a:alpha val="30761"/>
                  </a:srgbClr>
                </a:gs>
                <a:gs pos="28571">
                  <a:srgbClr val="000006">
                    <a:alpha val="24831"/>
                  </a:srgbClr>
                </a:gs>
                <a:gs pos="42857">
                  <a:srgbClr val="000006">
                    <a:alpha val="17074"/>
                  </a:srgbClr>
                </a:gs>
                <a:gs pos="57143">
                  <a:srgbClr val="000006">
                    <a:alpha val="9854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1" name="Splat 841"/>
            <p:cNvSpPr>
              <a:spLocks noGrp="1"/>
            </p:cNvSpPr>
            <p:nvPr/>
          </p:nvSpPr>
          <p:spPr>
            <a:xfrm rot="4265461">
              <a:off x="-293086" y="3316416"/>
              <a:ext cx="638770" cy="505415"/>
            </a:xfrm>
            <a:prstGeom prst="ellipse">
              <a:avLst/>
            </a:prstGeom>
            <a:gradFill>
              <a:gsLst>
                <a:gs pos="0">
                  <a:srgbClr val="040015">
                    <a:alpha val="32968"/>
                  </a:srgbClr>
                </a:gs>
                <a:gs pos="14286">
                  <a:srgbClr val="040015">
                    <a:alpha val="30764"/>
                  </a:srgbClr>
                </a:gs>
                <a:gs pos="28571">
                  <a:srgbClr val="040015">
                    <a:alpha val="24833"/>
                  </a:srgbClr>
                </a:gs>
                <a:gs pos="42857">
                  <a:srgbClr val="040015">
                    <a:alpha val="17075"/>
                  </a:srgbClr>
                </a:gs>
                <a:gs pos="57143">
                  <a:srgbClr val="040015">
                    <a:alpha val="9855"/>
                  </a:srgbClr>
                </a:gs>
                <a:gs pos="71429">
                  <a:srgbClr val="040015">
                    <a:alpha val="4740"/>
                  </a:srgbClr>
                </a:gs>
                <a:gs pos="85714">
                  <a:srgbClr val="040015">
                    <a:alpha val="1902"/>
                  </a:srgbClr>
                </a:gs>
                <a:gs pos="100000">
                  <a:srgbClr val="04001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2" name="Splat 842"/>
            <p:cNvSpPr>
              <a:spLocks noGrp="1"/>
            </p:cNvSpPr>
            <p:nvPr/>
          </p:nvSpPr>
          <p:spPr>
            <a:xfrm rot="8038432">
              <a:off x="-32882" y="3344212"/>
              <a:ext cx="535904" cy="473056"/>
            </a:xfrm>
            <a:prstGeom prst="ellipse">
              <a:avLst/>
            </a:prstGeom>
            <a:gradFill>
              <a:gsLst>
                <a:gs pos="0">
                  <a:srgbClr val="01000B">
                    <a:alpha val="32968"/>
                  </a:srgbClr>
                </a:gs>
                <a:gs pos="14286">
                  <a:srgbClr val="01000B">
                    <a:alpha val="30764"/>
                  </a:srgbClr>
                </a:gs>
                <a:gs pos="28571">
                  <a:srgbClr val="01000B">
                    <a:alpha val="24833"/>
                  </a:srgbClr>
                </a:gs>
                <a:gs pos="42857">
                  <a:srgbClr val="01000B">
                    <a:alpha val="17075"/>
                  </a:srgbClr>
                </a:gs>
                <a:gs pos="57143">
                  <a:srgbClr val="01000B">
                    <a:alpha val="9855"/>
                  </a:srgbClr>
                </a:gs>
                <a:gs pos="71429">
                  <a:srgbClr val="01000B">
                    <a:alpha val="4740"/>
                  </a:srgbClr>
                </a:gs>
                <a:gs pos="85714">
                  <a:srgbClr val="01000B">
                    <a:alpha val="1902"/>
                  </a:srgbClr>
                </a:gs>
                <a:gs pos="100000">
                  <a:srgbClr val="0100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3" name="Splat 843"/>
            <p:cNvSpPr>
              <a:spLocks noGrp="1"/>
            </p:cNvSpPr>
            <p:nvPr/>
          </p:nvSpPr>
          <p:spPr>
            <a:xfrm rot="9752545">
              <a:off x="-19328" y="3349113"/>
              <a:ext cx="519918" cy="503557"/>
            </a:xfrm>
            <a:prstGeom prst="ellipse">
              <a:avLst/>
            </a:prstGeom>
            <a:gradFill>
              <a:gsLst>
                <a:gs pos="0">
                  <a:srgbClr val="03000A">
                    <a:alpha val="32968"/>
                  </a:srgbClr>
                </a:gs>
                <a:gs pos="14286">
                  <a:srgbClr val="03000A">
                    <a:alpha val="30764"/>
                  </a:srgbClr>
                </a:gs>
                <a:gs pos="28571">
                  <a:srgbClr val="03000A">
                    <a:alpha val="24833"/>
                  </a:srgbClr>
                </a:gs>
                <a:gs pos="42857">
                  <a:srgbClr val="03000A">
                    <a:alpha val="17075"/>
                  </a:srgbClr>
                </a:gs>
                <a:gs pos="57143">
                  <a:srgbClr val="03000A">
                    <a:alpha val="9855"/>
                  </a:srgbClr>
                </a:gs>
                <a:gs pos="71429">
                  <a:srgbClr val="03000A">
                    <a:alpha val="4740"/>
                  </a:srgbClr>
                </a:gs>
                <a:gs pos="85714">
                  <a:srgbClr val="03000A">
                    <a:alpha val="1902"/>
                  </a:srgbClr>
                </a:gs>
                <a:gs pos="100000">
                  <a:srgbClr val="03000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4" name="Splat 844"/>
            <p:cNvSpPr>
              <a:spLocks noGrp="1"/>
            </p:cNvSpPr>
            <p:nvPr/>
          </p:nvSpPr>
          <p:spPr>
            <a:xfrm rot="-10720553">
              <a:off x="51635" y="3538152"/>
              <a:ext cx="618548" cy="219847"/>
            </a:xfrm>
            <a:prstGeom prst="ellipse">
              <a:avLst/>
            </a:prstGeom>
            <a:gradFill>
              <a:gsLst>
                <a:gs pos="0">
                  <a:srgbClr val="000006">
                    <a:alpha val="32968"/>
                  </a:srgbClr>
                </a:gs>
                <a:gs pos="14286">
                  <a:srgbClr val="000006">
                    <a:alpha val="30764"/>
                  </a:srgbClr>
                </a:gs>
                <a:gs pos="28571">
                  <a:srgbClr val="000006">
                    <a:alpha val="24833"/>
                  </a:srgbClr>
                </a:gs>
                <a:gs pos="42857">
                  <a:srgbClr val="000006">
                    <a:alpha val="17075"/>
                  </a:srgbClr>
                </a:gs>
                <a:gs pos="57143">
                  <a:srgbClr val="000006">
                    <a:alpha val="9855"/>
                  </a:srgbClr>
                </a:gs>
                <a:gs pos="71429">
                  <a:srgbClr val="000006">
                    <a:alpha val="4740"/>
                  </a:srgbClr>
                </a:gs>
                <a:gs pos="85714">
                  <a:srgbClr val="000006">
                    <a:alpha val="1902"/>
                  </a:srgbClr>
                </a:gs>
                <a:gs pos="100000">
                  <a:srgbClr val="0000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5" name="Splat 845"/>
            <p:cNvSpPr>
              <a:spLocks noGrp="1"/>
            </p:cNvSpPr>
            <p:nvPr/>
          </p:nvSpPr>
          <p:spPr>
            <a:xfrm rot="-8588355">
              <a:off x="808581" y="1615149"/>
              <a:ext cx="462349" cy="370893"/>
            </a:xfrm>
            <a:prstGeom prst="ellipse">
              <a:avLst/>
            </a:prstGeom>
            <a:gradFill>
              <a:gsLst>
                <a:gs pos="0">
                  <a:srgbClr val="0A0A00">
                    <a:alpha val="32820"/>
                  </a:srgbClr>
                </a:gs>
                <a:gs pos="14286">
                  <a:srgbClr val="0A0A00">
                    <a:alpha val="30623"/>
                  </a:srgbClr>
                </a:gs>
                <a:gs pos="28571">
                  <a:srgbClr val="0A0A00">
                    <a:alpha val="24715"/>
                  </a:srgbClr>
                </a:gs>
                <a:gs pos="42857">
                  <a:srgbClr val="0A0A00">
                    <a:alpha val="16990"/>
                  </a:srgbClr>
                </a:gs>
                <a:gs pos="57143">
                  <a:srgbClr val="0A0A00">
                    <a:alpha val="9803"/>
                  </a:srgbClr>
                </a:gs>
                <a:gs pos="71429">
                  <a:srgbClr val="0A0A00">
                    <a:alpha val="4715"/>
                  </a:srgbClr>
                </a:gs>
                <a:gs pos="85714">
                  <a:srgbClr val="0A0A00">
                    <a:alpha val="1892"/>
                  </a:srgbClr>
                </a:gs>
                <a:gs pos="100000">
                  <a:srgbClr val="0A0A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6" name="Splat 846"/>
            <p:cNvSpPr>
              <a:spLocks noGrp="1"/>
            </p:cNvSpPr>
            <p:nvPr/>
          </p:nvSpPr>
          <p:spPr>
            <a:xfrm rot="2803454">
              <a:off x="186456" y="2962607"/>
              <a:ext cx="512829" cy="400523"/>
            </a:xfrm>
            <a:prstGeom prst="ellipse">
              <a:avLst/>
            </a:prstGeom>
            <a:gradFill>
              <a:gsLst>
                <a:gs pos="0">
                  <a:srgbClr val="464B48">
                    <a:alpha val="32936"/>
                  </a:srgbClr>
                </a:gs>
                <a:gs pos="14286">
                  <a:srgbClr val="464B48">
                    <a:alpha val="30734"/>
                  </a:srgbClr>
                </a:gs>
                <a:gs pos="28571">
                  <a:srgbClr val="464B48">
                    <a:alpha val="24808"/>
                  </a:srgbClr>
                </a:gs>
                <a:gs pos="42857">
                  <a:srgbClr val="464B48">
                    <a:alpha val="17057"/>
                  </a:srgbClr>
                </a:gs>
                <a:gs pos="57143">
                  <a:srgbClr val="464B48">
                    <a:alpha val="9844"/>
                  </a:srgbClr>
                </a:gs>
                <a:gs pos="71429">
                  <a:srgbClr val="464B48">
                    <a:alpha val="4735"/>
                  </a:srgbClr>
                </a:gs>
                <a:gs pos="85714">
                  <a:srgbClr val="464B48">
                    <a:alpha val="1900"/>
                  </a:srgbClr>
                </a:gs>
                <a:gs pos="100000">
                  <a:srgbClr val="464B4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7" name="Splat 847"/>
            <p:cNvSpPr>
              <a:spLocks noGrp="1"/>
            </p:cNvSpPr>
            <p:nvPr/>
          </p:nvSpPr>
          <p:spPr>
            <a:xfrm rot="4508427">
              <a:off x="-14824" y="3225157"/>
              <a:ext cx="501609" cy="476913"/>
            </a:xfrm>
            <a:prstGeom prst="ellipse">
              <a:avLst/>
            </a:prstGeom>
            <a:gradFill>
              <a:gsLst>
                <a:gs pos="0">
                  <a:srgbClr val="555557">
                    <a:alpha val="32862"/>
                  </a:srgbClr>
                </a:gs>
                <a:gs pos="14286">
                  <a:srgbClr val="555557">
                    <a:alpha val="30663"/>
                  </a:srgbClr>
                </a:gs>
                <a:gs pos="28571">
                  <a:srgbClr val="555557">
                    <a:alpha val="24748"/>
                  </a:srgbClr>
                </a:gs>
                <a:gs pos="42857">
                  <a:srgbClr val="555557">
                    <a:alpha val="17014"/>
                  </a:srgbClr>
                </a:gs>
                <a:gs pos="57143">
                  <a:srgbClr val="555557">
                    <a:alpha val="9818"/>
                  </a:srgbClr>
                </a:gs>
                <a:gs pos="71429">
                  <a:srgbClr val="555557">
                    <a:alpha val="4722"/>
                  </a:srgbClr>
                </a:gs>
                <a:gs pos="85714">
                  <a:srgbClr val="555557">
                    <a:alpha val="1895"/>
                  </a:srgbClr>
                </a:gs>
                <a:gs pos="100000">
                  <a:srgbClr val="55555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8" name="Splat 848"/>
            <p:cNvSpPr>
              <a:spLocks noGrp="1"/>
            </p:cNvSpPr>
            <p:nvPr/>
          </p:nvSpPr>
          <p:spPr>
            <a:xfrm rot="5844450">
              <a:off x="489354" y="1664517"/>
              <a:ext cx="667648" cy="10886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9" name="Splat 849"/>
            <p:cNvSpPr>
              <a:spLocks noGrp="1"/>
            </p:cNvSpPr>
            <p:nvPr/>
          </p:nvSpPr>
          <p:spPr>
            <a:xfrm rot="-8113394">
              <a:off x="-257507" y="2896123"/>
              <a:ext cx="596488" cy="514587"/>
            </a:xfrm>
            <a:prstGeom prst="ellipse">
              <a:avLst/>
            </a:prstGeom>
            <a:gradFill>
              <a:gsLst>
                <a:gs pos="0">
                  <a:srgbClr val="000603">
                    <a:alpha val="32968"/>
                  </a:srgbClr>
                </a:gs>
                <a:gs pos="14286">
                  <a:srgbClr val="000603">
                    <a:alpha val="30764"/>
                  </a:srgbClr>
                </a:gs>
                <a:gs pos="28571">
                  <a:srgbClr val="000603">
                    <a:alpha val="24833"/>
                  </a:srgbClr>
                </a:gs>
                <a:gs pos="42857">
                  <a:srgbClr val="000603">
                    <a:alpha val="17075"/>
                  </a:srgbClr>
                </a:gs>
                <a:gs pos="57143">
                  <a:srgbClr val="000603">
                    <a:alpha val="9855"/>
                  </a:srgbClr>
                </a:gs>
                <a:gs pos="71429">
                  <a:srgbClr val="000603">
                    <a:alpha val="4740"/>
                  </a:srgbClr>
                </a:gs>
                <a:gs pos="85714">
                  <a:srgbClr val="000603">
                    <a:alpha val="1902"/>
                  </a:srgbClr>
                </a:gs>
                <a:gs pos="100000">
                  <a:srgbClr val="0006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0" name="Splat 850"/>
            <p:cNvSpPr>
              <a:spLocks noGrp="1"/>
            </p:cNvSpPr>
            <p:nvPr/>
          </p:nvSpPr>
          <p:spPr>
            <a:xfrm rot="8974126">
              <a:off x="-249956" y="2768800"/>
              <a:ext cx="608434" cy="499536"/>
            </a:xfrm>
            <a:prstGeom prst="ellipse">
              <a:avLst/>
            </a:prstGeom>
            <a:gradFill>
              <a:gsLst>
                <a:gs pos="0">
                  <a:srgbClr val="000002">
                    <a:alpha val="32968"/>
                  </a:srgbClr>
                </a:gs>
                <a:gs pos="14286">
                  <a:srgbClr val="000002">
                    <a:alpha val="30764"/>
                  </a:srgbClr>
                </a:gs>
                <a:gs pos="28571">
                  <a:srgbClr val="000002">
                    <a:alpha val="24833"/>
                  </a:srgbClr>
                </a:gs>
                <a:gs pos="42857">
                  <a:srgbClr val="000002">
                    <a:alpha val="17075"/>
                  </a:srgbClr>
                </a:gs>
                <a:gs pos="57143">
                  <a:srgbClr val="000002">
                    <a:alpha val="9855"/>
                  </a:srgbClr>
                </a:gs>
                <a:gs pos="71429">
                  <a:srgbClr val="000002">
                    <a:alpha val="4740"/>
                  </a:srgbClr>
                </a:gs>
                <a:gs pos="85714">
                  <a:srgbClr val="000002">
                    <a:alpha val="1902"/>
                  </a:srgbClr>
                </a:gs>
                <a:gs pos="100000">
                  <a:srgbClr val="00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1" name="Splat 851"/>
            <p:cNvSpPr>
              <a:spLocks noGrp="1"/>
            </p:cNvSpPr>
            <p:nvPr/>
          </p:nvSpPr>
          <p:spPr>
            <a:xfrm rot="2907295">
              <a:off x="615481" y="890002"/>
              <a:ext cx="550572" cy="487574"/>
            </a:xfrm>
            <a:prstGeom prst="ellipse">
              <a:avLst/>
            </a:prstGeom>
            <a:gradFill>
              <a:gsLst>
                <a:gs pos="0">
                  <a:srgbClr val="040300">
                    <a:alpha val="30694"/>
                  </a:srgbClr>
                </a:gs>
                <a:gs pos="14286">
                  <a:srgbClr val="040300">
                    <a:alpha val="28608"/>
                  </a:srgbClr>
                </a:gs>
                <a:gs pos="28571">
                  <a:srgbClr val="040300">
                    <a:alpha val="23022"/>
                  </a:srgbClr>
                </a:gs>
                <a:gs pos="42857">
                  <a:srgbClr val="040300">
                    <a:alpha val="15770"/>
                  </a:srgbClr>
                </a:gs>
                <a:gs pos="57143">
                  <a:srgbClr val="040300">
                    <a:alpha val="9071"/>
                  </a:srgbClr>
                </a:gs>
                <a:gs pos="71429">
                  <a:srgbClr val="040300">
                    <a:alpha val="4354"/>
                  </a:srgbClr>
                </a:gs>
                <a:gs pos="85714">
                  <a:srgbClr val="040300">
                    <a:alpha val="1745"/>
                  </a:srgbClr>
                </a:gs>
                <a:gs pos="100000">
                  <a:srgbClr val="040300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2" name="Splat 852"/>
            <p:cNvSpPr>
              <a:spLocks noGrp="1"/>
            </p:cNvSpPr>
            <p:nvPr/>
          </p:nvSpPr>
          <p:spPr>
            <a:xfrm rot="5233558">
              <a:off x="152266" y="3342292"/>
              <a:ext cx="521459" cy="438144"/>
            </a:xfrm>
            <a:prstGeom prst="ellipse">
              <a:avLst/>
            </a:prstGeom>
            <a:gradFill>
              <a:gsLst>
                <a:gs pos="0">
                  <a:srgbClr val="08161D">
                    <a:alpha val="23514"/>
                  </a:srgbClr>
                </a:gs>
                <a:gs pos="14286">
                  <a:srgbClr val="08161D">
                    <a:alpha val="21837"/>
                  </a:srgbClr>
                </a:gs>
                <a:gs pos="28571">
                  <a:srgbClr val="08161D">
                    <a:alpha val="17412"/>
                  </a:srgbClr>
                </a:gs>
                <a:gs pos="42857">
                  <a:srgbClr val="08161D">
                    <a:alpha val="11792"/>
                  </a:srgbClr>
                </a:gs>
                <a:gs pos="57143">
                  <a:srgbClr val="08161D">
                    <a:alpha val="6717"/>
                  </a:srgbClr>
                </a:gs>
                <a:gs pos="71429">
                  <a:srgbClr val="08161D">
                    <a:alpha val="3202"/>
                  </a:srgbClr>
                </a:gs>
                <a:gs pos="85714">
                  <a:srgbClr val="08161D">
                    <a:alpha val="1279"/>
                  </a:srgbClr>
                </a:gs>
                <a:gs pos="100000">
                  <a:srgbClr val="08161D">
                    <a:alpha val="4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3" name="Splat 853"/>
            <p:cNvSpPr>
              <a:spLocks noGrp="1"/>
            </p:cNvSpPr>
            <p:nvPr/>
          </p:nvSpPr>
          <p:spPr>
            <a:xfrm rot="-9464479">
              <a:off x="27593" y="2688220"/>
              <a:ext cx="530333" cy="475291"/>
            </a:xfrm>
            <a:prstGeom prst="ellipse">
              <a:avLst/>
            </a:prstGeom>
            <a:gradFill>
              <a:gsLst>
                <a:gs pos="0">
                  <a:srgbClr val="26292A">
                    <a:alpha val="30687"/>
                  </a:srgbClr>
                </a:gs>
                <a:gs pos="14286">
                  <a:srgbClr val="26292A">
                    <a:alpha val="28601"/>
                  </a:srgbClr>
                </a:gs>
                <a:gs pos="28571">
                  <a:srgbClr val="26292A">
                    <a:alpha val="23016"/>
                  </a:srgbClr>
                </a:gs>
                <a:gs pos="42857">
                  <a:srgbClr val="26292A">
                    <a:alpha val="15766"/>
                  </a:srgbClr>
                </a:gs>
                <a:gs pos="57143">
                  <a:srgbClr val="26292A">
                    <a:alpha val="9069"/>
                  </a:srgbClr>
                </a:gs>
                <a:gs pos="71429">
                  <a:srgbClr val="26292A">
                    <a:alpha val="4353"/>
                  </a:srgbClr>
                </a:gs>
                <a:gs pos="85714">
                  <a:srgbClr val="26292A">
                    <a:alpha val="1744"/>
                  </a:srgbClr>
                </a:gs>
                <a:gs pos="100000">
                  <a:srgbClr val="26292A">
                    <a:alpha val="5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4" name="Splat 854"/>
            <p:cNvSpPr>
              <a:spLocks noGrp="1"/>
            </p:cNvSpPr>
            <p:nvPr/>
          </p:nvSpPr>
          <p:spPr>
            <a:xfrm rot="7893058">
              <a:off x="1970083" y="2393729"/>
              <a:ext cx="432588" cy="36287"/>
            </a:xfrm>
            <a:prstGeom prst="ellipse">
              <a:avLst/>
            </a:prstGeom>
            <a:gradFill>
              <a:gsLst>
                <a:gs pos="0">
                  <a:srgbClr val="FFFFFF">
                    <a:alpha val="8154"/>
                  </a:srgbClr>
                </a:gs>
                <a:gs pos="14286">
                  <a:srgbClr val="FFFFFF">
                    <a:alpha val="7520"/>
                  </a:srgbClr>
                </a:gs>
                <a:gs pos="28571">
                  <a:srgbClr val="FFFFFF">
                    <a:alpha val="5890"/>
                  </a:srgbClr>
                </a:gs>
                <a:gs pos="42857">
                  <a:srgbClr val="FFFFFF">
                    <a:alpha val="3903"/>
                  </a:srgbClr>
                </a:gs>
                <a:gs pos="57143">
                  <a:srgbClr val="FFFFFF">
                    <a:alpha val="2182"/>
                  </a:srgbClr>
                </a:gs>
                <a:gs pos="71429">
                  <a:srgbClr val="FFFFFF">
                    <a:alpha val="1027"/>
                  </a:srgbClr>
                </a:gs>
                <a:gs pos="85714">
                  <a:srgbClr val="FFFFFF">
                    <a:alpha val="408"/>
                  </a:srgbClr>
                </a:gs>
                <a:gs pos="100000">
                  <a:srgbClr val="FFFFFF">
                    <a:alpha val="1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5" name="Splat 855"/>
            <p:cNvSpPr>
              <a:spLocks noGrp="1"/>
            </p:cNvSpPr>
            <p:nvPr/>
          </p:nvSpPr>
          <p:spPr>
            <a:xfrm rot="3276281">
              <a:off x="223750" y="3173168"/>
              <a:ext cx="449397" cy="404640"/>
            </a:xfrm>
            <a:prstGeom prst="ellipse">
              <a:avLst/>
            </a:prstGeom>
            <a:gradFill>
              <a:gsLst>
                <a:gs pos="0">
                  <a:srgbClr val="031512">
                    <a:alpha val="32604"/>
                  </a:srgbClr>
                </a:gs>
                <a:gs pos="14286">
                  <a:srgbClr val="031512">
                    <a:alpha val="30418"/>
                  </a:srgbClr>
                </a:gs>
                <a:gs pos="28571">
                  <a:srgbClr val="031512">
                    <a:alpha val="24542"/>
                  </a:srgbClr>
                </a:gs>
                <a:gs pos="42857">
                  <a:srgbClr val="031512">
                    <a:alpha val="16865"/>
                  </a:srgbClr>
                </a:gs>
                <a:gs pos="57143">
                  <a:srgbClr val="031512">
                    <a:alpha val="9728"/>
                  </a:srgbClr>
                </a:gs>
                <a:gs pos="71429">
                  <a:srgbClr val="031512">
                    <a:alpha val="4678"/>
                  </a:srgbClr>
                </a:gs>
                <a:gs pos="85714">
                  <a:srgbClr val="031512">
                    <a:alpha val="1877"/>
                  </a:srgbClr>
                </a:gs>
                <a:gs pos="100000">
                  <a:srgbClr val="031512">
                    <a:alpha val="6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6" name="Splat 856"/>
            <p:cNvSpPr>
              <a:spLocks noGrp="1"/>
            </p:cNvSpPr>
            <p:nvPr/>
          </p:nvSpPr>
          <p:spPr>
            <a:xfrm rot="4626895">
              <a:off x="778196" y="1026478"/>
              <a:ext cx="558799" cy="237224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7" name="Splat 857"/>
            <p:cNvSpPr>
              <a:spLocks noGrp="1"/>
            </p:cNvSpPr>
            <p:nvPr/>
          </p:nvSpPr>
          <p:spPr>
            <a:xfrm rot="3664976">
              <a:off x="2370303" y="3221463"/>
              <a:ext cx="615314" cy="3413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8" name="Splat 858"/>
            <p:cNvSpPr>
              <a:spLocks noGrp="1"/>
            </p:cNvSpPr>
            <p:nvPr/>
          </p:nvSpPr>
          <p:spPr>
            <a:xfrm rot="5490186">
              <a:off x="198693" y="866788"/>
              <a:ext cx="247335" cy="233788"/>
            </a:xfrm>
            <a:prstGeom prst="ellipse">
              <a:avLst/>
            </a:prstGeom>
            <a:gradFill>
              <a:gsLst>
                <a:gs pos="0">
                  <a:srgbClr val="D3D1D0">
                    <a:alpha val="4980"/>
                  </a:srgbClr>
                </a:gs>
                <a:gs pos="14286">
                  <a:srgbClr val="D3D1D0">
                    <a:alpha val="4586"/>
                  </a:srgbClr>
                </a:gs>
                <a:gs pos="28571">
                  <a:srgbClr val="D3D1D0">
                    <a:alpha val="3580"/>
                  </a:srgbClr>
                </a:gs>
                <a:gs pos="42857">
                  <a:srgbClr val="D3D1D0">
                    <a:alpha val="2363"/>
                  </a:srgbClr>
                </a:gs>
                <a:gs pos="57143">
                  <a:srgbClr val="D3D1D0">
                    <a:alpha val="1316"/>
                  </a:srgbClr>
                </a:gs>
                <a:gs pos="71429">
                  <a:srgbClr val="D3D1D0">
                    <a:alpha val="618"/>
                  </a:srgbClr>
                </a:gs>
                <a:gs pos="85714">
                  <a:srgbClr val="D3D1D0">
                    <a:alpha val="245"/>
                  </a:srgbClr>
                </a:gs>
                <a:gs pos="100000">
                  <a:srgbClr val="D3D1D0">
                    <a:alpha val="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9" name="Splat 859"/>
            <p:cNvSpPr>
              <a:spLocks noGrp="1"/>
            </p:cNvSpPr>
            <p:nvPr/>
          </p:nvSpPr>
          <p:spPr>
            <a:xfrm rot="8629566">
              <a:off x="1109160" y="1434261"/>
              <a:ext cx="569576" cy="252094"/>
            </a:xfrm>
            <a:prstGeom prst="ellipse">
              <a:avLst/>
            </a:prstGeom>
            <a:gradFill>
              <a:gsLst>
                <a:gs pos="0">
                  <a:srgbClr val="2E2C2D">
                    <a:alpha val="27366"/>
                  </a:srgbClr>
                </a:gs>
                <a:gs pos="14286">
                  <a:srgbClr val="2E2C2D">
                    <a:alpha val="25463"/>
                  </a:srgbClr>
                </a:gs>
                <a:gs pos="28571">
                  <a:srgbClr val="2E2C2D">
                    <a:alpha val="20402"/>
                  </a:srgbClr>
                </a:gs>
                <a:gs pos="42857">
                  <a:srgbClr val="2E2C2D">
                    <a:alpha val="13900"/>
                  </a:srgbClr>
                </a:gs>
                <a:gs pos="57143">
                  <a:srgbClr val="2E2C2D">
                    <a:alpha val="7958"/>
                  </a:srgbClr>
                </a:gs>
                <a:gs pos="71429">
                  <a:srgbClr val="2E2C2D">
                    <a:alpha val="3808"/>
                  </a:srgbClr>
                </a:gs>
                <a:gs pos="85714">
                  <a:srgbClr val="2E2C2D">
                    <a:alpha val="1523"/>
                  </a:srgbClr>
                </a:gs>
                <a:gs pos="100000">
                  <a:srgbClr val="2E2C2D">
                    <a:alpha val="5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0" name="Splat 860"/>
            <p:cNvSpPr>
              <a:spLocks noGrp="1"/>
            </p:cNvSpPr>
            <p:nvPr/>
          </p:nvSpPr>
          <p:spPr>
            <a:xfrm rot="5250465">
              <a:off x="2886347" y="3361803"/>
              <a:ext cx="258285" cy="245129"/>
            </a:xfrm>
            <a:prstGeom prst="ellipse">
              <a:avLst/>
            </a:prstGeom>
            <a:gradFill>
              <a:gsLst>
                <a:gs pos="0">
                  <a:srgbClr val="A0A1A1">
                    <a:alpha val="4505"/>
                  </a:srgbClr>
                </a:gs>
                <a:gs pos="14286">
                  <a:srgbClr val="A0A1A1">
                    <a:alpha val="4148"/>
                  </a:srgbClr>
                </a:gs>
                <a:gs pos="28571">
                  <a:srgbClr val="A0A1A1">
                    <a:alpha val="3236"/>
                  </a:srgbClr>
                </a:gs>
                <a:gs pos="42857">
                  <a:srgbClr val="A0A1A1">
                    <a:alpha val="2135"/>
                  </a:srgbClr>
                </a:gs>
                <a:gs pos="57143">
                  <a:srgbClr val="A0A1A1">
                    <a:alpha val="1189"/>
                  </a:srgbClr>
                </a:gs>
                <a:gs pos="71429">
                  <a:srgbClr val="A0A1A1">
                    <a:alpha val="558"/>
                  </a:srgbClr>
                </a:gs>
                <a:gs pos="85714">
                  <a:srgbClr val="A0A1A1">
                    <a:alpha val="221"/>
                  </a:srgbClr>
                </a:gs>
                <a:gs pos="100000">
                  <a:srgbClr val="A0A1A1">
                    <a:alpha val="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1" name="Splat 861"/>
            <p:cNvSpPr>
              <a:spLocks noGrp="1"/>
            </p:cNvSpPr>
            <p:nvPr/>
          </p:nvSpPr>
          <p:spPr>
            <a:xfrm rot="10664394">
              <a:off x="1849425" y="993651"/>
              <a:ext cx="643975" cy="344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2" name="Splat 862"/>
            <p:cNvSpPr>
              <a:spLocks noGrp="1"/>
            </p:cNvSpPr>
            <p:nvPr/>
          </p:nvSpPr>
          <p:spPr>
            <a:xfrm rot="-10131123">
              <a:off x="2511727" y="1150017"/>
              <a:ext cx="596458" cy="162896"/>
            </a:xfrm>
            <a:prstGeom prst="ellipse">
              <a:avLst/>
            </a:prstGeom>
            <a:gradFill>
              <a:gsLst>
                <a:gs pos="0">
                  <a:srgbClr val="F7F8F7">
                    <a:alpha val="10984"/>
                  </a:srgbClr>
                </a:gs>
                <a:gs pos="14286">
                  <a:srgbClr val="F7F8F7">
                    <a:alpha val="10142"/>
                  </a:srgbClr>
                </a:gs>
                <a:gs pos="28571">
                  <a:srgbClr val="F7F8F7">
                    <a:alpha val="7968"/>
                  </a:srgbClr>
                </a:gs>
                <a:gs pos="42857">
                  <a:srgbClr val="F7F8F7">
                    <a:alpha val="5301"/>
                  </a:srgbClr>
                </a:gs>
                <a:gs pos="57143">
                  <a:srgbClr val="F7F8F7">
                    <a:alpha val="2973"/>
                  </a:srgbClr>
                </a:gs>
                <a:gs pos="71429">
                  <a:srgbClr val="F7F8F7">
                    <a:alpha val="1403"/>
                  </a:srgbClr>
                </a:gs>
                <a:gs pos="85714">
                  <a:srgbClr val="F7F8F7">
                    <a:alpha val="557"/>
                  </a:srgbClr>
                </a:gs>
                <a:gs pos="100000">
                  <a:srgbClr val="F7F8F7">
                    <a:alpha val="1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3" name="Splat 863"/>
            <p:cNvSpPr>
              <a:spLocks noGrp="1"/>
            </p:cNvSpPr>
            <p:nvPr/>
          </p:nvSpPr>
          <p:spPr>
            <a:xfrm rot="5396504">
              <a:off x="1711111" y="3140950"/>
              <a:ext cx="778197" cy="36410"/>
            </a:xfrm>
            <a:prstGeom prst="ellipse">
              <a:avLst/>
            </a:prstGeom>
            <a:gradFill>
              <a:gsLst>
                <a:gs pos="0">
                  <a:srgbClr val="FFFFFF">
                    <a:alpha val="32542"/>
                  </a:srgbClr>
                </a:gs>
                <a:gs pos="14286">
                  <a:srgbClr val="FFFFFF">
                    <a:alpha val="30359"/>
                  </a:srgbClr>
                </a:gs>
                <a:gs pos="28571">
                  <a:srgbClr val="FFFFFF">
                    <a:alpha val="24492"/>
                  </a:srgbClr>
                </a:gs>
                <a:gs pos="42857">
                  <a:srgbClr val="FFFFFF">
                    <a:alpha val="16829"/>
                  </a:srgbClr>
                </a:gs>
                <a:gs pos="57143">
                  <a:srgbClr val="FFFFFF">
                    <a:alpha val="9706"/>
                  </a:srgbClr>
                </a:gs>
                <a:gs pos="71429">
                  <a:srgbClr val="FFFFFF">
                    <a:alpha val="4667"/>
                  </a:srgbClr>
                </a:gs>
                <a:gs pos="85714">
                  <a:srgbClr val="FFFFFF">
                    <a:alpha val="1872"/>
                  </a:srgbClr>
                </a:gs>
                <a:gs pos="100000">
                  <a:srgbClr val="FFFFFF">
                    <a:alpha val="6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4" name="Splat 864"/>
            <p:cNvSpPr>
              <a:spLocks noGrp="1"/>
            </p:cNvSpPr>
            <p:nvPr/>
          </p:nvSpPr>
          <p:spPr>
            <a:xfrm rot="-10476277">
              <a:off x="1862905" y="1259705"/>
              <a:ext cx="591670" cy="1174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5" name="Splat 865"/>
            <p:cNvSpPr>
              <a:spLocks noGrp="1"/>
            </p:cNvSpPr>
            <p:nvPr/>
          </p:nvSpPr>
          <p:spPr>
            <a:xfrm rot="5465902">
              <a:off x="137765" y="704718"/>
              <a:ext cx="265600" cy="252124"/>
            </a:xfrm>
            <a:prstGeom prst="ellipse">
              <a:avLst/>
            </a:prstGeom>
            <a:gradFill>
              <a:gsLst>
                <a:gs pos="0">
                  <a:srgbClr val="CACAC9">
                    <a:alpha val="1860"/>
                  </a:srgbClr>
                </a:gs>
                <a:gs pos="14286">
                  <a:srgbClr val="CACAC9">
                    <a:alpha val="1711"/>
                  </a:srgbClr>
                </a:gs>
                <a:gs pos="28571">
                  <a:srgbClr val="CACAC9">
                    <a:alpha val="1331"/>
                  </a:srgbClr>
                </a:gs>
                <a:gs pos="42857">
                  <a:srgbClr val="CACAC9">
                    <a:alpha val="875"/>
                  </a:srgbClr>
                </a:gs>
                <a:gs pos="57143">
                  <a:srgbClr val="CACAC9">
                    <a:alpha val="486"/>
                  </a:srgbClr>
                </a:gs>
                <a:gs pos="71429">
                  <a:srgbClr val="CACAC9">
                    <a:alpha val="228"/>
                  </a:srgbClr>
                </a:gs>
                <a:gs pos="85714">
                  <a:srgbClr val="CACAC9">
                    <a:alpha val="90"/>
                  </a:srgbClr>
                </a:gs>
                <a:gs pos="100000">
                  <a:srgbClr val="CACAC9">
                    <a:alpha val="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6" name="Splat 866"/>
            <p:cNvSpPr>
              <a:spLocks noGrp="1"/>
            </p:cNvSpPr>
            <p:nvPr/>
          </p:nvSpPr>
          <p:spPr>
            <a:xfrm rot="7335831">
              <a:off x="110027" y="924088"/>
              <a:ext cx="303789" cy="243770"/>
            </a:xfrm>
            <a:prstGeom prst="ellipse">
              <a:avLst/>
            </a:prstGeom>
            <a:gradFill>
              <a:gsLst>
                <a:gs pos="0">
                  <a:srgbClr val="E7E7E7">
                    <a:alpha val="11946"/>
                  </a:srgbClr>
                </a:gs>
                <a:gs pos="14286">
                  <a:srgbClr val="E7E7E7">
                    <a:alpha val="11035"/>
                  </a:srgbClr>
                </a:gs>
                <a:gs pos="28571">
                  <a:srgbClr val="E7E7E7">
                    <a:alpha val="8679"/>
                  </a:srgbClr>
                </a:gs>
                <a:gs pos="42857">
                  <a:srgbClr val="E7E7E7">
                    <a:alpha val="5781"/>
                  </a:srgbClr>
                </a:gs>
                <a:gs pos="57143">
                  <a:srgbClr val="E7E7E7">
                    <a:alpha val="3246"/>
                  </a:srgbClr>
                </a:gs>
                <a:gs pos="71429">
                  <a:srgbClr val="E7E7E7">
                    <a:alpha val="1533"/>
                  </a:srgbClr>
                </a:gs>
                <a:gs pos="85714">
                  <a:srgbClr val="E7E7E7">
                    <a:alpha val="609"/>
                  </a:srgbClr>
                </a:gs>
                <a:gs pos="100000">
                  <a:srgbClr val="E7E7E7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7" name="Splat 867"/>
            <p:cNvSpPr>
              <a:spLocks noGrp="1"/>
            </p:cNvSpPr>
            <p:nvPr/>
          </p:nvSpPr>
          <p:spPr>
            <a:xfrm rot="7924085">
              <a:off x="59866" y="948870"/>
              <a:ext cx="616204" cy="211433"/>
            </a:xfrm>
            <a:prstGeom prst="ellipse">
              <a:avLst/>
            </a:prstGeom>
            <a:gradFill>
              <a:gsLst>
                <a:gs pos="0">
                  <a:srgbClr val="FEFFFF">
                    <a:alpha val="21050"/>
                  </a:srgbClr>
                </a:gs>
                <a:gs pos="14286">
                  <a:srgbClr val="FEFFFF">
                    <a:alpha val="19526"/>
                  </a:srgbClr>
                </a:gs>
                <a:gs pos="28571">
                  <a:srgbClr val="FEFFFF">
                    <a:alpha val="15521"/>
                  </a:srgbClr>
                </a:gs>
                <a:gs pos="42857">
                  <a:srgbClr val="FEFFFF">
                    <a:alpha val="10473"/>
                  </a:srgbClr>
                </a:gs>
                <a:gs pos="57143">
                  <a:srgbClr val="FEFFFF">
                    <a:alpha val="5946"/>
                  </a:srgbClr>
                </a:gs>
                <a:gs pos="71429">
                  <a:srgbClr val="FEFFFF">
                    <a:alpha val="2829"/>
                  </a:srgbClr>
                </a:gs>
                <a:gs pos="85714">
                  <a:srgbClr val="FEFFFF">
                    <a:alpha val="1128"/>
                  </a:srgbClr>
                </a:gs>
                <a:gs pos="100000">
                  <a:srgbClr val="FEFFFF">
                    <a:alpha val="37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8" name="Splat 868"/>
            <p:cNvSpPr>
              <a:spLocks noGrp="1"/>
            </p:cNvSpPr>
            <p:nvPr/>
          </p:nvSpPr>
          <p:spPr>
            <a:xfrm rot="5562384">
              <a:off x="1276716" y="2693043"/>
              <a:ext cx="537635" cy="532328"/>
            </a:xfrm>
            <a:prstGeom prst="ellipse">
              <a:avLst/>
            </a:prstGeom>
            <a:gradFill>
              <a:gsLst>
                <a:gs pos="0">
                  <a:srgbClr val="91908F">
                    <a:alpha val="9809"/>
                  </a:srgbClr>
                </a:gs>
                <a:gs pos="14286">
                  <a:srgbClr val="91908F">
                    <a:alpha val="9053"/>
                  </a:srgbClr>
                </a:gs>
                <a:gs pos="28571">
                  <a:srgbClr val="91908F">
                    <a:alpha val="7103"/>
                  </a:srgbClr>
                </a:gs>
                <a:gs pos="42857">
                  <a:srgbClr val="91908F">
                    <a:alpha val="4718"/>
                  </a:srgbClr>
                </a:gs>
                <a:gs pos="57143">
                  <a:srgbClr val="91908F">
                    <a:alpha val="2642"/>
                  </a:srgbClr>
                </a:gs>
                <a:gs pos="71429">
                  <a:srgbClr val="91908F">
                    <a:alpha val="1246"/>
                  </a:srgbClr>
                </a:gs>
                <a:gs pos="85714">
                  <a:srgbClr val="91908F">
                    <a:alpha val="494"/>
                  </a:srgbClr>
                </a:gs>
                <a:gs pos="100000">
                  <a:srgbClr val="91908F">
                    <a:alpha val="1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9" name="Splat 869"/>
            <p:cNvSpPr>
              <a:spLocks noGrp="1"/>
            </p:cNvSpPr>
            <p:nvPr/>
          </p:nvSpPr>
          <p:spPr>
            <a:xfrm rot="10478071">
              <a:off x="3180786" y="1549375"/>
              <a:ext cx="582351" cy="565614"/>
            </a:xfrm>
            <a:prstGeom prst="ellipse">
              <a:avLst/>
            </a:prstGeom>
            <a:gradFill>
              <a:gsLst>
                <a:gs pos="0">
                  <a:srgbClr val="949494">
                    <a:alpha val="5793"/>
                  </a:srgbClr>
                </a:gs>
                <a:gs pos="14286">
                  <a:srgbClr val="949494">
                    <a:alpha val="5337"/>
                  </a:srgbClr>
                </a:gs>
                <a:gs pos="28571">
                  <a:srgbClr val="949494">
                    <a:alpha val="4169"/>
                  </a:srgbClr>
                </a:gs>
                <a:gs pos="42857">
                  <a:srgbClr val="949494">
                    <a:alpha val="2755"/>
                  </a:srgbClr>
                </a:gs>
                <a:gs pos="57143">
                  <a:srgbClr val="949494">
                    <a:alpha val="1536"/>
                  </a:srgbClr>
                </a:gs>
                <a:gs pos="71429">
                  <a:srgbClr val="949494">
                    <a:alpha val="722"/>
                  </a:srgbClr>
                </a:gs>
                <a:gs pos="85714">
                  <a:srgbClr val="949494">
                    <a:alpha val="286"/>
                  </a:srgbClr>
                </a:gs>
                <a:gs pos="100000">
                  <a:srgbClr val="949494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0" name="Splat 870"/>
            <p:cNvSpPr>
              <a:spLocks noGrp="1"/>
            </p:cNvSpPr>
            <p:nvPr/>
          </p:nvSpPr>
          <p:spPr>
            <a:xfrm rot="10420543">
              <a:off x="1271311" y="238351"/>
              <a:ext cx="329118" cy="248639"/>
            </a:xfrm>
            <a:prstGeom prst="ellipse">
              <a:avLst/>
            </a:prstGeom>
            <a:gradFill>
              <a:gsLst>
                <a:gs pos="0">
                  <a:srgbClr val="C7C5C5">
                    <a:alpha val="15791"/>
                  </a:srgbClr>
                </a:gs>
                <a:gs pos="14286">
                  <a:srgbClr val="C7C5C5">
                    <a:alpha val="14612"/>
                  </a:srgbClr>
                </a:gs>
                <a:gs pos="28571">
                  <a:srgbClr val="C7C5C5">
                    <a:alpha val="11543"/>
                  </a:srgbClr>
                </a:gs>
                <a:gs pos="42857">
                  <a:srgbClr val="C7C5C5">
                    <a:alpha val="7730"/>
                  </a:srgbClr>
                </a:gs>
                <a:gs pos="57143">
                  <a:srgbClr val="C7C5C5">
                    <a:alpha val="4360"/>
                  </a:srgbClr>
                </a:gs>
                <a:gs pos="71429">
                  <a:srgbClr val="C7C5C5">
                    <a:alpha val="2065"/>
                  </a:srgbClr>
                </a:gs>
                <a:gs pos="85714">
                  <a:srgbClr val="C7C5C5">
                    <a:alpha val="822"/>
                  </a:srgbClr>
                </a:gs>
                <a:gs pos="100000">
                  <a:srgbClr val="C7C5C5">
                    <a:alpha val="2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1" name="Splat 871"/>
            <p:cNvSpPr>
              <a:spLocks noGrp="1"/>
            </p:cNvSpPr>
            <p:nvPr/>
          </p:nvSpPr>
          <p:spPr>
            <a:xfrm rot="5409052">
              <a:off x="1687896" y="2541012"/>
              <a:ext cx="747377" cy="3837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2" name="Splat 872"/>
            <p:cNvSpPr>
              <a:spLocks noGrp="1"/>
            </p:cNvSpPr>
            <p:nvPr/>
          </p:nvSpPr>
          <p:spPr>
            <a:xfrm rot="6160695">
              <a:off x="-72491" y="786586"/>
              <a:ext cx="409790" cy="271338"/>
            </a:xfrm>
            <a:prstGeom prst="ellipse">
              <a:avLst/>
            </a:prstGeom>
            <a:gradFill>
              <a:gsLst>
                <a:gs pos="0">
                  <a:srgbClr val="D6D6D7">
                    <a:alpha val="22036"/>
                  </a:srgbClr>
                </a:gs>
                <a:gs pos="14286">
                  <a:srgbClr val="D6D6D7">
                    <a:alpha val="20450"/>
                  </a:srgbClr>
                </a:gs>
                <a:gs pos="28571">
                  <a:srgbClr val="D6D6D7">
                    <a:alpha val="16275"/>
                  </a:srgbClr>
                </a:gs>
                <a:gs pos="42857">
                  <a:srgbClr val="D6D6D7">
                    <a:alpha val="10998"/>
                  </a:srgbClr>
                </a:gs>
                <a:gs pos="57143">
                  <a:srgbClr val="D6D6D7">
                    <a:alpha val="6252"/>
                  </a:srgbClr>
                </a:gs>
                <a:gs pos="71429">
                  <a:srgbClr val="D6D6D7">
                    <a:alpha val="2977"/>
                  </a:srgbClr>
                </a:gs>
                <a:gs pos="85714">
                  <a:srgbClr val="D6D6D7">
                    <a:alpha val="1188"/>
                  </a:srgbClr>
                </a:gs>
                <a:gs pos="100000">
                  <a:srgbClr val="D6D6D7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3" name="Splat 873"/>
            <p:cNvSpPr>
              <a:spLocks noGrp="1"/>
            </p:cNvSpPr>
            <p:nvPr/>
          </p:nvSpPr>
          <p:spPr>
            <a:xfrm rot="5992283">
              <a:off x="99579" y="702541"/>
              <a:ext cx="264742" cy="249582"/>
            </a:xfrm>
            <a:prstGeom prst="ellipse">
              <a:avLst/>
            </a:prstGeom>
            <a:gradFill>
              <a:gsLst>
                <a:gs pos="0">
                  <a:srgbClr val="CDCECE">
                    <a:alpha val="3156"/>
                  </a:srgbClr>
                </a:gs>
                <a:gs pos="14286">
                  <a:srgbClr val="CDCECE">
                    <a:alpha val="2904"/>
                  </a:srgbClr>
                </a:gs>
                <a:gs pos="28571">
                  <a:srgbClr val="CDCECE">
                    <a:alpha val="2262"/>
                  </a:srgbClr>
                </a:gs>
                <a:gs pos="42857">
                  <a:srgbClr val="CDCECE">
                    <a:alpha val="1490"/>
                  </a:srgbClr>
                </a:gs>
                <a:gs pos="57143">
                  <a:srgbClr val="CDCECE">
                    <a:alpha val="828"/>
                  </a:srgbClr>
                </a:gs>
                <a:gs pos="71429">
                  <a:srgbClr val="CDCECE">
                    <a:alpha val="389"/>
                  </a:srgbClr>
                </a:gs>
                <a:gs pos="85714">
                  <a:srgbClr val="CDCECE">
                    <a:alpha val="154"/>
                  </a:srgbClr>
                </a:gs>
                <a:gs pos="100000">
                  <a:srgbClr val="CDCECE">
                    <a:alpha val="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4" name="Splat 874"/>
            <p:cNvSpPr>
              <a:spLocks noGrp="1"/>
            </p:cNvSpPr>
            <p:nvPr/>
          </p:nvSpPr>
          <p:spPr>
            <a:xfrm rot="-10772673">
              <a:off x="2580901" y="2033787"/>
              <a:ext cx="546473" cy="542908"/>
            </a:xfrm>
            <a:prstGeom prst="ellipse">
              <a:avLst/>
            </a:prstGeom>
            <a:gradFill>
              <a:gsLst>
                <a:gs pos="0">
                  <a:srgbClr val="9F9F9F">
                    <a:alpha val="5641"/>
                  </a:srgbClr>
                </a:gs>
                <a:gs pos="14286">
                  <a:srgbClr val="9F9F9F">
                    <a:alpha val="5196"/>
                  </a:srgbClr>
                </a:gs>
                <a:gs pos="28571">
                  <a:srgbClr val="9F9F9F">
                    <a:alpha val="4059"/>
                  </a:srgbClr>
                </a:gs>
                <a:gs pos="42857">
                  <a:srgbClr val="9F9F9F">
                    <a:alpha val="2681"/>
                  </a:srgbClr>
                </a:gs>
                <a:gs pos="57143">
                  <a:srgbClr val="9F9F9F">
                    <a:alpha val="1495"/>
                  </a:srgbClr>
                </a:gs>
                <a:gs pos="71429">
                  <a:srgbClr val="9F9F9F">
                    <a:alpha val="702"/>
                  </a:srgbClr>
                </a:gs>
                <a:gs pos="85714">
                  <a:srgbClr val="9F9F9F">
                    <a:alpha val="278"/>
                  </a:srgbClr>
                </a:gs>
                <a:gs pos="100000">
                  <a:srgbClr val="9F9F9F">
                    <a:alpha val="9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5" name="Splat 875"/>
            <p:cNvSpPr>
              <a:spLocks noGrp="1"/>
            </p:cNvSpPr>
            <p:nvPr/>
          </p:nvSpPr>
          <p:spPr>
            <a:xfrm rot="5427196">
              <a:off x="1742659" y="3114292"/>
              <a:ext cx="765713" cy="2452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6" name="Splat 876"/>
            <p:cNvSpPr>
              <a:spLocks noGrp="1"/>
            </p:cNvSpPr>
            <p:nvPr/>
          </p:nvSpPr>
          <p:spPr>
            <a:xfrm rot="5327429">
              <a:off x="1701165" y="3000081"/>
              <a:ext cx="734899" cy="523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7" name="Splat 877"/>
            <p:cNvSpPr>
              <a:spLocks noGrp="1"/>
            </p:cNvSpPr>
            <p:nvPr/>
          </p:nvSpPr>
          <p:spPr>
            <a:xfrm rot="3122600">
              <a:off x="2927691" y="789620"/>
              <a:ext cx="413976" cy="132750"/>
            </a:xfrm>
            <a:prstGeom prst="ellipse">
              <a:avLst/>
            </a:prstGeom>
            <a:gradFill>
              <a:gsLst>
                <a:gs pos="0">
                  <a:srgbClr val="C5C5C5">
                    <a:alpha val="10779"/>
                  </a:srgbClr>
                </a:gs>
                <a:gs pos="14286">
                  <a:srgbClr val="C5C5C5">
                    <a:alpha val="9952"/>
                  </a:srgbClr>
                </a:gs>
                <a:gs pos="28571">
                  <a:srgbClr val="C5C5C5">
                    <a:alpha val="7817"/>
                  </a:srgbClr>
                </a:gs>
                <a:gs pos="42857">
                  <a:srgbClr val="C5C5C5">
                    <a:alpha val="5199"/>
                  </a:srgbClr>
                </a:gs>
                <a:gs pos="57143">
                  <a:srgbClr val="C5C5C5">
                    <a:alpha val="2915"/>
                  </a:srgbClr>
                </a:gs>
                <a:gs pos="71429">
                  <a:srgbClr val="C5C5C5">
                    <a:alpha val="1375"/>
                  </a:srgbClr>
                </a:gs>
                <a:gs pos="85714">
                  <a:srgbClr val="C5C5C5">
                    <a:alpha val="546"/>
                  </a:srgbClr>
                </a:gs>
                <a:gs pos="100000">
                  <a:srgbClr val="C5C5C5">
                    <a:alpha val="1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8" name="Splat 878"/>
            <p:cNvSpPr>
              <a:spLocks noGrp="1"/>
            </p:cNvSpPr>
            <p:nvPr/>
          </p:nvSpPr>
          <p:spPr>
            <a:xfrm rot="10392482">
              <a:off x="3007793" y="1586733"/>
              <a:ext cx="561938" cy="550086"/>
            </a:xfrm>
            <a:prstGeom prst="ellipse">
              <a:avLst/>
            </a:prstGeom>
            <a:gradFill>
              <a:gsLst>
                <a:gs pos="0">
                  <a:srgbClr val="989897">
                    <a:alpha val="2918"/>
                  </a:srgbClr>
                </a:gs>
                <a:gs pos="14286">
                  <a:srgbClr val="989897">
                    <a:alpha val="2686"/>
                  </a:srgbClr>
                </a:gs>
                <a:gs pos="28571">
                  <a:srgbClr val="989897">
                    <a:alpha val="2092"/>
                  </a:srgbClr>
                </a:gs>
                <a:gs pos="42857">
                  <a:srgbClr val="989897">
                    <a:alpha val="1377"/>
                  </a:srgbClr>
                </a:gs>
                <a:gs pos="57143">
                  <a:srgbClr val="989897">
                    <a:alpha val="765"/>
                  </a:srgbClr>
                </a:gs>
                <a:gs pos="71429">
                  <a:srgbClr val="989897">
                    <a:alpha val="359"/>
                  </a:srgbClr>
                </a:gs>
                <a:gs pos="85714">
                  <a:srgbClr val="989897">
                    <a:alpha val="142"/>
                  </a:srgbClr>
                </a:gs>
                <a:gs pos="100000">
                  <a:srgbClr val="989897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9" name="Splat 879"/>
            <p:cNvSpPr>
              <a:spLocks noGrp="1"/>
            </p:cNvSpPr>
            <p:nvPr/>
          </p:nvSpPr>
          <p:spPr>
            <a:xfrm rot="5913271">
              <a:off x="-306763" y="825302"/>
              <a:ext cx="613527" cy="370569"/>
            </a:xfrm>
            <a:prstGeom prst="ellipse">
              <a:avLst/>
            </a:prstGeom>
            <a:gradFill>
              <a:gsLst>
                <a:gs pos="0">
                  <a:srgbClr val="EDEDED">
                    <a:alpha val="32968"/>
                  </a:srgbClr>
                </a:gs>
                <a:gs pos="14286">
                  <a:srgbClr val="EDEDED">
                    <a:alpha val="30764"/>
                  </a:srgbClr>
                </a:gs>
                <a:gs pos="28571">
                  <a:srgbClr val="EDEDED">
                    <a:alpha val="24833"/>
                  </a:srgbClr>
                </a:gs>
                <a:gs pos="42857">
                  <a:srgbClr val="EDEDED">
                    <a:alpha val="17075"/>
                  </a:srgbClr>
                </a:gs>
                <a:gs pos="57143">
                  <a:srgbClr val="EDEDED">
                    <a:alpha val="9855"/>
                  </a:srgbClr>
                </a:gs>
                <a:gs pos="71429">
                  <a:srgbClr val="EDEDED">
                    <a:alpha val="4740"/>
                  </a:srgbClr>
                </a:gs>
                <a:gs pos="85714">
                  <a:srgbClr val="EDEDED">
                    <a:alpha val="1902"/>
                  </a:srgbClr>
                </a:gs>
                <a:gs pos="100000">
                  <a:srgbClr val="EDEDE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0" name="Splat 880"/>
            <p:cNvSpPr>
              <a:spLocks noGrp="1"/>
            </p:cNvSpPr>
            <p:nvPr/>
          </p:nvSpPr>
          <p:spPr>
            <a:xfrm rot="5336234">
              <a:off x="1812366" y="2784423"/>
              <a:ext cx="576173" cy="41359"/>
            </a:xfrm>
            <a:prstGeom prst="ellipse">
              <a:avLst/>
            </a:prstGeom>
            <a:gradFill>
              <a:gsLst>
                <a:gs pos="0">
                  <a:srgbClr val="F6F6F6">
                    <a:alpha val="32968"/>
                  </a:srgbClr>
                </a:gs>
                <a:gs pos="14286">
                  <a:srgbClr val="F6F6F6">
                    <a:alpha val="30764"/>
                  </a:srgbClr>
                </a:gs>
                <a:gs pos="28571">
                  <a:srgbClr val="F6F6F6">
                    <a:alpha val="24833"/>
                  </a:srgbClr>
                </a:gs>
                <a:gs pos="42857">
                  <a:srgbClr val="F6F6F6">
                    <a:alpha val="17075"/>
                  </a:srgbClr>
                </a:gs>
                <a:gs pos="57143">
                  <a:srgbClr val="F6F6F6">
                    <a:alpha val="9855"/>
                  </a:srgbClr>
                </a:gs>
                <a:gs pos="71429">
                  <a:srgbClr val="F6F6F6">
                    <a:alpha val="4740"/>
                  </a:srgbClr>
                </a:gs>
                <a:gs pos="85714">
                  <a:srgbClr val="F6F6F6">
                    <a:alpha val="1902"/>
                  </a:srgbClr>
                </a:gs>
                <a:gs pos="100000">
                  <a:srgbClr val="F6F6F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1" name="Splat 881"/>
            <p:cNvSpPr>
              <a:spLocks noGrp="1"/>
            </p:cNvSpPr>
            <p:nvPr/>
          </p:nvSpPr>
          <p:spPr>
            <a:xfrm rot="7946364">
              <a:off x="3142562" y="1547793"/>
              <a:ext cx="511343" cy="135148"/>
            </a:xfrm>
            <a:prstGeom prst="ellipse">
              <a:avLst/>
            </a:prstGeom>
            <a:gradFill>
              <a:gsLst>
                <a:gs pos="0">
                  <a:srgbClr val="000C00">
                    <a:alpha val="16578"/>
                  </a:srgbClr>
                </a:gs>
                <a:gs pos="14286">
                  <a:srgbClr val="000C00">
                    <a:alpha val="15346"/>
                  </a:srgbClr>
                </a:gs>
                <a:gs pos="28571">
                  <a:srgbClr val="000C00">
                    <a:alpha val="12133"/>
                  </a:srgbClr>
                </a:gs>
                <a:gs pos="42857">
                  <a:srgbClr val="000C00">
                    <a:alpha val="8134"/>
                  </a:srgbClr>
                </a:gs>
                <a:gs pos="57143">
                  <a:srgbClr val="000C00">
                    <a:alpha val="4592"/>
                  </a:srgbClr>
                </a:gs>
                <a:gs pos="71429">
                  <a:srgbClr val="000C00">
                    <a:alpha val="2177"/>
                  </a:srgbClr>
                </a:gs>
                <a:gs pos="85714">
                  <a:srgbClr val="000C00">
                    <a:alpha val="866"/>
                  </a:srgbClr>
                </a:gs>
                <a:gs pos="100000">
                  <a:srgbClr val="000C00">
                    <a:alpha val="2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2" name="Splat 882"/>
            <p:cNvSpPr>
              <a:spLocks noGrp="1"/>
            </p:cNvSpPr>
            <p:nvPr/>
          </p:nvSpPr>
          <p:spPr>
            <a:xfrm rot="6308611">
              <a:off x="319057" y="3504441"/>
              <a:ext cx="592144" cy="215864"/>
            </a:xfrm>
            <a:prstGeom prst="ellipse">
              <a:avLst/>
            </a:prstGeom>
            <a:gradFill>
              <a:gsLst>
                <a:gs pos="0">
                  <a:srgbClr val="030300">
                    <a:alpha val="32968"/>
                  </a:srgbClr>
                </a:gs>
                <a:gs pos="14286">
                  <a:srgbClr val="030300">
                    <a:alpha val="30764"/>
                  </a:srgbClr>
                </a:gs>
                <a:gs pos="28571">
                  <a:srgbClr val="030300">
                    <a:alpha val="24833"/>
                  </a:srgbClr>
                </a:gs>
                <a:gs pos="42857">
                  <a:srgbClr val="030300">
                    <a:alpha val="17075"/>
                  </a:srgbClr>
                </a:gs>
                <a:gs pos="57143">
                  <a:srgbClr val="030300">
                    <a:alpha val="9855"/>
                  </a:srgbClr>
                </a:gs>
                <a:gs pos="71429">
                  <a:srgbClr val="030300">
                    <a:alpha val="4740"/>
                  </a:srgbClr>
                </a:gs>
                <a:gs pos="85714">
                  <a:srgbClr val="030300">
                    <a:alpha val="1902"/>
                  </a:srgbClr>
                </a:gs>
                <a:gs pos="100000">
                  <a:srgbClr val="0303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3" name="Splat 883"/>
            <p:cNvSpPr>
              <a:spLocks noGrp="1"/>
            </p:cNvSpPr>
            <p:nvPr/>
          </p:nvSpPr>
          <p:spPr>
            <a:xfrm rot="5911887">
              <a:off x="298323" y="3508315"/>
              <a:ext cx="741937" cy="34971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4" name="Splat 884"/>
            <p:cNvSpPr>
              <a:spLocks noGrp="1"/>
            </p:cNvSpPr>
            <p:nvPr/>
          </p:nvSpPr>
          <p:spPr>
            <a:xfrm rot="-10747312">
              <a:off x="2872619" y="3537059"/>
              <a:ext cx="483699" cy="50461"/>
            </a:xfrm>
            <a:prstGeom prst="ellipse">
              <a:avLst/>
            </a:prstGeom>
            <a:gradFill>
              <a:gsLst>
                <a:gs pos="0">
                  <a:srgbClr val="070009">
                    <a:alpha val="18818"/>
                  </a:srgbClr>
                </a:gs>
                <a:gs pos="14286">
                  <a:srgbClr val="070009">
                    <a:alpha val="17437"/>
                  </a:srgbClr>
                </a:gs>
                <a:gs pos="28571">
                  <a:srgbClr val="070009">
                    <a:alpha val="13824"/>
                  </a:srgbClr>
                </a:gs>
                <a:gs pos="42857">
                  <a:srgbClr val="070009">
                    <a:alpha val="9298"/>
                  </a:srgbClr>
                </a:gs>
                <a:gs pos="57143">
                  <a:srgbClr val="070009">
                    <a:alpha val="5264"/>
                  </a:srgbClr>
                </a:gs>
                <a:gs pos="71429">
                  <a:srgbClr val="070009">
                    <a:alpha val="2499"/>
                  </a:srgbClr>
                </a:gs>
                <a:gs pos="85714">
                  <a:srgbClr val="070009">
                    <a:alpha val="996"/>
                  </a:srgbClr>
                </a:gs>
                <a:gs pos="100000">
                  <a:srgbClr val="070009">
                    <a:alpha val="3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5" name="Splat 885"/>
            <p:cNvSpPr>
              <a:spLocks noGrp="1"/>
            </p:cNvSpPr>
            <p:nvPr/>
          </p:nvSpPr>
          <p:spPr>
            <a:xfrm rot="8578739">
              <a:off x="136089" y="792627"/>
              <a:ext cx="625975" cy="233973"/>
            </a:xfrm>
            <a:prstGeom prst="ellipse">
              <a:avLst/>
            </a:prstGeom>
            <a:gradFill>
              <a:gsLst>
                <a:gs pos="0">
                  <a:srgbClr val="DCDCDC">
                    <a:alpha val="32968"/>
                  </a:srgbClr>
                </a:gs>
                <a:gs pos="14286">
                  <a:srgbClr val="DCDCDC">
                    <a:alpha val="30764"/>
                  </a:srgbClr>
                </a:gs>
                <a:gs pos="28571">
                  <a:srgbClr val="DCDCDC">
                    <a:alpha val="24833"/>
                  </a:srgbClr>
                </a:gs>
                <a:gs pos="42857">
                  <a:srgbClr val="DCDCDC">
                    <a:alpha val="17075"/>
                  </a:srgbClr>
                </a:gs>
                <a:gs pos="57143">
                  <a:srgbClr val="DCDCDC">
                    <a:alpha val="9855"/>
                  </a:srgbClr>
                </a:gs>
                <a:gs pos="71429">
                  <a:srgbClr val="DCDCDC">
                    <a:alpha val="4740"/>
                  </a:srgbClr>
                </a:gs>
                <a:gs pos="85714">
                  <a:srgbClr val="DCDCDC">
                    <a:alpha val="1902"/>
                  </a:srgbClr>
                </a:gs>
                <a:gs pos="100000">
                  <a:srgbClr val="DCDCD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6" name="Splat 886"/>
            <p:cNvSpPr>
              <a:spLocks noGrp="1"/>
            </p:cNvSpPr>
            <p:nvPr/>
          </p:nvSpPr>
          <p:spPr>
            <a:xfrm rot="10686245">
              <a:off x="-129341" y="1465224"/>
              <a:ext cx="376542" cy="104173"/>
            </a:xfrm>
            <a:prstGeom prst="ellipse">
              <a:avLst/>
            </a:prstGeom>
            <a:gradFill>
              <a:gsLst>
                <a:gs pos="0">
                  <a:srgbClr val="FFFFFF">
                    <a:alpha val="21316"/>
                  </a:srgbClr>
                </a:gs>
                <a:gs pos="14286">
                  <a:srgbClr val="FFFFFF">
                    <a:alpha val="19775"/>
                  </a:srgbClr>
                </a:gs>
                <a:gs pos="28571">
                  <a:srgbClr val="FFFFFF">
                    <a:alpha val="15725"/>
                  </a:srgbClr>
                </a:gs>
                <a:gs pos="42857">
                  <a:srgbClr val="FFFFFF">
                    <a:alpha val="10615"/>
                  </a:srgbClr>
                </a:gs>
                <a:gs pos="57143">
                  <a:srgbClr val="FFFFFF">
                    <a:alpha val="6029"/>
                  </a:srgbClr>
                </a:gs>
                <a:gs pos="71429">
                  <a:srgbClr val="FFFFFF">
                    <a:alpha val="2869"/>
                  </a:srgbClr>
                </a:gs>
                <a:gs pos="85714">
                  <a:srgbClr val="FFFFFF">
                    <a:alpha val="1144"/>
                  </a:srgbClr>
                </a:gs>
                <a:gs pos="100000">
                  <a:srgbClr val="FFFFFF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7" name="Splat 887"/>
            <p:cNvSpPr>
              <a:spLocks noGrp="1"/>
            </p:cNvSpPr>
            <p:nvPr/>
          </p:nvSpPr>
          <p:spPr>
            <a:xfrm rot="3144504">
              <a:off x="1529422" y="475132"/>
              <a:ext cx="613560" cy="161564"/>
            </a:xfrm>
            <a:prstGeom prst="ellipse">
              <a:avLst/>
            </a:prstGeom>
            <a:gradFill>
              <a:gsLst>
                <a:gs pos="0">
                  <a:srgbClr val="F3F3F3">
                    <a:alpha val="21214"/>
                  </a:srgbClr>
                </a:gs>
                <a:gs pos="14286">
                  <a:srgbClr val="F3F3F3">
                    <a:alpha val="19680"/>
                  </a:srgbClr>
                </a:gs>
                <a:gs pos="28571">
                  <a:srgbClr val="F3F3F3">
                    <a:alpha val="15647"/>
                  </a:srgbClr>
                </a:gs>
                <a:gs pos="42857">
                  <a:srgbClr val="F3F3F3">
                    <a:alpha val="10561"/>
                  </a:srgbClr>
                </a:gs>
                <a:gs pos="57143">
                  <a:srgbClr val="F3F3F3">
                    <a:alpha val="5997"/>
                  </a:srgbClr>
                </a:gs>
                <a:gs pos="71429">
                  <a:srgbClr val="F3F3F3">
                    <a:alpha val="2853"/>
                  </a:srgbClr>
                </a:gs>
                <a:gs pos="85714">
                  <a:srgbClr val="F3F3F3">
                    <a:alpha val="1138"/>
                  </a:srgbClr>
                </a:gs>
                <a:gs pos="100000">
                  <a:srgbClr val="F3F3F3">
                    <a:alpha val="3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8" name="Splat 888"/>
            <p:cNvSpPr>
              <a:spLocks noGrp="1"/>
            </p:cNvSpPr>
            <p:nvPr/>
          </p:nvSpPr>
          <p:spPr>
            <a:xfrm rot="6813531">
              <a:off x="-6825" y="601875"/>
              <a:ext cx="423006" cy="356079"/>
            </a:xfrm>
            <a:prstGeom prst="ellipse">
              <a:avLst/>
            </a:prstGeom>
            <a:gradFill>
              <a:gsLst>
                <a:gs pos="0">
                  <a:srgbClr val="D0D0D1">
                    <a:alpha val="22024"/>
                  </a:srgbClr>
                </a:gs>
                <a:gs pos="14286">
                  <a:srgbClr val="D0D0D1">
                    <a:alpha val="20439"/>
                  </a:srgbClr>
                </a:gs>
                <a:gs pos="28571">
                  <a:srgbClr val="D0D0D1">
                    <a:alpha val="16267"/>
                  </a:srgbClr>
                </a:gs>
                <a:gs pos="42857">
                  <a:srgbClr val="D0D0D1">
                    <a:alpha val="10992"/>
                  </a:srgbClr>
                </a:gs>
                <a:gs pos="57143">
                  <a:srgbClr val="D0D0D1">
                    <a:alpha val="6249"/>
                  </a:srgbClr>
                </a:gs>
                <a:gs pos="71429">
                  <a:srgbClr val="D0D0D1">
                    <a:alpha val="2975"/>
                  </a:srgbClr>
                </a:gs>
                <a:gs pos="85714">
                  <a:srgbClr val="D0D0D1">
                    <a:alpha val="1187"/>
                  </a:srgbClr>
                </a:gs>
                <a:gs pos="100000">
                  <a:srgbClr val="D0D0D1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9" name="Splat 889"/>
            <p:cNvSpPr>
              <a:spLocks noGrp="1"/>
            </p:cNvSpPr>
            <p:nvPr/>
          </p:nvSpPr>
          <p:spPr>
            <a:xfrm rot="-8378972">
              <a:off x="3172235" y="1282848"/>
              <a:ext cx="721415" cy="197307"/>
            </a:xfrm>
            <a:prstGeom prst="ellipse">
              <a:avLst/>
            </a:prstGeom>
            <a:gradFill>
              <a:gsLst>
                <a:gs pos="0">
                  <a:srgbClr val="353130">
                    <a:alpha val="4700"/>
                  </a:srgbClr>
                </a:gs>
                <a:gs pos="14286">
                  <a:srgbClr val="353130">
                    <a:alpha val="4328"/>
                  </a:srgbClr>
                </a:gs>
                <a:gs pos="28571">
                  <a:srgbClr val="353130">
                    <a:alpha val="3377"/>
                  </a:srgbClr>
                </a:gs>
                <a:gs pos="42857">
                  <a:srgbClr val="353130">
                    <a:alpha val="2228"/>
                  </a:srgbClr>
                </a:gs>
                <a:gs pos="57143">
                  <a:srgbClr val="353130">
                    <a:alpha val="1241"/>
                  </a:srgbClr>
                </a:gs>
                <a:gs pos="71429">
                  <a:srgbClr val="353130">
                    <a:alpha val="583"/>
                  </a:srgbClr>
                </a:gs>
                <a:gs pos="85714">
                  <a:srgbClr val="353130">
                    <a:alpha val="231"/>
                  </a:srgbClr>
                </a:gs>
                <a:gs pos="100000">
                  <a:srgbClr val="353130">
                    <a:alpha val="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0" name="Splat 890"/>
            <p:cNvSpPr>
              <a:spLocks noGrp="1"/>
            </p:cNvSpPr>
            <p:nvPr/>
          </p:nvSpPr>
          <p:spPr>
            <a:xfrm rot="6254763">
              <a:off x="1449550" y="3327897"/>
              <a:ext cx="729361" cy="85292"/>
            </a:xfrm>
            <a:prstGeom prst="ellipse">
              <a:avLst/>
            </a:prstGeom>
            <a:gradFill>
              <a:gsLst>
                <a:gs pos="0">
                  <a:srgbClr val="000201">
                    <a:alpha val="32968"/>
                  </a:srgbClr>
                </a:gs>
                <a:gs pos="14286">
                  <a:srgbClr val="000201">
                    <a:alpha val="30764"/>
                  </a:srgbClr>
                </a:gs>
                <a:gs pos="28571">
                  <a:srgbClr val="000201">
                    <a:alpha val="24833"/>
                  </a:srgbClr>
                </a:gs>
                <a:gs pos="42857">
                  <a:srgbClr val="000201">
                    <a:alpha val="17075"/>
                  </a:srgbClr>
                </a:gs>
                <a:gs pos="57143">
                  <a:srgbClr val="000201">
                    <a:alpha val="9855"/>
                  </a:srgbClr>
                </a:gs>
                <a:gs pos="71429">
                  <a:srgbClr val="000201">
                    <a:alpha val="4740"/>
                  </a:srgbClr>
                </a:gs>
                <a:gs pos="85714">
                  <a:srgbClr val="000201">
                    <a:alpha val="1902"/>
                  </a:srgbClr>
                </a:gs>
                <a:gs pos="100000">
                  <a:srgbClr val="0002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1" name="Splat 891"/>
            <p:cNvSpPr>
              <a:spLocks noGrp="1"/>
            </p:cNvSpPr>
            <p:nvPr/>
          </p:nvSpPr>
          <p:spPr>
            <a:xfrm rot="-10297146">
              <a:off x="1470329" y="1015315"/>
              <a:ext cx="736586" cy="713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2" name="Splat 892"/>
            <p:cNvSpPr>
              <a:spLocks noGrp="1"/>
            </p:cNvSpPr>
            <p:nvPr/>
          </p:nvSpPr>
          <p:spPr>
            <a:xfrm rot="-9025375">
              <a:off x="1689501" y="3336312"/>
              <a:ext cx="468350" cy="7807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3" name="Splat 893"/>
            <p:cNvSpPr>
              <a:spLocks noGrp="1"/>
            </p:cNvSpPr>
            <p:nvPr/>
          </p:nvSpPr>
          <p:spPr>
            <a:xfrm rot="-8916657">
              <a:off x="-16597" y="579153"/>
              <a:ext cx="300306" cy="174450"/>
            </a:xfrm>
            <a:prstGeom prst="ellipse">
              <a:avLst/>
            </a:prstGeom>
            <a:gradFill>
              <a:gsLst>
                <a:gs pos="0">
                  <a:srgbClr val="C9CAC9">
                    <a:alpha val="5675"/>
                  </a:srgbClr>
                </a:gs>
                <a:gs pos="14286">
                  <a:srgbClr val="C9CAC9">
                    <a:alpha val="5228"/>
                  </a:srgbClr>
                </a:gs>
                <a:gs pos="28571">
                  <a:srgbClr val="C9CAC9">
                    <a:alpha val="4084"/>
                  </a:srgbClr>
                </a:gs>
                <a:gs pos="42857">
                  <a:srgbClr val="C9CAC9">
                    <a:alpha val="2698"/>
                  </a:srgbClr>
                </a:gs>
                <a:gs pos="57143">
                  <a:srgbClr val="C9CAC9">
                    <a:alpha val="1504"/>
                  </a:srgbClr>
                </a:gs>
                <a:gs pos="71429">
                  <a:srgbClr val="C9CAC9">
                    <a:alpha val="707"/>
                  </a:srgbClr>
                </a:gs>
                <a:gs pos="85714">
                  <a:srgbClr val="C9CAC9">
                    <a:alpha val="280"/>
                  </a:srgbClr>
                </a:gs>
                <a:gs pos="100000">
                  <a:srgbClr val="C9CAC9">
                    <a:alpha val="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4" name="Splat 894"/>
            <p:cNvSpPr>
              <a:spLocks noGrp="1"/>
            </p:cNvSpPr>
            <p:nvPr/>
          </p:nvSpPr>
          <p:spPr>
            <a:xfrm rot="3736308">
              <a:off x="2278415" y="3328511"/>
              <a:ext cx="853574" cy="3132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5" name="Splat 895"/>
            <p:cNvSpPr>
              <a:spLocks noGrp="1"/>
            </p:cNvSpPr>
            <p:nvPr/>
          </p:nvSpPr>
          <p:spPr>
            <a:xfrm rot="-10285176">
              <a:off x="-72142" y="1437806"/>
              <a:ext cx="312166" cy="46942"/>
            </a:xfrm>
            <a:prstGeom prst="ellipse">
              <a:avLst/>
            </a:prstGeom>
            <a:gradFill>
              <a:gsLst>
                <a:gs pos="0">
                  <a:srgbClr val="E4E4E4">
                    <a:alpha val="30181"/>
                  </a:srgbClr>
                </a:gs>
                <a:gs pos="14286">
                  <a:srgbClr val="E4E4E4">
                    <a:alpha val="28122"/>
                  </a:srgbClr>
                </a:gs>
                <a:gs pos="28571">
                  <a:srgbClr val="E4E4E4">
                    <a:alpha val="22616"/>
                  </a:srgbClr>
                </a:gs>
                <a:gs pos="42857">
                  <a:srgbClr val="E4E4E4">
                    <a:alpha val="15479"/>
                  </a:srgbClr>
                </a:gs>
                <a:gs pos="57143">
                  <a:srgbClr val="E4E4E4">
                    <a:alpha val="8897"/>
                  </a:srgbClr>
                </a:gs>
                <a:gs pos="71429">
                  <a:srgbClr val="E4E4E4">
                    <a:alpha val="4268"/>
                  </a:srgbClr>
                </a:gs>
                <a:gs pos="85714">
                  <a:srgbClr val="E4E4E4">
                    <a:alpha val="1710"/>
                  </a:srgbClr>
                </a:gs>
                <a:gs pos="100000">
                  <a:srgbClr val="E4E4E4">
                    <a:alpha val="57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6" name="Splat 896"/>
            <p:cNvSpPr>
              <a:spLocks noGrp="1"/>
            </p:cNvSpPr>
            <p:nvPr/>
          </p:nvSpPr>
          <p:spPr>
            <a:xfrm rot="6136454">
              <a:off x="-118509" y="459096"/>
              <a:ext cx="384953" cy="288917"/>
            </a:xfrm>
            <a:prstGeom prst="ellipse">
              <a:avLst/>
            </a:prstGeom>
            <a:gradFill>
              <a:gsLst>
                <a:gs pos="0">
                  <a:srgbClr val="555655">
                    <a:alpha val="19807"/>
                  </a:srgbClr>
                </a:gs>
                <a:gs pos="14286">
                  <a:srgbClr val="555655">
                    <a:alpha val="18363"/>
                  </a:srgbClr>
                </a:gs>
                <a:gs pos="28571">
                  <a:srgbClr val="555655">
                    <a:alpha val="14575"/>
                  </a:srgbClr>
                </a:gs>
                <a:gs pos="42857">
                  <a:srgbClr val="555655">
                    <a:alpha val="9817"/>
                  </a:srgbClr>
                </a:gs>
                <a:gs pos="57143">
                  <a:srgbClr val="555655">
                    <a:alpha val="5564"/>
                  </a:srgbClr>
                </a:gs>
                <a:gs pos="71429">
                  <a:srgbClr val="555655">
                    <a:alpha val="2644"/>
                  </a:srgbClr>
                </a:gs>
                <a:gs pos="85714">
                  <a:srgbClr val="555655">
                    <a:alpha val="1054"/>
                  </a:srgbClr>
                </a:gs>
                <a:gs pos="100000">
                  <a:srgbClr val="555655">
                    <a:alpha val="35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7" name="Splat 897"/>
            <p:cNvSpPr>
              <a:spLocks noGrp="1"/>
            </p:cNvSpPr>
            <p:nvPr/>
          </p:nvSpPr>
          <p:spPr>
            <a:xfrm rot="-9092839">
              <a:off x="3146962" y="945587"/>
              <a:ext cx="448352" cy="316857"/>
            </a:xfrm>
            <a:prstGeom prst="ellipse">
              <a:avLst/>
            </a:prstGeom>
            <a:gradFill>
              <a:gsLst>
                <a:gs pos="0">
                  <a:srgbClr val="919091">
                    <a:alpha val="31940"/>
                  </a:srgbClr>
                </a:gs>
                <a:gs pos="14286">
                  <a:srgbClr val="919091">
                    <a:alpha val="29788"/>
                  </a:srgbClr>
                </a:gs>
                <a:gs pos="28571">
                  <a:srgbClr val="919091">
                    <a:alpha val="24012"/>
                  </a:srgbClr>
                </a:gs>
                <a:gs pos="42857">
                  <a:srgbClr val="919091">
                    <a:alpha val="16482"/>
                  </a:srgbClr>
                </a:gs>
                <a:gs pos="57143">
                  <a:srgbClr val="919091">
                    <a:alpha val="9498"/>
                  </a:srgbClr>
                </a:gs>
                <a:gs pos="71429">
                  <a:srgbClr val="919091">
                    <a:alpha val="4564"/>
                  </a:srgbClr>
                </a:gs>
                <a:gs pos="85714">
                  <a:srgbClr val="919091">
                    <a:alpha val="1830"/>
                  </a:srgbClr>
                </a:gs>
                <a:gs pos="100000">
                  <a:srgbClr val="919091">
                    <a:alpha val="6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8" name="Splat 898"/>
            <p:cNvSpPr>
              <a:spLocks noGrp="1"/>
            </p:cNvSpPr>
            <p:nvPr/>
          </p:nvSpPr>
          <p:spPr>
            <a:xfrm rot="5116173">
              <a:off x="2138506" y="1256034"/>
              <a:ext cx="493141" cy="78778"/>
            </a:xfrm>
            <a:prstGeom prst="ellipse">
              <a:avLst/>
            </a:prstGeom>
            <a:gradFill>
              <a:gsLst>
                <a:gs pos="0">
                  <a:srgbClr val="FDFDFD">
                    <a:alpha val="30591"/>
                  </a:srgbClr>
                </a:gs>
                <a:gs pos="14286">
                  <a:srgbClr val="FDFDFD">
                    <a:alpha val="28511"/>
                  </a:srgbClr>
                </a:gs>
                <a:gs pos="28571">
                  <a:srgbClr val="FDFDFD">
                    <a:alpha val="22941"/>
                  </a:srgbClr>
                </a:gs>
                <a:gs pos="42857">
                  <a:srgbClr val="FDFDFD">
                    <a:alpha val="15712"/>
                  </a:srgbClr>
                </a:gs>
                <a:gs pos="57143">
                  <a:srgbClr val="FDFDFD">
                    <a:alpha val="9037"/>
                  </a:srgbClr>
                </a:gs>
                <a:gs pos="71429">
                  <a:srgbClr val="FDFDFD">
                    <a:alpha val="4337"/>
                  </a:srgbClr>
                </a:gs>
                <a:gs pos="85714">
                  <a:srgbClr val="FDFDFD">
                    <a:alpha val="1738"/>
                  </a:srgbClr>
                </a:gs>
                <a:gs pos="100000">
                  <a:srgbClr val="FDFDFD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9" name="Splat 899"/>
            <p:cNvSpPr>
              <a:spLocks noGrp="1"/>
            </p:cNvSpPr>
            <p:nvPr/>
          </p:nvSpPr>
          <p:spPr>
            <a:xfrm rot="3670351">
              <a:off x="2064310" y="2513963"/>
              <a:ext cx="543143" cy="42984"/>
            </a:xfrm>
            <a:prstGeom prst="ellipse">
              <a:avLst/>
            </a:prstGeom>
            <a:gradFill>
              <a:gsLst>
                <a:gs pos="0">
                  <a:srgbClr val="DCDBDC">
                    <a:alpha val="12214"/>
                  </a:srgbClr>
                </a:gs>
                <a:gs pos="14286">
                  <a:srgbClr val="DCDBDC">
                    <a:alpha val="11284"/>
                  </a:srgbClr>
                </a:gs>
                <a:gs pos="28571">
                  <a:srgbClr val="DCDBDC">
                    <a:alpha val="8877"/>
                  </a:srgbClr>
                </a:gs>
                <a:gs pos="42857">
                  <a:srgbClr val="DCDBDC">
                    <a:alpha val="5915"/>
                  </a:srgbClr>
                </a:gs>
                <a:gs pos="57143">
                  <a:srgbClr val="DCDBDC">
                    <a:alpha val="3322"/>
                  </a:srgbClr>
                </a:gs>
                <a:gs pos="71429">
                  <a:srgbClr val="DCDBDC">
                    <a:alpha val="1569"/>
                  </a:srgbClr>
                </a:gs>
                <a:gs pos="85714">
                  <a:srgbClr val="DCDBDC">
                    <a:alpha val="623"/>
                  </a:srgbClr>
                </a:gs>
                <a:gs pos="100000">
                  <a:srgbClr val="DCDBDC">
                    <a:alpha val="2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0" name="Splat 900"/>
            <p:cNvSpPr>
              <a:spLocks noGrp="1"/>
            </p:cNvSpPr>
            <p:nvPr/>
          </p:nvSpPr>
          <p:spPr>
            <a:xfrm rot="5574151">
              <a:off x="2960203" y="898651"/>
              <a:ext cx="438882" cy="288102"/>
            </a:xfrm>
            <a:prstGeom prst="ellipse">
              <a:avLst/>
            </a:prstGeom>
            <a:gradFill>
              <a:gsLst>
                <a:gs pos="0">
                  <a:srgbClr val="CECECE">
                    <a:alpha val="29726"/>
                  </a:srgbClr>
                </a:gs>
                <a:gs pos="14286">
                  <a:srgbClr val="CECECE">
                    <a:alpha val="27692"/>
                  </a:srgbClr>
                </a:gs>
                <a:gs pos="28571">
                  <a:srgbClr val="CECECE">
                    <a:alpha val="22256"/>
                  </a:srgbClr>
                </a:gs>
                <a:gs pos="42857">
                  <a:srgbClr val="CECECE">
                    <a:alpha val="15221"/>
                  </a:srgbClr>
                </a:gs>
                <a:gs pos="57143">
                  <a:srgbClr val="CECECE">
                    <a:alpha val="8744"/>
                  </a:srgbClr>
                </a:gs>
                <a:gs pos="71429">
                  <a:srgbClr val="CECECE">
                    <a:alpha val="4193"/>
                  </a:srgbClr>
                </a:gs>
                <a:gs pos="85714">
                  <a:srgbClr val="CECECE">
                    <a:alpha val="1679"/>
                  </a:srgbClr>
                </a:gs>
                <a:gs pos="100000">
                  <a:srgbClr val="CECECE">
                    <a:alpha val="5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1" name="Splat 901"/>
            <p:cNvSpPr>
              <a:spLocks noGrp="1"/>
            </p:cNvSpPr>
            <p:nvPr/>
          </p:nvSpPr>
          <p:spPr>
            <a:xfrm rot="9006993">
              <a:off x="2130620" y="1328294"/>
              <a:ext cx="394390" cy="11849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2" name="Splat 902"/>
            <p:cNvSpPr>
              <a:spLocks noGrp="1"/>
            </p:cNvSpPr>
            <p:nvPr/>
          </p:nvSpPr>
          <p:spPr>
            <a:xfrm rot="-9181679">
              <a:off x="1951413" y="685183"/>
              <a:ext cx="505270" cy="289038"/>
            </a:xfrm>
            <a:prstGeom prst="ellipse">
              <a:avLst/>
            </a:prstGeom>
            <a:gradFill>
              <a:gsLst>
                <a:gs pos="0">
                  <a:srgbClr val="E4E4E4">
                    <a:alpha val="28020"/>
                  </a:srgbClr>
                </a:gs>
                <a:gs pos="14286">
                  <a:srgbClr val="E4E4E4">
                    <a:alpha val="26080"/>
                  </a:srgbClr>
                </a:gs>
                <a:gs pos="28571">
                  <a:srgbClr val="E4E4E4">
                    <a:alpha val="20914"/>
                  </a:srgbClr>
                </a:gs>
                <a:gs pos="42857">
                  <a:srgbClr val="E4E4E4">
                    <a:alpha val="14264"/>
                  </a:srgbClr>
                </a:gs>
                <a:gs pos="57143">
                  <a:srgbClr val="E4E4E4">
                    <a:alpha val="8174"/>
                  </a:srgbClr>
                </a:gs>
                <a:gs pos="71429">
                  <a:srgbClr val="E4E4E4">
                    <a:alpha val="3913"/>
                  </a:srgbClr>
                </a:gs>
                <a:gs pos="85714">
                  <a:srgbClr val="E4E4E4">
                    <a:alpha val="1566"/>
                  </a:srgbClr>
                </a:gs>
                <a:gs pos="100000">
                  <a:srgbClr val="E4E4E4">
                    <a:alpha val="5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3" name="Splat 903"/>
            <p:cNvSpPr>
              <a:spLocks noGrp="1"/>
            </p:cNvSpPr>
            <p:nvPr/>
          </p:nvSpPr>
          <p:spPr>
            <a:xfrm rot="-10425128">
              <a:off x="1721866" y="3489271"/>
              <a:ext cx="597431" cy="310230"/>
            </a:xfrm>
            <a:prstGeom prst="ellipse">
              <a:avLst/>
            </a:prstGeom>
            <a:gradFill>
              <a:gsLst>
                <a:gs pos="0">
                  <a:srgbClr val="000B07">
                    <a:alpha val="12477"/>
                  </a:srgbClr>
                </a:gs>
                <a:gs pos="14286">
                  <a:srgbClr val="000B07">
                    <a:alpha val="11528"/>
                  </a:srgbClr>
                </a:gs>
                <a:gs pos="28571">
                  <a:srgbClr val="000B07">
                    <a:alpha val="9072"/>
                  </a:srgbClr>
                </a:gs>
                <a:gs pos="42857">
                  <a:srgbClr val="000B07">
                    <a:alpha val="6048"/>
                  </a:srgbClr>
                </a:gs>
                <a:gs pos="57143">
                  <a:srgbClr val="000B07">
                    <a:alpha val="3398"/>
                  </a:srgbClr>
                </a:gs>
                <a:gs pos="71429">
                  <a:srgbClr val="000B07">
                    <a:alpha val="1605"/>
                  </a:srgbClr>
                </a:gs>
                <a:gs pos="85714">
                  <a:srgbClr val="000B07">
                    <a:alpha val="638"/>
                  </a:srgbClr>
                </a:gs>
                <a:gs pos="100000">
                  <a:srgbClr val="000B07">
                    <a:alpha val="21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4" name="Splat 904"/>
            <p:cNvSpPr>
              <a:spLocks noGrp="1"/>
            </p:cNvSpPr>
            <p:nvPr/>
          </p:nvSpPr>
          <p:spPr>
            <a:xfrm rot="5163189">
              <a:off x="611358" y="3248524"/>
              <a:ext cx="218870" cy="84394"/>
            </a:xfrm>
            <a:prstGeom prst="ellipse">
              <a:avLst/>
            </a:prstGeom>
            <a:gradFill>
              <a:gsLst>
                <a:gs pos="0">
                  <a:srgbClr val="F1F1F2">
                    <a:alpha val="32968"/>
                  </a:srgbClr>
                </a:gs>
                <a:gs pos="14286">
                  <a:srgbClr val="F1F1F2">
                    <a:alpha val="30764"/>
                  </a:srgbClr>
                </a:gs>
                <a:gs pos="28571">
                  <a:srgbClr val="F1F1F2">
                    <a:alpha val="24833"/>
                  </a:srgbClr>
                </a:gs>
                <a:gs pos="42857">
                  <a:srgbClr val="F1F1F2">
                    <a:alpha val="17075"/>
                  </a:srgbClr>
                </a:gs>
                <a:gs pos="57143">
                  <a:srgbClr val="F1F1F2">
                    <a:alpha val="9855"/>
                  </a:srgbClr>
                </a:gs>
                <a:gs pos="71429">
                  <a:srgbClr val="F1F1F2">
                    <a:alpha val="4740"/>
                  </a:srgbClr>
                </a:gs>
                <a:gs pos="85714">
                  <a:srgbClr val="F1F1F2">
                    <a:alpha val="1902"/>
                  </a:srgbClr>
                </a:gs>
                <a:gs pos="100000">
                  <a:srgbClr val="F1F1F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5" name="Splat 905"/>
            <p:cNvSpPr>
              <a:spLocks noGrp="1"/>
            </p:cNvSpPr>
            <p:nvPr/>
          </p:nvSpPr>
          <p:spPr>
            <a:xfrm rot="3727245">
              <a:off x="1990135" y="2794175"/>
              <a:ext cx="866104" cy="298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6" name="Splat 906"/>
            <p:cNvSpPr>
              <a:spLocks noGrp="1"/>
            </p:cNvSpPr>
            <p:nvPr/>
          </p:nvSpPr>
          <p:spPr>
            <a:xfrm rot="5784277">
              <a:off x="404546" y="3505895"/>
              <a:ext cx="580833" cy="101480"/>
            </a:xfrm>
            <a:prstGeom prst="ellipse">
              <a:avLst/>
            </a:prstGeom>
            <a:gradFill>
              <a:gsLst>
                <a:gs pos="0">
                  <a:srgbClr val="F1F1F1">
                    <a:alpha val="32968"/>
                  </a:srgbClr>
                </a:gs>
                <a:gs pos="14286">
                  <a:srgbClr val="F1F1F1">
                    <a:alpha val="30764"/>
                  </a:srgbClr>
                </a:gs>
                <a:gs pos="28571">
                  <a:srgbClr val="F1F1F1">
                    <a:alpha val="24833"/>
                  </a:srgbClr>
                </a:gs>
                <a:gs pos="42857">
                  <a:srgbClr val="F1F1F1">
                    <a:alpha val="17075"/>
                  </a:srgbClr>
                </a:gs>
                <a:gs pos="57143">
                  <a:srgbClr val="F1F1F1">
                    <a:alpha val="9855"/>
                  </a:srgbClr>
                </a:gs>
                <a:gs pos="71429">
                  <a:srgbClr val="F1F1F1">
                    <a:alpha val="4740"/>
                  </a:srgbClr>
                </a:gs>
                <a:gs pos="85714">
                  <a:srgbClr val="F1F1F1">
                    <a:alpha val="1902"/>
                  </a:srgbClr>
                </a:gs>
                <a:gs pos="100000">
                  <a:srgbClr val="F1F1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7" name="Splat 907"/>
            <p:cNvSpPr>
              <a:spLocks noGrp="1"/>
            </p:cNvSpPr>
            <p:nvPr/>
          </p:nvSpPr>
          <p:spPr>
            <a:xfrm rot="10072680">
              <a:off x="834689" y="343309"/>
              <a:ext cx="327148" cy="156351"/>
            </a:xfrm>
            <a:prstGeom prst="ellipse">
              <a:avLst/>
            </a:prstGeom>
            <a:gradFill>
              <a:gsLst>
                <a:gs pos="0">
                  <a:srgbClr val="FFFFFF">
                    <a:alpha val="29971"/>
                  </a:srgbClr>
                </a:gs>
                <a:gs pos="14286">
                  <a:srgbClr val="FFFFFF">
                    <a:alpha val="27924"/>
                  </a:srgbClr>
                </a:gs>
                <a:gs pos="28571">
                  <a:srgbClr val="FFFFFF">
                    <a:alpha val="22450"/>
                  </a:srgbClr>
                </a:gs>
                <a:gs pos="42857">
                  <a:srgbClr val="FFFFFF">
                    <a:alpha val="15360"/>
                  </a:srgbClr>
                </a:gs>
                <a:gs pos="57143">
                  <a:srgbClr val="FFFFFF">
                    <a:alpha val="8827"/>
                  </a:srgbClr>
                </a:gs>
                <a:gs pos="71429">
                  <a:srgbClr val="FFFFFF">
                    <a:alpha val="4233"/>
                  </a:srgbClr>
                </a:gs>
                <a:gs pos="85714">
                  <a:srgbClr val="FFFFFF">
                    <a:alpha val="1696"/>
                  </a:srgbClr>
                </a:gs>
                <a:gs pos="100000">
                  <a:srgbClr val="FFFFFF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8" name="Splat 908"/>
            <p:cNvSpPr>
              <a:spLocks noGrp="1"/>
            </p:cNvSpPr>
            <p:nvPr/>
          </p:nvSpPr>
          <p:spPr>
            <a:xfrm rot="8096375">
              <a:off x="-327868" y="1766077"/>
              <a:ext cx="736224" cy="18539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9" name="Splat 909"/>
            <p:cNvSpPr>
              <a:spLocks noGrp="1"/>
            </p:cNvSpPr>
            <p:nvPr/>
          </p:nvSpPr>
          <p:spPr>
            <a:xfrm rot="-8844332">
              <a:off x="451948" y="284456"/>
              <a:ext cx="392833" cy="124429"/>
            </a:xfrm>
            <a:prstGeom prst="ellipse">
              <a:avLst/>
            </a:prstGeom>
            <a:gradFill>
              <a:gsLst>
                <a:gs pos="0">
                  <a:srgbClr val="C0BDBF">
                    <a:alpha val="6484"/>
                  </a:srgbClr>
                </a:gs>
                <a:gs pos="14286">
                  <a:srgbClr val="C0BDBF">
                    <a:alpha val="5975"/>
                  </a:srgbClr>
                </a:gs>
                <a:gs pos="28571">
                  <a:srgbClr val="C0BDBF">
                    <a:alpha val="4671"/>
                  </a:srgbClr>
                </a:gs>
                <a:gs pos="42857">
                  <a:srgbClr val="C0BDBF">
                    <a:alpha val="3089"/>
                  </a:srgbClr>
                </a:gs>
                <a:gs pos="57143">
                  <a:srgbClr val="C0BDBF">
                    <a:alpha val="1724"/>
                  </a:srgbClr>
                </a:gs>
                <a:gs pos="71429">
                  <a:srgbClr val="C0BDBF">
                    <a:alpha val="811"/>
                  </a:srgbClr>
                </a:gs>
                <a:gs pos="85714">
                  <a:srgbClr val="C0BDBF">
                    <a:alpha val="321"/>
                  </a:srgbClr>
                </a:gs>
                <a:gs pos="100000">
                  <a:srgbClr val="C0BDBF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0" name="Splat 910"/>
            <p:cNvSpPr>
              <a:spLocks noGrp="1"/>
            </p:cNvSpPr>
            <p:nvPr/>
          </p:nvSpPr>
          <p:spPr>
            <a:xfrm rot="3960373">
              <a:off x="3016485" y="721429"/>
              <a:ext cx="399959" cy="291194"/>
            </a:xfrm>
            <a:prstGeom prst="ellipse">
              <a:avLst/>
            </a:prstGeom>
            <a:gradFill>
              <a:gsLst>
                <a:gs pos="0">
                  <a:srgbClr val="B7B7B7">
                    <a:alpha val="23277"/>
                  </a:srgbClr>
                </a:gs>
                <a:gs pos="14286">
                  <a:srgbClr val="B7B7B7">
                    <a:alpha val="21615"/>
                  </a:srgbClr>
                </a:gs>
                <a:gs pos="28571">
                  <a:srgbClr val="B7B7B7">
                    <a:alpha val="17229"/>
                  </a:srgbClr>
                </a:gs>
                <a:gs pos="42857">
                  <a:srgbClr val="B7B7B7">
                    <a:alpha val="11665"/>
                  </a:srgbClr>
                </a:gs>
                <a:gs pos="57143">
                  <a:srgbClr val="B7B7B7">
                    <a:alpha val="6642"/>
                  </a:srgbClr>
                </a:gs>
                <a:gs pos="71429">
                  <a:srgbClr val="B7B7B7">
                    <a:alpha val="3166"/>
                  </a:srgbClr>
                </a:gs>
                <a:gs pos="85714">
                  <a:srgbClr val="B7B7B7">
                    <a:alpha val="1264"/>
                  </a:srgbClr>
                </a:gs>
                <a:gs pos="100000">
                  <a:srgbClr val="B7B7B7">
                    <a:alpha val="4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1" name="Splat 911"/>
            <p:cNvSpPr>
              <a:spLocks noGrp="1"/>
            </p:cNvSpPr>
            <p:nvPr/>
          </p:nvSpPr>
          <p:spPr>
            <a:xfrm rot="3730432">
              <a:off x="2013454" y="555764"/>
              <a:ext cx="387907" cy="311192"/>
            </a:xfrm>
            <a:prstGeom prst="ellipse">
              <a:avLst/>
            </a:prstGeom>
            <a:gradFill>
              <a:gsLst>
                <a:gs pos="0">
                  <a:srgbClr val="D1D1D2">
                    <a:alpha val="32968"/>
                  </a:srgbClr>
                </a:gs>
                <a:gs pos="14286">
                  <a:srgbClr val="D1D1D2">
                    <a:alpha val="30764"/>
                  </a:srgbClr>
                </a:gs>
                <a:gs pos="28571">
                  <a:srgbClr val="D1D1D2">
                    <a:alpha val="24833"/>
                  </a:srgbClr>
                </a:gs>
                <a:gs pos="42857">
                  <a:srgbClr val="D1D1D2">
                    <a:alpha val="17075"/>
                  </a:srgbClr>
                </a:gs>
                <a:gs pos="57143">
                  <a:srgbClr val="D1D1D2">
                    <a:alpha val="9855"/>
                  </a:srgbClr>
                </a:gs>
                <a:gs pos="71429">
                  <a:srgbClr val="D1D1D2">
                    <a:alpha val="4740"/>
                  </a:srgbClr>
                </a:gs>
                <a:gs pos="85714">
                  <a:srgbClr val="D1D1D2">
                    <a:alpha val="1902"/>
                  </a:srgbClr>
                </a:gs>
                <a:gs pos="100000">
                  <a:srgbClr val="D1D1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2" name="Splat 912"/>
            <p:cNvSpPr>
              <a:spLocks noGrp="1"/>
            </p:cNvSpPr>
            <p:nvPr/>
          </p:nvSpPr>
          <p:spPr>
            <a:xfrm rot="-10680875">
              <a:off x="1551577" y="1292457"/>
              <a:ext cx="556621" cy="43933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3" name="Splat 913"/>
            <p:cNvSpPr>
              <a:spLocks noGrp="1"/>
            </p:cNvSpPr>
            <p:nvPr/>
          </p:nvSpPr>
          <p:spPr>
            <a:xfrm rot="7127797">
              <a:off x="2331637" y="1240992"/>
              <a:ext cx="243547" cy="8449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4" name="Splat 914"/>
            <p:cNvSpPr>
              <a:spLocks noGrp="1"/>
            </p:cNvSpPr>
            <p:nvPr/>
          </p:nvSpPr>
          <p:spPr>
            <a:xfrm rot="-10085149">
              <a:off x="1261941" y="387209"/>
              <a:ext cx="639849" cy="127078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5" name="Splat 915"/>
            <p:cNvSpPr>
              <a:spLocks noGrp="1"/>
            </p:cNvSpPr>
            <p:nvPr/>
          </p:nvSpPr>
          <p:spPr>
            <a:xfrm rot="3727226">
              <a:off x="2088703" y="2776640"/>
              <a:ext cx="708322" cy="34414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6" name="Splat 916"/>
            <p:cNvSpPr>
              <a:spLocks noGrp="1"/>
            </p:cNvSpPr>
            <p:nvPr/>
          </p:nvSpPr>
          <p:spPr>
            <a:xfrm rot="2983089">
              <a:off x="-34482" y="175279"/>
              <a:ext cx="401045" cy="216896"/>
            </a:xfrm>
            <a:prstGeom prst="ellipse">
              <a:avLst/>
            </a:prstGeom>
            <a:gradFill>
              <a:gsLst>
                <a:gs pos="0">
                  <a:srgbClr val="C1BFC0">
                    <a:alpha val="11315"/>
                  </a:srgbClr>
                </a:gs>
                <a:gs pos="14286">
                  <a:srgbClr val="C1BFC0">
                    <a:alpha val="10450"/>
                  </a:srgbClr>
                </a:gs>
                <a:gs pos="28571">
                  <a:srgbClr val="C1BFC0">
                    <a:alpha val="8213"/>
                  </a:srgbClr>
                </a:gs>
                <a:gs pos="42857">
                  <a:srgbClr val="C1BFC0">
                    <a:alpha val="5466"/>
                  </a:srgbClr>
                </a:gs>
                <a:gs pos="57143">
                  <a:srgbClr val="C1BFC0">
                    <a:alpha val="3067"/>
                  </a:srgbClr>
                </a:gs>
                <a:gs pos="71429">
                  <a:srgbClr val="C1BFC0">
                    <a:alpha val="1447"/>
                  </a:srgbClr>
                </a:gs>
                <a:gs pos="85714">
                  <a:srgbClr val="C1BFC0">
                    <a:alpha val="575"/>
                  </a:srgbClr>
                </a:gs>
                <a:gs pos="100000">
                  <a:srgbClr val="C1BFC0">
                    <a:alpha val="1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7" name="Splat 917"/>
            <p:cNvSpPr>
              <a:spLocks noGrp="1"/>
            </p:cNvSpPr>
            <p:nvPr/>
          </p:nvSpPr>
          <p:spPr>
            <a:xfrm rot="-10064325">
              <a:off x="2692584" y="1253141"/>
              <a:ext cx="296616" cy="172939"/>
            </a:xfrm>
            <a:prstGeom prst="ellipse">
              <a:avLst/>
            </a:prstGeom>
            <a:gradFill>
              <a:gsLst>
                <a:gs pos="0">
                  <a:srgbClr val="FFFEFE">
                    <a:alpha val="31129"/>
                  </a:srgbClr>
                </a:gs>
                <a:gs pos="14286">
                  <a:srgbClr val="FFFEFE">
                    <a:alpha val="29020"/>
                  </a:srgbClr>
                </a:gs>
                <a:gs pos="28571">
                  <a:srgbClr val="FFFEFE">
                    <a:alpha val="23367"/>
                  </a:srgbClr>
                </a:gs>
                <a:gs pos="42857">
                  <a:srgbClr val="FFFEFE">
                    <a:alpha val="16018"/>
                  </a:srgbClr>
                </a:gs>
                <a:gs pos="57143">
                  <a:srgbClr val="FFFEFE">
                    <a:alpha val="9220"/>
                  </a:srgbClr>
                </a:gs>
                <a:gs pos="71429">
                  <a:srgbClr val="FFFEFE">
                    <a:alpha val="4427"/>
                  </a:srgbClr>
                </a:gs>
                <a:gs pos="85714">
                  <a:srgbClr val="FFFEFE">
                    <a:alpha val="1775"/>
                  </a:srgbClr>
                </a:gs>
                <a:gs pos="100000">
                  <a:srgbClr val="FFFEFE">
                    <a:alpha val="5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8" name="Splat 918"/>
            <p:cNvSpPr>
              <a:spLocks noGrp="1"/>
            </p:cNvSpPr>
            <p:nvPr/>
          </p:nvSpPr>
          <p:spPr>
            <a:xfrm rot="-8632636">
              <a:off x="1955780" y="390473"/>
              <a:ext cx="467026" cy="280716"/>
            </a:xfrm>
            <a:prstGeom prst="ellipse">
              <a:avLst/>
            </a:prstGeom>
            <a:gradFill>
              <a:gsLst>
                <a:gs pos="0">
                  <a:srgbClr val="CDCCCD">
                    <a:alpha val="25010"/>
                  </a:srgbClr>
                </a:gs>
                <a:gs pos="14286">
                  <a:srgbClr val="CDCCCD">
                    <a:alpha val="23244"/>
                  </a:srgbClr>
                </a:gs>
                <a:gs pos="28571">
                  <a:srgbClr val="CDCCCD">
                    <a:alpha val="18568"/>
                  </a:srgbClr>
                </a:gs>
                <a:gs pos="42857">
                  <a:srgbClr val="CDCCCD">
                    <a:alpha val="12604"/>
                  </a:srgbClr>
                </a:gs>
                <a:gs pos="57143">
                  <a:srgbClr val="CDCCCD">
                    <a:alpha val="7193"/>
                  </a:srgbClr>
                </a:gs>
                <a:gs pos="71429">
                  <a:srgbClr val="CDCCCD">
                    <a:alpha val="3434"/>
                  </a:srgbClr>
                </a:gs>
                <a:gs pos="85714">
                  <a:srgbClr val="CDCCCD">
                    <a:alpha val="1372"/>
                  </a:srgbClr>
                </a:gs>
                <a:gs pos="100000">
                  <a:srgbClr val="CDCCC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9" name="Splat 919"/>
            <p:cNvSpPr>
              <a:spLocks noGrp="1"/>
            </p:cNvSpPr>
            <p:nvPr/>
          </p:nvSpPr>
          <p:spPr>
            <a:xfrm rot="3716071">
              <a:off x="2007820" y="2584396"/>
              <a:ext cx="701394" cy="24018"/>
            </a:xfrm>
            <a:prstGeom prst="ellipse">
              <a:avLst/>
            </a:prstGeom>
            <a:gradFill>
              <a:gsLst>
                <a:gs pos="0">
                  <a:srgbClr val="929394">
                    <a:alpha val="29747"/>
                  </a:srgbClr>
                </a:gs>
                <a:gs pos="14286">
                  <a:srgbClr val="929394">
                    <a:alpha val="27712"/>
                  </a:srgbClr>
                </a:gs>
                <a:gs pos="28571">
                  <a:srgbClr val="929394">
                    <a:alpha val="22273"/>
                  </a:srgbClr>
                </a:gs>
                <a:gs pos="42857">
                  <a:srgbClr val="929394">
                    <a:alpha val="15233"/>
                  </a:srgbClr>
                </a:gs>
                <a:gs pos="57143">
                  <a:srgbClr val="929394">
                    <a:alpha val="8751"/>
                  </a:srgbClr>
                </a:gs>
                <a:gs pos="71429">
                  <a:srgbClr val="929394">
                    <a:alpha val="4196"/>
                  </a:srgbClr>
                </a:gs>
                <a:gs pos="85714">
                  <a:srgbClr val="929394">
                    <a:alpha val="1681"/>
                  </a:srgbClr>
                </a:gs>
                <a:gs pos="100000">
                  <a:srgbClr val="929394">
                    <a:alpha val="5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0" name="Splat 920"/>
            <p:cNvSpPr>
              <a:spLocks noGrp="1"/>
            </p:cNvSpPr>
            <p:nvPr/>
          </p:nvSpPr>
          <p:spPr>
            <a:xfrm rot="8290556">
              <a:off x="2387661" y="477402"/>
              <a:ext cx="430581" cy="276645"/>
            </a:xfrm>
            <a:prstGeom prst="ellipse">
              <a:avLst/>
            </a:prstGeom>
            <a:gradFill>
              <a:gsLst>
                <a:gs pos="0">
                  <a:srgbClr val="BBBCBC">
                    <a:alpha val="10619"/>
                  </a:srgbClr>
                </a:gs>
                <a:gs pos="14286">
                  <a:srgbClr val="BBBCBC">
                    <a:alpha val="9804"/>
                  </a:srgbClr>
                </a:gs>
                <a:gs pos="28571">
                  <a:srgbClr val="BBBCBC">
                    <a:alpha val="7699"/>
                  </a:srgbClr>
                </a:gs>
                <a:gs pos="42857">
                  <a:srgbClr val="BBBCBC">
                    <a:alpha val="5119"/>
                  </a:srgbClr>
                </a:gs>
                <a:gs pos="57143">
                  <a:srgbClr val="BBBCBC">
                    <a:alpha val="2870"/>
                  </a:srgbClr>
                </a:gs>
                <a:gs pos="71429">
                  <a:srgbClr val="BBBCBC">
                    <a:alpha val="1354"/>
                  </a:srgbClr>
                </a:gs>
                <a:gs pos="85714">
                  <a:srgbClr val="BBBCBC">
                    <a:alpha val="538"/>
                  </a:srgbClr>
                </a:gs>
                <a:gs pos="100000">
                  <a:srgbClr val="BBBCBC">
                    <a:alpha val="18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1" name="Splat 921"/>
            <p:cNvSpPr>
              <a:spLocks noGrp="1"/>
            </p:cNvSpPr>
            <p:nvPr/>
          </p:nvSpPr>
          <p:spPr>
            <a:xfrm rot="9380969">
              <a:off x="1067477" y="430707"/>
              <a:ext cx="559084" cy="96153"/>
            </a:xfrm>
            <a:prstGeom prst="ellipse">
              <a:avLst/>
            </a:prstGeom>
            <a:gradFill>
              <a:gsLst>
                <a:gs pos="0">
                  <a:srgbClr val="EFEFEF">
                    <a:alpha val="32968"/>
                  </a:srgbClr>
                </a:gs>
                <a:gs pos="14286">
                  <a:srgbClr val="EFEFEF">
                    <a:alpha val="30764"/>
                  </a:srgbClr>
                </a:gs>
                <a:gs pos="28571">
                  <a:srgbClr val="EFEFEF">
                    <a:alpha val="24833"/>
                  </a:srgbClr>
                </a:gs>
                <a:gs pos="42857">
                  <a:srgbClr val="EFEFEF">
                    <a:alpha val="17075"/>
                  </a:srgbClr>
                </a:gs>
                <a:gs pos="57143">
                  <a:srgbClr val="EFEFEF">
                    <a:alpha val="9855"/>
                  </a:srgbClr>
                </a:gs>
                <a:gs pos="71429">
                  <a:srgbClr val="EFEFEF">
                    <a:alpha val="4740"/>
                  </a:srgbClr>
                </a:gs>
                <a:gs pos="85714">
                  <a:srgbClr val="EFEFEF">
                    <a:alpha val="1902"/>
                  </a:srgbClr>
                </a:gs>
                <a:gs pos="100000">
                  <a:srgbClr val="EFEFE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2" name="Splat 922"/>
            <p:cNvSpPr>
              <a:spLocks noGrp="1"/>
            </p:cNvSpPr>
            <p:nvPr/>
          </p:nvSpPr>
          <p:spPr>
            <a:xfrm rot="-9086661">
              <a:off x="2886784" y="3550464"/>
              <a:ext cx="404366" cy="194696"/>
            </a:xfrm>
            <a:prstGeom prst="ellipse">
              <a:avLst/>
            </a:prstGeom>
            <a:gradFill>
              <a:gsLst>
                <a:gs pos="0">
                  <a:srgbClr val="494B4B">
                    <a:alpha val="25453"/>
                  </a:srgbClr>
                </a:gs>
                <a:gs pos="14286">
                  <a:srgbClr val="494B4B">
                    <a:alpha val="23661"/>
                  </a:srgbClr>
                </a:gs>
                <a:gs pos="28571">
                  <a:srgbClr val="494B4B">
                    <a:alpha val="18911"/>
                  </a:srgbClr>
                </a:gs>
                <a:gs pos="42857">
                  <a:srgbClr val="494B4B">
                    <a:alpha val="12847"/>
                  </a:srgbClr>
                </a:gs>
                <a:gs pos="57143">
                  <a:srgbClr val="494B4B">
                    <a:alpha val="7336"/>
                  </a:srgbClr>
                </a:gs>
                <a:gs pos="71429">
                  <a:srgbClr val="494B4B">
                    <a:alpha val="3504"/>
                  </a:srgbClr>
                </a:gs>
                <a:gs pos="85714">
                  <a:srgbClr val="494B4B">
                    <a:alpha val="1400"/>
                  </a:srgbClr>
                </a:gs>
                <a:gs pos="100000">
                  <a:srgbClr val="494B4B">
                    <a:alpha val="4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3" name="Splat 923"/>
            <p:cNvSpPr>
              <a:spLocks noGrp="1"/>
            </p:cNvSpPr>
            <p:nvPr/>
          </p:nvSpPr>
          <p:spPr>
            <a:xfrm rot="10544973">
              <a:off x="980977" y="215592"/>
              <a:ext cx="549589" cy="267589"/>
            </a:xfrm>
            <a:prstGeom prst="ellipse">
              <a:avLst/>
            </a:prstGeom>
            <a:gradFill>
              <a:gsLst>
                <a:gs pos="0">
                  <a:srgbClr val="01060B">
                    <a:alpha val="32915"/>
                  </a:srgbClr>
                </a:gs>
                <a:gs pos="14286">
                  <a:srgbClr val="01060B">
                    <a:alpha val="30713"/>
                  </a:srgbClr>
                </a:gs>
                <a:gs pos="28571">
                  <a:srgbClr val="01060B">
                    <a:alpha val="24790"/>
                  </a:srgbClr>
                </a:gs>
                <a:gs pos="42857">
                  <a:srgbClr val="01060B">
                    <a:alpha val="17044"/>
                  </a:srgbClr>
                </a:gs>
                <a:gs pos="57143">
                  <a:srgbClr val="01060B">
                    <a:alpha val="9836"/>
                  </a:srgbClr>
                </a:gs>
                <a:gs pos="71429">
                  <a:srgbClr val="01060B">
                    <a:alpha val="4731"/>
                  </a:srgbClr>
                </a:gs>
                <a:gs pos="85714">
                  <a:srgbClr val="01060B">
                    <a:alpha val="1898"/>
                  </a:srgbClr>
                </a:gs>
                <a:gs pos="100000">
                  <a:srgbClr val="01060B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4" name="Splat 924"/>
            <p:cNvSpPr>
              <a:spLocks noGrp="1"/>
            </p:cNvSpPr>
            <p:nvPr/>
          </p:nvSpPr>
          <p:spPr>
            <a:xfrm rot="7018497">
              <a:off x="2187778" y="386551"/>
              <a:ext cx="432011" cy="350424"/>
            </a:xfrm>
            <a:prstGeom prst="ellipse">
              <a:avLst/>
            </a:prstGeom>
            <a:gradFill>
              <a:gsLst>
                <a:gs pos="0">
                  <a:srgbClr val="797977">
                    <a:alpha val="17076"/>
                  </a:srgbClr>
                </a:gs>
                <a:gs pos="14286">
                  <a:srgbClr val="797977">
                    <a:alpha val="15811"/>
                  </a:srgbClr>
                </a:gs>
                <a:gs pos="28571">
                  <a:srgbClr val="797977">
                    <a:alpha val="12508"/>
                  </a:srgbClr>
                </a:gs>
                <a:gs pos="42857">
                  <a:srgbClr val="797977">
                    <a:alpha val="8392"/>
                  </a:srgbClr>
                </a:gs>
                <a:gs pos="57143">
                  <a:srgbClr val="797977">
                    <a:alpha val="4741"/>
                  </a:srgbClr>
                </a:gs>
                <a:gs pos="71429">
                  <a:srgbClr val="797977">
                    <a:alpha val="2248"/>
                  </a:srgbClr>
                </a:gs>
                <a:gs pos="85714">
                  <a:srgbClr val="797977">
                    <a:alpha val="895"/>
                  </a:srgbClr>
                </a:gs>
                <a:gs pos="100000">
                  <a:srgbClr val="797977">
                    <a:alpha val="3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5" name="Splat 925"/>
            <p:cNvSpPr>
              <a:spLocks noGrp="1"/>
            </p:cNvSpPr>
            <p:nvPr/>
          </p:nvSpPr>
          <p:spPr>
            <a:xfrm rot="7722396">
              <a:off x="853062" y="2598515"/>
              <a:ext cx="509161" cy="23772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6" name="Splat 926"/>
            <p:cNvSpPr>
              <a:spLocks noGrp="1"/>
            </p:cNvSpPr>
            <p:nvPr/>
          </p:nvSpPr>
          <p:spPr>
            <a:xfrm rot="6813590">
              <a:off x="2053420" y="2205568"/>
              <a:ext cx="256704" cy="46188"/>
            </a:xfrm>
            <a:prstGeom prst="ellipse">
              <a:avLst/>
            </a:prstGeom>
            <a:gradFill>
              <a:gsLst>
                <a:gs pos="0">
                  <a:srgbClr val="AFB0AF">
                    <a:alpha val="32968"/>
                  </a:srgbClr>
                </a:gs>
                <a:gs pos="14286">
                  <a:srgbClr val="AFB0AF">
                    <a:alpha val="30764"/>
                  </a:srgbClr>
                </a:gs>
                <a:gs pos="28571">
                  <a:srgbClr val="AFB0AF">
                    <a:alpha val="24833"/>
                  </a:srgbClr>
                </a:gs>
                <a:gs pos="42857">
                  <a:srgbClr val="AFB0AF">
                    <a:alpha val="17075"/>
                  </a:srgbClr>
                </a:gs>
                <a:gs pos="57143">
                  <a:srgbClr val="AFB0AF">
                    <a:alpha val="9855"/>
                  </a:srgbClr>
                </a:gs>
                <a:gs pos="71429">
                  <a:srgbClr val="AFB0AF">
                    <a:alpha val="4740"/>
                  </a:srgbClr>
                </a:gs>
                <a:gs pos="85714">
                  <a:srgbClr val="AFB0AF">
                    <a:alpha val="1902"/>
                  </a:srgbClr>
                </a:gs>
                <a:gs pos="100000">
                  <a:srgbClr val="AFB0A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7" name="Splat 927"/>
            <p:cNvSpPr>
              <a:spLocks noGrp="1"/>
            </p:cNvSpPr>
            <p:nvPr/>
          </p:nvSpPr>
          <p:spPr>
            <a:xfrm rot="-9653043">
              <a:off x="2432298" y="1333511"/>
              <a:ext cx="404154" cy="91404"/>
            </a:xfrm>
            <a:prstGeom prst="ellipse">
              <a:avLst/>
            </a:prstGeom>
            <a:gradFill>
              <a:gsLst>
                <a:gs pos="0">
                  <a:srgbClr val="FFFFFF">
                    <a:alpha val="29885"/>
                  </a:srgbClr>
                </a:gs>
                <a:gs pos="14286">
                  <a:srgbClr val="FFFFFF">
                    <a:alpha val="27842"/>
                  </a:srgbClr>
                </a:gs>
                <a:gs pos="28571">
                  <a:srgbClr val="FFFFFF">
                    <a:alpha val="22382"/>
                  </a:srgbClr>
                </a:gs>
                <a:gs pos="42857">
                  <a:srgbClr val="FFFFFF">
                    <a:alpha val="15311"/>
                  </a:srgbClr>
                </a:gs>
                <a:gs pos="57143">
                  <a:srgbClr val="FFFFFF">
                    <a:alpha val="8797"/>
                  </a:srgbClr>
                </a:gs>
                <a:gs pos="71429">
                  <a:srgbClr val="FFFFFF">
                    <a:alpha val="4219"/>
                  </a:srgbClr>
                </a:gs>
                <a:gs pos="85714">
                  <a:srgbClr val="FFFFFF">
                    <a:alpha val="1690"/>
                  </a:srgbClr>
                </a:gs>
                <a:gs pos="100000">
                  <a:srgbClr val="FFFFFF">
                    <a:alpha val="5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8" name="Splat 928"/>
            <p:cNvSpPr>
              <a:spLocks noGrp="1"/>
            </p:cNvSpPr>
            <p:nvPr/>
          </p:nvSpPr>
          <p:spPr>
            <a:xfrm rot="9715335">
              <a:off x="2849731" y="1294389"/>
              <a:ext cx="383959" cy="218471"/>
            </a:xfrm>
            <a:prstGeom prst="ellipse">
              <a:avLst/>
            </a:prstGeom>
            <a:gradFill>
              <a:gsLst>
                <a:gs pos="0">
                  <a:srgbClr val="616060">
                    <a:alpha val="32968"/>
                  </a:srgbClr>
                </a:gs>
                <a:gs pos="14286">
                  <a:srgbClr val="616060">
                    <a:alpha val="30764"/>
                  </a:srgbClr>
                </a:gs>
                <a:gs pos="28571">
                  <a:srgbClr val="616060">
                    <a:alpha val="24833"/>
                  </a:srgbClr>
                </a:gs>
                <a:gs pos="42857">
                  <a:srgbClr val="616060">
                    <a:alpha val="17075"/>
                  </a:srgbClr>
                </a:gs>
                <a:gs pos="57143">
                  <a:srgbClr val="616060">
                    <a:alpha val="9855"/>
                  </a:srgbClr>
                </a:gs>
                <a:gs pos="71429">
                  <a:srgbClr val="616060">
                    <a:alpha val="4740"/>
                  </a:srgbClr>
                </a:gs>
                <a:gs pos="85714">
                  <a:srgbClr val="616060">
                    <a:alpha val="1902"/>
                  </a:srgbClr>
                </a:gs>
                <a:gs pos="100000">
                  <a:srgbClr val="61606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9" name="Splat 929"/>
            <p:cNvSpPr>
              <a:spLocks noGrp="1"/>
            </p:cNvSpPr>
            <p:nvPr/>
          </p:nvSpPr>
          <p:spPr>
            <a:xfrm rot="7208081">
              <a:off x="3245629" y="1568529"/>
              <a:ext cx="451174" cy="106064"/>
            </a:xfrm>
            <a:prstGeom prst="ellipse">
              <a:avLst/>
            </a:prstGeom>
            <a:gradFill>
              <a:gsLst>
                <a:gs pos="0">
                  <a:srgbClr val="6F706E">
                    <a:alpha val="19241"/>
                  </a:srgbClr>
                </a:gs>
                <a:gs pos="14286">
                  <a:srgbClr val="6F706E">
                    <a:alpha val="17833"/>
                  </a:srgbClr>
                </a:gs>
                <a:gs pos="28571">
                  <a:srgbClr val="6F706E">
                    <a:alpha val="14145"/>
                  </a:srgbClr>
                </a:gs>
                <a:gs pos="42857">
                  <a:srgbClr val="6F706E">
                    <a:alpha val="9519"/>
                  </a:srgbClr>
                </a:gs>
                <a:gs pos="57143">
                  <a:srgbClr val="6F706E">
                    <a:alpha val="5392"/>
                  </a:srgbClr>
                </a:gs>
                <a:gs pos="71429">
                  <a:srgbClr val="6F706E">
                    <a:alpha val="2561"/>
                  </a:srgbClr>
                </a:gs>
                <a:gs pos="85714">
                  <a:srgbClr val="6F706E">
                    <a:alpha val="1021"/>
                  </a:srgbClr>
                </a:gs>
                <a:gs pos="100000">
                  <a:srgbClr val="6F706E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0" name="Splat 930"/>
            <p:cNvSpPr>
              <a:spLocks noGrp="1"/>
            </p:cNvSpPr>
            <p:nvPr/>
          </p:nvSpPr>
          <p:spPr>
            <a:xfrm rot="8739011">
              <a:off x="582881" y="200430"/>
              <a:ext cx="317300" cy="139982"/>
            </a:xfrm>
            <a:prstGeom prst="ellipse">
              <a:avLst/>
            </a:prstGeom>
            <a:gradFill>
              <a:gsLst>
                <a:gs pos="0">
                  <a:srgbClr val="797B7E">
                    <a:alpha val="5795"/>
                  </a:srgbClr>
                </a:gs>
                <a:gs pos="14286">
                  <a:srgbClr val="797B7E">
                    <a:alpha val="5339"/>
                  </a:srgbClr>
                </a:gs>
                <a:gs pos="28571">
                  <a:srgbClr val="797B7E">
                    <a:alpha val="4171"/>
                  </a:srgbClr>
                </a:gs>
                <a:gs pos="42857">
                  <a:srgbClr val="797B7E">
                    <a:alpha val="2756"/>
                  </a:srgbClr>
                </a:gs>
                <a:gs pos="57143">
                  <a:srgbClr val="797B7E">
                    <a:alpha val="1536"/>
                  </a:srgbClr>
                </a:gs>
                <a:gs pos="71429">
                  <a:srgbClr val="797B7E">
                    <a:alpha val="722"/>
                  </a:srgbClr>
                </a:gs>
                <a:gs pos="85714">
                  <a:srgbClr val="797B7E">
                    <a:alpha val="286"/>
                  </a:srgbClr>
                </a:gs>
                <a:gs pos="100000">
                  <a:srgbClr val="797B7E">
                    <a:alpha val="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1" name="Splat 931"/>
            <p:cNvSpPr>
              <a:spLocks noGrp="1"/>
            </p:cNvSpPr>
            <p:nvPr/>
          </p:nvSpPr>
          <p:spPr>
            <a:xfrm rot="6369045">
              <a:off x="1638758" y="2552239"/>
              <a:ext cx="582921" cy="24960"/>
            </a:xfrm>
            <a:prstGeom prst="ellipse">
              <a:avLst/>
            </a:prstGeom>
            <a:gradFill>
              <a:gsLst>
                <a:gs pos="0">
                  <a:srgbClr val="E0DFDF">
                    <a:alpha val="22106"/>
                  </a:srgbClr>
                </a:gs>
                <a:gs pos="14286">
                  <a:srgbClr val="E0DFDF">
                    <a:alpha val="20516"/>
                  </a:srgbClr>
                </a:gs>
                <a:gs pos="28571">
                  <a:srgbClr val="E0DFDF">
                    <a:alpha val="16329"/>
                  </a:srgbClr>
                </a:gs>
                <a:gs pos="42857">
                  <a:srgbClr val="E0DFDF">
                    <a:alpha val="11036"/>
                  </a:srgbClr>
                </a:gs>
                <a:gs pos="57143">
                  <a:srgbClr val="E0DFDF">
                    <a:alpha val="6274"/>
                  </a:srgbClr>
                </a:gs>
                <a:gs pos="71429">
                  <a:srgbClr val="E0DFDF">
                    <a:alpha val="2988"/>
                  </a:srgbClr>
                </a:gs>
                <a:gs pos="85714">
                  <a:srgbClr val="E0DFDF">
                    <a:alpha val="1192"/>
                  </a:srgbClr>
                </a:gs>
                <a:gs pos="100000">
                  <a:srgbClr val="E0DFDF">
                    <a:alpha val="4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2" name="Splat 932"/>
            <p:cNvSpPr>
              <a:spLocks noGrp="1"/>
            </p:cNvSpPr>
            <p:nvPr/>
          </p:nvSpPr>
          <p:spPr>
            <a:xfrm rot="6452291">
              <a:off x="-242299" y="13510"/>
              <a:ext cx="508292" cy="332414"/>
            </a:xfrm>
            <a:prstGeom prst="ellipse">
              <a:avLst/>
            </a:prstGeom>
            <a:gradFill>
              <a:gsLst>
                <a:gs pos="0">
                  <a:srgbClr val="C9CAC9">
                    <a:alpha val="27868"/>
                  </a:srgbClr>
                </a:gs>
                <a:gs pos="14286">
                  <a:srgbClr val="C9CAC9">
                    <a:alpha val="25937"/>
                  </a:srgbClr>
                </a:gs>
                <a:gs pos="28571">
                  <a:srgbClr val="C9CAC9">
                    <a:alpha val="20795"/>
                  </a:srgbClr>
                </a:gs>
                <a:gs pos="42857">
                  <a:srgbClr val="C9CAC9">
                    <a:alpha val="14180"/>
                  </a:srgbClr>
                </a:gs>
                <a:gs pos="57143">
                  <a:srgbClr val="C9CAC9">
                    <a:alpha val="8124"/>
                  </a:srgbClr>
                </a:gs>
                <a:gs pos="71429">
                  <a:srgbClr val="C9CAC9">
                    <a:alpha val="3889"/>
                  </a:srgbClr>
                </a:gs>
                <a:gs pos="85714">
                  <a:srgbClr val="C9CAC9">
                    <a:alpha val="1556"/>
                  </a:srgbClr>
                </a:gs>
                <a:gs pos="100000">
                  <a:srgbClr val="C9CAC9">
                    <a:alpha val="5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3" name="Splat 933"/>
            <p:cNvSpPr>
              <a:spLocks noGrp="1"/>
            </p:cNvSpPr>
            <p:nvPr/>
          </p:nvSpPr>
          <p:spPr>
            <a:xfrm rot="10729623">
              <a:off x="-53027" y="46284"/>
              <a:ext cx="442996" cy="222224"/>
            </a:xfrm>
            <a:prstGeom prst="ellipse">
              <a:avLst/>
            </a:prstGeom>
            <a:gradFill>
              <a:gsLst>
                <a:gs pos="0">
                  <a:srgbClr val="CBCBCB">
                    <a:alpha val="18868"/>
                  </a:srgbClr>
                </a:gs>
                <a:gs pos="14286">
                  <a:srgbClr val="CBCBCB">
                    <a:alpha val="17484"/>
                  </a:srgbClr>
                </a:gs>
                <a:gs pos="28571">
                  <a:srgbClr val="CBCBCB">
                    <a:alpha val="13862"/>
                  </a:srgbClr>
                </a:gs>
                <a:gs pos="42857">
                  <a:srgbClr val="CBCBCB">
                    <a:alpha val="9324"/>
                  </a:srgbClr>
                </a:gs>
                <a:gs pos="57143">
                  <a:srgbClr val="CBCBCB">
                    <a:alpha val="5279"/>
                  </a:srgbClr>
                </a:gs>
                <a:gs pos="71429">
                  <a:srgbClr val="CBCBCB">
                    <a:alpha val="2507"/>
                  </a:srgbClr>
                </a:gs>
                <a:gs pos="85714">
                  <a:srgbClr val="CBCBCB">
                    <a:alpha val="999"/>
                  </a:srgbClr>
                </a:gs>
                <a:gs pos="100000">
                  <a:srgbClr val="CBCBCB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4" name="Splat 934"/>
            <p:cNvSpPr>
              <a:spLocks noGrp="1"/>
            </p:cNvSpPr>
            <p:nvPr/>
          </p:nvSpPr>
          <p:spPr>
            <a:xfrm rot="-10045789">
              <a:off x="1780785" y="209876"/>
              <a:ext cx="482195" cy="222421"/>
            </a:xfrm>
            <a:prstGeom prst="ellipse">
              <a:avLst/>
            </a:prstGeom>
            <a:gradFill>
              <a:gsLst>
                <a:gs pos="0">
                  <a:srgbClr val="797A7A">
                    <a:alpha val="22419"/>
                  </a:srgbClr>
                </a:gs>
                <a:gs pos="14286">
                  <a:srgbClr val="797A7A">
                    <a:alpha val="20810"/>
                  </a:srgbClr>
                </a:gs>
                <a:gs pos="28571">
                  <a:srgbClr val="797A7A">
                    <a:alpha val="16570"/>
                  </a:srgbClr>
                </a:gs>
                <a:gs pos="42857">
                  <a:srgbClr val="797A7A">
                    <a:alpha val="11204"/>
                  </a:srgbClr>
                </a:gs>
                <a:gs pos="57143">
                  <a:srgbClr val="797A7A">
                    <a:alpha val="6372"/>
                  </a:srgbClr>
                </a:gs>
                <a:gs pos="71429">
                  <a:srgbClr val="797A7A">
                    <a:alpha val="3035"/>
                  </a:srgbClr>
                </a:gs>
                <a:gs pos="85714">
                  <a:srgbClr val="797A7A">
                    <a:alpha val="1211"/>
                  </a:srgbClr>
                </a:gs>
                <a:gs pos="100000">
                  <a:srgbClr val="797A7A">
                    <a:alpha val="4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5" name="Splat 935"/>
            <p:cNvSpPr>
              <a:spLocks noGrp="1"/>
            </p:cNvSpPr>
            <p:nvPr/>
          </p:nvSpPr>
          <p:spPr>
            <a:xfrm rot="-10586029">
              <a:off x="2877907" y="3449890"/>
              <a:ext cx="413886" cy="69369"/>
            </a:xfrm>
            <a:prstGeom prst="ellipse">
              <a:avLst/>
            </a:prstGeom>
            <a:gradFill>
              <a:gsLst>
                <a:gs pos="0">
                  <a:srgbClr val="464445">
                    <a:alpha val="32464"/>
                  </a:srgbClr>
                </a:gs>
                <a:gs pos="14286">
                  <a:srgbClr val="464445">
                    <a:alpha val="30285"/>
                  </a:srgbClr>
                </a:gs>
                <a:gs pos="28571">
                  <a:srgbClr val="464445">
                    <a:alpha val="24430"/>
                  </a:srgbClr>
                </a:gs>
                <a:gs pos="42857">
                  <a:srgbClr val="464445">
                    <a:alpha val="16784"/>
                  </a:srgbClr>
                </a:gs>
                <a:gs pos="57143">
                  <a:srgbClr val="464445">
                    <a:alpha val="9679"/>
                  </a:srgbClr>
                </a:gs>
                <a:gs pos="71429">
                  <a:srgbClr val="464445">
                    <a:alpha val="4654"/>
                  </a:srgbClr>
                </a:gs>
                <a:gs pos="85714">
                  <a:srgbClr val="464445">
                    <a:alpha val="1867"/>
                  </a:srgbClr>
                </a:gs>
                <a:gs pos="100000">
                  <a:srgbClr val="464445">
                    <a:alpha val="6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6" name="Splat 936"/>
            <p:cNvSpPr>
              <a:spLocks noGrp="1"/>
            </p:cNvSpPr>
            <p:nvPr/>
          </p:nvSpPr>
          <p:spPr>
            <a:xfrm rot="-10291210">
              <a:off x="1341927" y="309899"/>
              <a:ext cx="576978" cy="201638"/>
            </a:xfrm>
            <a:prstGeom prst="ellipse">
              <a:avLst/>
            </a:prstGeom>
            <a:gradFill>
              <a:gsLst>
                <a:gs pos="0">
                  <a:srgbClr val="E2E3E2">
                    <a:alpha val="30876"/>
                  </a:srgbClr>
                </a:gs>
                <a:gs pos="14286">
                  <a:srgbClr val="E2E3E2">
                    <a:alpha val="28781"/>
                  </a:srgbClr>
                </a:gs>
                <a:gs pos="28571">
                  <a:srgbClr val="E2E3E2">
                    <a:alpha val="23167"/>
                  </a:srgbClr>
                </a:gs>
                <a:gs pos="42857">
                  <a:srgbClr val="E2E3E2">
                    <a:alpha val="15874"/>
                  </a:srgbClr>
                </a:gs>
                <a:gs pos="57143">
                  <a:srgbClr val="E2E3E2">
                    <a:alpha val="9134"/>
                  </a:srgbClr>
                </a:gs>
                <a:gs pos="71429">
                  <a:srgbClr val="E2E3E2">
                    <a:alpha val="4384"/>
                  </a:srgbClr>
                </a:gs>
                <a:gs pos="85714">
                  <a:srgbClr val="E2E3E2">
                    <a:alpha val="1757"/>
                  </a:srgbClr>
                </a:gs>
                <a:gs pos="100000">
                  <a:srgbClr val="E2E3E2">
                    <a:alpha val="5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7" name="Splat 937"/>
            <p:cNvSpPr>
              <a:spLocks noGrp="1"/>
            </p:cNvSpPr>
            <p:nvPr/>
          </p:nvSpPr>
          <p:spPr>
            <a:xfrm rot="3224960">
              <a:off x="2682771" y="3489494"/>
              <a:ext cx="494536" cy="52454"/>
            </a:xfrm>
            <a:prstGeom prst="ellipse">
              <a:avLst/>
            </a:prstGeom>
            <a:gradFill>
              <a:gsLst>
                <a:gs pos="0">
                  <a:srgbClr val="5E6060">
                    <a:alpha val="23217"/>
                  </a:srgbClr>
                </a:gs>
                <a:gs pos="14286">
                  <a:srgbClr val="5E6060">
                    <a:alpha val="21558"/>
                  </a:srgbClr>
                </a:gs>
                <a:gs pos="28571">
                  <a:srgbClr val="5E6060">
                    <a:alpha val="17183"/>
                  </a:srgbClr>
                </a:gs>
                <a:gs pos="42857">
                  <a:srgbClr val="5E6060">
                    <a:alpha val="11632"/>
                  </a:srgbClr>
                </a:gs>
                <a:gs pos="57143">
                  <a:srgbClr val="5E6060">
                    <a:alpha val="6623"/>
                  </a:srgbClr>
                </a:gs>
                <a:gs pos="71429">
                  <a:srgbClr val="5E6060">
                    <a:alpha val="3157"/>
                  </a:srgbClr>
                </a:gs>
                <a:gs pos="85714">
                  <a:srgbClr val="5E6060">
                    <a:alpha val="1260"/>
                  </a:srgbClr>
                </a:gs>
                <a:gs pos="100000">
                  <a:srgbClr val="5E6060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8" name="Splat 938"/>
            <p:cNvSpPr>
              <a:spLocks noGrp="1"/>
            </p:cNvSpPr>
            <p:nvPr/>
          </p:nvSpPr>
          <p:spPr>
            <a:xfrm rot="5771404">
              <a:off x="2767826" y="346777"/>
              <a:ext cx="351448" cy="147458"/>
            </a:xfrm>
            <a:prstGeom prst="ellipse">
              <a:avLst/>
            </a:prstGeom>
            <a:gradFill>
              <a:gsLst>
                <a:gs pos="0">
                  <a:srgbClr val="838485">
                    <a:alpha val="2862"/>
                  </a:srgbClr>
                </a:gs>
                <a:gs pos="14286">
                  <a:srgbClr val="838485">
                    <a:alpha val="2634"/>
                  </a:srgbClr>
                </a:gs>
                <a:gs pos="28571">
                  <a:srgbClr val="838485">
                    <a:alpha val="2051"/>
                  </a:srgbClr>
                </a:gs>
                <a:gs pos="42857">
                  <a:srgbClr val="838485">
                    <a:alpha val="1350"/>
                  </a:srgbClr>
                </a:gs>
                <a:gs pos="57143">
                  <a:srgbClr val="838485">
                    <a:alpha val="750"/>
                  </a:srgbClr>
                </a:gs>
                <a:gs pos="71429">
                  <a:srgbClr val="838485">
                    <a:alpha val="352"/>
                  </a:srgbClr>
                </a:gs>
                <a:gs pos="85714">
                  <a:srgbClr val="838485">
                    <a:alpha val="139"/>
                  </a:srgbClr>
                </a:gs>
                <a:gs pos="100000">
                  <a:srgbClr val="838485">
                    <a:alpha val="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9" name="Splat 939"/>
            <p:cNvSpPr>
              <a:spLocks noGrp="1"/>
            </p:cNvSpPr>
            <p:nvPr/>
          </p:nvSpPr>
          <p:spPr>
            <a:xfrm rot="10786188">
              <a:off x="1250069" y="473708"/>
              <a:ext cx="443845" cy="6774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0" name="Splat 940"/>
            <p:cNvSpPr>
              <a:spLocks noGrp="1"/>
            </p:cNvSpPr>
            <p:nvPr/>
          </p:nvSpPr>
          <p:spPr>
            <a:xfrm rot="-9321902">
              <a:off x="1077577" y="3541764"/>
              <a:ext cx="374203" cy="113170"/>
            </a:xfrm>
            <a:prstGeom prst="ellipse">
              <a:avLst/>
            </a:prstGeom>
            <a:gradFill>
              <a:gsLst>
                <a:gs pos="0">
                  <a:srgbClr val="E7E7E7">
                    <a:alpha val="18469"/>
                  </a:srgbClr>
                </a:gs>
                <a:gs pos="14286">
                  <a:srgbClr val="E7E7E7">
                    <a:alpha val="17111"/>
                  </a:srgbClr>
                </a:gs>
                <a:gs pos="28571">
                  <a:srgbClr val="E7E7E7">
                    <a:alpha val="13560"/>
                  </a:srgbClr>
                </a:gs>
                <a:gs pos="42857">
                  <a:srgbClr val="E7E7E7">
                    <a:alpha val="9115"/>
                  </a:srgbClr>
                </a:gs>
                <a:gs pos="57143">
                  <a:srgbClr val="E7E7E7">
                    <a:alpha val="5158"/>
                  </a:srgbClr>
                </a:gs>
                <a:gs pos="71429">
                  <a:srgbClr val="E7E7E7">
                    <a:alpha val="2449"/>
                  </a:srgbClr>
                </a:gs>
                <a:gs pos="85714">
                  <a:srgbClr val="E7E7E7">
                    <a:alpha val="976"/>
                  </a:srgbClr>
                </a:gs>
                <a:gs pos="100000">
                  <a:srgbClr val="E7E7E7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1" name="Splat 941"/>
            <p:cNvSpPr>
              <a:spLocks noGrp="1"/>
            </p:cNvSpPr>
            <p:nvPr/>
          </p:nvSpPr>
          <p:spPr>
            <a:xfrm rot="9817797">
              <a:off x="1283074" y="121161"/>
              <a:ext cx="529706" cy="259861"/>
            </a:xfrm>
            <a:prstGeom prst="ellipse">
              <a:avLst/>
            </a:prstGeom>
            <a:gradFill>
              <a:gsLst>
                <a:gs pos="0">
                  <a:srgbClr val="020004">
                    <a:alpha val="32968"/>
                  </a:srgbClr>
                </a:gs>
                <a:gs pos="14286">
                  <a:srgbClr val="020004">
                    <a:alpha val="30764"/>
                  </a:srgbClr>
                </a:gs>
                <a:gs pos="28571">
                  <a:srgbClr val="020004">
                    <a:alpha val="24833"/>
                  </a:srgbClr>
                </a:gs>
                <a:gs pos="42857">
                  <a:srgbClr val="020004">
                    <a:alpha val="17075"/>
                  </a:srgbClr>
                </a:gs>
                <a:gs pos="57143">
                  <a:srgbClr val="020004">
                    <a:alpha val="9855"/>
                  </a:srgbClr>
                </a:gs>
                <a:gs pos="71429">
                  <a:srgbClr val="020004">
                    <a:alpha val="4740"/>
                  </a:srgbClr>
                </a:gs>
                <a:gs pos="85714">
                  <a:srgbClr val="020004">
                    <a:alpha val="1902"/>
                  </a:srgbClr>
                </a:gs>
                <a:gs pos="100000">
                  <a:srgbClr val="02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2" name="Splat 942"/>
            <p:cNvSpPr>
              <a:spLocks noGrp="1"/>
            </p:cNvSpPr>
            <p:nvPr/>
          </p:nvSpPr>
          <p:spPr>
            <a:xfrm rot="6556403">
              <a:off x="-239237" y="-107288"/>
              <a:ext cx="481965" cy="254766"/>
            </a:xfrm>
            <a:prstGeom prst="ellipse">
              <a:avLst/>
            </a:prstGeom>
            <a:gradFill>
              <a:gsLst>
                <a:gs pos="0">
                  <a:srgbClr val="D9DBD9">
                    <a:alpha val="24918"/>
                  </a:srgbClr>
                </a:gs>
                <a:gs pos="14286">
                  <a:srgbClr val="D9DBD9">
                    <a:alpha val="23157"/>
                  </a:srgbClr>
                </a:gs>
                <a:gs pos="28571">
                  <a:srgbClr val="D9DBD9">
                    <a:alpha val="18496"/>
                  </a:srgbClr>
                </a:gs>
                <a:gs pos="42857">
                  <a:srgbClr val="D9DBD9">
                    <a:alpha val="12554"/>
                  </a:srgbClr>
                </a:gs>
                <a:gs pos="57143">
                  <a:srgbClr val="D9DBD9">
                    <a:alpha val="7164"/>
                  </a:srgbClr>
                </a:gs>
                <a:gs pos="71429">
                  <a:srgbClr val="D9DBD9">
                    <a:alpha val="3420"/>
                  </a:srgbClr>
                </a:gs>
                <a:gs pos="85714">
                  <a:srgbClr val="D9DBD9">
                    <a:alpha val="1366"/>
                  </a:srgbClr>
                </a:gs>
                <a:gs pos="100000">
                  <a:srgbClr val="D9DBD9">
                    <a:alpha val="4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3" name="Splat 943"/>
            <p:cNvSpPr>
              <a:spLocks noGrp="1"/>
            </p:cNvSpPr>
            <p:nvPr/>
          </p:nvSpPr>
          <p:spPr>
            <a:xfrm rot="-10536288">
              <a:off x="577640" y="-17265"/>
              <a:ext cx="546914" cy="186822"/>
            </a:xfrm>
            <a:prstGeom prst="ellipse">
              <a:avLst/>
            </a:prstGeom>
            <a:gradFill>
              <a:gsLst>
                <a:gs pos="0">
                  <a:srgbClr val="898888">
                    <a:alpha val="32968"/>
                  </a:srgbClr>
                </a:gs>
                <a:gs pos="14286">
                  <a:srgbClr val="898888">
                    <a:alpha val="30764"/>
                  </a:srgbClr>
                </a:gs>
                <a:gs pos="28571">
                  <a:srgbClr val="898888">
                    <a:alpha val="24833"/>
                  </a:srgbClr>
                </a:gs>
                <a:gs pos="42857">
                  <a:srgbClr val="898888">
                    <a:alpha val="17075"/>
                  </a:srgbClr>
                </a:gs>
                <a:gs pos="57143">
                  <a:srgbClr val="898888">
                    <a:alpha val="9855"/>
                  </a:srgbClr>
                </a:gs>
                <a:gs pos="71429">
                  <a:srgbClr val="898888">
                    <a:alpha val="4740"/>
                  </a:srgbClr>
                </a:gs>
                <a:gs pos="85714">
                  <a:srgbClr val="898888">
                    <a:alpha val="1902"/>
                  </a:srgbClr>
                </a:gs>
                <a:gs pos="100000">
                  <a:srgbClr val="8988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4" name="Splat 944"/>
            <p:cNvSpPr>
              <a:spLocks noGrp="1"/>
            </p:cNvSpPr>
            <p:nvPr/>
          </p:nvSpPr>
          <p:spPr>
            <a:xfrm rot="-10038541">
              <a:off x="3243344" y="280914"/>
              <a:ext cx="415657" cy="257919"/>
            </a:xfrm>
            <a:prstGeom prst="ellipse">
              <a:avLst/>
            </a:prstGeom>
            <a:gradFill>
              <a:gsLst>
                <a:gs pos="0">
                  <a:srgbClr val="C2C3C4">
                    <a:alpha val="9932"/>
                  </a:srgbClr>
                </a:gs>
                <a:gs pos="14286">
                  <a:srgbClr val="C2C3C4">
                    <a:alpha val="9167"/>
                  </a:srgbClr>
                </a:gs>
                <a:gs pos="28571">
                  <a:srgbClr val="C2C3C4">
                    <a:alpha val="7193"/>
                  </a:srgbClr>
                </a:gs>
                <a:gs pos="42857">
                  <a:srgbClr val="C2C3C4">
                    <a:alpha val="4779"/>
                  </a:srgbClr>
                </a:gs>
                <a:gs pos="57143">
                  <a:srgbClr val="C2C3C4">
                    <a:alpha val="2677"/>
                  </a:srgbClr>
                </a:gs>
                <a:gs pos="71429">
                  <a:srgbClr val="C2C3C4">
                    <a:alpha val="1262"/>
                  </a:srgbClr>
                </a:gs>
                <a:gs pos="85714">
                  <a:srgbClr val="C2C3C4">
                    <a:alpha val="501"/>
                  </a:srgbClr>
                </a:gs>
                <a:gs pos="100000">
                  <a:srgbClr val="C2C3C4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5" name="Splat 945"/>
            <p:cNvSpPr>
              <a:spLocks noGrp="1"/>
            </p:cNvSpPr>
            <p:nvPr/>
          </p:nvSpPr>
          <p:spPr>
            <a:xfrm rot="-8927174">
              <a:off x="2489945" y="156304"/>
              <a:ext cx="393507" cy="375352"/>
            </a:xfrm>
            <a:prstGeom prst="ellipse">
              <a:avLst/>
            </a:prstGeom>
            <a:gradFill>
              <a:gsLst>
                <a:gs pos="0">
                  <a:srgbClr val="7C7D7C">
                    <a:alpha val="18330"/>
                  </a:srgbClr>
                </a:gs>
                <a:gs pos="14286">
                  <a:srgbClr val="7C7D7C">
                    <a:alpha val="16981"/>
                  </a:srgbClr>
                </a:gs>
                <a:gs pos="28571">
                  <a:srgbClr val="7C7D7C">
                    <a:alpha val="13454"/>
                  </a:srgbClr>
                </a:gs>
                <a:gs pos="42857">
                  <a:srgbClr val="7C7D7C">
                    <a:alpha val="9043"/>
                  </a:srgbClr>
                </a:gs>
                <a:gs pos="57143">
                  <a:srgbClr val="7C7D7C">
                    <a:alpha val="5116"/>
                  </a:srgbClr>
                </a:gs>
                <a:gs pos="71429">
                  <a:srgbClr val="7C7D7C">
                    <a:alpha val="2428"/>
                  </a:srgbClr>
                </a:gs>
                <a:gs pos="85714">
                  <a:srgbClr val="7C7D7C">
                    <a:alpha val="967"/>
                  </a:srgbClr>
                </a:gs>
                <a:gs pos="100000">
                  <a:srgbClr val="7C7D7C">
                    <a:alpha val="3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6" name="Splat 946"/>
            <p:cNvSpPr>
              <a:spLocks noGrp="1"/>
            </p:cNvSpPr>
            <p:nvPr/>
          </p:nvSpPr>
          <p:spPr>
            <a:xfrm rot="-9446150">
              <a:off x="897319" y="74226"/>
              <a:ext cx="431541" cy="227843"/>
            </a:xfrm>
            <a:prstGeom prst="ellipse">
              <a:avLst/>
            </a:prstGeom>
            <a:gradFill>
              <a:gsLst>
                <a:gs pos="0">
                  <a:srgbClr val="BEBDBE">
                    <a:alpha val="26604"/>
                  </a:srgbClr>
                </a:gs>
                <a:gs pos="14286">
                  <a:srgbClr val="BEBDBE">
                    <a:alpha val="24745"/>
                  </a:srgbClr>
                </a:gs>
                <a:gs pos="28571">
                  <a:srgbClr val="BEBDBE">
                    <a:alpha val="19807"/>
                  </a:srgbClr>
                </a:gs>
                <a:gs pos="42857">
                  <a:srgbClr val="BEBDBE">
                    <a:alpha val="13479"/>
                  </a:srgbClr>
                </a:gs>
                <a:gs pos="57143">
                  <a:srgbClr val="BEBDBE">
                    <a:alpha val="7709"/>
                  </a:srgbClr>
                </a:gs>
                <a:gs pos="71429">
                  <a:srgbClr val="BEBDBE">
                    <a:alpha val="3686"/>
                  </a:srgbClr>
                </a:gs>
                <a:gs pos="85714">
                  <a:srgbClr val="BEBDBE">
                    <a:alpha val="1474"/>
                  </a:srgbClr>
                </a:gs>
                <a:gs pos="100000">
                  <a:srgbClr val="BEBDBE">
                    <a:alpha val="49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7" name="Splat 947"/>
            <p:cNvSpPr>
              <a:spLocks noGrp="1"/>
            </p:cNvSpPr>
            <p:nvPr/>
          </p:nvSpPr>
          <p:spPr>
            <a:xfrm rot="5515150">
              <a:off x="3402256" y="428266"/>
              <a:ext cx="491637" cy="145745"/>
            </a:xfrm>
            <a:prstGeom prst="ellipse">
              <a:avLst/>
            </a:prstGeom>
            <a:gradFill>
              <a:gsLst>
                <a:gs pos="0">
                  <a:srgbClr val="BBBABC">
                    <a:alpha val="22503"/>
                  </a:srgbClr>
                </a:gs>
                <a:gs pos="14286">
                  <a:srgbClr val="BBBABC">
                    <a:alpha val="20889"/>
                  </a:srgbClr>
                </a:gs>
                <a:gs pos="28571">
                  <a:srgbClr val="BBBABC">
                    <a:alpha val="16634"/>
                  </a:srgbClr>
                </a:gs>
                <a:gs pos="42857">
                  <a:srgbClr val="BBBABC">
                    <a:alpha val="11249"/>
                  </a:srgbClr>
                </a:gs>
                <a:gs pos="57143">
                  <a:srgbClr val="BBBABC">
                    <a:alpha val="6398"/>
                  </a:srgbClr>
                </a:gs>
                <a:gs pos="71429">
                  <a:srgbClr val="BBBABC">
                    <a:alpha val="3048"/>
                  </a:srgbClr>
                </a:gs>
                <a:gs pos="85714">
                  <a:srgbClr val="BBBABC">
                    <a:alpha val="1216"/>
                  </a:srgbClr>
                </a:gs>
                <a:gs pos="100000">
                  <a:srgbClr val="BBBABC">
                    <a:alpha val="4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8" name="Splat 948"/>
            <p:cNvSpPr>
              <a:spLocks noGrp="1"/>
            </p:cNvSpPr>
            <p:nvPr/>
          </p:nvSpPr>
          <p:spPr>
            <a:xfrm rot="-10315939">
              <a:off x="2951599" y="1489999"/>
              <a:ext cx="274506" cy="51966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9" name="Splat 949"/>
            <p:cNvSpPr>
              <a:spLocks noGrp="1"/>
            </p:cNvSpPr>
            <p:nvPr/>
          </p:nvSpPr>
          <p:spPr>
            <a:xfrm rot="6855667">
              <a:off x="-114877" y="-138772"/>
              <a:ext cx="436225" cy="354056"/>
            </a:xfrm>
            <a:prstGeom prst="ellipse">
              <a:avLst/>
            </a:prstGeom>
            <a:gradFill>
              <a:gsLst>
                <a:gs pos="0">
                  <a:srgbClr val="CFCFCE">
                    <a:alpha val="22039"/>
                  </a:srgbClr>
                </a:gs>
                <a:gs pos="14286">
                  <a:srgbClr val="CFCFCE">
                    <a:alpha val="20453"/>
                  </a:srgbClr>
                </a:gs>
                <a:gs pos="28571">
                  <a:srgbClr val="CFCFCE">
                    <a:alpha val="16278"/>
                  </a:srgbClr>
                </a:gs>
                <a:gs pos="42857">
                  <a:srgbClr val="CFCFCE">
                    <a:alpha val="11000"/>
                  </a:srgbClr>
                </a:gs>
                <a:gs pos="57143">
                  <a:srgbClr val="CFCFCE">
                    <a:alpha val="6253"/>
                  </a:srgbClr>
                </a:gs>
                <a:gs pos="71429">
                  <a:srgbClr val="CFCFCE">
                    <a:alpha val="2977"/>
                  </a:srgbClr>
                </a:gs>
                <a:gs pos="85714">
                  <a:srgbClr val="CFCFCE">
                    <a:alpha val="1188"/>
                  </a:srgbClr>
                </a:gs>
                <a:gs pos="100000">
                  <a:srgbClr val="CFCFCE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0" name="Splat 950"/>
            <p:cNvSpPr>
              <a:spLocks noGrp="1"/>
            </p:cNvSpPr>
            <p:nvPr/>
          </p:nvSpPr>
          <p:spPr>
            <a:xfrm rot="-9640880">
              <a:off x="1024318" y="36906"/>
              <a:ext cx="460293" cy="289523"/>
            </a:xfrm>
            <a:prstGeom prst="ellipse">
              <a:avLst/>
            </a:prstGeom>
            <a:gradFill>
              <a:gsLst>
                <a:gs pos="0">
                  <a:srgbClr val="D1D3D3">
                    <a:alpha val="20165"/>
                  </a:srgbClr>
                </a:gs>
                <a:gs pos="14286">
                  <a:srgbClr val="D1D3D3">
                    <a:alpha val="18698"/>
                  </a:srgbClr>
                </a:gs>
                <a:gs pos="28571">
                  <a:srgbClr val="D1D3D3">
                    <a:alpha val="14847"/>
                  </a:srgbClr>
                </a:gs>
                <a:gs pos="42857">
                  <a:srgbClr val="D1D3D3">
                    <a:alpha val="10005"/>
                  </a:srgbClr>
                </a:gs>
                <a:gs pos="57143">
                  <a:srgbClr val="D1D3D3">
                    <a:alpha val="5674"/>
                  </a:srgbClr>
                </a:gs>
                <a:gs pos="71429">
                  <a:srgbClr val="D1D3D3">
                    <a:alpha val="2697"/>
                  </a:srgbClr>
                </a:gs>
                <a:gs pos="85714">
                  <a:srgbClr val="D1D3D3">
                    <a:alpha val="1075"/>
                  </a:srgbClr>
                </a:gs>
                <a:gs pos="100000">
                  <a:srgbClr val="D1D3D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1" name="Splat 951"/>
            <p:cNvSpPr>
              <a:spLocks noGrp="1"/>
            </p:cNvSpPr>
            <p:nvPr/>
          </p:nvSpPr>
          <p:spPr>
            <a:xfrm rot="-8187405">
              <a:off x="1540274" y="146967"/>
              <a:ext cx="358874" cy="190819"/>
            </a:xfrm>
            <a:prstGeom prst="ellipse">
              <a:avLst/>
            </a:prstGeom>
            <a:gradFill>
              <a:gsLst>
                <a:gs pos="0">
                  <a:srgbClr val="595759">
                    <a:alpha val="32968"/>
                  </a:srgbClr>
                </a:gs>
                <a:gs pos="14286">
                  <a:srgbClr val="595759">
                    <a:alpha val="30764"/>
                  </a:srgbClr>
                </a:gs>
                <a:gs pos="28571">
                  <a:srgbClr val="595759">
                    <a:alpha val="24833"/>
                  </a:srgbClr>
                </a:gs>
                <a:gs pos="42857">
                  <a:srgbClr val="595759">
                    <a:alpha val="17075"/>
                  </a:srgbClr>
                </a:gs>
                <a:gs pos="57143">
                  <a:srgbClr val="595759">
                    <a:alpha val="9855"/>
                  </a:srgbClr>
                </a:gs>
                <a:gs pos="71429">
                  <a:srgbClr val="595759">
                    <a:alpha val="4740"/>
                  </a:srgbClr>
                </a:gs>
                <a:gs pos="85714">
                  <a:srgbClr val="595759">
                    <a:alpha val="1902"/>
                  </a:srgbClr>
                </a:gs>
                <a:gs pos="100000">
                  <a:srgbClr val="59575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2" name="Splat 952"/>
            <p:cNvSpPr>
              <a:spLocks noGrp="1"/>
            </p:cNvSpPr>
            <p:nvPr/>
          </p:nvSpPr>
          <p:spPr>
            <a:xfrm rot="8006961">
              <a:off x="1729840" y="3112194"/>
              <a:ext cx="567633" cy="253441"/>
            </a:xfrm>
            <a:prstGeom prst="ellipse">
              <a:avLst/>
            </a:prstGeom>
            <a:gradFill>
              <a:gsLst>
                <a:gs pos="0">
                  <a:srgbClr val="000000">
                    <a:alpha val="12004"/>
                  </a:srgbClr>
                </a:gs>
                <a:gs pos="14286">
                  <a:srgbClr val="000000">
                    <a:alpha val="11089"/>
                  </a:srgbClr>
                </a:gs>
                <a:gs pos="28571">
                  <a:srgbClr val="000000">
                    <a:alpha val="8722"/>
                  </a:srgbClr>
                </a:gs>
                <a:gs pos="42857">
                  <a:srgbClr val="000000">
                    <a:alpha val="5810"/>
                  </a:srgbClr>
                </a:gs>
                <a:gs pos="57143">
                  <a:srgbClr val="000000">
                    <a:alpha val="3263"/>
                  </a:srgbClr>
                </a:gs>
                <a:gs pos="71429">
                  <a:srgbClr val="000000">
                    <a:alpha val="1541"/>
                  </a:srgbClr>
                </a:gs>
                <a:gs pos="85714">
                  <a:srgbClr val="000000">
                    <a:alpha val="612"/>
                  </a:srgbClr>
                </a:gs>
                <a:gs pos="100000">
                  <a:srgbClr val="000000">
                    <a:alpha val="20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3" name="Splat 953"/>
            <p:cNvSpPr>
              <a:spLocks noGrp="1"/>
            </p:cNvSpPr>
            <p:nvPr/>
          </p:nvSpPr>
          <p:spPr>
            <a:xfrm rot="10538108">
              <a:off x="2212386" y="3325634"/>
              <a:ext cx="412894" cy="115674"/>
            </a:xfrm>
            <a:prstGeom prst="ellipse">
              <a:avLst/>
            </a:prstGeom>
            <a:gradFill>
              <a:gsLst>
                <a:gs pos="0">
                  <a:srgbClr val="413F3D">
                    <a:alpha val="20130"/>
                  </a:srgbClr>
                </a:gs>
                <a:gs pos="14286">
                  <a:srgbClr val="413F3D">
                    <a:alpha val="18665"/>
                  </a:srgbClr>
                </a:gs>
                <a:gs pos="28571">
                  <a:srgbClr val="413F3D">
                    <a:alpha val="14821"/>
                  </a:srgbClr>
                </a:gs>
                <a:gs pos="42857">
                  <a:srgbClr val="413F3D">
                    <a:alpha val="9987"/>
                  </a:srgbClr>
                </a:gs>
                <a:gs pos="57143">
                  <a:srgbClr val="413F3D">
                    <a:alpha val="5663"/>
                  </a:srgbClr>
                </a:gs>
                <a:gs pos="71429">
                  <a:srgbClr val="413F3D">
                    <a:alpha val="2692"/>
                  </a:srgbClr>
                </a:gs>
                <a:gs pos="85714">
                  <a:srgbClr val="413F3D">
                    <a:alpha val="1073"/>
                  </a:srgbClr>
                </a:gs>
                <a:gs pos="100000">
                  <a:srgbClr val="413F3D">
                    <a:alpha val="3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4" name="Splat 954"/>
            <p:cNvSpPr>
              <a:spLocks noGrp="1"/>
            </p:cNvSpPr>
            <p:nvPr/>
          </p:nvSpPr>
          <p:spPr>
            <a:xfrm rot="4075208">
              <a:off x="1162647" y="-19680"/>
              <a:ext cx="383496" cy="312520"/>
            </a:xfrm>
            <a:prstGeom prst="ellipse">
              <a:avLst/>
            </a:prstGeom>
            <a:gradFill>
              <a:gsLst>
                <a:gs pos="0">
                  <a:srgbClr val="D1D1D1">
                    <a:alpha val="11190"/>
                  </a:srgbClr>
                </a:gs>
                <a:gs pos="14286">
                  <a:srgbClr val="D1D1D1">
                    <a:alpha val="10333"/>
                  </a:srgbClr>
                </a:gs>
                <a:gs pos="28571">
                  <a:srgbClr val="D1D1D1">
                    <a:alpha val="8120"/>
                  </a:srgbClr>
                </a:gs>
                <a:gs pos="42857">
                  <a:srgbClr val="D1D1D1">
                    <a:alpha val="5403"/>
                  </a:srgbClr>
                </a:gs>
                <a:gs pos="57143">
                  <a:srgbClr val="D1D1D1">
                    <a:alpha val="3031"/>
                  </a:srgbClr>
                </a:gs>
                <a:gs pos="71429">
                  <a:srgbClr val="D1D1D1">
                    <a:alpha val="1430"/>
                  </a:srgbClr>
                </a:gs>
                <a:gs pos="85714">
                  <a:srgbClr val="D1D1D1">
                    <a:alpha val="568"/>
                  </a:srgbClr>
                </a:gs>
                <a:gs pos="100000">
                  <a:srgbClr val="D1D1D1">
                    <a:alpha val="1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5" name="Splat 955"/>
            <p:cNvSpPr>
              <a:spLocks noGrp="1"/>
            </p:cNvSpPr>
            <p:nvPr/>
          </p:nvSpPr>
          <p:spPr>
            <a:xfrm rot="3701995">
              <a:off x="2170173" y="3049628"/>
              <a:ext cx="609616" cy="302455"/>
            </a:xfrm>
            <a:prstGeom prst="ellipse">
              <a:avLst/>
            </a:prstGeom>
            <a:gradFill>
              <a:gsLst>
                <a:gs pos="0">
                  <a:srgbClr val="000800">
                    <a:alpha val="6949"/>
                  </a:srgbClr>
                </a:gs>
                <a:gs pos="14286">
                  <a:srgbClr val="000800">
                    <a:alpha val="6405"/>
                  </a:srgbClr>
                </a:gs>
                <a:gs pos="28571">
                  <a:srgbClr val="000800">
                    <a:alpha val="5010"/>
                  </a:srgbClr>
                </a:gs>
                <a:gs pos="42857">
                  <a:srgbClr val="000800">
                    <a:alpha val="3315"/>
                  </a:srgbClr>
                </a:gs>
                <a:gs pos="57143">
                  <a:srgbClr val="000800">
                    <a:alpha val="1851"/>
                  </a:srgbClr>
                </a:gs>
                <a:gs pos="71429">
                  <a:srgbClr val="000800">
                    <a:alpha val="871"/>
                  </a:srgbClr>
                </a:gs>
                <a:gs pos="85714">
                  <a:srgbClr val="000800">
                    <a:alpha val="345"/>
                  </a:srgbClr>
                </a:gs>
                <a:gs pos="100000">
                  <a:srgbClr val="000800">
                    <a:alpha val="1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6" name="Splat 956"/>
            <p:cNvSpPr>
              <a:spLocks noGrp="1"/>
            </p:cNvSpPr>
            <p:nvPr/>
          </p:nvSpPr>
          <p:spPr>
            <a:xfrm rot="4851717">
              <a:off x="2160277" y="-93832"/>
              <a:ext cx="454716" cy="350443"/>
            </a:xfrm>
            <a:prstGeom prst="ellipse">
              <a:avLst/>
            </a:prstGeom>
            <a:gradFill>
              <a:gsLst>
                <a:gs pos="0">
                  <a:srgbClr val="B5B5B5">
                    <a:alpha val="4627"/>
                  </a:srgbClr>
                </a:gs>
                <a:gs pos="14286">
                  <a:srgbClr val="B5B5B5">
                    <a:alpha val="4261"/>
                  </a:srgbClr>
                </a:gs>
                <a:gs pos="28571">
                  <a:srgbClr val="B5B5B5">
                    <a:alpha val="3325"/>
                  </a:srgbClr>
                </a:gs>
                <a:gs pos="42857">
                  <a:srgbClr val="B5B5B5">
                    <a:alpha val="2193"/>
                  </a:srgbClr>
                </a:gs>
                <a:gs pos="57143">
                  <a:srgbClr val="B5B5B5">
                    <a:alpha val="1221"/>
                  </a:srgbClr>
                </a:gs>
                <a:gs pos="71429">
                  <a:srgbClr val="B5B5B5">
                    <a:alpha val="574"/>
                  </a:srgbClr>
                </a:gs>
                <a:gs pos="85714">
                  <a:srgbClr val="B5B5B5">
                    <a:alpha val="227"/>
                  </a:srgbClr>
                </a:gs>
                <a:gs pos="100000">
                  <a:srgbClr val="B5B5B5">
                    <a:alpha val="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7" name="Splat 957"/>
            <p:cNvSpPr>
              <a:spLocks noGrp="1"/>
            </p:cNvSpPr>
            <p:nvPr/>
          </p:nvSpPr>
          <p:spPr>
            <a:xfrm rot="7001547">
              <a:off x="1489749" y="-193619"/>
              <a:ext cx="494414" cy="460669"/>
            </a:xfrm>
            <a:prstGeom prst="ellipse">
              <a:avLst/>
            </a:prstGeom>
            <a:gradFill>
              <a:gsLst>
                <a:gs pos="0">
                  <a:srgbClr val="B3B3B4">
                    <a:alpha val="32968"/>
                  </a:srgbClr>
                </a:gs>
                <a:gs pos="14286">
                  <a:srgbClr val="B3B3B4">
                    <a:alpha val="30764"/>
                  </a:srgbClr>
                </a:gs>
                <a:gs pos="28571">
                  <a:srgbClr val="B3B3B4">
                    <a:alpha val="24833"/>
                  </a:srgbClr>
                </a:gs>
                <a:gs pos="42857">
                  <a:srgbClr val="B3B3B4">
                    <a:alpha val="17075"/>
                  </a:srgbClr>
                </a:gs>
                <a:gs pos="57143">
                  <a:srgbClr val="B3B3B4">
                    <a:alpha val="9855"/>
                  </a:srgbClr>
                </a:gs>
                <a:gs pos="71429">
                  <a:srgbClr val="B3B3B4">
                    <a:alpha val="4740"/>
                  </a:srgbClr>
                </a:gs>
                <a:gs pos="85714">
                  <a:srgbClr val="B3B3B4">
                    <a:alpha val="1902"/>
                  </a:srgbClr>
                </a:gs>
                <a:gs pos="100000">
                  <a:srgbClr val="B3B3B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8" name="Splat 958"/>
            <p:cNvSpPr>
              <a:spLocks noGrp="1"/>
            </p:cNvSpPr>
            <p:nvPr/>
          </p:nvSpPr>
          <p:spPr>
            <a:xfrm rot="9063136">
              <a:off x="3559365" y="1580411"/>
              <a:ext cx="177420" cy="96437"/>
            </a:xfrm>
            <a:prstGeom prst="ellipse">
              <a:avLst/>
            </a:prstGeom>
            <a:gradFill>
              <a:gsLst>
                <a:gs pos="0">
                  <a:srgbClr val="000900">
                    <a:alpha val="25718"/>
                  </a:srgbClr>
                </a:gs>
                <a:gs pos="14286">
                  <a:srgbClr val="000900">
                    <a:alpha val="23911"/>
                  </a:srgbClr>
                </a:gs>
                <a:gs pos="28571">
                  <a:srgbClr val="000900">
                    <a:alpha val="19117"/>
                  </a:srgbClr>
                </a:gs>
                <a:gs pos="42857">
                  <a:srgbClr val="000900">
                    <a:alpha val="12992"/>
                  </a:srgbClr>
                </a:gs>
                <a:gs pos="57143">
                  <a:srgbClr val="000900">
                    <a:alpha val="7422"/>
                  </a:srgbClr>
                </a:gs>
                <a:gs pos="71429">
                  <a:srgbClr val="000900">
                    <a:alpha val="3545"/>
                  </a:srgbClr>
                </a:gs>
                <a:gs pos="85714">
                  <a:srgbClr val="000900">
                    <a:alpha val="1417"/>
                  </a:srgbClr>
                </a:gs>
                <a:gs pos="100000">
                  <a:srgbClr val="000900">
                    <a:alpha val="4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9" name="Splat 959"/>
            <p:cNvSpPr>
              <a:spLocks noGrp="1"/>
            </p:cNvSpPr>
            <p:nvPr/>
          </p:nvSpPr>
          <p:spPr>
            <a:xfrm rot="10721058">
              <a:off x="2054616" y="-83383"/>
              <a:ext cx="415988" cy="166766"/>
            </a:xfrm>
            <a:prstGeom prst="ellipse">
              <a:avLst/>
            </a:prstGeom>
            <a:gradFill>
              <a:gsLst>
                <a:gs pos="0">
                  <a:srgbClr val="C9C9C9">
                    <a:alpha val="10067"/>
                  </a:srgbClr>
                </a:gs>
                <a:gs pos="14286">
                  <a:srgbClr val="C9C9C9">
                    <a:alpha val="9292"/>
                  </a:srgbClr>
                </a:gs>
                <a:gs pos="28571">
                  <a:srgbClr val="C9C9C9">
                    <a:alpha val="7293"/>
                  </a:srgbClr>
                </a:gs>
                <a:gs pos="42857">
                  <a:srgbClr val="C9C9C9">
                    <a:alpha val="4846"/>
                  </a:srgbClr>
                </a:gs>
                <a:gs pos="57143">
                  <a:srgbClr val="C9C9C9">
                    <a:alpha val="2715"/>
                  </a:srgbClr>
                </a:gs>
                <a:gs pos="71429">
                  <a:srgbClr val="C9C9C9">
                    <a:alpha val="1280"/>
                  </a:srgbClr>
                </a:gs>
                <a:gs pos="85714">
                  <a:srgbClr val="C9C9C9">
                    <a:alpha val="508"/>
                  </a:srgbClr>
                </a:gs>
                <a:gs pos="100000">
                  <a:srgbClr val="C9C9C9">
                    <a:alpha val="1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0" name="Splat 960"/>
            <p:cNvSpPr>
              <a:spLocks noGrp="1"/>
            </p:cNvSpPr>
            <p:nvPr/>
          </p:nvSpPr>
          <p:spPr>
            <a:xfrm rot="5243793">
              <a:off x="698724" y="3381654"/>
              <a:ext cx="773824" cy="43496"/>
            </a:xfrm>
            <a:prstGeom prst="ellipse">
              <a:avLst/>
            </a:prstGeom>
            <a:gradFill>
              <a:gsLst>
                <a:gs pos="0">
                  <a:srgbClr val="FFFFFF">
                    <a:alpha val="32968"/>
                  </a:srgbClr>
                </a:gs>
                <a:gs pos="14286">
                  <a:srgbClr val="FFFFFF">
                    <a:alpha val="30764"/>
                  </a:srgbClr>
                </a:gs>
                <a:gs pos="28571">
                  <a:srgbClr val="FFFFFF">
                    <a:alpha val="24833"/>
                  </a:srgbClr>
                </a:gs>
                <a:gs pos="42857">
                  <a:srgbClr val="FFFFFF">
                    <a:alpha val="17075"/>
                  </a:srgbClr>
                </a:gs>
                <a:gs pos="57143">
                  <a:srgbClr val="FFFFFF">
                    <a:alpha val="9855"/>
                  </a:srgbClr>
                </a:gs>
                <a:gs pos="71429">
                  <a:srgbClr val="FFFFFF">
                    <a:alpha val="4740"/>
                  </a:srgbClr>
                </a:gs>
                <a:gs pos="85714">
                  <a:srgbClr val="FFFFFF">
                    <a:alpha val="1902"/>
                  </a:srgbClr>
                </a:gs>
                <a:gs pos="100000">
                  <a:srgbClr val="FFFFF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1" name="Splat 961"/>
            <p:cNvSpPr>
              <a:spLocks noGrp="1"/>
            </p:cNvSpPr>
            <p:nvPr/>
          </p:nvSpPr>
          <p:spPr>
            <a:xfrm rot="-10620320">
              <a:off x="2661366" y="-63023"/>
              <a:ext cx="509611" cy="287962"/>
            </a:xfrm>
            <a:prstGeom prst="ellipse">
              <a:avLst/>
            </a:prstGeom>
            <a:gradFill>
              <a:gsLst>
                <a:gs pos="0">
                  <a:srgbClr val="777675">
                    <a:alpha val="32889"/>
                  </a:srgbClr>
                </a:gs>
                <a:gs pos="14286">
                  <a:srgbClr val="777675">
                    <a:alpha val="30689"/>
                  </a:srgbClr>
                </a:gs>
                <a:gs pos="28571">
                  <a:srgbClr val="777675">
                    <a:alpha val="24769"/>
                  </a:srgbClr>
                </a:gs>
                <a:gs pos="42857">
                  <a:srgbClr val="777675">
                    <a:alpha val="17029"/>
                  </a:srgbClr>
                </a:gs>
                <a:gs pos="57143">
                  <a:srgbClr val="777675">
                    <a:alpha val="9827"/>
                  </a:srgbClr>
                </a:gs>
                <a:gs pos="71429">
                  <a:srgbClr val="777675">
                    <a:alpha val="4727"/>
                  </a:srgbClr>
                </a:gs>
                <a:gs pos="85714">
                  <a:srgbClr val="777675">
                    <a:alpha val="1896"/>
                  </a:srgbClr>
                </a:gs>
                <a:gs pos="100000">
                  <a:srgbClr val="777675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2" name="Splat 962"/>
            <p:cNvSpPr>
              <a:spLocks noGrp="1"/>
            </p:cNvSpPr>
            <p:nvPr/>
          </p:nvSpPr>
          <p:spPr>
            <a:xfrm rot="2794178">
              <a:off x="2599429" y="2995700"/>
              <a:ext cx="617770" cy="196492"/>
            </a:xfrm>
            <a:prstGeom prst="ellipse">
              <a:avLst/>
            </a:prstGeom>
            <a:gradFill>
              <a:gsLst>
                <a:gs pos="0">
                  <a:srgbClr val="F6F6F6">
                    <a:alpha val="31566"/>
                  </a:srgbClr>
                </a:gs>
                <a:gs pos="14286">
                  <a:srgbClr val="F6F6F6">
                    <a:alpha val="29434"/>
                  </a:srgbClr>
                </a:gs>
                <a:gs pos="28571">
                  <a:srgbClr val="F6F6F6">
                    <a:alpha val="23715"/>
                  </a:srgbClr>
                </a:gs>
                <a:gs pos="42857">
                  <a:srgbClr val="F6F6F6">
                    <a:alpha val="16268"/>
                  </a:srgbClr>
                </a:gs>
                <a:gs pos="57143">
                  <a:srgbClr val="F6F6F6">
                    <a:alpha val="9370"/>
                  </a:srgbClr>
                </a:gs>
                <a:gs pos="71429">
                  <a:srgbClr val="F6F6F6">
                    <a:alpha val="4501"/>
                  </a:srgbClr>
                </a:gs>
                <a:gs pos="85714">
                  <a:srgbClr val="F6F6F6">
                    <a:alpha val="1805"/>
                  </a:srgbClr>
                </a:gs>
                <a:gs pos="100000">
                  <a:srgbClr val="F6F6F6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3" name="Splat 963"/>
            <p:cNvSpPr>
              <a:spLocks noGrp="1"/>
            </p:cNvSpPr>
            <p:nvPr/>
          </p:nvSpPr>
          <p:spPr>
            <a:xfrm rot="7666665">
              <a:off x="863116" y="2575580"/>
              <a:ext cx="539659" cy="45616"/>
            </a:xfrm>
            <a:prstGeom prst="ellipse">
              <a:avLst/>
            </a:prstGeom>
            <a:gradFill>
              <a:gsLst>
                <a:gs pos="0">
                  <a:srgbClr val="FFFEFF">
                    <a:alpha val="31694"/>
                  </a:srgbClr>
                </a:gs>
                <a:gs pos="14286">
                  <a:srgbClr val="FFFEFF">
                    <a:alpha val="29555"/>
                  </a:srgbClr>
                </a:gs>
                <a:gs pos="28571">
                  <a:srgbClr val="FFFEFF">
                    <a:alpha val="23816"/>
                  </a:srgbClr>
                </a:gs>
                <a:gs pos="42857">
                  <a:srgbClr val="FFFEFF">
                    <a:alpha val="16341"/>
                  </a:srgbClr>
                </a:gs>
                <a:gs pos="57143">
                  <a:srgbClr val="FFFEFF">
                    <a:alpha val="9414"/>
                  </a:srgbClr>
                </a:gs>
                <a:gs pos="71429">
                  <a:srgbClr val="FFFEFF">
                    <a:alpha val="4522"/>
                  </a:srgbClr>
                </a:gs>
                <a:gs pos="85714">
                  <a:srgbClr val="FFFEFF">
                    <a:alpha val="1813"/>
                  </a:srgbClr>
                </a:gs>
                <a:gs pos="100000">
                  <a:srgbClr val="FFFEFF">
                    <a:alpha val="6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4" name="Splat 964"/>
            <p:cNvSpPr>
              <a:spLocks noGrp="1"/>
            </p:cNvSpPr>
            <p:nvPr/>
          </p:nvSpPr>
          <p:spPr>
            <a:xfrm rot="-9062473">
              <a:off x="3230496" y="3088015"/>
              <a:ext cx="506981" cy="140191"/>
            </a:xfrm>
            <a:prstGeom prst="ellipse">
              <a:avLst/>
            </a:prstGeom>
            <a:gradFill>
              <a:gsLst>
                <a:gs pos="0">
                  <a:srgbClr val="5C5E5D">
                    <a:alpha val="17551"/>
                  </a:srgbClr>
                </a:gs>
                <a:gs pos="14286">
                  <a:srgbClr val="5C5E5D">
                    <a:alpha val="16254"/>
                  </a:srgbClr>
                </a:gs>
                <a:gs pos="28571">
                  <a:srgbClr val="5C5E5D">
                    <a:alpha val="12866"/>
                  </a:srgbClr>
                </a:gs>
                <a:gs pos="42857">
                  <a:srgbClr val="5C5E5D">
                    <a:alpha val="8638"/>
                  </a:srgbClr>
                </a:gs>
                <a:gs pos="57143">
                  <a:srgbClr val="5C5E5D">
                    <a:alpha val="4882"/>
                  </a:srgbClr>
                </a:gs>
                <a:gs pos="71429">
                  <a:srgbClr val="5C5E5D">
                    <a:alpha val="2316"/>
                  </a:srgbClr>
                </a:gs>
                <a:gs pos="85714">
                  <a:srgbClr val="5C5E5D">
                    <a:alpha val="922"/>
                  </a:srgbClr>
                </a:gs>
                <a:gs pos="100000">
                  <a:srgbClr val="5C5E5D">
                    <a:alpha val="30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5" name="Splat 965"/>
            <p:cNvSpPr>
              <a:spLocks noGrp="1"/>
            </p:cNvSpPr>
            <p:nvPr/>
          </p:nvSpPr>
          <p:spPr>
            <a:xfrm rot="-10510585">
              <a:off x="3015723" y="-48346"/>
              <a:ext cx="457437" cy="261889"/>
            </a:xfrm>
            <a:prstGeom prst="ellipse">
              <a:avLst/>
            </a:prstGeom>
            <a:gradFill>
              <a:gsLst>
                <a:gs pos="0">
                  <a:srgbClr val="7A7879">
                    <a:alpha val="29281"/>
                  </a:srgbClr>
                </a:gs>
                <a:gs pos="14286">
                  <a:srgbClr val="7A7879">
                    <a:alpha val="27271"/>
                  </a:srgbClr>
                </a:gs>
                <a:gs pos="28571">
                  <a:srgbClr val="7A7879">
                    <a:alpha val="21905"/>
                  </a:srgbClr>
                </a:gs>
                <a:gs pos="42857">
                  <a:srgbClr val="7A7879">
                    <a:alpha val="14971"/>
                  </a:srgbClr>
                </a:gs>
                <a:gs pos="57143">
                  <a:srgbClr val="7A7879">
                    <a:alpha val="8594"/>
                  </a:srgbClr>
                </a:gs>
                <a:gs pos="71429">
                  <a:srgbClr val="7A7879">
                    <a:alpha val="4119"/>
                  </a:srgbClr>
                </a:gs>
                <a:gs pos="85714">
                  <a:srgbClr val="7A7879">
                    <a:alpha val="1650"/>
                  </a:srgbClr>
                </a:gs>
                <a:gs pos="100000">
                  <a:srgbClr val="7A7879">
                    <a:alpha val="5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6" name="Splat 966"/>
            <p:cNvSpPr>
              <a:spLocks noGrp="1"/>
            </p:cNvSpPr>
            <p:nvPr/>
          </p:nvSpPr>
          <p:spPr>
            <a:xfrm rot="10658560">
              <a:off x="3208351" y="-127264"/>
              <a:ext cx="439085" cy="254528"/>
            </a:xfrm>
            <a:prstGeom prst="ellipse">
              <a:avLst/>
            </a:prstGeom>
            <a:gradFill>
              <a:gsLst>
                <a:gs pos="0">
                  <a:srgbClr val="CAC9CA">
                    <a:alpha val="12083"/>
                  </a:srgbClr>
                </a:gs>
                <a:gs pos="14286">
                  <a:srgbClr val="CAC9CA">
                    <a:alpha val="11162"/>
                  </a:srgbClr>
                </a:gs>
                <a:gs pos="28571">
                  <a:srgbClr val="CAC9CA">
                    <a:alpha val="8780"/>
                  </a:srgbClr>
                </a:gs>
                <a:gs pos="42857">
                  <a:srgbClr val="CAC9CA">
                    <a:alpha val="5850"/>
                  </a:srgbClr>
                </a:gs>
                <a:gs pos="57143">
                  <a:srgbClr val="CAC9CA">
                    <a:alpha val="3285"/>
                  </a:srgbClr>
                </a:gs>
                <a:gs pos="71429">
                  <a:srgbClr val="CAC9CA">
                    <a:alpha val="1551"/>
                  </a:srgbClr>
                </a:gs>
                <a:gs pos="85714">
                  <a:srgbClr val="CAC9CA">
                    <a:alpha val="616"/>
                  </a:srgbClr>
                </a:gs>
                <a:gs pos="100000">
                  <a:srgbClr val="CAC9CA">
                    <a:alpha val="2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7" name="Splat 967"/>
            <p:cNvSpPr>
              <a:spLocks noGrp="1"/>
            </p:cNvSpPr>
            <p:nvPr/>
          </p:nvSpPr>
          <p:spPr>
            <a:xfrm rot="-9775772">
              <a:off x="2748254" y="3255039"/>
              <a:ext cx="597956" cy="296970"/>
            </a:xfrm>
            <a:prstGeom prst="ellipse">
              <a:avLst/>
            </a:prstGeom>
            <a:gradFill>
              <a:gsLst>
                <a:gs pos="0">
                  <a:srgbClr val="4C4B4C">
                    <a:alpha val="32968"/>
                  </a:srgbClr>
                </a:gs>
                <a:gs pos="14286">
                  <a:srgbClr val="4C4B4C">
                    <a:alpha val="30764"/>
                  </a:srgbClr>
                </a:gs>
                <a:gs pos="28571">
                  <a:srgbClr val="4C4B4C">
                    <a:alpha val="24833"/>
                  </a:srgbClr>
                </a:gs>
                <a:gs pos="42857">
                  <a:srgbClr val="4C4B4C">
                    <a:alpha val="17075"/>
                  </a:srgbClr>
                </a:gs>
                <a:gs pos="57143">
                  <a:srgbClr val="4C4B4C">
                    <a:alpha val="9855"/>
                  </a:srgbClr>
                </a:gs>
                <a:gs pos="71429">
                  <a:srgbClr val="4C4B4C">
                    <a:alpha val="4740"/>
                  </a:srgbClr>
                </a:gs>
                <a:gs pos="85714">
                  <a:srgbClr val="4C4B4C">
                    <a:alpha val="1902"/>
                  </a:srgbClr>
                </a:gs>
                <a:gs pos="100000">
                  <a:srgbClr val="4C4B4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8" name="Splat 968"/>
            <p:cNvSpPr>
              <a:spLocks noGrp="1"/>
            </p:cNvSpPr>
            <p:nvPr/>
          </p:nvSpPr>
          <p:spPr>
            <a:xfrm rot="3745341">
              <a:off x="2011472" y="2830621"/>
              <a:ext cx="653957" cy="461094"/>
            </a:xfrm>
            <a:prstGeom prst="ellipse">
              <a:avLst/>
            </a:prstGeom>
            <a:gradFill>
              <a:gsLst>
                <a:gs pos="0">
                  <a:srgbClr val="000400">
                    <a:alpha val="6821"/>
                  </a:srgbClr>
                </a:gs>
                <a:gs pos="14286">
                  <a:srgbClr val="000400">
                    <a:alpha val="6287"/>
                  </a:srgbClr>
                </a:gs>
                <a:gs pos="28571">
                  <a:srgbClr val="000400">
                    <a:alpha val="4916"/>
                  </a:srgbClr>
                </a:gs>
                <a:gs pos="42857">
                  <a:srgbClr val="000400">
                    <a:alpha val="3253"/>
                  </a:srgbClr>
                </a:gs>
                <a:gs pos="57143">
                  <a:srgbClr val="000400">
                    <a:alpha val="1816"/>
                  </a:srgbClr>
                </a:gs>
                <a:gs pos="71429">
                  <a:srgbClr val="000400">
                    <a:alpha val="854"/>
                  </a:srgbClr>
                </a:gs>
                <a:gs pos="85714">
                  <a:srgbClr val="000400">
                    <a:alpha val="339"/>
                  </a:srgbClr>
                </a:gs>
                <a:gs pos="100000">
                  <a:srgbClr val="000400">
                    <a:alpha val="1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9" name="Splat 969"/>
            <p:cNvSpPr>
              <a:spLocks noGrp="1"/>
            </p:cNvSpPr>
            <p:nvPr/>
          </p:nvSpPr>
          <p:spPr>
            <a:xfrm rot="-10511197">
              <a:off x="2810893" y="2290897"/>
              <a:ext cx="570373" cy="109269"/>
            </a:xfrm>
            <a:prstGeom prst="ellipse">
              <a:avLst/>
            </a:prstGeom>
            <a:gradFill>
              <a:gsLst>
                <a:gs pos="0">
                  <a:srgbClr val="656565">
                    <a:alpha val="15057"/>
                  </a:srgbClr>
                </a:gs>
                <a:gs pos="14286">
                  <a:srgbClr val="656565">
                    <a:alpha val="13928"/>
                  </a:srgbClr>
                </a:gs>
                <a:gs pos="28571">
                  <a:srgbClr val="656565">
                    <a:alpha val="10993"/>
                  </a:srgbClr>
                </a:gs>
                <a:gs pos="42857">
                  <a:srgbClr val="656565">
                    <a:alpha val="7354"/>
                  </a:srgbClr>
                </a:gs>
                <a:gs pos="57143">
                  <a:srgbClr val="656565">
                    <a:alpha val="4144"/>
                  </a:srgbClr>
                </a:gs>
                <a:gs pos="71429">
                  <a:srgbClr val="656565">
                    <a:alpha val="1962"/>
                  </a:srgbClr>
                </a:gs>
                <a:gs pos="85714">
                  <a:srgbClr val="656565">
                    <a:alpha val="780"/>
                  </a:srgbClr>
                </a:gs>
                <a:gs pos="100000">
                  <a:srgbClr val="656565">
                    <a:alpha val="2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0" name="Splat 970"/>
            <p:cNvSpPr>
              <a:spLocks noGrp="1"/>
            </p:cNvSpPr>
            <p:nvPr/>
          </p:nvSpPr>
          <p:spPr>
            <a:xfrm rot="-8586940">
              <a:off x="2990537" y="3282737"/>
              <a:ext cx="699540" cy="456416"/>
            </a:xfrm>
            <a:prstGeom prst="ellipse">
              <a:avLst/>
            </a:prstGeom>
            <a:gradFill>
              <a:gsLst>
                <a:gs pos="0">
                  <a:srgbClr val="595A59">
                    <a:alpha val="28204"/>
                  </a:srgbClr>
                </a:gs>
                <a:gs pos="14286">
                  <a:srgbClr val="595A59">
                    <a:alpha val="26254"/>
                  </a:srgbClr>
                </a:gs>
                <a:gs pos="28571">
                  <a:srgbClr val="595A59">
                    <a:alpha val="21058"/>
                  </a:srgbClr>
                </a:gs>
                <a:gs pos="42857">
                  <a:srgbClr val="595A59">
                    <a:alpha val="14367"/>
                  </a:srgbClr>
                </a:gs>
                <a:gs pos="57143">
                  <a:srgbClr val="595A59">
                    <a:alpha val="8235"/>
                  </a:srgbClr>
                </a:gs>
                <a:gs pos="71429">
                  <a:srgbClr val="595A59">
                    <a:alpha val="3943"/>
                  </a:srgbClr>
                </a:gs>
                <a:gs pos="85714">
                  <a:srgbClr val="595A59">
                    <a:alpha val="1578"/>
                  </a:srgbClr>
                </a:gs>
                <a:gs pos="100000">
                  <a:srgbClr val="595A59">
                    <a:alpha val="5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1" name="Splat 971"/>
            <p:cNvSpPr>
              <a:spLocks noGrp="1"/>
            </p:cNvSpPr>
            <p:nvPr/>
          </p:nvSpPr>
          <p:spPr>
            <a:xfrm rot="6688929">
              <a:off x="3375837" y="3130443"/>
              <a:ext cx="204939" cy="74282"/>
            </a:xfrm>
            <a:prstGeom prst="ellipse">
              <a:avLst/>
            </a:prstGeom>
            <a:gradFill>
              <a:gsLst>
                <a:gs pos="0">
                  <a:srgbClr val="FCFDFD">
                    <a:alpha val="18434"/>
                  </a:srgbClr>
                </a:gs>
                <a:gs pos="14286">
                  <a:srgbClr val="FCFDFD">
                    <a:alpha val="17078"/>
                  </a:srgbClr>
                </a:gs>
                <a:gs pos="28571">
                  <a:srgbClr val="FCFDFD">
                    <a:alpha val="13533"/>
                  </a:srgbClr>
                </a:gs>
                <a:gs pos="42857">
                  <a:srgbClr val="FCFDFD">
                    <a:alpha val="9097"/>
                  </a:srgbClr>
                </a:gs>
                <a:gs pos="57143">
                  <a:srgbClr val="FCFDFD">
                    <a:alpha val="5148"/>
                  </a:srgbClr>
                </a:gs>
                <a:gs pos="71429">
                  <a:srgbClr val="FCFDFD">
                    <a:alpha val="2443"/>
                  </a:srgbClr>
                </a:gs>
                <a:gs pos="85714">
                  <a:srgbClr val="FCFDFD">
                    <a:alpha val="973"/>
                  </a:srgbClr>
                </a:gs>
                <a:gs pos="100000">
                  <a:srgbClr val="FCFDFD">
                    <a:alpha val="32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2" name="Splat 972"/>
            <p:cNvSpPr>
              <a:spLocks noGrp="1"/>
            </p:cNvSpPr>
            <p:nvPr/>
          </p:nvSpPr>
          <p:spPr>
            <a:xfrm rot="-10143936">
              <a:off x="1122122" y="3539710"/>
              <a:ext cx="259072" cy="70123"/>
            </a:xfrm>
            <a:prstGeom prst="ellipse">
              <a:avLst/>
            </a:prstGeom>
            <a:gradFill>
              <a:gsLst>
                <a:gs pos="0">
                  <a:srgbClr val="565656">
                    <a:alpha val="32563"/>
                  </a:srgbClr>
                </a:gs>
                <a:gs pos="14286">
                  <a:srgbClr val="565656">
                    <a:alpha val="30380"/>
                  </a:srgbClr>
                </a:gs>
                <a:gs pos="28571">
                  <a:srgbClr val="565656">
                    <a:alpha val="24509"/>
                  </a:srgbClr>
                </a:gs>
                <a:gs pos="42857">
                  <a:srgbClr val="565656">
                    <a:alpha val="16841"/>
                  </a:srgbClr>
                </a:gs>
                <a:gs pos="57143">
                  <a:srgbClr val="565656">
                    <a:alpha val="9714"/>
                  </a:srgbClr>
                </a:gs>
                <a:gs pos="71429">
                  <a:srgbClr val="565656">
                    <a:alpha val="4671"/>
                  </a:srgbClr>
                </a:gs>
                <a:gs pos="85714">
                  <a:srgbClr val="565656">
                    <a:alpha val="1874"/>
                  </a:srgbClr>
                </a:gs>
                <a:gs pos="100000">
                  <a:srgbClr val="56565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3" name="Splat 973"/>
            <p:cNvSpPr>
              <a:spLocks noGrp="1"/>
            </p:cNvSpPr>
            <p:nvPr/>
          </p:nvSpPr>
          <p:spPr>
            <a:xfrm rot="7494491">
              <a:off x="969365" y="2306708"/>
              <a:ext cx="734679" cy="62675"/>
            </a:xfrm>
            <a:prstGeom prst="ellipse">
              <a:avLst/>
            </a:prstGeom>
            <a:gradFill>
              <a:gsLst>
                <a:gs pos="0">
                  <a:srgbClr val="F2F2F2">
                    <a:alpha val="29322"/>
                  </a:srgbClr>
                </a:gs>
                <a:gs pos="14286">
                  <a:srgbClr val="F2F2F2">
                    <a:alpha val="27310"/>
                  </a:srgbClr>
                </a:gs>
                <a:gs pos="28571">
                  <a:srgbClr val="F2F2F2">
                    <a:alpha val="21938"/>
                  </a:srgbClr>
                </a:gs>
                <a:gs pos="42857">
                  <a:srgbClr val="F2F2F2">
                    <a:alpha val="14994"/>
                  </a:srgbClr>
                </a:gs>
                <a:gs pos="57143">
                  <a:srgbClr val="F2F2F2">
                    <a:alpha val="8608"/>
                  </a:srgbClr>
                </a:gs>
                <a:gs pos="71429">
                  <a:srgbClr val="F2F2F2">
                    <a:alpha val="4126"/>
                  </a:srgbClr>
                </a:gs>
                <a:gs pos="85714">
                  <a:srgbClr val="F2F2F2">
                    <a:alpha val="1652"/>
                  </a:srgbClr>
                </a:gs>
                <a:gs pos="100000">
                  <a:srgbClr val="F2F2F2">
                    <a:alpha val="55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4" name="Splat 974"/>
            <p:cNvSpPr>
              <a:spLocks noGrp="1"/>
            </p:cNvSpPr>
            <p:nvPr/>
          </p:nvSpPr>
          <p:spPr>
            <a:xfrm rot="5545905">
              <a:off x="1785178" y="2296064"/>
              <a:ext cx="355125" cy="53480"/>
            </a:xfrm>
            <a:prstGeom prst="ellipse">
              <a:avLst/>
            </a:prstGeom>
            <a:gradFill>
              <a:gsLst>
                <a:gs pos="0">
                  <a:srgbClr val="C8C9C8">
                    <a:alpha val="32968"/>
                  </a:srgbClr>
                </a:gs>
                <a:gs pos="14286">
                  <a:srgbClr val="C8C9C8">
                    <a:alpha val="30764"/>
                  </a:srgbClr>
                </a:gs>
                <a:gs pos="28571">
                  <a:srgbClr val="C8C9C8">
                    <a:alpha val="24833"/>
                  </a:srgbClr>
                </a:gs>
                <a:gs pos="42857">
                  <a:srgbClr val="C8C9C8">
                    <a:alpha val="17075"/>
                  </a:srgbClr>
                </a:gs>
                <a:gs pos="57143">
                  <a:srgbClr val="C8C9C8">
                    <a:alpha val="9855"/>
                  </a:srgbClr>
                </a:gs>
                <a:gs pos="71429">
                  <a:srgbClr val="C8C9C8">
                    <a:alpha val="4740"/>
                  </a:srgbClr>
                </a:gs>
                <a:gs pos="85714">
                  <a:srgbClr val="C8C9C8">
                    <a:alpha val="1902"/>
                  </a:srgbClr>
                </a:gs>
                <a:gs pos="100000">
                  <a:srgbClr val="C8C9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5" name="Splat 975"/>
            <p:cNvSpPr>
              <a:spLocks noGrp="1"/>
            </p:cNvSpPr>
            <p:nvPr/>
          </p:nvSpPr>
          <p:spPr>
            <a:xfrm rot="-10596831">
              <a:off x="2930546" y="3045694"/>
              <a:ext cx="590478" cy="160580"/>
            </a:xfrm>
            <a:prstGeom prst="ellipse">
              <a:avLst/>
            </a:prstGeom>
            <a:gradFill>
              <a:gsLst>
                <a:gs pos="0">
                  <a:srgbClr val="646363">
                    <a:alpha val="20168"/>
                  </a:srgbClr>
                </a:gs>
                <a:gs pos="14286">
                  <a:srgbClr val="646363">
                    <a:alpha val="18700"/>
                  </a:srgbClr>
                </a:gs>
                <a:gs pos="28571">
                  <a:srgbClr val="646363">
                    <a:alpha val="14849"/>
                  </a:srgbClr>
                </a:gs>
                <a:gs pos="42857">
                  <a:srgbClr val="646363">
                    <a:alpha val="10007"/>
                  </a:srgbClr>
                </a:gs>
                <a:gs pos="57143">
                  <a:srgbClr val="646363">
                    <a:alpha val="5675"/>
                  </a:srgbClr>
                </a:gs>
                <a:gs pos="71429">
                  <a:srgbClr val="646363">
                    <a:alpha val="2698"/>
                  </a:srgbClr>
                </a:gs>
                <a:gs pos="85714">
                  <a:srgbClr val="646363">
                    <a:alpha val="1076"/>
                  </a:srgbClr>
                </a:gs>
                <a:gs pos="100000">
                  <a:srgbClr val="646363">
                    <a:alpha val="3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6" name="Splat 976"/>
            <p:cNvSpPr>
              <a:spLocks noGrp="1"/>
            </p:cNvSpPr>
            <p:nvPr/>
          </p:nvSpPr>
          <p:spPr>
            <a:xfrm rot="5459200">
              <a:off x="3231890" y="3220317"/>
              <a:ext cx="795955" cy="77033"/>
            </a:xfrm>
            <a:prstGeom prst="ellipse">
              <a:avLst/>
            </a:prstGeom>
            <a:gradFill>
              <a:gsLst>
                <a:gs pos="0">
                  <a:srgbClr val="3C3C40">
                    <a:alpha val="18771"/>
                  </a:srgbClr>
                </a:gs>
                <a:gs pos="14286">
                  <a:srgbClr val="3C3C40">
                    <a:alpha val="17394"/>
                  </a:srgbClr>
                </a:gs>
                <a:gs pos="28571">
                  <a:srgbClr val="3C3C40">
                    <a:alpha val="13788"/>
                  </a:srgbClr>
                </a:gs>
                <a:gs pos="42857">
                  <a:srgbClr val="3C3C40">
                    <a:alpha val="9273"/>
                  </a:srgbClr>
                </a:gs>
                <a:gs pos="57143">
                  <a:srgbClr val="3C3C40">
                    <a:alpha val="5250"/>
                  </a:srgbClr>
                </a:gs>
                <a:gs pos="71429">
                  <a:srgbClr val="3C3C40">
                    <a:alpha val="2493"/>
                  </a:srgbClr>
                </a:gs>
                <a:gs pos="85714">
                  <a:srgbClr val="3C3C40">
                    <a:alpha val="993"/>
                  </a:srgbClr>
                </a:gs>
                <a:gs pos="100000">
                  <a:srgbClr val="3C3C40">
                    <a:alpha val="3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7" name="Splat 977"/>
            <p:cNvSpPr>
              <a:spLocks noGrp="1"/>
            </p:cNvSpPr>
            <p:nvPr/>
          </p:nvSpPr>
          <p:spPr>
            <a:xfrm rot="3216069">
              <a:off x="3140509" y="3218573"/>
              <a:ext cx="831737" cy="542682"/>
            </a:xfrm>
            <a:prstGeom prst="ellipse">
              <a:avLst/>
            </a:prstGeom>
            <a:gradFill>
              <a:gsLst>
                <a:gs pos="0">
                  <a:srgbClr val="808081">
                    <a:alpha val="32860"/>
                  </a:srgbClr>
                </a:gs>
                <a:gs pos="14286">
                  <a:srgbClr val="808081">
                    <a:alpha val="30661"/>
                  </a:srgbClr>
                </a:gs>
                <a:gs pos="28571">
                  <a:srgbClr val="808081">
                    <a:alpha val="24746"/>
                  </a:srgbClr>
                </a:gs>
                <a:gs pos="42857">
                  <a:srgbClr val="808081">
                    <a:alpha val="17013"/>
                  </a:srgbClr>
                </a:gs>
                <a:gs pos="57143">
                  <a:srgbClr val="808081">
                    <a:alpha val="9817"/>
                  </a:srgbClr>
                </a:gs>
                <a:gs pos="71429">
                  <a:srgbClr val="808081">
                    <a:alpha val="4722"/>
                  </a:srgbClr>
                </a:gs>
                <a:gs pos="85714">
                  <a:srgbClr val="808081">
                    <a:alpha val="1894"/>
                  </a:srgbClr>
                </a:gs>
                <a:gs pos="100000">
                  <a:srgbClr val="808081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8" name="Splat 978"/>
            <p:cNvSpPr>
              <a:spLocks noGrp="1"/>
            </p:cNvSpPr>
            <p:nvPr/>
          </p:nvSpPr>
          <p:spPr>
            <a:xfrm rot="10615738">
              <a:off x="3033960" y="2931606"/>
              <a:ext cx="129300" cy="3479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9" name="Splat 979"/>
            <p:cNvSpPr>
              <a:spLocks noGrp="1"/>
            </p:cNvSpPr>
            <p:nvPr/>
          </p:nvSpPr>
          <p:spPr>
            <a:xfrm rot="3400514">
              <a:off x="3034913" y="2565103"/>
              <a:ext cx="495342" cy="277306"/>
            </a:xfrm>
            <a:prstGeom prst="ellipse">
              <a:avLst/>
            </a:prstGeom>
            <a:gradFill>
              <a:gsLst>
                <a:gs pos="0">
                  <a:srgbClr val="D7D7D7">
                    <a:alpha val="32968"/>
                  </a:srgbClr>
                </a:gs>
                <a:gs pos="14286">
                  <a:srgbClr val="D7D7D7">
                    <a:alpha val="30764"/>
                  </a:srgbClr>
                </a:gs>
                <a:gs pos="28571">
                  <a:srgbClr val="D7D7D7">
                    <a:alpha val="24833"/>
                  </a:srgbClr>
                </a:gs>
                <a:gs pos="42857">
                  <a:srgbClr val="D7D7D7">
                    <a:alpha val="17075"/>
                  </a:srgbClr>
                </a:gs>
                <a:gs pos="57143">
                  <a:srgbClr val="D7D7D7">
                    <a:alpha val="9855"/>
                  </a:srgbClr>
                </a:gs>
                <a:gs pos="71429">
                  <a:srgbClr val="D7D7D7">
                    <a:alpha val="4740"/>
                  </a:srgbClr>
                </a:gs>
                <a:gs pos="85714">
                  <a:srgbClr val="D7D7D7">
                    <a:alpha val="1902"/>
                  </a:srgbClr>
                </a:gs>
                <a:gs pos="100000">
                  <a:srgbClr val="D7D7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0" name="Splat 980"/>
            <p:cNvSpPr>
              <a:spLocks noGrp="1"/>
            </p:cNvSpPr>
            <p:nvPr/>
          </p:nvSpPr>
          <p:spPr>
            <a:xfrm rot="3635966">
              <a:off x="2179359" y="2712954"/>
              <a:ext cx="756501" cy="163797"/>
            </a:xfrm>
            <a:prstGeom prst="ellipse">
              <a:avLst/>
            </a:prstGeom>
            <a:gradFill>
              <a:gsLst>
                <a:gs pos="0">
                  <a:srgbClr val="5C5E5D">
                    <a:alpha val="10830"/>
                  </a:srgbClr>
                </a:gs>
                <a:gs pos="14286">
                  <a:srgbClr val="5C5E5D">
                    <a:alpha val="10000"/>
                  </a:srgbClr>
                </a:gs>
                <a:gs pos="28571">
                  <a:srgbClr val="5C5E5D">
                    <a:alpha val="7855"/>
                  </a:srgbClr>
                </a:gs>
                <a:gs pos="42857">
                  <a:srgbClr val="5C5E5D">
                    <a:alpha val="5224"/>
                  </a:srgbClr>
                </a:gs>
                <a:gs pos="57143">
                  <a:srgbClr val="5C5E5D">
                    <a:alpha val="2929"/>
                  </a:srgbClr>
                </a:gs>
                <a:gs pos="71429">
                  <a:srgbClr val="5C5E5D">
                    <a:alpha val="1382"/>
                  </a:srgbClr>
                </a:gs>
                <a:gs pos="85714">
                  <a:srgbClr val="5C5E5D">
                    <a:alpha val="549"/>
                  </a:srgbClr>
                </a:gs>
                <a:gs pos="100000">
                  <a:srgbClr val="5C5E5D">
                    <a:alpha val="1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1" name="Splat 981"/>
            <p:cNvSpPr>
              <a:spLocks noGrp="1"/>
            </p:cNvSpPr>
            <p:nvPr/>
          </p:nvSpPr>
          <p:spPr>
            <a:xfrm rot="-8885805">
              <a:off x="3229306" y="2702121"/>
              <a:ext cx="355787" cy="52896"/>
            </a:xfrm>
            <a:prstGeom prst="ellipse">
              <a:avLst/>
            </a:prstGeom>
            <a:gradFill>
              <a:gsLst>
                <a:gs pos="0">
                  <a:srgbClr val="838486">
                    <a:alpha val="32968"/>
                  </a:srgbClr>
                </a:gs>
                <a:gs pos="14286">
                  <a:srgbClr val="838486">
                    <a:alpha val="30764"/>
                  </a:srgbClr>
                </a:gs>
                <a:gs pos="28571">
                  <a:srgbClr val="838486">
                    <a:alpha val="24833"/>
                  </a:srgbClr>
                </a:gs>
                <a:gs pos="42857">
                  <a:srgbClr val="838486">
                    <a:alpha val="17075"/>
                  </a:srgbClr>
                </a:gs>
                <a:gs pos="57143">
                  <a:srgbClr val="838486">
                    <a:alpha val="9855"/>
                  </a:srgbClr>
                </a:gs>
                <a:gs pos="71429">
                  <a:srgbClr val="838486">
                    <a:alpha val="4740"/>
                  </a:srgbClr>
                </a:gs>
                <a:gs pos="85714">
                  <a:srgbClr val="838486">
                    <a:alpha val="1902"/>
                  </a:srgbClr>
                </a:gs>
                <a:gs pos="100000">
                  <a:srgbClr val="83848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2" name="Splat 982"/>
            <p:cNvSpPr>
              <a:spLocks noGrp="1"/>
            </p:cNvSpPr>
            <p:nvPr/>
          </p:nvSpPr>
          <p:spPr>
            <a:xfrm rot="9730016">
              <a:off x="2785074" y="3249288"/>
              <a:ext cx="722741" cy="81840"/>
            </a:xfrm>
            <a:prstGeom prst="ellipse">
              <a:avLst/>
            </a:prstGeom>
            <a:gradFill>
              <a:gsLst>
                <a:gs pos="0">
                  <a:srgbClr val="050600">
                    <a:alpha val="5225"/>
                  </a:srgbClr>
                </a:gs>
                <a:gs pos="14286">
                  <a:srgbClr val="050600">
                    <a:alpha val="4813"/>
                  </a:srgbClr>
                </a:gs>
                <a:gs pos="28571">
                  <a:srgbClr val="050600">
                    <a:alpha val="3757"/>
                  </a:srgbClr>
                </a:gs>
                <a:gs pos="42857">
                  <a:srgbClr val="050600">
                    <a:alpha val="2481"/>
                  </a:srgbClr>
                </a:gs>
                <a:gs pos="57143">
                  <a:srgbClr val="050600">
                    <a:alpha val="1382"/>
                  </a:srgbClr>
                </a:gs>
                <a:gs pos="71429">
                  <a:srgbClr val="050600">
                    <a:alpha val="649"/>
                  </a:srgbClr>
                </a:gs>
                <a:gs pos="85714">
                  <a:srgbClr val="050600">
                    <a:alpha val="257"/>
                  </a:srgbClr>
                </a:gs>
                <a:gs pos="100000">
                  <a:srgbClr val="050600">
                    <a:alpha val="8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3" name="Splat 983"/>
            <p:cNvSpPr>
              <a:spLocks noGrp="1"/>
            </p:cNvSpPr>
            <p:nvPr/>
          </p:nvSpPr>
          <p:spPr>
            <a:xfrm rot="6211864">
              <a:off x="1342647" y="2744729"/>
              <a:ext cx="599517" cy="440534"/>
            </a:xfrm>
            <a:prstGeom prst="ellipse">
              <a:avLst/>
            </a:prstGeom>
            <a:gradFill>
              <a:gsLst>
                <a:gs pos="0">
                  <a:srgbClr val="0F120F">
                    <a:alpha val="7105"/>
                  </a:srgbClr>
                </a:gs>
                <a:gs pos="14286">
                  <a:srgbClr val="0F120F">
                    <a:alpha val="6550"/>
                  </a:srgbClr>
                </a:gs>
                <a:gs pos="28571">
                  <a:srgbClr val="0F120F">
                    <a:alpha val="5124"/>
                  </a:srgbClr>
                </a:gs>
                <a:gs pos="42857">
                  <a:srgbClr val="0F120F">
                    <a:alpha val="3391"/>
                  </a:srgbClr>
                </a:gs>
                <a:gs pos="57143">
                  <a:srgbClr val="0F120F">
                    <a:alpha val="1894"/>
                  </a:srgbClr>
                </a:gs>
                <a:gs pos="71429">
                  <a:srgbClr val="0F120F">
                    <a:alpha val="891"/>
                  </a:srgbClr>
                </a:gs>
                <a:gs pos="85714">
                  <a:srgbClr val="0F120F">
                    <a:alpha val="353"/>
                  </a:srgbClr>
                </a:gs>
                <a:gs pos="100000">
                  <a:srgbClr val="0F120F">
                    <a:alpha val="1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4" name="Splat 984"/>
            <p:cNvSpPr>
              <a:spLocks noGrp="1"/>
            </p:cNvSpPr>
            <p:nvPr/>
          </p:nvSpPr>
          <p:spPr>
            <a:xfrm rot="3621242">
              <a:off x="2672111" y="2434545"/>
              <a:ext cx="706097" cy="248794"/>
            </a:xfrm>
            <a:prstGeom prst="ellipse">
              <a:avLst/>
            </a:prstGeom>
            <a:gradFill>
              <a:gsLst>
                <a:gs pos="0">
                  <a:srgbClr val="8B8B8B">
                    <a:alpha val="28147"/>
                  </a:srgbClr>
                </a:gs>
                <a:gs pos="14286">
                  <a:srgbClr val="8B8B8B">
                    <a:alpha val="26200"/>
                  </a:srgbClr>
                </a:gs>
                <a:gs pos="28571">
                  <a:srgbClr val="8B8B8B">
                    <a:alpha val="21013"/>
                  </a:srgbClr>
                </a:gs>
                <a:gs pos="42857">
                  <a:srgbClr val="8B8B8B">
                    <a:alpha val="14335"/>
                  </a:srgbClr>
                </a:gs>
                <a:gs pos="57143">
                  <a:srgbClr val="8B8B8B">
                    <a:alpha val="8216"/>
                  </a:srgbClr>
                </a:gs>
                <a:gs pos="71429">
                  <a:srgbClr val="8B8B8B">
                    <a:alpha val="3934"/>
                  </a:srgbClr>
                </a:gs>
                <a:gs pos="85714">
                  <a:srgbClr val="8B8B8B">
                    <a:alpha val="1574"/>
                  </a:srgbClr>
                </a:gs>
                <a:gs pos="100000">
                  <a:srgbClr val="8B8B8B">
                    <a:alpha val="52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5" name="Splat 985"/>
            <p:cNvSpPr>
              <a:spLocks noGrp="1"/>
            </p:cNvSpPr>
            <p:nvPr/>
          </p:nvSpPr>
          <p:spPr>
            <a:xfrm rot="9868887">
              <a:off x="1149395" y="3060954"/>
              <a:ext cx="685366" cy="282323"/>
            </a:xfrm>
            <a:prstGeom prst="ellipse">
              <a:avLst/>
            </a:prstGeom>
            <a:gradFill>
              <a:gsLst>
                <a:gs pos="0">
                  <a:srgbClr val="0B0306">
                    <a:alpha val="25544"/>
                  </a:srgbClr>
                </a:gs>
                <a:gs pos="14286">
                  <a:srgbClr val="0B0306">
                    <a:alpha val="23747"/>
                  </a:srgbClr>
                </a:gs>
                <a:gs pos="28571">
                  <a:srgbClr val="0B0306">
                    <a:alpha val="18982"/>
                  </a:srgbClr>
                </a:gs>
                <a:gs pos="42857">
                  <a:srgbClr val="0B0306">
                    <a:alpha val="12896"/>
                  </a:srgbClr>
                </a:gs>
                <a:gs pos="57143">
                  <a:srgbClr val="0B0306">
                    <a:alpha val="7365"/>
                  </a:srgbClr>
                </a:gs>
                <a:gs pos="71429">
                  <a:srgbClr val="0B0306">
                    <a:alpha val="3518"/>
                  </a:srgbClr>
                </a:gs>
                <a:gs pos="85714">
                  <a:srgbClr val="0B0306">
                    <a:alpha val="1406"/>
                  </a:srgbClr>
                </a:gs>
                <a:gs pos="100000">
                  <a:srgbClr val="0B0306">
                    <a:alpha val="4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6" name="Splat 986"/>
            <p:cNvSpPr>
              <a:spLocks noGrp="1"/>
            </p:cNvSpPr>
            <p:nvPr/>
          </p:nvSpPr>
          <p:spPr>
            <a:xfrm rot="3686084">
              <a:off x="2435864" y="2263294"/>
              <a:ext cx="495648" cy="265915"/>
            </a:xfrm>
            <a:prstGeom prst="ellipse">
              <a:avLst/>
            </a:prstGeom>
            <a:gradFill>
              <a:gsLst>
                <a:gs pos="0">
                  <a:srgbClr val="4C4D4D">
                    <a:alpha val="5585"/>
                  </a:srgbClr>
                </a:gs>
                <a:gs pos="14286">
                  <a:srgbClr val="4C4D4D">
                    <a:alpha val="5145"/>
                  </a:srgbClr>
                </a:gs>
                <a:gs pos="28571">
                  <a:srgbClr val="4C4D4D">
                    <a:alpha val="4018"/>
                  </a:srgbClr>
                </a:gs>
                <a:gs pos="42857">
                  <a:srgbClr val="4C4D4D">
                    <a:alpha val="2654"/>
                  </a:srgbClr>
                </a:gs>
                <a:gs pos="57143">
                  <a:srgbClr val="4C4D4D">
                    <a:alpha val="1480"/>
                  </a:srgbClr>
                </a:gs>
                <a:gs pos="71429">
                  <a:srgbClr val="4C4D4D">
                    <a:alpha val="695"/>
                  </a:srgbClr>
                </a:gs>
                <a:gs pos="85714">
                  <a:srgbClr val="4C4D4D">
                    <a:alpha val="276"/>
                  </a:srgbClr>
                </a:gs>
                <a:gs pos="100000">
                  <a:srgbClr val="4C4D4D">
                    <a:alpha val="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7" name="Splat 987"/>
            <p:cNvSpPr>
              <a:spLocks noGrp="1"/>
            </p:cNvSpPr>
            <p:nvPr/>
          </p:nvSpPr>
          <p:spPr>
            <a:xfrm rot="8176539">
              <a:off x="1504669" y="2287570"/>
              <a:ext cx="509505" cy="194764"/>
            </a:xfrm>
            <a:prstGeom prst="ellipse">
              <a:avLst/>
            </a:prstGeom>
            <a:gradFill>
              <a:gsLst>
                <a:gs pos="0">
                  <a:srgbClr val="A0A0A0">
                    <a:alpha val="32968"/>
                  </a:srgbClr>
                </a:gs>
                <a:gs pos="14286">
                  <a:srgbClr val="A0A0A0">
                    <a:alpha val="30764"/>
                  </a:srgbClr>
                </a:gs>
                <a:gs pos="28571">
                  <a:srgbClr val="A0A0A0">
                    <a:alpha val="24833"/>
                  </a:srgbClr>
                </a:gs>
                <a:gs pos="42857">
                  <a:srgbClr val="A0A0A0">
                    <a:alpha val="17075"/>
                  </a:srgbClr>
                </a:gs>
                <a:gs pos="57143">
                  <a:srgbClr val="A0A0A0">
                    <a:alpha val="9855"/>
                  </a:srgbClr>
                </a:gs>
                <a:gs pos="71429">
                  <a:srgbClr val="A0A0A0">
                    <a:alpha val="4740"/>
                  </a:srgbClr>
                </a:gs>
                <a:gs pos="85714">
                  <a:srgbClr val="A0A0A0">
                    <a:alpha val="1902"/>
                  </a:srgbClr>
                </a:gs>
                <a:gs pos="100000">
                  <a:srgbClr val="A0A0A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8" name="Splat 988"/>
            <p:cNvSpPr>
              <a:spLocks noGrp="1"/>
            </p:cNvSpPr>
            <p:nvPr/>
          </p:nvSpPr>
          <p:spPr>
            <a:xfrm rot="-10388309">
              <a:off x="2197295" y="3436752"/>
              <a:ext cx="661432" cy="282155"/>
            </a:xfrm>
            <a:prstGeom prst="ellipse">
              <a:avLst/>
            </a:prstGeom>
            <a:gradFill>
              <a:gsLst>
                <a:gs pos="0">
                  <a:srgbClr val="6D6D6D">
                    <a:alpha val="24556"/>
                  </a:srgbClr>
                </a:gs>
                <a:gs pos="14286">
                  <a:srgbClr val="6D6D6D">
                    <a:alpha val="22817"/>
                  </a:srgbClr>
                </a:gs>
                <a:gs pos="28571">
                  <a:srgbClr val="6D6D6D">
                    <a:alpha val="18216"/>
                  </a:srgbClr>
                </a:gs>
                <a:gs pos="42857">
                  <a:srgbClr val="6D6D6D">
                    <a:alpha val="12357"/>
                  </a:srgbClr>
                </a:gs>
                <a:gs pos="57143">
                  <a:srgbClr val="6D6D6D">
                    <a:alpha val="7048"/>
                  </a:srgbClr>
                </a:gs>
                <a:gs pos="71429">
                  <a:srgbClr val="6D6D6D">
                    <a:alpha val="3363"/>
                  </a:srgbClr>
                </a:gs>
                <a:gs pos="85714">
                  <a:srgbClr val="6D6D6D">
                    <a:alpha val="1344"/>
                  </a:srgbClr>
                </a:gs>
                <a:gs pos="100000">
                  <a:srgbClr val="6D6D6D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9" name="Splat 989"/>
            <p:cNvSpPr>
              <a:spLocks noGrp="1"/>
            </p:cNvSpPr>
            <p:nvPr/>
          </p:nvSpPr>
          <p:spPr>
            <a:xfrm rot="8696276">
              <a:off x="3268611" y="2350226"/>
              <a:ext cx="658503" cy="105599"/>
            </a:xfrm>
            <a:prstGeom prst="ellipse">
              <a:avLst/>
            </a:prstGeom>
            <a:gradFill>
              <a:gsLst>
                <a:gs pos="0">
                  <a:srgbClr val="595754">
                    <a:alpha val="8085"/>
                  </a:srgbClr>
                </a:gs>
                <a:gs pos="14286">
                  <a:srgbClr val="595754">
                    <a:alpha val="7456"/>
                  </a:srgbClr>
                </a:gs>
                <a:gs pos="28571">
                  <a:srgbClr val="595754">
                    <a:alpha val="5839"/>
                  </a:srgbClr>
                </a:gs>
                <a:gs pos="42857">
                  <a:srgbClr val="595754">
                    <a:alpha val="3870"/>
                  </a:srgbClr>
                </a:gs>
                <a:gs pos="57143">
                  <a:srgbClr val="595754">
                    <a:alpha val="2163"/>
                  </a:srgbClr>
                </a:gs>
                <a:gs pos="71429">
                  <a:srgbClr val="595754">
                    <a:alpha val="1018"/>
                  </a:srgbClr>
                </a:gs>
                <a:gs pos="85714">
                  <a:srgbClr val="595754">
                    <a:alpha val="404"/>
                  </a:srgbClr>
                </a:gs>
                <a:gs pos="100000">
                  <a:srgbClr val="595754">
                    <a:alpha val="1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0" name="Splat 990"/>
            <p:cNvSpPr>
              <a:spLocks noGrp="1"/>
            </p:cNvSpPr>
            <p:nvPr/>
          </p:nvSpPr>
          <p:spPr>
            <a:xfrm rot="10752480">
              <a:off x="2018987" y="3426387"/>
              <a:ext cx="738354" cy="149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1" name="Splat 991"/>
            <p:cNvSpPr>
              <a:spLocks noGrp="1"/>
            </p:cNvSpPr>
            <p:nvPr/>
          </p:nvSpPr>
          <p:spPr>
            <a:xfrm rot="-10626953">
              <a:off x="3015541" y="2146101"/>
              <a:ext cx="248271" cy="30034"/>
            </a:xfrm>
            <a:prstGeom prst="ellipse">
              <a:avLst/>
            </a:prstGeom>
            <a:gradFill>
              <a:gsLst>
                <a:gs pos="0">
                  <a:srgbClr val="20292E">
                    <a:alpha val="25862"/>
                  </a:srgbClr>
                </a:gs>
                <a:gs pos="14286">
                  <a:srgbClr val="20292E">
                    <a:alpha val="24045"/>
                  </a:srgbClr>
                </a:gs>
                <a:gs pos="28571">
                  <a:srgbClr val="20292E">
                    <a:alpha val="19229"/>
                  </a:srgbClr>
                </a:gs>
                <a:gs pos="42857">
                  <a:srgbClr val="20292E">
                    <a:alpha val="13070"/>
                  </a:srgbClr>
                </a:gs>
                <a:gs pos="57143">
                  <a:srgbClr val="20292E">
                    <a:alpha val="7468"/>
                  </a:srgbClr>
                </a:gs>
                <a:gs pos="71429">
                  <a:srgbClr val="20292E">
                    <a:alpha val="3568"/>
                  </a:srgbClr>
                </a:gs>
                <a:gs pos="85714">
                  <a:srgbClr val="20292E">
                    <a:alpha val="1426"/>
                  </a:srgbClr>
                </a:gs>
                <a:gs pos="100000">
                  <a:srgbClr val="20292E">
                    <a:alpha val="47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2" name="Splat 992"/>
            <p:cNvSpPr>
              <a:spLocks noGrp="1"/>
            </p:cNvSpPr>
            <p:nvPr/>
          </p:nvSpPr>
          <p:spPr>
            <a:xfrm rot="-9485257">
              <a:off x="2913999" y="2348117"/>
              <a:ext cx="474903" cy="71902"/>
            </a:xfrm>
            <a:prstGeom prst="ellipse">
              <a:avLst/>
            </a:prstGeom>
            <a:gradFill>
              <a:gsLst>
                <a:gs pos="0">
                  <a:srgbClr val="CECFCF">
                    <a:alpha val="11737"/>
                  </a:srgbClr>
                </a:gs>
                <a:gs pos="14286">
                  <a:srgbClr val="CECFCF">
                    <a:alpha val="10841"/>
                  </a:srgbClr>
                </a:gs>
                <a:gs pos="28571">
                  <a:srgbClr val="CECFCF">
                    <a:alpha val="8524"/>
                  </a:srgbClr>
                </a:gs>
                <a:gs pos="42857">
                  <a:srgbClr val="CECFCF">
                    <a:alpha val="5676"/>
                  </a:srgbClr>
                </a:gs>
                <a:gs pos="57143">
                  <a:srgbClr val="CECFCF">
                    <a:alpha val="3186"/>
                  </a:srgbClr>
                </a:gs>
                <a:gs pos="71429">
                  <a:srgbClr val="CECFCF">
                    <a:alpha val="1504"/>
                  </a:srgbClr>
                </a:gs>
                <a:gs pos="85714">
                  <a:srgbClr val="CECFCF">
                    <a:alpha val="598"/>
                  </a:srgbClr>
                </a:gs>
                <a:gs pos="100000">
                  <a:srgbClr val="CECFCF">
                    <a:alpha val="20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3" name="Splat 993"/>
            <p:cNvSpPr>
              <a:spLocks noGrp="1"/>
            </p:cNvSpPr>
            <p:nvPr/>
          </p:nvSpPr>
          <p:spPr>
            <a:xfrm rot="5737479">
              <a:off x="924341" y="2977742"/>
              <a:ext cx="483035" cy="222020"/>
            </a:xfrm>
            <a:prstGeom prst="ellipse">
              <a:avLst/>
            </a:prstGeom>
            <a:gradFill>
              <a:gsLst>
                <a:gs pos="0">
                  <a:srgbClr val="D6D4D4">
                    <a:alpha val="32968"/>
                  </a:srgbClr>
                </a:gs>
                <a:gs pos="14286">
                  <a:srgbClr val="D6D4D4">
                    <a:alpha val="30764"/>
                  </a:srgbClr>
                </a:gs>
                <a:gs pos="28571">
                  <a:srgbClr val="D6D4D4">
                    <a:alpha val="24833"/>
                  </a:srgbClr>
                </a:gs>
                <a:gs pos="42857">
                  <a:srgbClr val="D6D4D4">
                    <a:alpha val="17075"/>
                  </a:srgbClr>
                </a:gs>
                <a:gs pos="57143">
                  <a:srgbClr val="D6D4D4">
                    <a:alpha val="9855"/>
                  </a:srgbClr>
                </a:gs>
                <a:gs pos="71429">
                  <a:srgbClr val="D6D4D4">
                    <a:alpha val="4740"/>
                  </a:srgbClr>
                </a:gs>
                <a:gs pos="85714">
                  <a:srgbClr val="D6D4D4">
                    <a:alpha val="1902"/>
                  </a:srgbClr>
                </a:gs>
                <a:gs pos="100000">
                  <a:srgbClr val="D6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4" name="Splat 994"/>
            <p:cNvSpPr>
              <a:spLocks noGrp="1"/>
            </p:cNvSpPr>
            <p:nvPr/>
          </p:nvSpPr>
          <p:spPr>
            <a:xfrm rot="5006257">
              <a:off x="689911" y="3047527"/>
              <a:ext cx="780840" cy="70047"/>
            </a:xfrm>
            <a:prstGeom prst="ellipse">
              <a:avLst/>
            </a:prstGeom>
            <a:gradFill>
              <a:gsLst>
                <a:gs pos="0">
                  <a:srgbClr val="FAFAFA">
                    <a:alpha val="30791"/>
                  </a:srgbClr>
                </a:gs>
                <a:gs pos="14286">
                  <a:srgbClr val="FAFAFA">
                    <a:alpha val="28700"/>
                  </a:srgbClr>
                </a:gs>
                <a:gs pos="28571">
                  <a:srgbClr val="FAFAFA">
                    <a:alpha val="23099"/>
                  </a:srgbClr>
                </a:gs>
                <a:gs pos="42857">
                  <a:srgbClr val="FAFAFA">
                    <a:alpha val="15826"/>
                  </a:srgbClr>
                </a:gs>
                <a:gs pos="57143">
                  <a:srgbClr val="FAFAFA">
                    <a:alpha val="9105"/>
                  </a:srgbClr>
                </a:gs>
                <a:gs pos="71429">
                  <a:srgbClr val="FAFAFA">
                    <a:alpha val="4370"/>
                  </a:srgbClr>
                </a:gs>
                <a:gs pos="85714">
                  <a:srgbClr val="FAFAFA">
                    <a:alpha val="1751"/>
                  </a:srgbClr>
                </a:gs>
                <a:gs pos="100000">
                  <a:srgbClr val="FAFAFA">
                    <a:alpha val="58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5" name="Splat 995"/>
            <p:cNvSpPr>
              <a:spLocks noGrp="1"/>
            </p:cNvSpPr>
            <p:nvPr/>
          </p:nvSpPr>
          <p:spPr>
            <a:xfrm rot="7448455">
              <a:off x="2413388" y="2502102"/>
              <a:ext cx="183738" cy="64048"/>
            </a:xfrm>
            <a:prstGeom prst="ellipse">
              <a:avLst/>
            </a:prstGeom>
            <a:gradFill>
              <a:gsLst>
                <a:gs pos="0">
                  <a:srgbClr val="D7D8D7">
                    <a:alpha val="11087"/>
                  </a:srgbClr>
                </a:gs>
                <a:gs pos="14286">
                  <a:srgbClr val="D7D8D7">
                    <a:alpha val="10238"/>
                  </a:srgbClr>
                </a:gs>
                <a:gs pos="28571">
                  <a:srgbClr val="D7D8D7">
                    <a:alpha val="8044"/>
                  </a:srgbClr>
                </a:gs>
                <a:gs pos="42857">
                  <a:srgbClr val="D7D8D7">
                    <a:alpha val="5352"/>
                  </a:srgbClr>
                </a:gs>
                <a:gs pos="57143">
                  <a:srgbClr val="D7D8D7">
                    <a:alpha val="3002"/>
                  </a:srgbClr>
                </a:gs>
                <a:gs pos="71429">
                  <a:srgbClr val="D7D8D7">
                    <a:alpha val="1417"/>
                  </a:srgbClr>
                </a:gs>
                <a:gs pos="85714">
                  <a:srgbClr val="D7D8D7">
                    <a:alpha val="563"/>
                  </a:srgbClr>
                </a:gs>
                <a:gs pos="100000">
                  <a:srgbClr val="D7D8D7">
                    <a:alpha val="1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6" name="Splat 996"/>
            <p:cNvSpPr>
              <a:spLocks noGrp="1"/>
            </p:cNvSpPr>
            <p:nvPr/>
          </p:nvSpPr>
          <p:spPr>
            <a:xfrm rot="10767706">
              <a:off x="2180538" y="1729687"/>
              <a:ext cx="742579" cy="45087"/>
            </a:xfrm>
            <a:prstGeom prst="ellipse">
              <a:avLst/>
            </a:prstGeom>
            <a:gradFill>
              <a:gsLst>
                <a:gs pos="0">
                  <a:srgbClr val="C0C0BF">
                    <a:alpha val="32968"/>
                  </a:srgbClr>
                </a:gs>
                <a:gs pos="14286">
                  <a:srgbClr val="C0C0BF">
                    <a:alpha val="30764"/>
                  </a:srgbClr>
                </a:gs>
                <a:gs pos="28571">
                  <a:srgbClr val="C0C0BF">
                    <a:alpha val="24833"/>
                  </a:srgbClr>
                </a:gs>
                <a:gs pos="42857">
                  <a:srgbClr val="C0C0BF">
                    <a:alpha val="17075"/>
                  </a:srgbClr>
                </a:gs>
                <a:gs pos="57143">
                  <a:srgbClr val="C0C0BF">
                    <a:alpha val="9855"/>
                  </a:srgbClr>
                </a:gs>
                <a:gs pos="71429">
                  <a:srgbClr val="C0C0BF">
                    <a:alpha val="4740"/>
                  </a:srgbClr>
                </a:gs>
                <a:gs pos="85714">
                  <a:srgbClr val="C0C0BF">
                    <a:alpha val="1902"/>
                  </a:srgbClr>
                </a:gs>
                <a:gs pos="100000">
                  <a:srgbClr val="C0C0B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7" name="Splat 997"/>
            <p:cNvSpPr>
              <a:spLocks noGrp="1"/>
            </p:cNvSpPr>
            <p:nvPr/>
          </p:nvSpPr>
          <p:spPr>
            <a:xfrm rot="-10734487">
              <a:off x="2889831" y="2143926"/>
              <a:ext cx="448821" cy="27942"/>
            </a:xfrm>
            <a:prstGeom prst="ellipse">
              <a:avLst/>
            </a:prstGeom>
            <a:gradFill>
              <a:gsLst>
                <a:gs pos="0">
                  <a:srgbClr val="D8D8D9">
                    <a:alpha val="18513"/>
                  </a:srgbClr>
                </a:gs>
                <a:gs pos="14286">
                  <a:srgbClr val="D8D8D9">
                    <a:alpha val="17153"/>
                  </a:srgbClr>
                </a:gs>
                <a:gs pos="28571">
                  <a:srgbClr val="D8D8D9">
                    <a:alpha val="13593"/>
                  </a:srgbClr>
                </a:gs>
                <a:gs pos="42857">
                  <a:srgbClr val="D8D8D9">
                    <a:alpha val="9138"/>
                  </a:srgbClr>
                </a:gs>
                <a:gs pos="57143">
                  <a:srgbClr val="D8D8D9">
                    <a:alpha val="5172"/>
                  </a:srgbClr>
                </a:gs>
                <a:gs pos="71429">
                  <a:srgbClr val="D8D8D9">
                    <a:alpha val="2455"/>
                  </a:srgbClr>
                </a:gs>
                <a:gs pos="85714">
                  <a:srgbClr val="D8D8D9">
                    <a:alpha val="978"/>
                  </a:srgbClr>
                </a:gs>
                <a:gs pos="100000">
                  <a:srgbClr val="D8D8D9">
                    <a:alpha val="32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8" name="Splat 998"/>
            <p:cNvSpPr>
              <a:spLocks noGrp="1"/>
            </p:cNvSpPr>
            <p:nvPr/>
          </p:nvSpPr>
          <p:spPr>
            <a:xfrm rot="3359774">
              <a:off x="3367551" y="3134573"/>
              <a:ext cx="466488" cy="130219"/>
            </a:xfrm>
            <a:prstGeom prst="ellipse">
              <a:avLst/>
            </a:prstGeom>
            <a:gradFill>
              <a:gsLst>
                <a:gs pos="0">
                  <a:srgbClr val="DDDDDD">
                    <a:alpha val="12937"/>
                  </a:srgbClr>
                </a:gs>
                <a:gs pos="14286">
                  <a:srgbClr val="DDDDDD">
                    <a:alpha val="11956"/>
                  </a:srgbClr>
                </a:gs>
                <a:gs pos="28571">
                  <a:srgbClr val="DDDDDD">
                    <a:alpha val="9414"/>
                  </a:srgbClr>
                </a:gs>
                <a:gs pos="42857">
                  <a:srgbClr val="DDDDDD">
                    <a:alpha val="6279"/>
                  </a:srgbClr>
                </a:gs>
                <a:gs pos="57143">
                  <a:srgbClr val="DDDDDD">
                    <a:alpha val="3530"/>
                  </a:srgbClr>
                </a:gs>
                <a:gs pos="71429">
                  <a:srgbClr val="DDDDDD">
                    <a:alpha val="1668"/>
                  </a:srgbClr>
                </a:gs>
                <a:gs pos="85714">
                  <a:srgbClr val="DDDDDD">
                    <a:alpha val="663"/>
                  </a:srgbClr>
                </a:gs>
                <a:gs pos="100000">
                  <a:srgbClr val="DDDDDD">
                    <a:alpha val="2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9" name="Splat 999"/>
            <p:cNvSpPr>
              <a:spLocks noGrp="1"/>
            </p:cNvSpPr>
            <p:nvPr/>
          </p:nvSpPr>
          <p:spPr>
            <a:xfrm rot="5158194">
              <a:off x="2487371" y="2368969"/>
              <a:ext cx="444156" cy="321249"/>
            </a:xfrm>
            <a:prstGeom prst="ellipse">
              <a:avLst/>
            </a:prstGeom>
            <a:gradFill>
              <a:gsLst>
                <a:gs pos="0">
                  <a:srgbClr val="D9D8D9">
                    <a:alpha val="21319"/>
                  </a:srgbClr>
                </a:gs>
                <a:gs pos="14286">
                  <a:srgbClr val="D9D8D9">
                    <a:alpha val="19778"/>
                  </a:srgbClr>
                </a:gs>
                <a:gs pos="28571">
                  <a:srgbClr val="D9D8D9">
                    <a:alpha val="15727"/>
                  </a:srgbClr>
                </a:gs>
                <a:gs pos="42857">
                  <a:srgbClr val="D9D8D9">
                    <a:alpha val="10616"/>
                  </a:srgbClr>
                </a:gs>
                <a:gs pos="57143">
                  <a:srgbClr val="D9D8D9">
                    <a:alpha val="6029"/>
                  </a:srgbClr>
                </a:gs>
                <a:gs pos="71429">
                  <a:srgbClr val="D9D8D9">
                    <a:alpha val="2869"/>
                  </a:srgbClr>
                </a:gs>
                <a:gs pos="85714">
                  <a:srgbClr val="D9D8D9">
                    <a:alpha val="1145"/>
                  </a:srgbClr>
                </a:gs>
                <a:gs pos="100000">
                  <a:srgbClr val="D9D8D9">
                    <a:alpha val="3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0" name="Splat 1000"/>
            <p:cNvSpPr>
              <a:spLocks noGrp="1"/>
            </p:cNvSpPr>
            <p:nvPr/>
          </p:nvSpPr>
          <p:spPr>
            <a:xfrm rot="10570347">
              <a:off x="3115692" y="2016332"/>
              <a:ext cx="521032" cy="55892"/>
            </a:xfrm>
            <a:prstGeom prst="ellipse">
              <a:avLst/>
            </a:prstGeom>
            <a:gradFill>
              <a:gsLst>
                <a:gs pos="0">
                  <a:srgbClr val="CAC9C9">
                    <a:alpha val="3580"/>
                  </a:srgbClr>
                </a:gs>
                <a:gs pos="14286">
                  <a:srgbClr val="CAC9C9">
                    <a:alpha val="3295"/>
                  </a:srgbClr>
                </a:gs>
                <a:gs pos="28571">
                  <a:srgbClr val="CAC9C9">
                    <a:alpha val="2568"/>
                  </a:srgbClr>
                </a:gs>
                <a:gs pos="42857">
                  <a:srgbClr val="CAC9C9">
                    <a:alpha val="1692"/>
                  </a:srgbClr>
                </a:gs>
                <a:gs pos="57143">
                  <a:srgbClr val="CAC9C9">
                    <a:alpha val="941"/>
                  </a:srgbClr>
                </a:gs>
                <a:gs pos="71429">
                  <a:srgbClr val="CAC9C9">
                    <a:alpha val="442"/>
                  </a:srgbClr>
                </a:gs>
                <a:gs pos="85714">
                  <a:srgbClr val="CAC9C9">
                    <a:alpha val="175"/>
                  </a:srgbClr>
                </a:gs>
                <a:gs pos="100000">
                  <a:srgbClr val="CAC9C9">
                    <a:alpha val="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1" name="Splat 1001"/>
            <p:cNvSpPr>
              <a:spLocks noGrp="1"/>
            </p:cNvSpPr>
            <p:nvPr/>
          </p:nvSpPr>
          <p:spPr>
            <a:xfrm rot="10782544">
              <a:off x="2982498" y="2015896"/>
              <a:ext cx="526099" cy="15781"/>
            </a:xfrm>
            <a:prstGeom prst="ellipse">
              <a:avLst/>
            </a:prstGeom>
            <a:gradFill>
              <a:gsLst>
                <a:gs pos="0">
                  <a:srgbClr val="DAD9DA">
                    <a:alpha val="14555"/>
                  </a:srgbClr>
                </a:gs>
                <a:gs pos="14286">
                  <a:srgbClr val="DAD9DA">
                    <a:alpha val="13461"/>
                  </a:srgbClr>
                </a:gs>
                <a:gs pos="28571">
                  <a:srgbClr val="DAD9DA">
                    <a:alpha val="10618"/>
                  </a:srgbClr>
                </a:gs>
                <a:gs pos="42857">
                  <a:srgbClr val="DAD9DA">
                    <a:alpha val="7098"/>
                  </a:srgbClr>
                </a:gs>
                <a:gs pos="57143">
                  <a:srgbClr val="DAD9DA">
                    <a:alpha val="3998"/>
                  </a:srgbClr>
                </a:gs>
                <a:gs pos="71429">
                  <a:srgbClr val="DAD9DA">
                    <a:alpha val="1892"/>
                  </a:srgbClr>
                </a:gs>
                <a:gs pos="85714">
                  <a:srgbClr val="DAD9DA">
                    <a:alpha val="752"/>
                  </a:srgbClr>
                </a:gs>
                <a:gs pos="100000">
                  <a:srgbClr val="DAD9DA">
                    <a:alpha val="25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2" name="Splat 1002"/>
            <p:cNvSpPr>
              <a:spLocks noGrp="1"/>
            </p:cNvSpPr>
            <p:nvPr/>
          </p:nvSpPr>
          <p:spPr>
            <a:xfrm rot="3040828">
              <a:off x="2816498" y="2526987"/>
              <a:ext cx="693905" cy="56039"/>
            </a:xfrm>
            <a:prstGeom prst="ellipse">
              <a:avLst/>
            </a:prstGeom>
            <a:gradFill>
              <a:gsLst>
                <a:gs pos="0">
                  <a:srgbClr val="949394">
                    <a:alpha val="31318"/>
                  </a:srgbClr>
                </a:gs>
                <a:gs pos="14286">
                  <a:srgbClr val="949394">
                    <a:alpha val="29199"/>
                  </a:srgbClr>
                </a:gs>
                <a:gs pos="28571">
                  <a:srgbClr val="949394">
                    <a:alpha val="23517"/>
                  </a:srgbClr>
                </a:gs>
                <a:gs pos="42857">
                  <a:srgbClr val="949394">
                    <a:alpha val="16126"/>
                  </a:srgbClr>
                </a:gs>
                <a:gs pos="57143">
                  <a:srgbClr val="949394">
                    <a:alpha val="9284"/>
                  </a:srgbClr>
                </a:gs>
                <a:gs pos="71429">
                  <a:srgbClr val="949394">
                    <a:alpha val="4459"/>
                  </a:srgbClr>
                </a:gs>
                <a:gs pos="85714">
                  <a:srgbClr val="949394">
                    <a:alpha val="1787"/>
                  </a:srgbClr>
                </a:gs>
                <a:gs pos="100000">
                  <a:srgbClr val="949394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3" name="Splat 1003"/>
            <p:cNvSpPr>
              <a:spLocks noGrp="1"/>
            </p:cNvSpPr>
            <p:nvPr/>
          </p:nvSpPr>
          <p:spPr>
            <a:xfrm rot="4066815">
              <a:off x="2710008" y="3160302"/>
              <a:ext cx="574563" cy="248679"/>
            </a:xfrm>
            <a:prstGeom prst="ellipse">
              <a:avLst/>
            </a:prstGeom>
            <a:gradFill>
              <a:gsLst>
                <a:gs pos="0">
                  <a:srgbClr val="C5C4C6">
                    <a:alpha val="27405"/>
                  </a:srgbClr>
                </a:gs>
                <a:gs pos="14286">
                  <a:srgbClr val="C5C4C6">
                    <a:alpha val="25500"/>
                  </a:srgbClr>
                </a:gs>
                <a:gs pos="28571">
                  <a:srgbClr val="C5C4C6">
                    <a:alpha val="20433"/>
                  </a:srgbClr>
                </a:gs>
                <a:gs pos="42857">
                  <a:srgbClr val="C5C4C6">
                    <a:alpha val="13922"/>
                  </a:srgbClr>
                </a:gs>
                <a:gs pos="57143">
                  <a:srgbClr val="C5C4C6">
                    <a:alpha val="7971"/>
                  </a:srgbClr>
                </a:gs>
                <a:gs pos="71429">
                  <a:srgbClr val="C5C4C6">
                    <a:alpha val="3814"/>
                  </a:srgbClr>
                </a:gs>
                <a:gs pos="85714">
                  <a:srgbClr val="C5C4C6">
                    <a:alpha val="1526"/>
                  </a:srgbClr>
                </a:gs>
                <a:gs pos="100000">
                  <a:srgbClr val="C5C4C6">
                    <a:alpha val="51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4" name="Splat 1004"/>
            <p:cNvSpPr>
              <a:spLocks noGrp="1"/>
            </p:cNvSpPr>
            <p:nvPr/>
          </p:nvSpPr>
          <p:spPr>
            <a:xfrm rot="10504472">
              <a:off x="1183450" y="3142963"/>
              <a:ext cx="567908" cy="172063"/>
            </a:xfrm>
            <a:prstGeom prst="ellipse">
              <a:avLst/>
            </a:prstGeom>
            <a:gradFill>
              <a:gsLst>
                <a:gs pos="0">
                  <a:srgbClr val="B6B5B6">
                    <a:alpha val="30891"/>
                  </a:srgbClr>
                </a:gs>
                <a:gs pos="14286">
                  <a:srgbClr val="B6B5B6">
                    <a:alpha val="28794"/>
                  </a:srgbClr>
                </a:gs>
                <a:gs pos="28571">
                  <a:srgbClr val="B6B5B6">
                    <a:alpha val="23178"/>
                  </a:srgbClr>
                </a:gs>
                <a:gs pos="42857">
                  <a:srgbClr val="B6B5B6">
                    <a:alpha val="15882"/>
                  </a:srgbClr>
                </a:gs>
                <a:gs pos="57143">
                  <a:srgbClr val="B6B5B6">
                    <a:alpha val="9139"/>
                  </a:srgbClr>
                </a:gs>
                <a:gs pos="71429">
                  <a:srgbClr val="B6B5B6">
                    <a:alpha val="4387"/>
                  </a:srgbClr>
                </a:gs>
                <a:gs pos="85714">
                  <a:srgbClr val="B6B5B6">
                    <a:alpha val="1758"/>
                  </a:srgbClr>
                </a:gs>
                <a:gs pos="100000">
                  <a:srgbClr val="B6B5B6">
                    <a:alpha val="5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5" name="Splat 1005"/>
            <p:cNvSpPr>
              <a:spLocks noGrp="1"/>
            </p:cNvSpPr>
            <p:nvPr/>
          </p:nvSpPr>
          <p:spPr>
            <a:xfrm rot="-10661648">
              <a:off x="1178599" y="2549985"/>
              <a:ext cx="485399" cy="39063"/>
            </a:xfrm>
            <a:prstGeom prst="ellipse">
              <a:avLst/>
            </a:prstGeom>
            <a:gradFill>
              <a:gsLst>
                <a:gs pos="0">
                  <a:srgbClr val="FFFEFE">
                    <a:alpha val="7378"/>
                  </a:srgbClr>
                </a:gs>
                <a:gs pos="14286">
                  <a:srgbClr val="FFFEFE">
                    <a:alpha val="6802"/>
                  </a:srgbClr>
                </a:gs>
                <a:gs pos="28571">
                  <a:srgbClr val="FFFEFE">
                    <a:alpha val="5322"/>
                  </a:srgbClr>
                </a:gs>
                <a:gs pos="42857">
                  <a:srgbClr val="FFFEFE">
                    <a:alpha val="3524"/>
                  </a:srgbClr>
                </a:gs>
                <a:gs pos="57143">
                  <a:srgbClr val="FFFEFE">
                    <a:alpha val="1968"/>
                  </a:srgbClr>
                </a:gs>
                <a:gs pos="71429">
                  <a:srgbClr val="FFFEFE">
                    <a:alpha val="926"/>
                  </a:srgbClr>
                </a:gs>
                <a:gs pos="85714">
                  <a:srgbClr val="FFFEFE">
                    <a:alpha val="367"/>
                  </a:srgbClr>
                </a:gs>
                <a:gs pos="100000">
                  <a:srgbClr val="FFFEFE">
                    <a:alpha val="1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6" name="Splat 1006"/>
            <p:cNvSpPr>
              <a:spLocks noGrp="1"/>
            </p:cNvSpPr>
            <p:nvPr/>
          </p:nvSpPr>
          <p:spPr>
            <a:xfrm rot="5432026">
              <a:off x="1468409" y="2843752"/>
              <a:ext cx="208539" cy="76734"/>
            </a:xfrm>
            <a:prstGeom prst="ellipse">
              <a:avLst/>
            </a:prstGeom>
            <a:gradFill>
              <a:gsLst>
                <a:gs pos="0">
                  <a:srgbClr val="B6B6B5">
                    <a:alpha val="30636"/>
                  </a:srgbClr>
                </a:gs>
                <a:gs pos="14286">
                  <a:srgbClr val="B6B6B5">
                    <a:alpha val="28553"/>
                  </a:srgbClr>
                </a:gs>
                <a:gs pos="28571">
                  <a:srgbClr val="B6B6B5">
                    <a:alpha val="22976"/>
                  </a:srgbClr>
                </a:gs>
                <a:gs pos="42857">
                  <a:srgbClr val="B6B6B5">
                    <a:alpha val="15737"/>
                  </a:srgbClr>
                </a:gs>
                <a:gs pos="57143">
                  <a:srgbClr val="B6B6B5">
                    <a:alpha val="9052"/>
                  </a:srgbClr>
                </a:gs>
                <a:gs pos="71429">
                  <a:srgbClr val="B6B6B5">
                    <a:alpha val="4344"/>
                  </a:srgbClr>
                </a:gs>
                <a:gs pos="85714">
                  <a:srgbClr val="B6B6B5">
                    <a:alpha val="1741"/>
                  </a:srgbClr>
                </a:gs>
                <a:gs pos="100000">
                  <a:srgbClr val="B6B6B5">
                    <a:alpha val="5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7" name="Splat 1007"/>
            <p:cNvSpPr>
              <a:spLocks noGrp="1"/>
            </p:cNvSpPr>
            <p:nvPr/>
          </p:nvSpPr>
          <p:spPr>
            <a:xfrm rot="4329793">
              <a:off x="1062083" y="2694599"/>
              <a:ext cx="581411" cy="389125"/>
            </a:xfrm>
            <a:prstGeom prst="ellipse">
              <a:avLst/>
            </a:prstGeom>
            <a:gradFill>
              <a:gsLst>
                <a:gs pos="0">
                  <a:srgbClr val="5F5C5C">
                    <a:alpha val="17939"/>
                  </a:srgbClr>
                </a:gs>
                <a:gs pos="14286">
                  <a:srgbClr val="5F5C5C">
                    <a:alpha val="16616"/>
                  </a:srgbClr>
                </a:gs>
                <a:gs pos="28571">
                  <a:srgbClr val="5F5C5C">
                    <a:alpha val="13159"/>
                  </a:srgbClr>
                </a:gs>
                <a:gs pos="42857">
                  <a:srgbClr val="5F5C5C">
                    <a:alpha val="8839"/>
                  </a:srgbClr>
                </a:gs>
                <a:gs pos="57143">
                  <a:srgbClr val="5F5C5C">
                    <a:alpha val="4999"/>
                  </a:srgbClr>
                </a:gs>
                <a:gs pos="71429">
                  <a:srgbClr val="5F5C5C">
                    <a:alpha val="2372"/>
                  </a:srgbClr>
                </a:gs>
                <a:gs pos="85714">
                  <a:srgbClr val="5F5C5C">
                    <a:alpha val="945"/>
                  </a:srgbClr>
                </a:gs>
                <a:gs pos="100000">
                  <a:srgbClr val="5F5C5C">
                    <a:alpha val="31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8" name="Splat 1008"/>
            <p:cNvSpPr>
              <a:spLocks noGrp="1"/>
            </p:cNvSpPr>
            <p:nvPr/>
          </p:nvSpPr>
          <p:spPr>
            <a:xfrm rot="10714560">
              <a:off x="2507922" y="2738746"/>
              <a:ext cx="621567" cy="112822"/>
            </a:xfrm>
            <a:prstGeom prst="ellipse">
              <a:avLst/>
            </a:prstGeom>
            <a:gradFill>
              <a:gsLst>
                <a:gs pos="0">
                  <a:srgbClr val="888788">
                    <a:alpha val="32968"/>
                  </a:srgbClr>
                </a:gs>
                <a:gs pos="14286">
                  <a:srgbClr val="888788">
                    <a:alpha val="30764"/>
                  </a:srgbClr>
                </a:gs>
                <a:gs pos="28571">
                  <a:srgbClr val="888788">
                    <a:alpha val="24833"/>
                  </a:srgbClr>
                </a:gs>
                <a:gs pos="42857">
                  <a:srgbClr val="888788">
                    <a:alpha val="17075"/>
                  </a:srgbClr>
                </a:gs>
                <a:gs pos="57143">
                  <a:srgbClr val="888788">
                    <a:alpha val="9855"/>
                  </a:srgbClr>
                </a:gs>
                <a:gs pos="71429">
                  <a:srgbClr val="888788">
                    <a:alpha val="4740"/>
                  </a:srgbClr>
                </a:gs>
                <a:gs pos="85714">
                  <a:srgbClr val="888788">
                    <a:alpha val="1902"/>
                  </a:srgbClr>
                </a:gs>
                <a:gs pos="100000">
                  <a:srgbClr val="88878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9" name="Splat 1009"/>
            <p:cNvSpPr>
              <a:spLocks noGrp="1"/>
            </p:cNvSpPr>
            <p:nvPr/>
          </p:nvSpPr>
          <p:spPr>
            <a:xfrm rot="-10683282">
              <a:off x="3416292" y="2508482"/>
              <a:ext cx="377612" cy="145586"/>
            </a:xfrm>
            <a:prstGeom prst="ellipse">
              <a:avLst/>
            </a:prstGeom>
            <a:gradFill>
              <a:gsLst>
                <a:gs pos="0">
                  <a:srgbClr val="D6D5D7">
                    <a:alpha val="32968"/>
                  </a:srgbClr>
                </a:gs>
                <a:gs pos="14286">
                  <a:srgbClr val="D6D5D7">
                    <a:alpha val="30764"/>
                  </a:srgbClr>
                </a:gs>
                <a:gs pos="28571">
                  <a:srgbClr val="D6D5D7">
                    <a:alpha val="24833"/>
                  </a:srgbClr>
                </a:gs>
                <a:gs pos="42857">
                  <a:srgbClr val="D6D5D7">
                    <a:alpha val="17075"/>
                  </a:srgbClr>
                </a:gs>
                <a:gs pos="57143">
                  <a:srgbClr val="D6D5D7">
                    <a:alpha val="9855"/>
                  </a:srgbClr>
                </a:gs>
                <a:gs pos="71429">
                  <a:srgbClr val="D6D5D7">
                    <a:alpha val="4740"/>
                  </a:srgbClr>
                </a:gs>
                <a:gs pos="85714">
                  <a:srgbClr val="D6D5D7">
                    <a:alpha val="1902"/>
                  </a:srgbClr>
                </a:gs>
                <a:gs pos="100000">
                  <a:srgbClr val="D6D5D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0" name="Splat 1010"/>
            <p:cNvSpPr>
              <a:spLocks noGrp="1"/>
            </p:cNvSpPr>
            <p:nvPr/>
          </p:nvSpPr>
          <p:spPr>
            <a:xfrm rot="10223364">
              <a:off x="3444799" y="2466224"/>
              <a:ext cx="347605" cy="251028"/>
            </a:xfrm>
            <a:prstGeom prst="ellipse">
              <a:avLst/>
            </a:prstGeom>
            <a:gradFill>
              <a:gsLst>
                <a:gs pos="0">
                  <a:srgbClr val="535255">
                    <a:alpha val="15629"/>
                  </a:srgbClr>
                </a:gs>
                <a:gs pos="14286">
                  <a:srgbClr val="535255">
                    <a:alpha val="14461"/>
                  </a:srgbClr>
                </a:gs>
                <a:gs pos="28571">
                  <a:srgbClr val="535255">
                    <a:alpha val="11422"/>
                  </a:srgbClr>
                </a:gs>
                <a:gs pos="42857">
                  <a:srgbClr val="535255">
                    <a:alpha val="7647"/>
                  </a:srgbClr>
                </a:gs>
                <a:gs pos="57143">
                  <a:srgbClr val="535255">
                    <a:alpha val="4312"/>
                  </a:srgbClr>
                </a:gs>
                <a:gs pos="71429">
                  <a:srgbClr val="535255">
                    <a:alpha val="2042"/>
                  </a:srgbClr>
                </a:gs>
                <a:gs pos="85714">
                  <a:srgbClr val="535255">
                    <a:alpha val="813"/>
                  </a:srgbClr>
                </a:gs>
                <a:gs pos="100000">
                  <a:srgbClr val="535255">
                    <a:alpha val="27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1" name="Splat 1011"/>
            <p:cNvSpPr>
              <a:spLocks noGrp="1"/>
            </p:cNvSpPr>
            <p:nvPr/>
          </p:nvSpPr>
          <p:spPr>
            <a:xfrm rot="7065894">
              <a:off x="1680599" y="2252831"/>
              <a:ext cx="475398" cy="109042"/>
            </a:xfrm>
            <a:prstGeom prst="ellipse">
              <a:avLst/>
            </a:prstGeom>
            <a:gradFill>
              <a:gsLst>
                <a:gs pos="0">
                  <a:srgbClr val="C1C0C1">
                    <a:alpha val="32968"/>
                  </a:srgbClr>
                </a:gs>
                <a:gs pos="14286">
                  <a:srgbClr val="C1C0C1">
                    <a:alpha val="30764"/>
                  </a:srgbClr>
                </a:gs>
                <a:gs pos="28571">
                  <a:srgbClr val="C1C0C1">
                    <a:alpha val="24833"/>
                  </a:srgbClr>
                </a:gs>
                <a:gs pos="42857">
                  <a:srgbClr val="C1C0C1">
                    <a:alpha val="17075"/>
                  </a:srgbClr>
                </a:gs>
                <a:gs pos="57143">
                  <a:srgbClr val="C1C0C1">
                    <a:alpha val="9855"/>
                  </a:srgbClr>
                </a:gs>
                <a:gs pos="71429">
                  <a:srgbClr val="C1C0C1">
                    <a:alpha val="4740"/>
                  </a:srgbClr>
                </a:gs>
                <a:gs pos="85714">
                  <a:srgbClr val="C1C0C1">
                    <a:alpha val="1902"/>
                  </a:srgbClr>
                </a:gs>
                <a:gs pos="100000">
                  <a:srgbClr val="C1C0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2" name="Splat 1012"/>
            <p:cNvSpPr>
              <a:spLocks noGrp="1"/>
            </p:cNvSpPr>
            <p:nvPr/>
          </p:nvSpPr>
          <p:spPr>
            <a:xfrm rot="6567677">
              <a:off x="2030240" y="1960602"/>
              <a:ext cx="290218" cy="115521"/>
            </a:xfrm>
            <a:prstGeom prst="ellipse">
              <a:avLst/>
            </a:prstGeom>
            <a:gradFill>
              <a:gsLst>
                <a:gs pos="0">
                  <a:srgbClr val="C1C1C1">
                    <a:alpha val="32968"/>
                  </a:srgbClr>
                </a:gs>
                <a:gs pos="14286">
                  <a:srgbClr val="C1C1C1">
                    <a:alpha val="30764"/>
                  </a:srgbClr>
                </a:gs>
                <a:gs pos="28571">
                  <a:srgbClr val="C1C1C1">
                    <a:alpha val="24833"/>
                  </a:srgbClr>
                </a:gs>
                <a:gs pos="42857">
                  <a:srgbClr val="C1C1C1">
                    <a:alpha val="17075"/>
                  </a:srgbClr>
                </a:gs>
                <a:gs pos="57143">
                  <a:srgbClr val="C1C1C1">
                    <a:alpha val="9855"/>
                  </a:srgbClr>
                </a:gs>
                <a:gs pos="71429">
                  <a:srgbClr val="C1C1C1">
                    <a:alpha val="4740"/>
                  </a:srgbClr>
                </a:gs>
                <a:gs pos="85714">
                  <a:srgbClr val="C1C1C1">
                    <a:alpha val="1902"/>
                  </a:srgbClr>
                </a:gs>
                <a:gs pos="100000">
                  <a:srgbClr val="C1C1C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3" name="Splat 1013"/>
            <p:cNvSpPr>
              <a:spLocks noGrp="1"/>
            </p:cNvSpPr>
            <p:nvPr/>
          </p:nvSpPr>
          <p:spPr>
            <a:xfrm rot="-9603441">
              <a:off x="2984856" y="2400912"/>
              <a:ext cx="643121" cy="361374"/>
            </a:xfrm>
            <a:prstGeom prst="ellipse">
              <a:avLst/>
            </a:prstGeom>
            <a:gradFill>
              <a:gsLst>
                <a:gs pos="0">
                  <a:srgbClr val="716F71">
                    <a:alpha val="18270"/>
                  </a:srgbClr>
                </a:gs>
                <a:gs pos="14286">
                  <a:srgbClr val="716F71">
                    <a:alpha val="16926"/>
                  </a:srgbClr>
                </a:gs>
                <a:gs pos="28571">
                  <a:srgbClr val="716F71">
                    <a:alpha val="13409"/>
                  </a:srgbClr>
                </a:gs>
                <a:gs pos="42857">
                  <a:srgbClr val="716F71">
                    <a:alpha val="9012"/>
                  </a:srgbClr>
                </a:gs>
                <a:gs pos="57143">
                  <a:srgbClr val="716F71">
                    <a:alpha val="5098"/>
                  </a:srgbClr>
                </a:gs>
                <a:gs pos="71429">
                  <a:srgbClr val="716F71">
                    <a:alpha val="2420"/>
                  </a:srgbClr>
                </a:gs>
                <a:gs pos="85714">
                  <a:srgbClr val="716F71">
                    <a:alpha val="964"/>
                  </a:srgbClr>
                </a:gs>
                <a:gs pos="100000">
                  <a:srgbClr val="716F71">
                    <a:alpha val="3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4" name="Splat 1014"/>
            <p:cNvSpPr>
              <a:spLocks noGrp="1"/>
            </p:cNvSpPr>
            <p:nvPr/>
          </p:nvSpPr>
          <p:spPr>
            <a:xfrm rot="-9606204">
              <a:off x="1365695" y="2712090"/>
              <a:ext cx="419762" cy="158812"/>
            </a:xfrm>
            <a:prstGeom prst="ellipse">
              <a:avLst/>
            </a:prstGeom>
            <a:gradFill>
              <a:gsLst>
                <a:gs pos="0">
                  <a:srgbClr val="3A3838">
                    <a:alpha val="9644"/>
                  </a:srgbClr>
                </a:gs>
                <a:gs pos="14286">
                  <a:srgbClr val="3A3838">
                    <a:alpha val="8900"/>
                  </a:srgbClr>
                </a:gs>
                <a:gs pos="28571">
                  <a:srgbClr val="3A3838">
                    <a:alpha val="6981"/>
                  </a:srgbClr>
                </a:gs>
                <a:gs pos="42857">
                  <a:srgbClr val="3A3838">
                    <a:alpha val="4636"/>
                  </a:srgbClr>
                </a:gs>
                <a:gs pos="57143">
                  <a:srgbClr val="3A3838">
                    <a:alpha val="2596"/>
                  </a:srgbClr>
                </a:gs>
                <a:gs pos="71429">
                  <a:srgbClr val="3A3838">
                    <a:alpha val="1224"/>
                  </a:srgbClr>
                </a:gs>
                <a:gs pos="85714">
                  <a:srgbClr val="3A3838">
                    <a:alpha val="486"/>
                  </a:srgbClr>
                </a:gs>
                <a:gs pos="100000">
                  <a:srgbClr val="3A3838">
                    <a:alpha val="1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5" name="Splat 1015"/>
            <p:cNvSpPr>
              <a:spLocks noGrp="1"/>
            </p:cNvSpPr>
            <p:nvPr/>
          </p:nvSpPr>
          <p:spPr>
            <a:xfrm rot="3301728">
              <a:off x="2089927" y="2291389"/>
              <a:ext cx="621893" cy="319561"/>
            </a:xfrm>
            <a:prstGeom prst="ellipse">
              <a:avLst/>
            </a:prstGeom>
            <a:gradFill>
              <a:gsLst>
                <a:gs pos="0">
                  <a:srgbClr val="000000">
                    <a:alpha val="5540"/>
                  </a:srgbClr>
                </a:gs>
                <a:gs pos="14286">
                  <a:srgbClr val="000000">
                    <a:alpha val="5104"/>
                  </a:srgbClr>
                </a:gs>
                <a:gs pos="28571">
                  <a:srgbClr val="000000">
                    <a:alpha val="3986"/>
                  </a:srgbClr>
                </a:gs>
                <a:gs pos="42857">
                  <a:srgbClr val="000000">
                    <a:alpha val="2633"/>
                  </a:srgbClr>
                </a:gs>
                <a:gs pos="57143">
                  <a:srgbClr val="000000">
                    <a:alpha val="1467"/>
                  </a:srgbClr>
                </a:gs>
                <a:gs pos="71429">
                  <a:srgbClr val="000000">
                    <a:alpha val="690"/>
                  </a:srgbClr>
                </a:gs>
                <a:gs pos="85714">
                  <a:srgbClr val="000000">
                    <a:alpha val="273"/>
                  </a:srgbClr>
                </a:gs>
                <a:gs pos="100000">
                  <a:srgbClr val="000000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6" name="Splat 1016"/>
            <p:cNvSpPr>
              <a:spLocks noGrp="1"/>
            </p:cNvSpPr>
            <p:nvPr/>
          </p:nvSpPr>
          <p:spPr>
            <a:xfrm rot="8486096">
              <a:off x="1248177" y="2289274"/>
              <a:ext cx="493880" cy="293946"/>
            </a:xfrm>
            <a:prstGeom prst="ellipse">
              <a:avLst/>
            </a:prstGeom>
            <a:gradFill>
              <a:gsLst>
                <a:gs pos="0">
                  <a:srgbClr val="707070">
                    <a:alpha val="25234"/>
                  </a:srgbClr>
                </a:gs>
                <a:gs pos="14286">
                  <a:srgbClr val="707070">
                    <a:alpha val="23455"/>
                  </a:srgbClr>
                </a:gs>
                <a:gs pos="28571">
                  <a:srgbClr val="707070">
                    <a:alpha val="18742"/>
                  </a:srgbClr>
                </a:gs>
                <a:gs pos="42857">
                  <a:srgbClr val="707070">
                    <a:alpha val="12727"/>
                  </a:srgbClr>
                </a:gs>
                <a:gs pos="57143">
                  <a:srgbClr val="707070">
                    <a:alpha val="7265"/>
                  </a:srgbClr>
                </a:gs>
                <a:gs pos="71429">
                  <a:srgbClr val="707070">
                    <a:alpha val="3469"/>
                  </a:srgbClr>
                </a:gs>
                <a:gs pos="85714">
                  <a:srgbClr val="707070">
                    <a:alpha val="1386"/>
                  </a:srgbClr>
                </a:gs>
                <a:gs pos="100000">
                  <a:srgbClr val="707070">
                    <a:alpha val="46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7" name="Splat 1017"/>
            <p:cNvSpPr>
              <a:spLocks noGrp="1"/>
            </p:cNvSpPr>
            <p:nvPr/>
          </p:nvSpPr>
          <p:spPr>
            <a:xfrm rot="-10356291">
              <a:off x="1428397" y="3119807"/>
              <a:ext cx="323531" cy="112759"/>
            </a:xfrm>
            <a:prstGeom prst="ellipse">
              <a:avLst/>
            </a:prstGeom>
            <a:gradFill>
              <a:gsLst>
                <a:gs pos="0">
                  <a:srgbClr val="D1D3D2">
                    <a:alpha val="13446"/>
                  </a:srgbClr>
                </a:gs>
                <a:gs pos="14286">
                  <a:srgbClr val="D1D3D2">
                    <a:alpha val="12429"/>
                  </a:srgbClr>
                </a:gs>
                <a:gs pos="28571">
                  <a:srgbClr val="D1D3D2">
                    <a:alpha val="9792"/>
                  </a:srgbClr>
                </a:gs>
                <a:gs pos="42857">
                  <a:srgbClr val="D1D3D2">
                    <a:alpha val="6536"/>
                  </a:srgbClr>
                </a:gs>
                <a:gs pos="57143">
                  <a:srgbClr val="D1D3D2">
                    <a:alpha val="3676"/>
                  </a:srgbClr>
                </a:gs>
                <a:gs pos="71429">
                  <a:srgbClr val="D1D3D2">
                    <a:alpha val="1738"/>
                  </a:srgbClr>
                </a:gs>
                <a:gs pos="85714">
                  <a:srgbClr val="D1D3D2">
                    <a:alpha val="691"/>
                  </a:srgbClr>
                </a:gs>
                <a:gs pos="100000">
                  <a:srgbClr val="D1D3D2">
                    <a:alpha val="2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8" name="Splat 1018"/>
            <p:cNvSpPr>
              <a:spLocks noGrp="1"/>
            </p:cNvSpPr>
            <p:nvPr/>
          </p:nvSpPr>
          <p:spPr>
            <a:xfrm rot="-9589453">
              <a:off x="2097511" y="2847032"/>
              <a:ext cx="426366" cy="35375"/>
            </a:xfrm>
            <a:prstGeom prst="ellipse">
              <a:avLst/>
            </a:prstGeom>
            <a:gradFill>
              <a:gsLst>
                <a:gs pos="0">
                  <a:srgbClr val="000900">
                    <a:alpha val="7794"/>
                  </a:srgbClr>
                </a:gs>
                <a:gs pos="14286">
                  <a:srgbClr val="000900">
                    <a:alpha val="7187"/>
                  </a:srgbClr>
                </a:gs>
                <a:gs pos="28571">
                  <a:srgbClr val="000900">
                    <a:alpha val="5626"/>
                  </a:srgbClr>
                </a:gs>
                <a:gs pos="42857">
                  <a:srgbClr val="000900">
                    <a:alpha val="3727"/>
                  </a:srgbClr>
                </a:gs>
                <a:gs pos="57143">
                  <a:srgbClr val="000900">
                    <a:alpha val="2083"/>
                  </a:srgbClr>
                </a:gs>
                <a:gs pos="71429">
                  <a:srgbClr val="000900">
                    <a:alpha val="980"/>
                  </a:srgbClr>
                </a:gs>
                <a:gs pos="85714">
                  <a:srgbClr val="000900">
                    <a:alpha val="389"/>
                  </a:srgbClr>
                </a:gs>
                <a:gs pos="100000">
                  <a:srgbClr val="000900">
                    <a:alpha val="1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9" name="Splat 1019"/>
            <p:cNvSpPr>
              <a:spLocks noGrp="1"/>
            </p:cNvSpPr>
            <p:nvPr/>
          </p:nvSpPr>
          <p:spPr>
            <a:xfrm rot="-10696765">
              <a:off x="2878814" y="2441265"/>
              <a:ext cx="761248" cy="36146"/>
            </a:xfrm>
            <a:prstGeom prst="ellipse">
              <a:avLst/>
            </a:prstGeom>
            <a:gradFill>
              <a:gsLst>
                <a:gs pos="0">
                  <a:srgbClr val="8B8C8C">
                    <a:alpha val="32968"/>
                  </a:srgbClr>
                </a:gs>
                <a:gs pos="14286">
                  <a:srgbClr val="8B8C8C">
                    <a:alpha val="30764"/>
                  </a:srgbClr>
                </a:gs>
                <a:gs pos="28571">
                  <a:srgbClr val="8B8C8C">
                    <a:alpha val="24833"/>
                  </a:srgbClr>
                </a:gs>
                <a:gs pos="42857">
                  <a:srgbClr val="8B8C8C">
                    <a:alpha val="17075"/>
                  </a:srgbClr>
                </a:gs>
                <a:gs pos="57143">
                  <a:srgbClr val="8B8C8C">
                    <a:alpha val="9855"/>
                  </a:srgbClr>
                </a:gs>
                <a:gs pos="71429">
                  <a:srgbClr val="8B8C8C">
                    <a:alpha val="4740"/>
                  </a:srgbClr>
                </a:gs>
                <a:gs pos="85714">
                  <a:srgbClr val="8B8C8C">
                    <a:alpha val="1902"/>
                  </a:srgbClr>
                </a:gs>
                <a:gs pos="100000">
                  <a:srgbClr val="8B8C8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0" name="Splat 1020"/>
            <p:cNvSpPr>
              <a:spLocks noGrp="1"/>
            </p:cNvSpPr>
            <p:nvPr/>
          </p:nvSpPr>
          <p:spPr>
            <a:xfrm rot="7701889">
              <a:off x="879064" y="2600460"/>
              <a:ext cx="495120" cy="102233"/>
            </a:xfrm>
            <a:prstGeom prst="ellipse">
              <a:avLst/>
            </a:prstGeom>
            <a:gradFill>
              <a:gsLst>
                <a:gs pos="0">
                  <a:srgbClr val="FFFEFF">
                    <a:alpha val="18874"/>
                  </a:srgbClr>
                </a:gs>
                <a:gs pos="14286">
                  <a:srgbClr val="FFFEFF">
                    <a:alpha val="17490"/>
                  </a:srgbClr>
                </a:gs>
                <a:gs pos="28571">
                  <a:srgbClr val="FFFEFF">
                    <a:alpha val="13866"/>
                  </a:srgbClr>
                </a:gs>
                <a:gs pos="42857">
                  <a:srgbClr val="FFFEFF">
                    <a:alpha val="9327"/>
                  </a:srgbClr>
                </a:gs>
                <a:gs pos="57143">
                  <a:srgbClr val="FFFEFF">
                    <a:alpha val="5281"/>
                  </a:srgbClr>
                </a:gs>
                <a:gs pos="71429">
                  <a:srgbClr val="FFFEFF">
                    <a:alpha val="2508"/>
                  </a:srgbClr>
                </a:gs>
                <a:gs pos="85714">
                  <a:srgbClr val="FFFEFF">
                    <a:alpha val="999"/>
                  </a:srgbClr>
                </a:gs>
                <a:gs pos="100000">
                  <a:srgbClr val="FFFEFF">
                    <a:alpha val="3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1" name="Splat 1021"/>
            <p:cNvSpPr>
              <a:spLocks noGrp="1"/>
            </p:cNvSpPr>
            <p:nvPr/>
          </p:nvSpPr>
          <p:spPr>
            <a:xfrm rot="-10798570">
              <a:off x="2339198" y="2005939"/>
              <a:ext cx="668373" cy="72985"/>
            </a:xfrm>
            <a:prstGeom prst="ellipse">
              <a:avLst/>
            </a:prstGeom>
            <a:gradFill>
              <a:gsLst>
                <a:gs pos="0">
                  <a:srgbClr val="BDBDBD">
                    <a:alpha val="27512"/>
                  </a:srgbClr>
                </a:gs>
                <a:gs pos="14286">
                  <a:srgbClr val="BDBDBD">
                    <a:alpha val="25600"/>
                  </a:srgbClr>
                </a:gs>
                <a:gs pos="28571">
                  <a:srgbClr val="BDBDBD">
                    <a:alpha val="20516"/>
                  </a:srgbClr>
                </a:gs>
                <a:gs pos="42857">
                  <a:srgbClr val="BDBDBD">
                    <a:alpha val="13981"/>
                  </a:srgbClr>
                </a:gs>
                <a:gs pos="57143">
                  <a:srgbClr val="BDBDBD">
                    <a:alpha val="8006"/>
                  </a:srgbClr>
                </a:gs>
                <a:gs pos="71429">
                  <a:srgbClr val="BDBDBD">
                    <a:alpha val="3831"/>
                  </a:srgbClr>
                </a:gs>
                <a:gs pos="85714">
                  <a:srgbClr val="BDBDBD">
                    <a:alpha val="1533"/>
                  </a:srgbClr>
                </a:gs>
                <a:gs pos="100000">
                  <a:srgbClr val="BDBDBD">
                    <a:alpha val="5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2" name="Splat 1022"/>
            <p:cNvSpPr>
              <a:spLocks noGrp="1"/>
            </p:cNvSpPr>
            <p:nvPr/>
          </p:nvSpPr>
          <p:spPr>
            <a:xfrm rot="10640023">
              <a:off x="3201456" y="2762252"/>
              <a:ext cx="175690" cy="48302"/>
            </a:xfrm>
            <a:prstGeom prst="ellipse">
              <a:avLst/>
            </a:prstGeom>
            <a:gradFill>
              <a:gsLst>
                <a:gs pos="0">
                  <a:srgbClr val="797B78">
                    <a:alpha val="32816"/>
                  </a:srgbClr>
                </a:gs>
                <a:gs pos="14286">
                  <a:srgbClr val="797B78">
                    <a:alpha val="30620"/>
                  </a:srgbClr>
                </a:gs>
                <a:gs pos="28571">
                  <a:srgbClr val="797B78">
                    <a:alpha val="24711"/>
                  </a:srgbClr>
                </a:gs>
                <a:gs pos="42857">
                  <a:srgbClr val="797B78">
                    <a:alpha val="16987"/>
                  </a:srgbClr>
                </a:gs>
                <a:gs pos="57143">
                  <a:srgbClr val="797B78">
                    <a:alpha val="9802"/>
                  </a:srgbClr>
                </a:gs>
                <a:gs pos="71429">
                  <a:srgbClr val="797B78">
                    <a:alpha val="4714"/>
                  </a:srgbClr>
                </a:gs>
                <a:gs pos="85714">
                  <a:srgbClr val="797B78">
                    <a:alpha val="1891"/>
                  </a:srgbClr>
                </a:gs>
                <a:gs pos="100000">
                  <a:srgbClr val="797B78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3" name="Splat 1023"/>
            <p:cNvSpPr>
              <a:spLocks noGrp="1"/>
            </p:cNvSpPr>
            <p:nvPr/>
          </p:nvSpPr>
          <p:spPr>
            <a:xfrm rot="10690998">
              <a:off x="1353292" y="3426216"/>
              <a:ext cx="770411" cy="201171"/>
            </a:xfrm>
            <a:prstGeom prst="ellipse">
              <a:avLst/>
            </a:prstGeom>
            <a:gradFill>
              <a:gsLst>
                <a:gs pos="0">
                  <a:srgbClr val="141B19">
                    <a:alpha val="16137"/>
                  </a:srgbClr>
                </a:gs>
                <a:gs pos="14286">
                  <a:srgbClr val="141B19">
                    <a:alpha val="14935"/>
                  </a:srgbClr>
                </a:gs>
                <a:gs pos="28571">
                  <a:srgbClr val="141B19">
                    <a:alpha val="11802"/>
                  </a:srgbClr>
                </a:gs>
                <a:gs pos="42857">
                  <a:srgbClr val="141B19">
                    <a:alpha val="7907"/>
                  </a:srgbClr>
                </a:gs>
                <a:gs pos="57143">
                  <a:srgbClr val="141B19">
                    <a:alpha val="4462"/>
                  </a:srgbClr>
                </a:gs>
                <a:gs pos="71429">
                  <a:srgbClr val="141B19">
                    <a:alpha val="2114"/>
                  </a:srgbClr>
                </a:gs>
                <a:gs pos="85714">
                  <a:srgbClr val="141B19">
                    <a:alpha val="841"/>
                  </a:srgbClr>
                </a:gs>
                <a:gs pos="100000">
                  <a:srgbClr val="141B19">
                    <a:alpha val="28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4" name="Splat 1024"/>
            <p:cNvSpPr>
              <a:spLocks noGrp="1"/>
            </p:cNvSpPr>
            <p:nvPr/>
          </p:nvSpPr>
          <p:spPr>
            <a:xfrm rot="5262556">
              <a:off x="546507" y="3441905"/>
              <a:ext cx="956367" cy="2398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5" name="Splat 1025"/>
            <p:cNvSpPr>
              <a:spLocks noGrp="1"/>
            </p:cNvSpPr>
            <p:nvPr/>
          </p:nvSpPr>
          <p:spPr>
            <a:xfrm rot="3760629">
              <a:off x="491409" y="3467260"/>
              <a:ext cx="969597" cy="14477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6" name="Splat 1026"/>
            <p:cNvSpPr>
              <a:spLocks noGrp="1"/>
            </p:cNvSpPr>
            <p:nvPr/>
          </p:nvSpPr>
          <p:spPr>
            <a:xfrm rot="10107413">
              <a:off x="178246" y="3310597"/>
              <a:ext cx="943815" cy="567110"/>
            </a:xfrm>
            <a:prstGeom prst="ellipse">
              <a:avLst/>
            </a:prstGeom>
            <a:gradFill>
              <a:gsLst>
                <a:gs pos="0">
                  <a:srgbClr val="000000">
                    <a:alpha val="30038"/>
                  </a:srgbClr>
                </a:gs>
                <a:gs pos="14286">
                  <a:srgbClr val="000000">
                    <a:alpha val="27987"/>
                  </a:srgbClr>
                </a:gs>
                <a:gs pos="28571">
                  <a:srgbClr val="000000">
                    <a:alpha val="22503"/>
                  </a:srgbClr>
                </a:gs>
                <a:gs pos="42857">
                  <a:srgbClr val="000000">
                    <a:alpha val="15398"/>
                  </a:srgbClr>
                </a:gs>
                <a:gs pos="57143">
                  <a:srgbClr val="000000">
                    <a:alpha val="8849"/>
                  </a:srgbClr>
                </a:gs>
                <a:gs pos="71429">
                  <a:srgbClr val="000000">
                    <a:alpha val="4244"/>
                  </a:srgbClr>
                </a:gs>
                <a:gs pos="85714">
                  <a:srgbClr val="000000">
                    <a:alpha val="1700"/>
                  </a:srgbClr>
                </a:gs>
                <a:gs pos="100000">
                  <a:srgbClr val="000000">
                    <a:alpha val="57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7" name="Splat 1027"/>
            <p:cNvSpPr>
              <a:spLocks noGrp="1"/>
            </p:cNvSpPr>
            <p:nvPr/>
          </p:nvSpPr>
          <p:spPr>
            <a:xfrm rot="6937650">
              <a:off x="110990" y="3228835"/>
              <a:ext cx="769246" cy="652522"/>
            </a:xfrm>
            <a:prstGeom prst="ellipse">
              <a:avLst/>
            </a:prstGeom>
            <a:gradFill>
              <a:gsLst>
                <a:gs pos="0">
                  <a:srgbClr val="1B1B1C">
                    <a:alpha val="32643"/>
                  </a:srgbClr>
                </a:gs>
                <a:gs pos="14286">
                  <a:srgbClr val="1B1B1C">
                    <a:alpha val="30455"/>
                  </a:srgbClr>
                </a:gs>
                <a:gs pos="28571">
                  <a:srgbClr val="1B1B1C">
                    <a:alpha val="24573"/>
                  </a:srgbClr>
                </a:gs>
                <a:gs pos="42857">
                  <a:srgbClr val="1B1B1C">
                    <a:alpha val="16887"/>
                  </a:srgbClr>
                </a:gs>
                <a:gs pos="57143">
                  <a:srgbClr val="1B1B1C">
                    <a:alpha val="9742"/>
                  </a:srgbClr>
                </a:gs>
                <a:gs pos="71429">
                  <a:srgbClr val="1B1B1C">
                    <a:alpha val="4684"/>
                  </a:srgbClr>
                </a:gs>
                <a:gs pos="85714">
                  <a:srgbClr val="1B1B1C">
                    <a:alpha val="1879"/>
                  </a:srgbClr>
                </a:gs>
                <a:gs pos="100000">
                  <a:srgbClr val="1B1B1C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8" name="Splat 1028"/>
            <p:cNvSpPr>
              <a:spLocks noGrp="1"/>
            </p:cNvSpPr>
            <p:nvPr/>
          </p:nvSpPr>
          <p:spPr>
            <a:xfrm rot="-8361124">
              <a:off x="-148597" y="3184232"/>
              <a:ext cx="823455" cy="746681"/>
            </a:xfrm>
            <a:prstGeom prst="ellipse">
              <a:avLst/>
            </a:prstGeom>
            <a:gradFill>
              <a:gsLst>
                <a:gs pos="0">
                  <a:srgbClr val="06070B">
                    <a:alpha val="32950"/>
                  </a:srgbClr>
                </a:gs>
                <a:gs pos="14286">
                  <a:srgbClr val="06070B">
                    <a:alpha val="30747"/>
                  </a:srgbClr>
                </a:gs>
                <a:gs pos="28571">
                  <a:srgbClr val="06070B">
                    <a:alpha val="24819"/>
                  </a:srgbClr>
                </a:gs>
                <a:gs pos="42857">
                  <a:srgbClr val="06070B">
                    <a:alpha val="17065"/>
                  </a:srgbClr>
                </a:gs>
                <a:gs pos="57143">
                  <a:srgbClr val="06070B">
                    <a:alpha val="9849"/>
                  </a:srgbClr>
                </a:gs>
                <a:gs pos="71429">
                  <a:srgbClr val="06070B">
                    <a:alpha val="4737"/>
                  </a:srgbClr>
                </a:gs>
                <a:gs pos="85714">
                  <a:srgbClr val="06070B">
                    <a:alpha val="1901"/>
                  </a:srgbClr>
                </a:gs>
                <a:gs pos="100000">
                  <a:srgbClr val="06070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9" name="Splat 1029"/>
            <p:cNvSpPr>
              <a:spLocks noGrp="1"/>
            </p:cNvSpPr>
            <p:nvPr/>
          </p:nvSpPr>
          <p:spPr>
            <a:xfrm rot="3497448">
              <a:off x="-374923" y="3124096"/>
              <a:ext cx="861381" cy="761111"/>
            </a:xfrm>
            <a:prstGeom prst="ellipse">
              <a:avLst/>
            </a:prstGeom>
            <a:gradFill>
              <a:gsLst>
                <a:gs pos="0">
                  <a:srgbClr val="04080E">
                    <a:alpha val="32968"/>
                  </a:srgbClr>
                </a:gs>
                <a:gs pos="14286">
                  <a:srgbClr val="04080E">
                    <a:alpha val="30764"/>
                  </a:srgbClr>
                </a:gs>
                <a:gs pos="28571">
                  <a:srgbClr val="04080E">
                    <a:alpha val="24833"/>
                  </a:srgbClr>
                </a:gs>
                <a:gs pos="42857">
                  <a:srgbClr val="04080E">
                    <a:alpha val="17075"/>
                  </a:srgbClr>
                </a:gs>
                <a:gs pos="57143">
                  <a:srgbClr val="04080E">
                    <a:alpha val="9855"/>
                  </a:srgbClr>
                </a:gs>
                <a:gs pos="71429">
                  <a:srgbClr val="04080E">
                    <a:alpha val="4740"/>
                  </a:srgbClr>
                </a:gs>
                <a:gs pos="85714">
                  <a:srgbClr val="04080E">
                    <a:alpha val="1902"/>
                  </a:srgbClr>
                </a:gs>
                <a:gs pos="100000">
                  <a:srgbClr val="04080E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0" name="Splat 1030"/>
            <p:cNvSpPr>
              <a:spLocks noGrp="1"/>
            </p:cNvSpPr>
            <p:nvPr/>
          </p:nvSpPr>
          <p:spPr>
            <a:xfrm rot="-9874892">
              <a:off x="2896233" y="3066515"/>
              <a:ext cx="920464" cy="664132"/>
            </a:xfrm>
            <a:prstGeom prst="ellipse">
              <a:avLst/>
            </a:prstGeom>
            <a:gradFill>
              <a:gsLst>
                <a:gs pos="0">
                  <a:srgbClr val="9D9E9E">
                    <a:alpha val="9933"/>
                  </a:srgbClr>
                </a:gs>
                <a:gs pos="14286">
                  <a:srgbClr val="9D9E9E">
                    <a:alpha val="9168"/>
                  </a:srgbClr>
                </a:gs>
                <a:gs pos="28571">
                  <a:srgbClr val="9D9E9E">
                    <a:alpha val="7194"/>
                  </a:srgbClr>
                </a:gs>
                <a:gs pos="42857">
                  <a:srgbClr val="9D9E9E">
                    <a:alpha val="4779"/>
                  </a:srgbClr>
                </a:gs>
                <a:gs pos="57143">
                  <a:srgbClr val="9D9E9E">
                    <a:alpha val="2677"/>
                  </a:srgbClr>
                </a:gs>
                <a:gs pos="71429">
                  <a:srgbClr val="9D9E9E">
                    <a:alpha val="1262"/>
                  </a:srgbClr>
                </a:gs>
                <a:gs pos="85714">
                  <a:srgbClr val="9D9E9E">
                    <a:alpha val="501"/>
                  </a:srgbClr>
                </a:gs>
                <a:gs pos="100000">
                  <a:srgbClr val="9D9E9E">
                    <a:alpha val="1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1" name="Splat 1031"/>
            <p:cNvSpPr>
              <a:spLocks noGrp="1"/>
            </p:cNvSpPr>
            <p:nvPr/>
          </p:nvSpPr>
          <p:spPr>
            <a:xfrm rot="-8676578">
              <a:off x="2790778" y="3174343"/>
              <a:ext cx="707734" cy="445100"/>
            </a:xfrm>
            <a:prstGeom prst="ellipse">
              <a:avLst/>
            </a:prstGeom>
            <a:gradFill>
              <a:gsLst>
                <a:gs pos="0">
                  <a:srgbClr val="9F9F9F">
                    <a:alpha val="27183"/>
                  </a:srgbClr>
                </a:gs>
                <a:gs pos="14286">
                  <a:srgbClr val="9F9F9F">
                    <a:alpha val="25290"/>
                  </a:srgbClr>
                </a:gs>
                <a:gs pos="28571">
                  <a:srgbClr val="9F9F9F">
                    <a:alpha val="20259"/>
                  </a:srgbClr>
                </a:gs>
                <a:gs pos="42857">
                  <a:srgbClr val="9F9F9F">
                    <a:alpha val="13799"/>
                  </a:srgbClr>
                </a:gs>
                <a:gs pos="57143">
                  <a:srgbClr val="9F9F9F">
                    <a:alpha val="7898"/>
                  </a:srgbClr>
                </a:gs>
                <a:gs pos="71429">
                  <a:srgbClr val="9F9F9F">
                    <a:alpha val="3778"/>
                  </a:srgbClr>
                </a:gs>
                <a:gs pos="85714">
                  <a:srgbClr val="9F9F9F">
                    <a:alpha val="1511"/>
                  </a:srgbClr>
                </a:gs>
                <a:gs pos="100000">
                  <a:srgbClr val="9F9F9F">
                    <a:alpha val="5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2" name="Splat 1032"/>
            <p:cNvSpPr>
              <a:spLocks noGrp="1"/>
            </p:cNvSpPr>
            <p:nvPr/>
          </p:nvSpPr>
          <p:spPr>
            <a:xfrm rot="4147086">
              <a:off x="498346" y="3247485"/>
              <a:ext cx="912971" cy="3043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3" name="Splat 1033"/>
            <p:cNvSpPr>
              <a:spLocks noGrp="1"/>
            </p:cNvSpPr>
            <p:nvPr/>
          </p:nvSpPr>
          <p:spPr>
            <a:xfrm rot="4804907">
              <a:off x="247257" y="3085955"/>
              <a:ext cx="716353" cy="559361"/>
            </a:xfrm>
            <a:prstGeom prst="ellipse">
              <a:avLst/>
            </a:prstGeom>
            <a:gradFill>
              <a:gsLst>
                <a:gs pos="0">
                  <a:srgbClr val="040001">
                    <a:alpha val="22164"/>
                  </a:srgbClr>
                </a:gs>
                <a:gs pos="14286">
                  <a:srgbClr val="040001">
                    <a:alpha val="20570"/>
                  </a:srgbClr>
                </a:gs>
                <a:gs pos="28571">
                  <a:srgbClr val="040001">
                    <a:alpha val="16374"/>
                  </a:srgbClr>
                </a:gs>
                <a:gs pos="42857">
                  <a:srgbClr val="040001">
                    <a:alpha val="11067"/>
                  </a:srgbClr>
                </a:gs>
                <a:gs pos="57143">
                  <a:srgbClr val="040001">
                    <a:alpha val="6292"/>
                  </a:srgbClr>
                </a:gs>
                <a:gs pos="71429">
                  <a:srgbClr val="040001">
                    <a:alpha val="2996"/>
                  </a:srgbClr>
                </a:gs>
                <a:gs pos="85714">
                  <a:srgbClr val="040001">
                    <a:alpha val="1196"/>
                  </a:srgbClr>
                </a:gs>
                <a:gs pos="100000">
                  <a:srgbClr val="040001">
                    <a:alpha val="4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4" name="Splat 1034"/>
            <p:cNvSpPr>
              <a:spLocks noGrp="1"/>
            </p:cNvSpPr>
            <p:nvPr/>
          </p:nvSpPr>
          <p:spPr>
            <a:xfrm rot="3992517">
              <a:off x="116766" y="3021143"/>
              <a:ext cx="744471" cy="644333"/>
            </a:xfrm>
            <a:prstGeom prst="ellipse">
              <a:avLst/>
            </a:prstGeom>
            <a:gradFill>
              <a:gsLst>
                <a:gs pos="0">
                  <a:srgbClr val="040704">
                    <a:alpha val="32928"/>
                  </a:srgbClr>
                </a:gs>
                <a:gs pos="14286">
                  <a:srgbClr val="040704">
                    <a:alpha val="30726"/>
                  </a:srgbClr>
                </a:gs>
                <a:gs pos="28571">
                  <a:srgbClr val="040704">
                    <a:alpha val="24801"/>
                  </a:srgbClr>
                </a:gs>
                <a:gs pos="42857">
                  <a:srgbClr val="040704">
                    <a:alpha val="17052"/>
                  </a:srgbClr>
                </a:gs>
                <a:gs pos="57143">
                  <a:srgbClr val="040704">
                    <a:alpha val="9841"/>
                  </a:srgbClr>
                </a:gs>
                <a:gs pos="71429">
                  <a:srgbClr val="040704">
                    <a:alpha val="4734"/>
                  </a:srgbClr>
                </a:gs>
                <a:gs pos="85714">
                  <a:srgbClr val="040704">
                    <a:alpha val="1899"/>
                  </a:srgbClr>
                </a:gs>
                <a:gs pos="100000">
                  <a:srgbClr val="0407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5" name="Splat 1035"/>
            <p:cNvSpPr>
              <a:spLocks noGrp="1"/>
            </p:cNvSpPr>
            <p:nvPr/>
          </p:nvSpPr>
          <p:spPr>
            <a:xfrm rot="8407584">
              <a:off x="-161304" y="2950156"/>
              <a:ext cx="791388" cy="750154"/>
            </a:xfrm>
            <a:prstGeom prst="ellipse">
              <a:avLst/>
            </a:prstGeom>
            <a:gradFill>
              <a:gsLst>
                <a:gs pos="0">
                  <a:srgbClr val="030D07">
                    <a:alpha val="32918"/>
                  </a:srgbClr>
                </a:gs>
                <a:gs pos="14286">
                  <a:srgbClr val="030D07">
                    <a:alpha val="30716"/>
                  </a:srgbClr>
                </a:gs>
                <a:gs pos="28571">
                  <a:srgbClr val="030D07">
                    <a:alpha val="24793"/>
                  </a:srgbClr>
                </a:gs>
                <a:gs pos="42857">
                  <a:srgbClr val="030D07">
                    <a:alpha val="17046"/>
                  </a:srgbClr>
                </a:gs>
                <a:gs pos="57143">
                  <a:srgbClr val="030D07">
                    <a:alpha val="9837"/>
                  </a:srgbClr>
                </a:gs>
                <a:gs pos="71429">
                  <a:srgbClr val="030D07">
                    <a:alpha val="4732"/>
                  </a:srgbClr>
                </a:gs>
                <a:gs pos="85714">
                  <a:srgbClr val="030D07">
                    <a:alpha val="1899"/>
                  </a:srgbClr>
                </a:gs>
                <a:gs pos="100000">
                  <a:srgbClr val="030D07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6" name="Splat 1036"/>
            <p:cNvSpPr>
              <a:spLocks noGrp="1"/>
            </p:cNvSpPr>
            <p:nvPr/>
          </p:nvSpPr>
          <p:spPr>
            <a:xfrm rot="-10636968">
              <a:off x="-303164" y="2961671"/>
              <a:ext cx="817592" cy="782999"/>
            </a:xfrm>
            <a:prstGeom prst="ellipse">
              <a:avLst/>
            </a:prstGeom>
            <a:gradFill>
              <a:gsLst>
                <a:gs pos="0">
                  <a:srgbClr val="000406">
                    <a:alpha val="32960"/>
                  </a:srgbClr>
                </a:gs>
                <a:gs pos="14286">
                  <a:srgbClr val="000406">
                    <a:alpha val="30756"/>
                  </a:srgbClr>
                </a:gs>
                <a:gs pos="28571">
                  <a:srgbClr val="000406">
                    <a:alpha val="24826"/>
                  </a:srgbClr>
                </a:gs>
                <a:gs pos="42857">
                  <a:srgbClr val="000406">
                    <a:alpha val="17070"/>
                  </a:srgbClr>
                </a:gs>
                <a:gs pos="57143">
                  <a:srgbClr val="000406">
                    <a:alpha val="9852"/>
                  </a:srgbClr>
                </a:gs>
                <a:gs pos="71429">
                  <a:srgbClr val="000406">
                    <a:alpha val="4739"/>
                  </a:srgbClr>
                </a:gs>
                <a:gs pos="85714">
                  <a:srgbClr val="000406">
                    <a:alpha val="1901"/>
                  </a:srgbClr>
                </a:gs>
                <a:gs pos="100000">
                  <a:srgbClr val="0004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7" name="Splat 1037"/>
            <p:cNvSpPr>
              <a:spLocks noGrp="1"/>
            </p:cNvSpPr>
            <p:nvPr/>
          </p:nvSpPr>
          <p:spPr>
            <a:xfrm rot="-8177838">
              <a:off x="3176248" y="2898368"/>
              <a:ext cx="749894" cy="500664"/>
            </a:xfrm>
            <a:prstGeom prst="ellipse">
              <a:avLst/>
            </a:prstGeom>
            <a:gradFill>
              <a:gsLst>
                <a:gs pos="0">
                  <a:srgbClr val="6E6E6D">
                    <a:alpha val="22032"/>
                  </a:srgbClr>
                </a:gs>
                <a:gs pos="14286">
                  <a:srgbClr val="6E6E6D">
                    <a:alpha val="20447"/>
                  </a:srgbClr>
                </a:gs>
                <a:gs pos="28571">
                  <a:srgbClr val="6E6E6D">
                    <a:alpha val="16273"/>
                  </a:srgbClr>
                </a:gs>
                <a:gs pos="42857">
                  <a:srgbClr val="6E6E6D">
                    <a:alpha val="10997"/>
                  </a:srgbClr>
                </a:gs>
                <a:gs pos="57143">
                  <a:srgbClr val="6E6E6D">
                    <a:alpha val="6251"/>
                  </a:srgbClr>
                </a:gs>
                <a:gs pos="71429">
                  <a:srgbClr val="6E6E6D">
                    <a:alpha val="2976"/>
                  </a:srgbClr>
                </a:gs>
                <a:gs pos="85714">
                  <a:srgbClr val="6E6E6D">
                    <a:alpha val="1188"/>
                  </a:srgbClr>
                </a:gs>
                <a:gs pos="100000">
                  <a:srgbClr val="6E6E6D">
                    <a:alpha val="3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8" name="Splat 1038"/>
            <p:cNvSpPr>
              <a:spLocks noGrp="1"/>
            </p:cNvSpPr>
            <p:nvPr/>
          </p:nvSpPr>
          <p:spPr>
            <a:xfrm rot="2887392">
              <a:off x="2493167" y="2810710"/>
              <a:ext cx="852606" cy="511055"/>
            </a:xfrm>
            <a:prstGeom prst="ellipse">
              <a:avLst/>
            </a:prstGeom>
            <a:gradFill>
              <a:gsLst>
                <a:gs pos="0">
                  <a:srgbClr val="000106">
                    <a:alpha val="32968"/>
                  </a:srgbClr>
                </a:gs>
                <a:gs pos="14286">
                  <a:srgbClr val="000106">
                    <a:alpha val="30764"/>
                  </a:srgbClr>
                </a:gs>
                <a:gs pos="28571">
                  <a:srgbClr val="000106">
                    <a:alpha val="24833"/>
                  </a:srgbClr>
                </a:gs>
                <a:gs pos="42857">
                  <a:srgbClr val="000106">
                    <a:alpha val="17075"/>
                  </a:srgbClr>
                </a:gs>
                <a:gs pos="57143">
                  <a:srgbClr val="000106">
                    <a:alpha val="9855"/>
                  </a:srgbClr>
                </a:gs>
                <a:gs pos="71429">
                  <a:srgbClr val="000106">
                    <a:alpha val="4740"/>
                  </a:srgbClr>
                </a:gs>
                <a:gs pos="85714">
                  <a:srgbClr val="000106">
                    <a:alpha val="1902"/>
                  </a:srgbClr>
                </a:gs>
                <a:gs pos="100000">
                  <a:srgbClr val="00010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9" name="Splat 1039"/>
            <p:cNvSpPr>
              <a:spLocks noGrp="1"/>
            </p:cNvSpPr>
            <p:nvPr/>
          </p:nvSpPr>
          <p:spPr>
            <a:xfrm rot="-9639594">
              <a:off x="665606" y="2905631"/>
              <a:ext cx="767042" cy="379270"/>
            </a:xfrm>
            <a:prstGeom prst="ellipse">
              <a:avLst/>
            </a:prstGeom>
            <a:gradFill>
              <a:gsLst>
                <a:gs pos="0">
                  <a:srgbClr val="000400">
                    <a:alpha val="13528"/>
                  </a:srgbClr>
                </a:gs>
                <a:gs pos="14286">
                  <a:srgbClr val="000400">
                    <a:alpha val="12505"/>
                  </a:srgbClr>
                </a:gs>
                <a:gs pos="28571">
                  <a:srgbClr val="000400">
                    <a:alpha val="9853"/>
                  </a:srgbClr>
                </a:gs>
                <a:gs pos="42857">
                  <a:srgbClr val="000400">
                    <a:alpha val="6577"/>
                  </a:srgbClr>
                </a:gs>
                <a:gs pos="57143">
                  <a:srgbClr val="000400">
                    <a:alpha val="3700"/>
                  </a:srgbClr>
                </a:gs>
                <a:gs pos="71429">
                  <a:srgbClr val="000400">
                    <a:alpha val="1749"/>
                  </a:srgbClr>
                </a:gs>
                <a:gs pos="85714">
                  <a:srgbClr val="000400">
                    <a:alpha val="695"/>
                  </a:srgbClr>
                </a:gs>
                <a:gs pos="100000">
                  <a:srgbClr val="000400">
                    <a:alpha val="2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0" name="Splat 1040"/>
            <p:cNvSpPr>
              <a:spLocks noGrp="1"/>
            </p:cNvSpPr>
            <p:nvPr/>
          </p:nvSpPr>
          <p:spPr>
            <a:xfrm rot="4476148">
              <a:off x="513449" y="2923493"/>
              <a:ext cx="815529" cy="51849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1" name="Splat 1041"/>
            <p:cNvSpPr>
              <a:spLocks noGrp="1"/>
            </p:cNvSpPr>
            <p:nvPr/>
          </p:nvSpPr>
          <p:spPr>
            <a:xfrm rot="9728424">
              <a:off x="326327" y="2798134"/>
              <a:ext cx="761302" cy="64536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2" name="Splat 1042"/>
            <p:cNvSpPr>
              <a:spLocks noGrp="1"/>
            </p:cNvSpPr>
            <p:nvPr/>
          </p:nvSpPr>
          <p:spPr>
            <a:xfrm rot="8351304">
              <a:off x="108533" y="2703663"/>
              <a:ext cx="772159" cy="737538"/>
            </a:xfrm>
            <a:prstGeom prst="ellipse">
              <a:avLst/>
            </a:prstGeom>
            <a:gradFill>
              <a:gsLst>
                <a:gs pos="0">
                  <a:srgbClr val="000001">
                    <a:alpha val="32968"/>
                  </a:srgbClr>
                </a:gs>
                <a:gs pos="14286">
                  <a:srgbClr val="000001">
                    <a:alpha val="30764"/>
                  </a:srgbClr>
                </a:gs>
                <a:gs pos="28571">
                  <a:srgbClr val="000001">
                    <a:alpha val="24833"/>
                  </a:srgbClr>
                </a:gs>
                <a:gs pos="42857">
                  <a:srgbClr val="000001">
                    <a:alpha val="17075"/>
                  </a:srgbClr>
                </a:gs>
                <a:gs pos="57143">
                  <a:srgbClr val="000001">
                    <a:alpha val="9855"/>
                  </a:srgbClr>
                </a:gs>
                <a:gs pos="71429">
                  <a:srgbClr val="000001">
                    <a:alpha val="4740"/>
                  </a:srgbClr>
                </a:gs>
                <a:gs pos="85714">
                  <a:srgbClr val="000001">
                    <a:alpha val="1902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3" name="Splat 1043"/>
            <p:cNvSpPr>
              <a:spLocks noGrp="1"/>
            </p:cNvSpPr>
            <p:nvPr/>
          </p:nvSpPr>
          <p:spPr>
            <a:xfrm rot="6092586">
              <a:off x="-92119" y="2785975"/>
              <a:ext cx="749330" cy="708207"/>
            </a:xfrm>
            <a:prstGeom prst="ellipse">
              <a:avLst/>
            </a:prstGeom>
            <a:gradFill>
              <a:gsLst>
                <a:gs pos="0">
                  <a:srgbClr val="050C08">
                    <a:alpha val="32921"/>
                  </a:srgbClr>
                </a:gs>
                <a:gs pos="14286">
                  <a:srgbClr val="050C08">
                    <a:alpha val="30720"/>
                  </a:srgbClr>
                </a:gs>
                <a:gs pos="28571">
                  <a:srgbClr val="050C08">
                    <a:alpha val="24796"/>
                  </a:srgbClr>
                </a:gs>
                <a:gs pos="42857">
                  <a:srgbClr val="050C08">
                    <a:alpha val="17048"/>
                  </a:srgbClr>
                </a:gs>
                <a:gs pos="57143">
                  <a:srgbClr val="050C08">
                    <a:alpha val="9839"/>
                  </a:srgbClr>
                </a:gs>
                <a:gs pos="71429">
                  <a:srgbClr val="050C08">
                    <a:alpha val="4732"/>
                  </a:srgbClr>
                </a:gs>
                <a:gs pos="85714">
                  <a:srgbClr val="050C08">
                    <a:alpha val="1899"/>
                  </a:srgbClr>
                </a:gs>
                <a:gs pos="100000">
                  <a:srgbClr val="050C08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4" name="Splat 1044"/>
            <p:cNvSpPr>
              <a:spLocks noGrp="1"/>
            </p:cNvSpPr>
            <p:nvPr/>
          </p:nvSpPr>
          <p:spPr>
            <a:xfrm rot="-9833159">
              <a:off x="-255657" y="2701194"/>
              <a:ext cx="828159" cy="780554"/>
            </a:xfrm>
            <a:prstGeom prst="ellipse">
              <a:avLst/>
            </a:prstGeom>
            <a:gradFill>
              <a:gsLst>
                <a:gs pos="0">
                  <a:srgbClr val="131813">
                    <a:alpha val="32952"/>
                  </a:srgbClr>
                </a:gs>
                <a:gs pos="14286">
                  <a:srgbClr val="131813">
                    <a:alpha val="30749"/>
                  </a:srgbClr>
                </a:gs>
                <a:gs pos="28571">
                  <a:srgbClr val="131813">
                    <a:alpha val="24820"/>
                  </a:srgbClr>
                </a:gs>
                <a:gs pos="42857">
                  <a:srgbClr val="131813">
                    <a:alpha val="17066"/>
                  </a:srgbClr>
                </a:gs>
                <a:gs pos="57143">
                  <a:srgbClr val="131813">
                    <a:alpha val="9849"/>
                  </a:srgbClr>
                </a:gs>
                <a:gs pos="71429">
                  <a:srgbClr val="131813">
                    <a:alpha val="4738"/>
                  </a:srgbClr>
                </a:gs>
                <a:gs pos="85714">
                  <a:srgbClr val="131813">
                    <a:alpha val="1901"/>
                  </a:srgbClr>
                </a:gs>
                <a:gs pos="100000">
                  <a:srgbClr val="13181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5" name="Splat 1045"/>
            <p:cNvSpPr>
              <a:spLocks noGrp="1"/>
            </p:cNvSpPr>
            <p:nvPr/>
          </p:nvSpPr>
          <p:spPr>
            <a:xfrm rot="-10133495">
              <a:off x="3205402" y="2603543"/>
              <a:ext cx="723299" cy="690457"/>
            </a:xfrm>
            <a:prstGeom prst="ellipse">
              <a:avLst/>
            </a:prstGeom>
            <a:gradFill>
              <a:gsLst>
                <a:gs pos="0">
                  <a:srgbClr val="8B8A8B">
                    <a:alpha val="25350"/>
                  </a:srgbClr>
                </a:gs>
                <a:gs pos="14286">
                  <a:srgbClr val="8B8A8B">
                    <a:alpha val="23564"/>
                  </a:srgbClr>
                </a:gs>
                <a:gs pos="28571">
                  <a:srgbClr val="8B8A8B">
                    <a:alpha val="18831"/>
                  </a:srgbClr>
                </a:gs>
                <a:gs pos="42857">
                  <a:srgbClr val="8B8A8B">
                    <a:alpha val="12790"/>
                  </a:srgbClr>
                </a:gs>
                <a:gs pos="57143">
                  <a:srgbClr val="8B8A8B">
                    <a:alpha val="7303"/>
                  </a:srgbClr>
                </a:gs>
                <a:gs pos="71429">
                  <a:srgbClr val="8B8A8B">
                    <a:alpha val="3487"/>
                  </a:srgbClr>
                </a:gs>
                <a:gs pos="85714">
                  <a:srgbClr val="8B8A8B">
                    <a:alpha val="1394"/>
                  </a:srgbClr>
                </a:gs>
                <a:gs pos="100000">
                  <a:srgbClr val="8B8A8B">
                    <a:alpha val="46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6" name="Splat 1046"/>
            <p:cNvSpPr>
              <a:spLocks noGrp="1"/>
            </p:cNvSpPr>
            <p:nvPr/>
          </p:nvSpPr>
          <p:spPr>
            <a:xfrm rot="-10268882">
              <a:off x="2970993" y="2786627"/>
              <a:ext cx="675485" cy="476545"/>
            </a:xfrm>
            <a:prstGeom prst="ellipse">
              <a:avLst/>
            </a:prstGeom>
            <a:gradFill>
              <a:gsLst>
                <a:gs pos="0">
                  <a:srgbClr val="484748">
                    <a:alpha val="9744"/>
                  </a:srgbClr>
                </a:gs>
                <a:gs pos="14286">
                  <a:srgbClr val="484748">
                    <a:alpha val="8992"/>
                  </a:srgbClr>
                </a:gs>
                <a:gs pos="28571">
                  <a:srgbClr val="484748">
                    <a:alpha val="7055"/>
                  </a:srgbClr>
                </a:gs>
                <a:gs pos="42857">
                  <a:srgbClr val="484748">
                    <a:alpha val="4686"/>
                  </a:srgbClr>
                </a:gs>
                <a:gs pos="57143">
                  <a:srgbClr val="484748">
                    <a:alpha val="2624"/>
                  </a:srgbClr>
                </a:gs>
                <a:gs pos="71429">
                  <a:srgbClr val="484748">
                    <a:alpha val="1237"/>
                  </a:srgbClr>
                </a:gs>
                <a:gs pos="85714">
                  <a:srgbClr val="484748">
                    <a:alpha val="491"/>
                  </a:srgbClr>
                </a:gs>
                <a:gs pos="100000">
                  <a:srgbClr val="484748">
                    <a:alpha val="16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7" name="Splat 1047"/>
            <p:cNvSpPr>
              <a:spLocks noGrp="1"/>
            </p:cNvSpPr>
            <p:nvPr/>
          </p:nvSpPr>
          <p:spPr>
            <a:xfrm rot="-10493520">
              <a:off x="2811293" y="2695073"/>
              <a:ext cx="630145" cy="512093"/>
            </a:xfrm>
            <a:prstGeom prst="ellipse">
              <a:avLst/>
            </a:prstGeom>
            <a:gradFill>
              <a:gsLst>
                <a:gs pos="0">
                  <a:srgbClr val="05040C">
                    <a:alpha val="8205"/>
                  </a:srgbClr>
                </a:gs>
                <a:gs pos="14286">
                  <a:srgbClr val="05040C">
                    <a:alpha val="7567"/>
                  </a:srgbClr>
                </a:gs>
                <a:gs pos="28571">
                  <a:srgbClr val="05040C">
                    <a:alpha val="5926"/>
                  </a:srgbClr>
                </a:gs>
                <a:gs pos="42857">
                  <a:srgbClr val="05040C">
                    <a:alpha val="3928"/>
                  </a:srgbClr>
                </a:gs>
                <a:gs pos="57143">
                  <a:srgbClr val="05040C">
                    <a:alpha val="2196"/>
                  </a:srgbClr>
                </a:gs>
                <a:gs pos="71429">
                  <a:srgbClr val="05040C">
                    <a:alpha val="1034"/>
                  </a:srgbClr>
                </a:gs>
                <a:gs pos="85714">
                  <a:srgbClr val="05040C">
                    <a:alpha val="410"/>
                  </a:srgbClr>
                </a:gs>
                <a:gs pos="100000">
                  <a:srgbClr val="05040C">
                    <a:alpha val="1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8" name="Splat 1048"/>
            <p:cNvSpPr>
              <a:spLocks noGrp="1"/>
            </p:cNvSpPr>
            <p:nvPr/>
          </p:nvSpPr>
          <p:spPr>
            <a:xfrm rot="3269727">
              <a:off x="2512904" y="2777316"/>
              <a:ext cx="822752" cy="378602"/>
            </a:xfrm>
            <a:prstGeom prst="ellipse">
              <a:avLst/>
            </a:prstGeom>
            <a:gradFill>
              <a:gsLst>
                <a:gs pos="0">
                  <a:srgbClr val="BABABA">
                    <a:alpha val="20452"/>
                  </a:srgbClr>
                </a:gs>
                <a:gs pos="14286">
                  <a:srgbClr val="BABABA">
                    <a:alpha val="18966"/>
                  </a:srgbClr>
                </a:gs>
                <a:gs pos="28571">
                  <a:srgbClr val="BABABA">
                    <a:alpha val="15065"/>
                  </a:srgbClr>
                </a:gs>
                <a:gs pos="42857">
                  <a:srgbClr val="BABABA">
                    <a:alpha val="10157"/>
                  </a:srgbClr>
                </a:gs>
                <a:gs pos="57143">
                  <a:srgbClr val="BABABA">
                    <a:alpha val="5762"/>
                  </a:srgbClr>
                </a:gs>
                <a:gs pos="71429">
                  <a:srgbClr val="BABABA">
                    <a:alpha val="2740"/>
                  </a:srgbClr>
                </a:gs>
                <a:gs pos="85714">
                  <a:srgbClr val="BABABA">
                    <a:alpha val="1092"/>
                  </a:srgbClr>
                </a:gs>
                <a:gs pos="100000">
                  <a:srgbClr val="BABABA">
                    <a:alpha val="36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9" name="Splat 1049"/>
            <p:cNvSpPr>
              <a:spLocks noGrp="1"/>
            </p:cNvSpPr>
            <p:nvPr/>
          </p:nvSpPr>
          <p:spPr>
            <a:xfrm rot="6148176">
              <a:off x="797663" y="2779243"/>
              <a:ext cx="891369" cy="291163"/>
            </a:xfrm>
            <a:prstGeom prst="ellipse">
              <a:avLst/>
            </a:prstGeom>
            <a:gradFill>
              <a:gsLst>
                <a:gs pos="0">
                  <a:srgbClr val="7C7D7D">
                    <a:alpha val="32968"/>
                  </a:srgbClr>
                </a:gs>
                <a:gs pos="14286">
                  <a:srgbClr val="7C7D7D">
                    <a:alpha val="30764"/>
                  </a:srgbClr>
                </a:gs>
                <a:gs pos="28571">
                  <a:srgbClr val="7C7D7D">
                    <a:alpha val="24833"/>
                  </a:srgbClr>
                </a:gs>
                <a:gs pos="42857">
                  <a:srgbClr val="7C7D7D">
                    <a:alpha val="17075"/>
                  </a:srgbClr>
                </a:gs>
                <a:gs pos="57143">
                  <a:srgbClr val="7C7D7D">
                    <a:alpha val="9855"/>
                  </a:srgbClr>
                </a:gs>
                <a:gs pos="71429">
                  <a:srgbClr val="7C7D7D">
                    <a:alpha val="4740"/>
                  </a:srgbClr>
                </a:gs>
                <a:gs pos="85714">
                  <a:srgbClr val="7C7D7D">
                    <a:alpha val="1902"/>
                  </a:srgbClr>
                </a:gs>
                <a:gs pos="100000">
                  <a:srgbClr val="7C7D7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0" name="Splat 1050"/>
            <p:cNvSpPr>
              <a:spLocks noGrp="1"/>
            </p:cNvSpPr>
            <p:nvPr/>
          </p:nvSpPr>
          <p:spPr>
            <a:xfrm rot="3814254">
              <a:off x="516060" y="2677323"/>
              <a:ext cx="789658" cy="494469"/>
            </a:xfrm>
            <a:prstGeom prst="ellipse">
              <a:avLst/>
            </a:prstGeom>
            <a:gradFill>
              <a:gsLst>
                <a:gs pos="0">
                  <a:srgbClr val="000500">
                    <a:alpha val="32940"/>
                  </a:srgbClr>
                </a:gs>
                <a:gs pos="14286">
                  <a:srgbClr val="000500">
                    <a:alpha val="30737"/>
                  </a:srgbClr>
                </a:gs>
                <a:gs pos="28571">
                  <a:srgbClr val="000500">
                    <a:alpha val="24811"/>
                  </a:srgbClr>
                </a:gs>
                <a:gs pos="42857">
                  <a:srgbClr val="000500">
                    <a:alpha val="17059"/>
                  </a:srgbClr>
                </a:gs>
                <a:gs pos="57143">
                  <a:srgbClr val="000500">
                    <a:alpha val="9845"/>
                  </a:srgbClr>
                </a:gs>
                <a:gs pos="71429">
                  <a:srgbClr val="000500">
                    <a:alpha val="4736"/>
                  </a:srgbClr>
                </a:gs>
                <a:gs pos="85714">
                  <a:srgbClr val="000500">
                    <a:alpha val="1900"/>
                  </a:srgbClr>
                </a:gs>
                <a:gs pos="100000">
                  <a:srgbClr val="0005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1" name="Splat 1051"/>
            <p:cNvSpPr>
              <a:spLocks noGrp="1"/>
            </p:cNvSpPr>
            <p:nvPr/>
          </p:nvSpPr>
          <p:spPr>
            <a:xfrm rot="5359773">
              <a:off x="376446" y="2543863"/>
              <a:ext cx="754235" cy="710611"/>
            </a:xfrm>
            <a:prstGeom prst="ellipse">
              <a:avLst/>
            </a:prstGeom>
            <a:gradFill>
              <a:gsLst>
                <a:gs pos="0">
                  <a:srgbClr val="000000">
                    <a:alpha val="32959"/>
                  </a:srgbClr>
                </a:gs>
                <a:gs pos="14286">
                  <a:srgbClr val="000000">
                    <a:alpha val="30755"/>
                  </a:srgbClr>
                </a:gs>
                <a:gs pos="28571">
                  <a:srgbClr val="000000">
                    <a:alpha val="24826"/>
                  </a:srgbClr>
                </a:gs>
                <a:gs pos="42857">
                  <a:srgbClr val="000000">
                    <a:alpha val="17070"/>
                  </a:srgbClr>
                </a:gs>
                <a:gs pos="57143">
                  <a:srgbClr val="000000">
                    <a:alpha val="9852"/>
                  </a:srgbClr>
                </a:gs>
                <a:gs pos="71429">
                  <a:srgbClr val="000000">
                    <a:alpha val="4739"/>
                  </a:srgbClr>
                </a:gs>
                <a:gs pos="85714">
                  <a:srgbClr val="000000">
                    <a:alpha val="1901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2" name="Splat 1052"/>
            <p:cNvSpPr>
              <a:spLocks noGrp="1"/>
            </p:cNvSpPr>
            <p:nvPr/>
          </p:nvSpPr>
          <p:spPr>
            <a:xfrm rot="7023632">
              <a:off x="132807" y="2591913"/>
              <a:ext cx="765022" cy="750403"/>
            </a:xfrm>
            <a:prstGeom prst="ellipse">
              <a:avLst/>
            </a:prstGeom>
            <a:gradFill>
              <a:gsLst>
                <a:gs pos="0">
                  <a:srgbClr val="000001">
                    <a:alpha val="32955"/>
                  </a:srgbClr>
                </a:gs>
                <a:gs pos="14286">
                  <a:srgbClr val="000001">
                    <a:alpha val="30752"/>
                  </a:srgbClr>
                </a:gs>
                <a:gs pos="28571">
                  <a:srgbClr val="000001">
                    <a:alpha val="24823"/>
                  </a:srgbClr>
                </a:gs>
                <a:gs pos="42857">
                  <a:srgbClr val="000001">
                    <a:alpha val="17068"/>
                  </a:srgbClr>
                </a:gs>
                <a:gs pos="57143">
                  <a:srgbClr val="000001">
                    <a:alpha val="9850"/>
                  </a:srgbClr>
                </a:gs>
                <a:gs pos="71429">
                  <a:srgbClr val="000001">
                    <a:alpha val="4738"/>
                  </a:srgbClr>
                </a:gs>
                <a:gs pos="85714">
                  <a:srgbClr val="000001">
                    <a:alpha val="1901"/>
                  </a:srgbClr>
                </a:gs>
                <a:gs pos="100000">
                  <a:srgbClr val="00000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3" name="Splat 1053"/>
            <p:cNvSpPr>
              <a:spLocks noGrp="1"/>
            </p:cNvSpPr>
            <p:nvPr/>
          </p:nvSpPr>
          <p:spPr>
            <a:xfrm rot="5223819">
              <a:off x="-131799" y="2639217"/>
              <a:ext cx="775868" cy="737968"/>
            </a:xfrm>
            <a:prstGeom prst="ellipse">
              <a:avLst/>
            </a:prstGeom>
            <a:gradFill>
              <a:gsLst>
                <a:gs pos="0">
                  <a:srgbClr val="0A0506">
                    <a:alpha val="32761"/>
                  </a:srgbClr>
                </a:gs>
                <a:gs pos="14286">
                  <a:srgbClr val="0A0506">
                    <a:alpha val="30568"/>
                  </a:srgbClr>
                </a:gs>
                <a:gs pos="28571">
                  <a:srgbClr val="0A0506">
                    <a:alpha val="24668"/>
                  </a:srgbClr>
                </a:gs>
                <a:gs pos="42857">
                  <a:srgbClr val="0A0506">
                    <a:alpha val="16956"/>
                  </a:srgbClr>
                </a:gs>
                <a:gs pos="57143">
                  <a:srgbClr val="0A0506">
                    <a:alpha val="9783"/>
                  </a:srgbClr>
                </a:gs>
                <a:gs pos="71429">
                  <a:srgbClr val="0A0506">
                    <a:alpha val="4705"/>
                  </a:srgbClr>
                </a:gs>
                <a:gs pos="85714">
                  <a:srgbClr val="0A0506">
                    <a:alpha val="1888"/>
                  </a:srgbClr>
                </a:gs>
                <a:gs pos="100000">
                  <a:srgbClr val="0A0506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4" name="Splat 1054"/>
            <p:cNvSpPr>
              <a:spLocks noGrp="1"/>
            </p:cNvSpPr>
            <p:nvPr/>
          </p:nvSpPr>
          <p:spPr>
            <a:xfrm rot="4167577">
              <a:off x="-407390" y="2478642"/>
              <a:ext cx="881852" cy="770358"/>
            </a:xfrm>
            <a:prstGeom prst="ellipse">
              <a:avLst/>
            </a:prstGeom>
            <a:gradFill>
              <a:gsLst>
                <a:gs pos="0">
                  <a:srgbClr val="080002">
                    <a:alpha val="32968"/>
                  </a:srgbClr>
                </a:gs>
                <a:gs pos="14286">
                  <a:srgbClr val="080002">
                    <a:alpha val="30764"/>
                  </a:srgbClr>
                </a:gs>
                <a:gs pos="28571">
                  <a:srgbClr val="080002">
                    <a:alpha val="24833"/>
                  </a:srgbClr>
                </a:gs>
                <a:gs pos="42857">
                  <a:srgbClr val="080002">
                    <a:alpha val="17075"/>
                  </a:srgbClr>
                </a:gs>
                <a:gs pos="57143">
                  <a:srgbClr val="080002">
                    <a:alpha val="9855"/>
                  </a:srgbClr>
                </a:gs>
                <a:gs pos="71429">
                  <a:srgbClr val="080002">
                    <a:alpha val="4740"/>
                  </a:srgbClr>
                </a:gs>
                <a:gs pos="85714">
                  <a:srgbClr val="080002">
                    <a:alpha val="1902"/>
                  </a:srgbClr>
                </a:gs>
                <a:gs pos="100000">
                  <a:srgbClr val="0800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5" name="Splat 1055"/>
            <p:cNvSpPr>
              <a:spLocks noGrp="1"/>
            </p:cNvSpPr>
            <p:nvPr/>
          </p:nvSpPr>
          <p:spPr>
            <a:xfrm rot="3326739">
              <a:off x="3215577" y="2396391"/>
              <a:ext cx="800067" cy="697686"/>
            </a:xfrm>
            <a:prstGeom prst="ellipse">
              <a:avLst/>
            </a:prstGeom>
            <a:gradFill>
              <a:gsLst>
                <a:gs pos="0">
                  <a:srgbClr val="4A484B">
                    <a:alpha val="10251"/>
                  </a:srgbClr>
                </a:gs>
                <a:gs pos="14286">
                  <a:srgbClr val="4A484B">
                    <a:alpha val="9463"/>
                  </a:srgbClr>
                </a:gs>
                <a:gs pos="28571">
                  <a:srgbClr val="4A484B">
                    <a:alpha val="7428"/>
                  </a:srgbClr>
                </a:gs>
                <a:gs pos="42857">
                  <a:srgbClr val="4A484B">
                    <a:alpha val="4937"/>
                  </a:srgbClr>
                </a:gs>
                <a:gs pos="57143">
                  <a:srgbClr val="4A484B">
                    <a:alpha val="2766"/>
                  </a:srgbClr>
                </a:gs>
                <a:gs pos="71429">
                  <a:srgbClr val="4A484B">
                    <a:alpha val="1305"/>
                  </a:srgbClr>
                </a:gs>
                <a:gs pos="85714">
                  <a:srgbClr val="4A484B">
                    <a:alpha val="518"/>
                  </a:srgbClr>
                </a:gs>
                <a:gs pos="100000">
                  <a:srgbClr val="4A484B">
                    <a:alpha val="1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6" name="Splat 1056"/>
            <p:cNvSpPr>
              <a:spLocks noGrp="1"/>
            </p:cNvSpPr>
            <p:nvPr/>
          </p:nvSpPr>
          <p:spPr>
            <a:xfrm rot="-8611036">
              <a:off x="2914152" y="2512620"/>
              <a:ext cx="732384" cy="460452"/>
            </a:xfrm>
            <a:prstGeom prst="ellipse">
              <a:avLst/>
            </a:prstGeom>
            <a:gradFill>
              <a:gsLst>
                <a:gs pos="0">
                  <a:srgbClr val="707171">
                    <a:alpha val="28315"/>
                  </a:srgbClr>
                </a:gs>
                <a:gs pos="14286">
                  <a:srgbClr val="707171">
                    <a:alpha val="26359"/>
                  </a:srgbClr>
                </a:gs>
                <a:gs pos="28571">
                  <a:srgbClr val="707171">
                    <a:alpha val="21145"/>
                  </a:srgbClr>
                </a:gs>
                <a:gs pos="42857">
                  <a:srgbClr val="707171">
                    <a:alpha val="14429"/>
                  </a:srgbClr>
                </a:gs>
                <a:gs pos="57143">
                  <a:srgbClr val="707171">
                    <a:alpha val="8272"/>
                  </a:srgbClr>
                </a:gs>
                <a:gs pos="71429">
                  <a:srgbClr val="707171">
                    <a:alpha val="3961"/>
                  </a:srgbClr>
                </a:gs>
                <a:gs pos="85714">
                  <a:srgbClr val="707171">
                    <a:alpha val="1585"/>
                  </a:srgbClr>
                </a:gs>
                <a:gs pos="100000">
                  <a:srgbClr val="707171">
                    <a:alpha val="5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7" name="Splat 1057"/>
            <p:cNvSpPr>
              <a:spLocks noGrp="1"/>
            </p:cNvSpPr>
            <p:nvPr/>
          </p:nvSpPr>
          <p:spPr>
            <a:xfrm rot="4871437">
              <a:off x="2566823" y="2534602"/>
              <a:ext cx="755875" cy="516482"/>
            </a:xfrm>
            <a:prstGeom prst="ellipse">
              <a:avLst/>
            </a:prstGeom>
            <a:gradFill>
              <a:gsLst>
                <a:gs pos="0">
                  <a:srgbClr val="5A5959">
                    <a:alpha val="11941"/>
                  </a:srgbClr>
                </a:gs>
                <a:gs pos="14286">
                  <a:srgbClr val="5A5959">
                    <a:alpha val="11030"/>
                  </a:srgbClr>
                </a:gs>
                <a:gs pos="28571">
                  <a:srgbClr val="5A5959">
                    <a:alpha val="8675"/>
                  </a:srgbClr>
                </a:gs>
                <a:gs pos="42857">
                  <a:srgbClr val="5A5959">
                    <a:alpha val="5778"/>
                  </a:srgbClr>
                </a:gs>
                <a:gs pos="57143">
                  <a:srgbClr val="5A5959">
                    <a:alpha val="3244"/>
                  </a:srgbClr>
                </a:gs>
                <a:gs pos="71429">
                  <a:srgbClr val="5A5959">
                    <a:alpha val="1532"/>
                  </a:srgbClr>
                </a:gs>
                <a:gs pos="85714">
                  <a:srgbClr val="5A5959">
                    <a:alpha val="609"/>
                  </a:srgbClr>
                </a:gs>
                <a:gs pos="100000">
                  <a:srgbClr val="5A5959">
                    <a:alpha val="20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8" name="Splat 1058"/>
            <p:cNvSpPr>
              <a:spLocks noGrp="1"/>
            </p:cNvSpPr>
            <p:nvPr/>
          </p:nvSpPr>
          <p:spPr>
            <a:xfrm rot="9362434">
              <a:off x="1086012" y="2383279"/>
              <a:ext cx="892193" cy="492298"/>
            </a:xfrm>
            <a:prstGeom prst="ellipse">
              <a:avLst/>
            </a:prstGeom>
            <a:gradFill>
              <a:gsLst>
                <a:gs pos="0">
                  <a:srgbClr val="7F8080">
                    <a:alpha val="15736"/>
                  </a:srgbClr>
                </a:gs>
                <a:gs pos="14286">
                  <a:srgbClr val="7F8080">
                    <a:alpha val="14561"/>
                  </a:srgbClr>
                </a:gs>
                <a:gs pos="28571">
                  <a:srgbClr val="7F8080">
                    <a:alpha val="11502"/>
                  </a:srgbClr>
                </a:gs>
                <a:gs pos="42857">
                  <a:srgbClr val="7F8080">
                    <a:alpha val="7702"/>
                  </a:srgbClr>
                </a:gs>
                <a:gs pos="57143">
                  <a:srgbClr val="7F8080">
                    <a:alpha val="4344"/>
                  </a:srgbClr>
                </a:gs>
                <a:gs pos="71429">
                  <a:srgbClr val="7F8080">
                    <a:alpha val="2057"/>
                  </a:srgbClr>
                </a:gs>
                <a:gs pos="85714">
                  <a:srgbClr val="7F8080">
                    <a:alpha val="819"/>
                  </a:srgbClr>
                </a:gs>
                <a:gs pos="100000">
                  <a:srgbClr val="7F8080">
                    <a:alpha val="2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9" name="Splat 1059"/>
            <p:cNvSpPr>
              <a:spLocks noGrp="1"/>
            </p:cNvSpPr>
            <p:nvPr/>
          </p:nvSpPr>
          <p:spPr>
            <a:xfrm rot="5307027">
              <a:off x="998045" y="2656365"/>
              <a:ext cx="562506" cy="358224"/>
            </a:xfrm>
            <a:prstGeom prst="ellipse">
              <a:avLst/>
            </a:prstGeom>
            <a:gradFill>
              <a:gsLst>
                <a:gs pos="0">
                  <a:srgbClr val="ACADAC">
                    <a:alpha val="30602"/>
                  </a:srgbClr>
                </a:gs>
                <a:gs pos="14286">
                  <a:srgbClr val="ACADAC">
                    <a:alpha val="28521"/>
                  </a:srgbClr>
                </a:gs>
                <a:gs pos="28571">
                  <a:srgbClr val="ACADAC">
                    <a:alpha val="22949"/>
                  </a:srgbClr>
                </a:gs>
                <a:gs pos="42857">
                  <a:srgbClr val="ACADAC">
                    <a:alpha val="15718"/>
                  </a:srgbClr>
                </a:gs>
                <a:gs pos="57143">
                  <a:srgbClr val="ACADAC">
                    <a:alpha val="9040"/>
                  </a:srgbClr>
                </a:gs>
                <a:gs pos="71429">
                  <a:srgbClr val="ACADAC">
                    <a:alpha val="4338"/>
                  </a:srgbClr>
                </a:gs>
                <a:gs pos="85714">
                  <a:srgbClr val="ACADAC">
                    <a:alpha val="1739"/>
                  </a:srgbClr>
                </a:gs>
                <a:gs pos="100000">
                  <a:srgbClr val="ACADAC">
                    <a:alpha val="5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0" name="Splat 1060"/>
            <p:cNvSpPr>
              <a:spLocks noGrp="1"/>
            </p:cNvSpPr>
            <p:nvPr/>
          </p:nvSpPr>
          <p:spPr>
            <a:xfrm rot="6672518">
              <a:off x="479174" y="2468022"/>
              <a:ext cx="822867" cy="486697"/>
            </a:xfrm>
            <a:prstGeom prst="ellipse">
              <a:avLst/>
            </a:prstGeom>
            <a:gradFill>
              <a:gsLst>
                <a:gs pos="0">
                  <a:srgbClr val="000200">
                    <a:alpha val="32951"/>
                  </a:srgbClr>
                </a:gs>
                <a:gs pos="14286">
                  <a:srgbClr val="000200">
                    <a:alpha val="30748"/>
                  </a:srgbClr>
                </a:gs>
                <a:gs pos="28571">
                  <a:srgbClr val="000200">
                    <a:alpha val="24819"/>
                  </a:srgbClr>
                </a:gs>
                <a:gs pos="42857">
                  <a:srgbClr val="000200">
                    <a:alpha val="17065"/>
                  </a:srgbClr>
                </a:gs>
                <a:gs pos="57143">
                  <a:srgbClr val="000200">
                    <a:alpha val="9849"/>
                  </a:srgbClr>
                </a:gs>
                <a:gs pos="71429">
                  <a:srgbClr val="000200">
                    <a:alpha val="4737"/>
                  </a:srgbClr>
                </a:gs>
                <a:gs pos="85714">
                  <a:srgbClr val="000200">
                    <a:alpha val="1901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1" name="Splat 1061"/>
            <p:cNvSpPr>
              <a:spLocks noGrp="1"/>
            </p:cNvSpPr>
            <p:nvPr/>
          </p:nvSpPr>
          <p:spPr>
            <a:xfrm rot="-10751419">
              <a:off x="299160" y="2419644"/>
              <a:ext cx="768097" cy="747517"/>
            </a:xfrm>
            <a:prstGeom prst="ellipse">
              <a:avLst/>
            </a:prstGeom>
            <a:gradFill>
              <a:gsLst>
                <a:gs pos="0">
                  <a:srgbClr val="000101">
                    <a:alpha val="32914"/>
                  </a:srgbClr>
                </a:gs>
                <a:gs pos="14286">
                  <a:srgbClr val="000101">
                    <a:alpha val="30713"/>
                  </a:srgbClr>
                </a:gs>
                <a:gs pos="28571">
                  <a:srgbClr val="000101">
                    <a:alpha val="24790"/>
                  </a:srgbClr>
                </a:gs>
                <a:gs pos="42857">
                  <a:srgbClr val="000101">
                    <a:alpha val="17044"/>
                  </a:srgbClr>
                </a:gs>
                <a:gs pos="57143">
                  <a:srgbClr val="000101">
                    <a:alpha val="9836"/>
                  </a:srgbClr>
                </a:gs>
                <a:gs pos="71429">
                  <a:srgbClr val="000101">
                    <a:alpha val="4731"/>
                  </a:srgbClr>
                </a:gs>
                <a:gs pos="85714">
                  <a:srgbClr val="000101">
                    <a:alpha val="1898"/>
                  </a:srgbClr>
                </a:gs>
                <a:gs pos="100000">
                  <a:srgbClr val="00010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2" name="Splat 1062"/>
            <p:cNvSpPr>
              <a:spLocks noGrp="1"/>
            </p:cNvSpPr>
            <p:nvPr/>
          </p:nvSpPr>
          <p:spPr>
            <a:xfrm rot="4646215">
              <a:off x="91337" y="2317406"/>
              <a:ext cx="802082" cy="78145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3" name="Splat 1063"/>
            <p:cNvSpPr>
              <a:spLocks noGrp="1"/>
            </p:cNvSpPr>
            <p:nvPr/>
          </p:nvSpPr>
          <p:spPr>
            <a:xfrm rot="-10439611">
              <a:off x="-281456" y="2293402"/>
              <a:ext cx="890610" cy="806947"/>
            </a:xfrm>
            <a:prstGeom prst="ellipse">
              <a:avLst/>
            </a:prstGeom>
            <a:gradFill>
              <a:gsLst>
                <a:gs pos="0">
                  <a:srgbClr val="020004">
                    <a:alpha val="32968"/>
                  </a:srgbClr>
                </a:gs>
                <a:gs pos="14286">
                  <a:srgbClr val="020004">
                    <a:alpha val="30764"/>
                  </a:srgbClr>
                </a:gs>
                <a:gs pos="28571">
                  <a:srgbClr val="020004">
                    <a:alpha val="24833"/>
                  </a:srgbClr>
                </a:gs>
                <a:gs pos="42857">
                  <a:srgbClr val="020004">
                    <a:alpha val="17075"/>
                  </a:srgbClr>
                </a:gs>
                <a:gs pos="57143">
                  <a:srgbClr val="020004">
                    <a:alpha val="9855"/>
                  </a:srgbClr>
                </a:gs>
                <a:gs pos="71429">
                  <a:srgbClr val="020004">
                    <a:alpha val="4740"/>
                  </a:srgbClr>
                </a:gs>
                <a:gs pos="85714">
                  <a:srgbClr val="020004">
                    <a:alpha val="1902"/>
                  </a:srgbClr>
                </a:gs>
                <a:gs pos="100000">
                  <a:srgbClr val="02000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4" name="Splat 1064"/>
            <p:cNvSpPr>
              <a:spLocks noGrp="1"/>
            </p:cNvSpPr>
            <p:nvPr/>
          </p:nvSpPr>
          <p:spPr>
            <a:xfrm rot="4381726">
              <a:off x="-417239" y="2350346"/>
              <a:ext cx="866419" cy="686258"/>
            </a:xfrm>
            <a:prstGeom prst="ellipse">
              <a:avLst/>
            </a:prstGeom>
            <a:gradFill>
              <a:gsLst>
                <a:gs pos="0">
                  <a:srgbClr val="080005">
                    <a:alpha val="32968"/>
                  </a:srgbClr>
                </a:gs>
                <a:gs pos="14286">
                  <a:srgbClr val="080005">
                    <a:alpha val="30764"/>
                  </a:srgbClr>
                </a:gs>
                <a:gs pos="28571">
                  <a:srgbClr val="080005">
                    <a:alpha val="24833"/>
                  </a:srgbClr>
                </a:gs>
                <a:gs pos="42857">
                  <a:srgbClr val="080005">
                    <a:alpha val="17075"/>
                  </a:srgbClr>
                </a:gs>
                <a:gs pos="57143">
                  <a:srgbClr val="080005">
                    <a:alpha val="9855"/>
                  </a:srgbClr>
                </a:gs>
                <a:gs pos="71429">
                  <a:srgbClr val="080005">
                    <a:alpha val="4740"/>
                  </a:srgbClr>
                </a:gs>
                <a:gs pos="85714">
                  <a:srgbClr val="080005">
                    <a:alpha val="1902"/>
                  </a:srgbClr>
                </a:gs>
                <a:gs pos="100000">
                  <a:srgbClr val="08000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5" name="Splat 1065"/>
            <p:cNvSpPr>
              <a:spLocks noGrp="1"/>
            </p:cNvSpPr>
            <p:nvPr/>
          </p:nvSpPr>
          <p:spPr>
            <a:xfrm rot="7686424">
              <a:off x="2348297" y="2196056"/>
              <a:ext cx="746549" cy="669271"/>
            </a:xfrm>
            <a:prstGeom prst="ellipse">
              <a:avLst/>
            </a:prstGeom>
            <a:gradFill>
              <a:gsLst>
                <a:gs pos="0">
                  <a:srgbClr val="070203">
                    <a:alpha val="13710"/>
                  </a:srgbClr>
                </a:gs>
                <a:gs pos="14286">
                  <a:srgbClr val="070203">
                    <a:alpha val="12675"/>
                  </a:srgbClr>
                </a:gs>
                <a:gs pos="28571">
                  <a:srgbClr val="070203">
                    <a:alpha val="9988"/>
                  </a:srgbClr>
                </a:gs>
                <a:gs pos="42857">
                  <a:srgbClr val="070203">
                    <a:alpha val="6670"/>
                  </a:srgbClr>
                </a:gs>
                <a:gs pos="57143">
                  <a:srgbClr val="070203">
                    <a:alpha val="3752"/>
                  </a:srgbClr>
                </a:gs>
                <a:gs pos="71429">
                  <a:srgbClr val="070203">
                    <a:alpha val="1774"/>
                  </a:srgbClr>
                </a:gs>
                <a:gs pos="85714">
                  <a:srgbClr val="070203">
                    <a:alpha val="705"/>
                  </a:srgbClr>
                </a:gs>
                <a:gs pos="100000">
                  <a:srgbClr val="070203">
                    <a:alpha val="2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6" name="Splat 1066"/>
            <p:cNvSpPr>
              <a:spLocks noGrp="1"/>
            </p:cNvSpPr>
            <p:nvPr/>
          </p:nvSpPr>
          <p:spPr>
            <a:xfrm rot="4783911">
              <a:off x="1241620" y="2358898"/>
              <a:ext cx="593334" cy="350470"/>
            </a:xfrm>
            <a:prstGeom prst="ellipse">
              <a:avLst/>
            </a:prstGeom>
            <a:gradFill>
              <a:gsLst>
                <a:gs pos="0">
                  <a:srgbClr val="A4A4A5">
                    <a:alpha val="32968"/>
                  </a:srgbClr>
                </a:gs>
                <a:gs pos="14286">
                  <a:srgbClr val="A4A4A5">
                    <a:alpha val="30764"/>
                  </a:srgbClr>
                </a:gs>
                <a:gs pos="28571">
                  <a:srgbClr val="A4A4A5">
                    <a:alpha val="24833"/>
                  </a:srgbClr>
                </a:gs>
                <a:gs pos="42857">
                  <a:srgbClr val="A4A4A5">
                    <a:alpha val="17075"/>
                  </a:srgbClr>
                </a:gs>
                <a:gs pos="57143">
                  <a:srgbClr val="A4A4A5">
                    <a:alpha val="9855"/>
                  </a:srgbClr>
                </a:gs>
                <a:gs pos="71429">
                  <a:srgbClr val="A4A4A5">
                    <a:alpha val="4740"/>
                  </a:srgbClr>
                </a:gs>
                <a:gs pos="85714">
                  <a:srgbClr val="A4A4A5">
                    <a:alpha val="1902"/>
                  </a:srgbClr>
                </a:gs>
                <a:gs pos="100000">
                  <a:srgbClr val="A4A4A5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7" name="Splat 1067"/>
            <p:cNvSpPr>
              <a:spLocks noGrp="1"/>
            </p:cNvSpPr>
            <p:nvPr/>
          </p:nvSpPr>
          <p:spPr>
            <a:xfrm rot="4969541">
              <a:off x="717655" y="2354301"/>
              <a:ext cx="747484" cy="314612"/>
            </a:xfrm>
            <a:prstGeom prst="ellipse">
              <a:avLst/>
            </a:prstGeom>
            <a:gradFill>
              <a:gsLst>
                <a:gs pos="0">
                  <a:srgbClr val="000000">
                    <a:alpha val="19631"/>
                  </a:srgbClr>
                </a:gs>
                <a:gs pos="14286">
                  <a:srgbClr val="000000">
                    <a:alpha val="18198"/>
                  </a:srgbClr>
                </a:gs>
                <a:gs pos="28571">
                  <a:srgbClr val="000000">
                    <a:alpha val="14441"/>
                  </a:srgbClr>
                </a:gs>
                <a:gs pos="42857">
                  <a:srgbClr val="000000">
                    <a:alpha val="9724"/>
                  </a:srgbClr>
                </a:gs>
                <a:gs pos="57143">
                  <a:srgbClr val="000000">
                    <a:alpha val="5511"/>
                  </a:srgbClr>
                </a:gs>
                <a:gs pos="71429">
                  <a:srgbClr val="000000">
                    <a:alpha val="2618"/>
                  </a:srgbClr>
                </a:gs>
                <a:gs pos="85714">
                  <a:srgbClr val="000000">
                    <a:alpha val="1044"/>
                  </a:srgbClr>
                </a:gs>
                <a:gs pos="100000">
                  <a:srgbClr val="000000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8" name="Splat 1068"/>
            <p:cNvSpPr>
              <a:spLocks noGrp="1"/>
            </p:cNvSpPr>
            <p:nvPr/>
          </p:nvSpPr>
          <p:spPr>
            <a:xfrm rot="8121822">
              <a:off x="504924" y="2053996"/>
              <a:ext cx="806726" cy="7723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9" name="Splat 1069"/>
            <p:cNvSpPr>
              <a:spLocks noGrp="1"/>
            </p:cNvSpPr>
            <p:nvPr/>
          </p:nvSpPr>
          <p:spPr>
            <a:xfrm rot="10491228">
              <a:off x="275982" y="2076567"/>
              <a:ext cx="826225" cy="817473"/>
            </a:xfrm>
            <a:prstGeom prst="ellipse">
              <a:avLst/>
            </a:prstGeom>
            <a:gradFill>
              <a:gsLst>
                <a:gs pos="0">
                  <a:srgbClr val="020000">
                    <a:alpha val="32968"/>
                  </a:srgbClr>
                </a:gs>
                <a:gs pos="14286">
                  <a:srgbClr val="020000">
                    <a:alpha val="30764"/>
                  </a:srgbClr>
                </a:gs>
                <a:gs pos="28571">
                  <a:srgbClr val="020000">
                    <a:alpha val="24833"/>
                  </a:srgbClr>
                </a:gs>
                <a:gs pos="42857">
                  <a:srgbClr val="020000">
                    <a:alpha val="17075"/>
                  </a:srgbClr>
                </a:gs>
                <a:gs pos="57143">
                  <a:srgbClr val="020000">
                    <a:alpha val="9855"/>
                  </a:srgbClr>
                </a:gs>
                <a:gs pos="71429">
                  <a:srgbClr val="020000">
                    <a:alpha val="4740"/>
                  </a:srgbClr>
                </a:gs>
                <a:gs pos="85714">
                  <a:srgbClr val="020000">
                    <a:alpha val="1902"/>
                  </a:srgbClr>
                </a:gs>
                <a:gs pos="100000">
                  <a:srgbClr val="02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0" name="Splat 1070"/>
            <p:cNvSpPr>
              <a:spLocks noGrp="1"/>
            </p:cNvSpPr>
            <p:nvPr/>
          </p:nvSpPr>
          <p:spPr>
            <a:xfrm rot="9212804">
              <a:off x="65006" y="2036607"/>
              <a:ext cx="835817" cy="8224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1" name="Splat 1071"/>
            <p:cNvSpPr>
              <a:spLocks noGrp="1"/>
            </p:cNvSpPr>
            <p:nvPr/>
          </p:nvSpPr>
          <p:spPr>
            <a:xfrm rot="6309466">
              <a:off x="-29883" y="2086528"/>
              <a:ext cx="833881" cy="79641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2" name="Splat 1072"/>
            <p:cNvSpPr>
              <a:spLocks noGrp="1"/>
            </p:cNvSpPr>
            <p:nvPr/>
          </p:nvSpPr>
          <p:spPr>
            <a:xfrm rot="6559535">
              <a:off x="-395403" y="2165718"/>
              <a:ext cx="883529" cy="817109"/>
            </a:xfrm>
            <a:prstGeom prst="ellipse">
              <a:avLst/>
            </a:prstGeom>
            <a:gradFill>
              <a:gsLst>
                <a:gs pos="0">
                  <a:srgbClr val="050007">
                    <a:alpha val="32968"/>
                  </a:srgbClr>
                </a:gs>
                <a:gs pos="14286">
                  <a:srgbClr val="050007">
                    <a:alpha val="30764"/>
                  </a:srgbClr>
                </a:gs>
                <a:gs pos="28571">
                  <a:srgbClr val="050007">
                    <a:alpha val="24833"/>
                  </a:srgbClr>
                </a:gs>
                <a:gs pos="42857">
                  <a:srgbClr val="050007">
                    <a:alpha val="17075"/>
                  </a:srgbClr>
                </a:gs>
                <a:gs pos="57143">
                  <a:srgbClr val="050007">
                    <a:alpha val="9855"/>
                  </a:srgbClr>
                </a:gs>
                <a:gs pos="71429">
                  <a:srgbClr val="050007">
                    <a:alpha val="4740"/>
                  </a:srgbClr>
                </a:gs>
                <a:gs pos="85714">
                  <a:srgbClr val="050007">
                    <a:alpha val="1902"/>
                  </a:srgbClr>
                </a:gs>
                <a:gs pos="100000">
                  <a:srgbClr val="050007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3" name="Splat 1073"/>
            <p:cNvSpPr>
              <a:spLocks noGrp="1"/>
            </p:cNvSpPr>
            <p:nvPr/>
          </p:nvSpPr>
          <p:spPr>
            <a:xfrm rot="8250530">
              <a:off x="3070315" y="1852746"/>
              <a:ext cx="971121" cy="864008"/>
            </a:xfrm>
            <a:prstGeom prst="ellipse">
              <a:avLst/>
            </a:prstGeom>
            <a:gradFill>
              <a:gsLst>
                <a:gs pos="0">
                  <a:srgbClr val="828383">
                    <a:alpha val="19850"/>
                  </a:srgbClr>
                </a:gs>
                <a:gs pos="14286">
                  <a:srgbClr val="828383">
                    <a:alpha val="18403"/>
                  </a:srgbClr>
                </a:gs>
                <a:gs pos="28571">
                  <a:srgbClr val="828383">
                    <a:alpha val="14607"/>
                  </a:srgbClr>
                </a:gs>
                <a:gs pos="42857">
                  <a:srgbClr val="828383">
                    <a:alpha val="9839"/>
                  </a:srgbClr>
                </a:gs>
                <a:gs pos="57143">
                  <a:srgbClr val="828383">
                    <a:alpha val="5578"/>
                  </a:srgbClr>
                </a:gs>
                <a:gs pos="71429">
                  <a:srgbClr val="828383">
                    <a:alpha val="2651"/>
                  </a:srgbClr>
                </a:gs>
                <a:gs pos="85714">
                  <a:srgbClr val="828383">
                    <a:alpha val="1057"/>
                  </a:srgbClr>
                </a:gs>
                <a:gs pos="100000">
                  <a:srgbClr val="828383">
                    <a:alpha val="35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4" name="Splat 1074"/>
            <p:cNvSpPr>
              <a:spLocks noGrp="1"/>
            </p:cNvSpPr>
            <p:nvPr/>
          </p:nvSpPr>
          <p:spPr>
            <a:xfrm rot="6310305">
              <a:off x="1923845" y="2265766"/>
              <a:ext cx="368969" cy="18708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5" name="Splat 1075"/>
            <p:cNvSpPr>
              <a:spLocks noGrp="1"/>
            </p:cNvSpPr>
            <p:nvPr/>
          </p:nvSpPr>
          <p:spPr>
            <a:xfrm rot="9883529">
              <a:off x="1627084" y="2176766"/>
              <a:ext cx="774890" cy="297090"/>
            </a:xfrm>
            <a:prstGeom prst="ellipse">
              <a:avLst/>
            </a:prstGeom>
            <a:gradFill>
              <a:gsLst>
                <a:gs pos="0">
                  <a:srgbClr val="000000">
                    <a:alpha val="11423"/>
                  </a:srgbClr>
                </a:gs>
                <a:gs pos="14286">
                  <a:srgbClr val="000000">
                    <a:alpha val="10549"/>
                  </a:srgbClr>
                </a:gs>
                <a:gs pos="28571">
                  <a:srgbClr val="000000">
                    <a:alpha val="8292"/>
                  </a:srgbClr>
                </a:gs>
                <a:gs pos="42857">
                  <a:srgbClr val="000000">
                    <a:alpha val="5520"/>
                  </a:srgbClr>
                </a:gs>
                <a:gs pos="57143">
                  <a:srgbClr val="000000">
                    <a:alpha val="3097"/>
                  </a:srgbClr>
                </a:gs>
                <a:gs pos="71429">
                  <a:srgbClr val="000000">
                    <a:alpha val="1462"/>
                  </a:srgbClr>
                </a:gs>
                <a:gs pos="85714">
                  <a:srgbClr val="000000">
                    <a:alpha val="581"/>
                  </a:srgbClr>
                </a:gs>
                <a:gs pos="100000">
                  <a:srgbClr val="000000">
                    <a:alpha val="19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6" name="Splat 1076"/>
            <p:cNvSpPr>
              <a:spLocks noGrp="1"/>
            </p:cNvSpPr>
            <p:nvPr/>
          </p:nvSpPr>
          <p:spPr>
            <a:xfrm rot="7538275">
              <a:off x="883348" y="2022622"/>
              <a:ext cx="672111" cy="48866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7" name="Splat 1077"/>
            <p:cNvSpPr>
              <a:spLocks noGrp="1"/>
            </p:cNvSpPr>
            <p:nvPr/>
          </p:nvSpPr>
          <p:spPr>
            <a:xfrm rot="8005547">
              <a:off x="612220" y="2006546"/>
              <a:ext cx="846390" cy="6604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8" name="Splat 1078"/>
            <p:cNvSpPr>
              <a:spLocks noGrp="1"/>
            </p:cNvSpPr>
            <p:nvPr/>
          </p:nvSpPr>
          <p:spPr>
            <a:xfrm rot="9599573">
              <a:off x="505498" y="1993004"/>
              <a:ext cx="812931" cy="752348"/>
            </a:xfrm>
            <a:prstGeom prst="ellipse">
              <a:avLst/>
            </a:prstGeom>
            <a:gradFill>
              <a:gsLst>
                <a:gs pos="0">
                  <a:srgbClr val="000000">
                    <a:alpha val="32822"/>
                  </a:srgbClr>
                </a:gs>
                <a:gs pos="14286">
                  <a:srgbClr val="000000">
                    <a:alpha val="30625"/>
                  </a:srgbClr>
                </a:gs>
                <a:gs pos="28571">
                  <a:srgbClr val="000000">
                    <a:alpha val="24716"/>
                  </a:srgbClr>
                </a:gs>
                <a:gs pos="42857">
                  <a:srgbClr val="000000">
                    <a:alpha val="16991"/>
                  </a:srgbClr>
                </a:gs>
                <a:gs pos="57143">
                  <a:srgbClr val="000000">
                    <a:alpha val="9804"/>
                  </a:srgbClr>
                </a:gs>
                <a:gs pos="71429">
                  <a:srgbClr val="000000">
                    <a:alpha val="4715"/>
                  </a:srgbClr>
                </a:gs>
                <a:gs pos="85714">
                  <a:srgbClr val="000000">
                    <a:alpha val="1892"/>
                  </a:srgbClr>
                </a:gs>
                <a:gs pos="100000">
                  <a:srgbClr val="00000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9" name="Splat 1079"/>
            <p:cNvSpPr>
              <a:spLocks noGrp="1"/>
            </p:cNvSpPr>
            <p:nvPr/>
          </p:nvSpPr>
          <p:spPr>
            <a:xfrm rot="9736355">
              <a:off x="268557" y="1876485"/>
              <a:ext cx="784194" cy="742446"/>
            </a:xfrm>
            <a:prstGeom prst="ellipse">
              <a:avLst/>
            </a:prstGeom>
            <a:gradFill>
              <a:gsLst>
                <a:gs pos="0">
                  <a:srgbClr val="0A0200">
                    <a:alpha val="19487"/>
                  </a:srgbClr>
                </a:gs>
                <a:gs pos="14286">
                  <a:srgbClr val="0A0200">
                    <a:alpha val="18063"/>
                  </a:srgbClr>
                </a:gs>
                <a:gs pos="28571">
                  <a:srgbClr val="0A0200">
                    <a:alpha val="14331"/>
                  </a:srgbClr>
                </a:gs>
                <a:gs pos="42857">
                  <a:srgbClr val="0A0200">
                    <a:alpha val="9648"/>
                  </a:srgbClr>
                </a:gs>
                <a:gs pos="57143">
                  <a:srgbClr val="0A0200">
                    <a:alpha val="5467"/>
                  </a:srgbClr>
                </a:gs>
                <a:gs pos="71429">
                  <a:srgbClr val="0A0200">
                    <a:alpha val="2597"/>
                  </a:srgbClr>
                </a:gs>
                <a:gs pos="85714">
                  <a:srgbClr val="0A0200">
                    <a:alpha val="1035"/>
                  </a:srgbClr>
                </a:gs>
                <a:gs pos="100000">
                  <a:srgbClr val="0A0200">
                    <a:alpha val="34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0" name="Splat 1080"/>
            <p:cNvSpPr>
              <a:spLocks noGrp="1"/>
            </p:cNvSpPr>
            <p:nvPr/>
          </p:nvSpPr>
          <p:spPr>
            <a:xfrm rot="-9183616">
              <a:off x="45035" y="1949622"/>
              <a:ext cx="806506" cy="79076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1" name="Splat 1081"/>
            <p:cNvSpPr>
              <a:spLocks noGrp="1"/>
            </p:cNvSpPr>
            <p:nvPr/>
          </p:nvSpPr>
          <p:spPr>
            <a:xfrm rot="9217802">
              <a:off x="-134925" y="1874977"/>
              <a:ext cx="833924" cy="763086"/>
            </a:xfrm>
            <a:prstGeom prst="ellipse">
              <a:avLst/>
            </a:prstGeom>
            <a:gradFill>
              <a:gsLst>
                <a:gs pos="0">
                  <a:srgbClr val="010101">
                    <a:alpha val="32902"/>
                  </a:srgbClr>
                </a:gs>
                <a:gs pos="14286">
                  <a:srgbClr val="010101">
                    <a:alpha val="30701"/>
                  </a:srgbClr>
                </a:gs>
                <a:gs pos="28571">
                  <a:srgbClr val="010101">
                    <a:alpha val="24780"/>
                  </a:srgbClr>
                </a:gs>
                <a:gs pos="42857">
                  <a:srgbClr val="010101">
                    <a:alpha val="17037"/>
                  </a:srgbClr>
                </a:gs>
                <a:gs pos="57143">
                  <a:srgbClr val="010101">
                    <a:alpha val="9832"/>
                  </a:srgbClr>
                </a:gs>
                <a:gs pos="71429">
                  <a:srgbClr val="010101">
                    <a:alpha val="4729"/>
                  </a:srgbClr>
                </a:gs>
                <a:gs pos="85714">
                  <a:srgbClr val="010101">
                    <a:alpha val="1897"/>
                  </a:srgbClr>
                </a:gs>
                <a:gs pos="100000">
                  <a:srgbClr val="010101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2" name="Splat 1082"/>
            <p:cNvSpPr>
              <a:spLocks noGrp="1"/>
            </p:cNvSpPr>
            <p:nvPr/>
          </p:nvSpPr>
          <p:spPr>
            <a:xfrm rot="-8556225">
              <a:off x="-387068" y="1807687"/>
              <a:ext cx="906928" cy="880165"/>
            </a:xfrm>
            <a:prstGeom prst="ellipse">
              <a:avLst/>
            </a:prstGeom>
            <a:gradFill>
              <a:gsLst>
                <a:gs pos="0">
                  <a:srgbClr val="030003">
                    <a:alpha val="32968"/>
                  </a:srgbClr>
                </a:gs>
                <a:gs pos="14286">
                  <a:srgbClr val="030003">
                    <a:alpha val="30764"/>
                  </a:srgbClr>
                </a:gs>
                <a:gs pos="28571">
                  <a:srgbClr val="030003">
                    <a:alpha val="24833"/>
                  </a:srgbClr>
                </a:gs>
                <a:gs pos="42857">
                  <a:srgbClr val="030003">
                    <a:alpha val="17075"/>
                  </a:srgbClr>
                </a:gs>
                <a:gs pos="57143">
                  <a:srgbClr val="030003">
                    <a:alpha val="9855"/>
                  </a:srgbClr>
                </a:gs>
                <a:gs pos="71429">
                  <a:srgbClr val="030003">
                    <a:alpha val="4740"/>
                  </a:srgbClr>
                </a:gs>
                <a:gs pos="85714">
                  <a:srgbClr val="030003">
                    <a:alpha val="1902"/>
                  </a:srgbClr>
                </a:gs>
                <a:gs pos="100000">
                  <a:srgbClr val="030003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3" name="Splat 1083"/>
            <p:cNvSpPr>
              <a:spLocks noGrp="1"/>
            </p:cNvSpPr>
            <p:nvPr/>
          </p:nvSpPr>
          <p:spPr>
            <a:xfrm rot="6590387">
              <a:off x="2848913" y="1884875"/>
              <a:ext cx="807167" cy="665355"/>
            </a:xfrm>
            <a:prstGeom prst="ellipse">
              <a:avLst/>
            </a:prstGeom>
            <a:gradFill>
              <a:gsLst>
                <a:gs pos="0">
                  <a:srgbClr val="60605F">
                    <a:alpha val="5465"/>
                  </a:srgbClr>
                </a:gs>
                <a:gs pos="14286">
                  <a:srgbClr val="60605F">
                    <a:alpha val="5034"/>
                  </a:srgbClr>
                </a:gs>
                <a:gs pos="28571">
                  <a:srgbClr val="60605F">
                    <a:alpha val="3931"/>
                  </a:srgbClr>
                </a:gs>
                <a:gs pos="42857">
                  <a:srgbClr val="60605F">
                    <a:alpha val="2596"/>
                  </a:srgbClr>
                </a:gs>
                <a:gs pos="57143">
                  <a:srgbClr val="60605F">
                    <a:alpha val="1447"/>
                  </a:srgbClr>
                </a:gs>
                <a:gs pos="71429">
                  <a:srgbClr val="60605F">
                    <a:alpha val="680"/>
                  </a:srgbClr>
                </a:gs>
                <a:gs pos="85714">
                  <a:srgbClr val="60605F">
                    <a:alpha val="269"/>
                  </a:srgbClr>
                </a:gs>
                <a:gs pos="100000">
                  <a:srgbClr val="60605F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4" name="Splat 1084"/>
            <p:cNvSpPr>
              <a:spLocks noGrp="1"/>
            </p:cNvSpPr>
            <p:nvPr/>
          </p:nvSpPr>
          <p:spPr>
            <a:xfrm rot="5394298">
              <a:off x="2649695" y="1965649"/>
              <a:ext cx="727209" cy="533578"/>
            </a:xfrm>
            <a:prstGeom prst="ellipse">
              <a:avLst/>
            </a:prstGeom>
            <a:gradFill>
              <a:gsLst>
                <a:gs pos="0">
                  <a:srgbClr val="4F4E50">
                    <a:alpha val="5463"/>
                  </a:srgbClr>
                </a:gs>
                <a:gs pos="14286">
                  <a:srgbClr val="4F4E50">
                    <a:alpha val="5033"/>
                  </a:srgbClr>
                </a:gs>
                <a:gs pos="28571">
                  <a:srgbClr val="4F4E50">
                    <a:alpha val="3930"/>
                  </a:srgbClr>
                </a:gs>
                <a:gs pos="42857">
                  <a:srgbClr val="4F4E50">
                    <a:alpha val="2595"/>
                  </a:srgbClr>
                </a:gs>
                <a:gs pos="57143">
                  <a:srgbClr val="4F4E50">
                    <a:alpha val="1447"/>
                  </a:srgbClr>
                </a:gs>
                <a:gs pos="71429">
                  <a:srgbClr val="4F4E50">
                    <a:alpha val="680"/>
                  </a:srgbClr>
                </a:gs>
                <a:gs pos="85714">
                  <a:srgbClr val="4F4E50">
                    <a:alpha val="269"/>
                  </a:srgbClr>
                </a:gs>
                <a:gs pos="100000">
                  <a:srgbClr val="4F4E50">
                    <a:alpha val="9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5" name="Splat 1085"/>
            <p:cNvSpPr>
              <a:spLocks noGrp="1"/>
            </p:cNvSpPr>
            <p:nvPr/>
          </p:nvSpPr>
          <p:spPr>
            <a:xfrm rot="3130106">
              <a:off x="2212204" y="1766280"/>
              <a:ext cx="911921" cy="676889"/>
            </a:xfrm>
            <a:prstGeom prst="ellipse">
              <a:avLst/>
            </a:prstGeom>
            <a:gradFill>
              <a:gsLst>
                <a:gs pos="0">
                  <a:srgbClr val="40403E">
                    <a:alpha val="5532"/>
                  </a:srgbClr>
                </a:gs>
                <a:gs pos="14286">
                  <a:srgbClr val="40403E">
                    <a:alpha val="5097"/>
                  </a:srgbClr>
                </a:gs>
                <a:gs pos="28571">
                  <a:srgbClr val="40403E">
                    <a:alpha val="3980"/>
                  </a:srgbClr>
                </a:gs>
                <a:gs pos="42857">
                  <a:srgbClr val="40403E">
                    <a:alpha val="2629"/>
                  </a:srgbClr>
                </a:gs>
                <a:gs pos="57143">
                  <a:srgbClr val="40403E">
                    <a:alpha val="1465"/>
                  </a:srgbClr>
                </a:gs>
                <a:gs pos="71429">
                  <a:srgbClr val="40403E">
                    <a:alpha val="689"/>
                  </a:srgbClr>
                </a:gs>
                <a:gs pos="85714">
                  <a:srgbClr val="40403E">
                    <a:alpha val="273"/>
                  </a:srgbClr>
                </a:gs>
                <a:gs pos="100000">
                  <a:srgbClr val="40403E">
                    <a:alpha val="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6" name="Splat 1086"/>
            <p:cNvSpPr>
              <a:spLocks noGrp="1"/>
            </p:cNvSpPr>
            <p:nvPr/>
          </p:nvSpPr>
          <p:spPr>
            <a:xfrm rot="8538447">
              <a:off x="1534506" y="1894474"/>
              <a:ext cx="640241" cy="34125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7" name="Splat 1087"/>
            <p:cNvSpPr>
              <a:spLocks noGrp="1"/>
            </p:cNvSpPr>
            <p:nvPr/>
          </p:nvSpPr>
          <p:spPr>
            <a:xfrm rot="-10632417">
              <a:off x="1266001" y="1825618"/>
              <a:ext cx="849595" cy="43855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8" name="Splat 1088"/>
            <p:cNvSpPr>
              <a:spLocks noGrp="1"/>
            </p:cNvSpPr>
            <p:nvPr/>
          </p:nvSpPr>
          <p:spPr>
            <a:xfrm rot="-9666859">
              <a:off x="1253579" y="1868201"/>
              <a:ext cx="761621" cy="39358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89" name="Splat 1089"/>
            <p:cNvSpPr>
              <a:spLocks noGrp="1"/>
            </p:cNvSpPr>
            <p:nvPr/>
          </p:nvSpPr>
          <p:spPr>
            <a:xfrm rot="8897227">
              <a:off x="831414" y="1989419"/>
              <a:ext cx="867250" cy="3460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0" name="Splat 1090"/>
            <p:cNvSpPr>
              <a:spLocks noGrp="1"/>
            </p:cNvSpPr>
            <p:nvPr/>
          </p:nvSpPr>
          <p:spPr>
            <a:xfrm rot="7560266">
              <a:off x="700737" y="1816619"/>
              <a:ext cx="838069" cy="73500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1" name="Splat 1091"/>
            <p:cNvSpPr>
              <a:spLocks noGrp="1"/>
            </p:cNvSpPr>
            <p:nvPr/>
          </p:nvSpPr>
          <p:spPr>
            <a:xfrm rot="7046455">
              <a:off x="504360" y="1739333"/>
              <a:ext cx="834036" cy="760419"/>
            </a:xfrm>
            <a:prstGeom prst="ellipse">
              <a:avLst/>
            </a:prstGeom>
            <a:gradFill>
              <a:gsLst>
                <a:gs pos="0">
                  <a:srgbClr val="000200">
                    <a:alpha val="32041"/>
                  </a:srgbClr>
                </a:gs>
                <a:gs pos="14286">
                  <a:srgbClr val="000200">
                    <a:alpha val="29884"/>
                  </a:srgbClr>
                </a:gs>
                <a:gs pos="28571">
                  <a:srgbClr val="000200">
                    <a:alpha val="24093"/>
                  </a:srgbClr>
                </a:gs>
                <a:gs pos="42857">
                  <a:srgbClr val="000200">
                    <a:alpha val="16540"/>
                  </a:srgbClr>
                </a:gs>
                <a:gs pos="57143">
                  <a:srgbClr val="000200">
                    <a:alpha val="9533"/>
                  </a:srgbClr>
                </a:gs>
                <a:gs pos="71429">
                  <a:srgbClr val="000200">
                    <a:alpha val="4581"/>
                  </a:srgbClr>
                </a:gs>
                <a:gs pos="85714">
                  <a:srgbClr val="000200">
                    <a:alpha val="1837"/>
                  </a:srgbClr>
                </a:gs>
                <a:gs pos="100000">
                  <a:srgbClr val="000200">
                    <a:alpha val="6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2" name="Splat 1092"/>
            <p:cNvSpPr>
              <a:spLocks noGrp="1"/>
            </p:cNvSpPr>
            <p:nvPr/>
          </p:nvSpPr>
          <p:spPr>
            <a:xfrm rot="8018412">
              <a:off x="316622" y="1750491"/>
              <a:ext cx="819521" cy="739934"/>
            </a:xfrm>
            <a:prstGeom prst="ellipse">
              <a:avLst/>
            </a:prstGeom>
            <a:gradFill>
              <a:gsLst>
                <a:gs pos="0">
                  <a:srgbClr val="040000">
                    <a:alpha val="32893"/>
                  </a:srgbClr>
                </a:gs>
                <a:gs pos="14286">
                  <a:srgbClr val="040000">
                    <a:alpha val="30692"/>
                  </a:srgbClr>
                </a:gs>
                <a:gs pos="28571">
                  <a:srgbClr val="040000">
                    <a:alpha val="24773"/>
                  </a:srgbClr>
                </a:gs>
                <a:gs pos="42857">
                  <a:srgbClr val="040000">
                    <a:alpha val="17032"/>
                  </a:srgbClr>
                </a:gs>
                <a:gs pos="57143">
                  <a:srgbClr val="040000">
                    <a:alpha val="9829"/>
                  </a:srgbClr>
                </a:gs>
                <a:gs pos="71429">
                  <a:srgbClr val="040000">
                    <a:alpha val="4727"/>
                  </a:srgbClr>
                </a:gs>
                <a:gs pos="85714">
                  <a:srgbClr val="040000">
                    <a:alpha val="1897"/>
                  </a:srgbClr>
                </a:gs>
                <a:gs pos="100000">
                  <a:srgbClr val="04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3" name="Splat 1093"/>
            <p:cNvSpPr>
              <a:spLocks noGrp="1"/>
            </p:cNvSpPr>
            <p:nvPr/>
          </p:nvSpPr>
          <p:spPr>
            <a:xfrm rot="4336495">
              <a:off x="-9639" y="1714864"/>
              <a:ext cx="854220" cy="819411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4" name="Splat 1094"/>
            <p:cNvSpPr>
              <a:spLocks noGrp="1"/>
            </p:cNvSpPr>
            <p:nvPr/>
          </p:nvSpPr>
          <p:spPr>
            <a:xfrm rot="-10639481">
              <a:off x="-221509" y="1644365"/>
              <a:ext cx="880849" cy="848623"/>
            </a:xfrm>
            <a:prstGeom prst="ellipse">
              <a:avLst/>
            </a:prstGeom>
            <a:gradFill>
              <a:gsLst>
                <a:gs pos="0">
                  <a:srgbClr val="010000">
                    <a:alpha val="32922"/>
                  </a:srgbClr>
                </a:gs>
                <a:gs pos="14286">
                  <a:srgbClr val="010000">
                    <a:alpha val="30720"/>
                  </a:srgbClr>
                </a:gs>
                <a:gs pos="28571">
                  <a:srgbClr val="010000">
                    <a:alpha val="24796"/>
                  </a:srgbClr>
                </a:gs>
                <a:gs pos="42857">
                  <a:srgbClr val="010000">
                    <a:alpha val="17048"/>
                  </a:srgbClr>
                </a:gs>
                <a:gs pos="57143">
                  <a:srgbClr val="010000">
                    <a:alpha val="9839"/>
                  </a:srgbClr>
                </a:gs>
                <a:gs pos="71429">
                  <a:srgbClr val="010000">
                    <a:alpha val="4732"/>
                  </a:srgbClr>
                </a:gs>
                <a:gs pos="85714">
                  <a:srgbClr val="010000">
                    <a:alpha val="1899"/>
                  </a:srgbClr>
                </a:gs>
                <a:gs pos="100000">
                  <a:srgbClr val="0100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5" name="Splat 1095"/>
            <p:cNvSpPr>
              <a:spLocks noGrp="1"/>
            </p:cNvSpPr>
            <p:nvPr/>
          </p:nvSpPr>
          <p:spPr>
            <a:xfrm rot="-8747582">
              <a:off x="-375797" y="1704719"/>
              <a:ext cx="906476" cy="88317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6" name="Splat 1096"/>
            <p:cNvSpPr>
              <a:spLocks noGrp="1"/>
            </p:cNvSpPr>
            <p:nvPr/>
          </p:nvSpPr>
          <p:spPr>
            <a:xfrm rot="9260678">
              <a:off x="2719077" y="1549667"/>
              <a:ext cx="712371" cy="626561"/>
            </a:xfrm>
            <a:prstGeom prst="ellipse">
              <a:avLst/>
            </a:prstGeom>
            <a:gradFill>
              <a:gsLst>
                <a:gs pos="0">
                  <a:srgbClr val="3B3B3B">
                    <a:alpha val="2505"/>
                  </a:srgbClr>
                </a:gs>
                <a:gs pos="14286">
                  <a:srgbClr val="3B3B3B">
                    <a:alpha val="2304"/>
                  </a:srgbClr>
                </a:gs>
                <a:gs pos="28571">
                  <a:srgbClr val="3B3B3B">
                    <a:alpha val="1794"/>
                  </a:srgbClr>
                </a:gs>
                <a:gs pos="42857">
                  <a:srgbClr val="3B3B3B">
                    <a:alpha val="1180"/>
                  </a:srgbClr>
                </a:gs>
                <a:gs pos="57143">
                  <a:srgbClr val="3B3B3B">
                    <a:alpha val="656"/>
                  </a:srgbClr>
                </a:gs>
                <a:gs pos="71429">
                  <a:srgbClr val="3B3B3B">
                    <a:alpha val="307"/>
                  </a:srgbClr>
                </a:gs>
                <a:gs pos="85714">
                  <a:srgbClr val="3B3B3B">
                    <a:alpha val="122"/>
                  </a:srgbClr>
                </a:gs>
                <a:gs pos="100000">
                  <a:srgbClr val="3B3B3B">
                    <a:alpha val="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7" name="Splat 1097"/>
            <p:cNvSpPr>
              <a:spLocks noGrp="1"/>
            </p:cNvSpPr>
            <p:nvPr/>
          </p:nvSpPr>
          <p:spPr>
            <a:xfrm rot="9990305">
              <a:off x="2624272" y="1692819"/>
              <a:ext cx="720231" cy="588043"/>
            </a:xfrm>
            <a:prstGeom prst="ellipse">
              <a:avLst/>
            </a:prstGeom>
            <a:gradFill>
              <a:gsLst>
                <a:gs pos="0">
                  <a:srgbClr val="B5B4B5">
                    <a:alpha val="3004"/>
                  </a:srgbClr>
                </a:gs>
                <a:gs pos="14286">
                  <a:srgbClr val="B5B4B5">
                    <a:alpha val="2764"/>
                  </a:srgbClr>
                </a:gs>
                <a:gs pos="28571">
                  <a:srgbClr val="B5B4B5">
                    <a:alpha val="2153"/>
                  </a:srgbClr>
                </a:gs>
                <a:gs pos="42857">
                  <a:srgbClr val="B5B4B5">
                    <a:alpha val="1417"/>
                  </a:srgbClr>
                </a:gs>
                <a:gs pos="57143">
                  <a:srgbClr val="B5B4B5">
                    <a:alpha val="788"/>
                  </a:srgbClr>
                </a:gs>
                <a:gs pos="71429">
                  <a:srgbClr val="B5B4B5">
                    <a:alpha val="370"/>
                  </a:srgbClr>
                </a:gs>
                <a:gs pos="85714">
                  <a:srgbClr val="B5B4B5">
                    <a:alpha val="146"/>
                  </a:srgbClr>
                </a:gs>
                <a:gs pos="100000">
                  <a:srgbClr val="B5B4B5">
                    <a:alpha val="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8" name="Splat 1098"/>
            <p:cNvSpPr>
              <a:spLocks noGrp="1"/>
            </p:cNvSpPr>
            <p:nvPr/>
          </p:nvSpPr>
          <p:spPr>
            <a:xfrm rot="3679888">
              <a:off x="1601353" y="1748679"/>
              <a:ext cx="589778" cy="37104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99" name="Splat 1099"/>
            <p:cNvSpPr>
              <a:spLocks noGrp="1"/>
            </p:cNvSpPr>
            <p:nvPr/>
          </p:nvSpPr>
          <p:spPr>
            <a:xfrm rot="-10777630">
              <a:off x="1314664" y="1634621"/>
              <a:ext cx="791117" cy="66334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0" name="Splat 1100"/>
            <p:cNvSpPr>
              <a:spLocks noGrp="1"/>
            </p:cNvSpPr>
            <p:nvPr/>
          </p:nvSpPr>
          <p:spPr>
            <a:xfrm rot="-8758922">
              <a:off x="1137734" y="1700017"/>
              <a:ext cx="878605" cy="53382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1" name="Splat 1101"/>
            <p:cNvSpPr>
              <a:spLocks noGrp="1"/>
            </p:cNvSpPr>
            <p:nvPr/>
          </p:nvSpPr>
          <p:spPr>
            <a:xfrm rot="7499606">
              <a:off x="906702" y="1664239"/>
              <a:ext cx="816731" cy="618641"/>
            </a:xfrm>
            <a:prstGeom prst="ellipse">
              <a:avLst/>
            </a:prstGeom>
            <a:gradFill>
              <a:gsLst>
                <a:gs pos="0">
                  <a:srgbClr val="000000">
                    <a:alpha val="32229"/>
                  </a:srgbClr>
                </a:gs>
                <a:gs pos="14286">
                  <a:srgbClr val="000000">
                    <a:alpha val="30062"/>
                  </a:srgbClr>
                </a:gs>
                <a:gs pos="28571">
                  <a:srgbClr val="000000">
                    <a:alpha val="24242"/>
                  </a:srgbClr>
                </a:gs>
                <a:gs pos="42857">
                  <a:srgbClr val="000000">
                    <a:alpha val="16649"/>
                  </a:srgbClr>
                </a:gs>
                <a:gs pos="57143">
                  <a:srgbClr val="000000">
                    <a:alpha val="9598"/>
                  </a:srgbClr>
                </a:gs>
                <a:gs pos="71429">
                  <a:srgbClr val="000000">
                    <a:alpha val="4613"/>
                  </a:srgbClr>
                </a:gs>
                <a:gs pos="85714">
                  <a:srgbClr val="000000">
                    <a:alpha val="1850"/>
                  </a:srgbClr>
                </a:gs>
                <a:gs pos="100000">
                  <a:srgbClr val="000000">
                    <a:alpha val="62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2" name="Splat 1102"/>
            <p:cNvSpPr>
              <a:spLocks noGrp="1"/>
            </p:cNvSpPr>
            <p:nvPr/>
          </p:nvSpPr>
          <p:spPr>
            <a:xfrm rot="5261359">
              <a:off x="591125" y="1637560"/>
              <a:ext cx="840521" cy="79843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3" name="Splat 1103"/>
            <p:cNvSpPr>
              <a:spLocks noGrp="1"/>
            </p:cNvSpPr>
            <p:nvPr/>
          </p:nvSpPr>
          <p:spPr>
            <a:xfrm rot="7668911">
              <a:off x="484303" y="1502027"/>
              <a:ext cx="769124" cy="733002"/>
            </a:xfrm>
            <a:prstGeom prst="ellipse">
              <a:avLst/>
            </a:prstGeom>
            <a:gradFill>
              <a:gsLst>
                <a:gs pos="0">
                  <a:srgbClr val="000200">
                    <a:alpha val="32652"/>
                  </a:srgbClr>
                </a:gs>
                <a:gs pos="14286">
                  <a:srgbClr val="000200">
                    <a:alpha val="30463"/>
                  </a:srgbClr>
                </a:gs>
                <a:gs pos="28571">
                  <a:srgbClr val="000200">
                    <a:alpha val="24580"/>
                  </a:srgbClr>
                </a:gs>
                <a:gs pos="42857">
                  <a:srgbClr val="000200">
                    <a:alpha val="16892"/>
                  </a:srgbClr>
                </a:gs>
                <a:gs pos="57143">
                  <a:srgbClr val="000200">
                    <a:alpha val="9745"/>
                  </a:srgbClr>
                </a:gs>
                <a:gs pos="71429">
                  <a:srgbClr val="000200">
                    <a:alpha val="4686"/>
                  </a:srgbClr>
                </a:gs>
                <a:gs pos="85714">
                  <a:srgbClr val="000200">
                    <a:alpha val="1880"/>
                  </a:srgbClr>
                </a:gs>
                <a:gs pos="100000">
                  <a:srgbClr val="000200">
                    <a:alpha val="63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4" name="Splat 1104"/>
            <p:cNvSpPr>
              <a:spLocks noGrp="1"/>
            </p:cNvSpPr>
            <p:nvPr/>
          </p:nvSpPr>
          <p:spPr>
            <a:xfrm rot="9998640">
              <a:off x="344330" y="1553396"/>
              <a:ext cx="764528" cy="744923"/>
            </a:xfrm>
            <a:prstGeom prst="ellipse">
              <a:avLst/>
            </a:prstGeom>
            <a:gradFill>
              <a:gsLst>
                <a:gs pos="0">
                  <a:srgbClr val="020400">
                    <a:alpha val="31539"/>
                  </a:srgbClr>
                </a:gs>
                <a:gs pos="14286">
                  <a:srgbClr val="020400">
                    <a:alpha val="29408"/>
                  </a:srgbClr>
                </a:gs>
                <a:gs pos="28571">
                  <a:srgbClr val="020400">
                    <a:alpha val="23693"/>
                  </a:srgbClr>
                </a:gs>
                <a:gs pos="42857">
                  <a:srgbClr val="020400">
                    <a:alpha val="16252"/>
                  </a:srgbClr>
                </a:gs>
                <a:gs pos="57143">
                  <a:srgbClr val="020400">
                    <a:alpha val="9360"/>
                  </a:srgbClr>
                </a:gs>
                <a:gs pos="71429">
                  <a:srgbClr val="020400">
                    <a:alpha val="4496"/>
                  </a:srgbClr>
                </a:gs>
                <a:gs pos="85714">
                  <a:srgbClr val="020400">
                    <a:alpha val="1803"/>
                  </a:srgbClr>
                </a:gs>
                <a:gs pos="100000">
                  <a:srgbClr val="020400">
                    <a:alpha val="60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5" name="Splat 1105"/>
            <p:cNvSpPr>
              <a:spLocks noGrp="1"/>
            </p:cNvSpPr>
            <p:nvPr/>
          </p:nvSpPr>
          <p:spPr>
            <a:xfrm rot="-9881938">
              <a:off x="7815" y="1508885"/>
              <a:ext cx="829865" cy="814686"/>
            </a:xfrm>
            <a:prstGeom prst="ellipse">
              <a:avLst/>
            </a:prstGeom>
            <a:gradFill>
              <a:gsLst>
                <a:gs pos="0">
                  <a:srgbClr val="000100">
                    <a:alpha val="32785"/>
                  </a:srgbClr>
                </a:gs>
                <a:gs pos="14286">
                  <a:srgbClr val="000100">
                    <a:alpha val="30590"/>
                  </a:srgbClr>
                </a:gs>
                <a:gs pos="28571">
                  <a:srgbClr val="000100">
                    <a:alpha val="24687"/>
                  </a:srgbClr>
                </a:gs>
                <a:gs pos="42857">
                  <a:srgbClr val="000100">
                    <a:alpha val="16969"/>
                  </a:srgbClr>
                </a:gs>
                <a:gs pos="57143">
                  <a:srgbClr val="000100">
                    <a:alpha val="9791"/>
                  </a:srgbClr>
                </a:gs>
                <a:gs pos="71429">
                  <a:srgbClr val="000100">
                    <a:alpha val="4709"/>
                  </a:srgbClr>
                </a:gs>
                <a:gs pos="85714">
                  <a:srgbClr val="000100">
                    <a:alpha val="1889"/>
                  </a:srgbClr>
                </a:gs>
                <a:gs pos="100000">
                  <a:srgbClr val="000100">
                    <a:alpha val="63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6" name="Splat 1106"/>
            <p:cNvSpPr>
              <a:spLocks noGrp="1"/>
            </p:cNvSpPr>
            <p:nvPr/>
          </p:nvSpPr>
          <p:spPr>
            <a:xfrm rot="10634099">
              <a:off x="-216130" y="1584873"/>
              <a:ext cx="864805" cy="783612"/>
            </a:xfrm>
            <a:prstGeom prst="ellipse">
              <a:avLst/>
            </a:prstGeom>
            <a:gradFill>
              <a:gsLst>
                <a:gs pos="0">
                  <a:srgbClr val="000000">
                    <a:alpha val="31352"/>
                  </a:srgbClr>
                </a:gs>
                <a:gs pos="14286">
                  <a:srgbClr val="000000">
                    <a:alpha val="29231"/>
                  </a:srgbClr>
                </a:gs>
                <a:gs pos="28571">
                  <a:srgbClr val="000000">
                    <a:alpha val="23544"/>
                  </a:srgbClr>
                </a:gs>
                <a:gs pos="42857">
                  <a:srgbClr val="000000">
                    <a:alpha val="16146"/>
                  </a:srgbClr>
                </a:gs>
                <a:gs pos="57143">
                  <a:srgbClr val="000000">
                    <a:alpha val="9296"/>
                  </a:srgbClr>
                </a:gs>
                <a:gs pos="71429">
                  <a:srgbClr val="000000">
                    <a:alpha val="4465"/>
                  </a:srgbClr>
                </a:gs>
                <a:gs pos="85714">
                  <a:srgbClr val="000000">
                    <a:alpha val="1790"/>
                  </a:srgbClr>
                </a:gs>
                <a:gs pos="100000">
                  <a:srgbClr val="000000">
                    <a:alpha val="6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7" name="Splat 1107"/>
            <p:cNvSpPr>
              <a:spLocks noGrp="1"/>
            </p:cNvSpPr>
            <p:nvPr/>
          </p:nvSpPr>
          <p:spPr>
            <a:xfrm rot="10567655">
              <a:off x="-339762" y="1651081"/>
              <a:ext cx="912701" cy="62464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8" name="Splat 1108"/>
            <p:cNvSpPr>
              <a:spLocks noGrp="1"/>
            </p:cNvSpPr>
            <p:nvPr/>
          </p:nvSpPr>
          <p:spPr>
            <a:xfrm rot="-10629423">
              <a:off x="3120877" y="1613321"/>
              <a:ext cx="873220" cy="196988"/>
            </a:xfrm>
            <a:prstGeom prst="ellipse">
              <a:avLst/>
            </a:prstGeom>
            <a:gradFill>
              <a:gsLst>
                <a:gs pos="0">
                  <a:srgbClr val="1B1718">
                    <a:alpha val="13036"/>
                  </a:srgbClr>
                </a:gs>
                <a:gs pos="14286">
                  <a:srgbClr val="1B1718">
                    <a:alpha val="12048"/>
                  </a:srgbClr>
                </a:gs>
                <a:gs pos="28571">
                  <a:srgbClr val="1B1718">
                    <a:alpha val="9487"/>
                  </a:srgbClr>
                </a:gs>
                <a:gs pos="42857">
                  <a:srgbClr val="1B1718">
                    <a:alpha val="6329"/>
                  </a:srgbClr>
                </a:gs>
                <a:gs pos="57143">
                  <a:srgbClr val="1B1718">
                    <a:alpha val="3558"/>
                  </a:srgbClr>
                </a:gs>
                <a:gs pos="71429">
                  <a:srgbClr val="1B1718">
                    <a:alpha val="1682"/>
                  </a:srgbClr>
                </a:gs>
                <a:gs pos="85714">
                  <a:srgbClr val="1B1718">
                    <a:alpha val="668"/>
                  </a:srgbClr>
                </a:gs>
                <a:gs pos="100000">
                  <a:srgbClr val="1B1718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09" name="Splat 1109"/>
            <p:cNvSpPr>
              <a:spLocks noGrp="1"/>
            </p:cNvSpPr>
            <p:nvPr/>
          </p:nvSpPr>
          <p:spPr>
            <a:xfrm rot="6315083">
              <a:off x="1461697" y="1656939"/>
              <a:ext cx="786801" cy="40820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0" name="Splat 1110"/>
            <p:cNvSpPr>
              <a:spLocks noGrp="1"/>
            </p:cNvSpPr>
            <p:nvPr/>
          </p:nvSpPr>
          <p:spPr>
            <a:xfrm rot="3258724">
              <a:off x="1261894" y="1555258"/>
              <a:ext cx="869887" cy="57061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1" name="Splat 1111"/>
            <p:cNvSpPr>
              <a:spLocks noGrp="1"/>
            </p:cNvSpPr>
            <p:nvPr/>
          </p:nvSpPr>
          <p:spPr>
            <a:xfrm rot="-8332257">
              <a:off x="1107709" y="1378735"/>
              <a:ext cx="826799" cy="74693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2" name="Splat 1112"/>
            <p:cNvSpPr>
              <a:spLocks noGrp="1"/>
            </p:cNvSpPr>
            <p:nvPr/>
          </p:nvSpPr>
          <p:spPr>
            <a:xfrm rot="10780167">
              <a:off x="1002604" y="1412599"/>
              <a:ext cx="829768" cy="71518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3" name="Splat 1113"/>
            <p:cNvSpPr>
              <a:spLocks noGrp="1"/>
            </p:cNvSpPr>
            <p:nvPr/>
          </p:nvSpPr>
          <p:spPr>
            <a:xfrm rot="-9245155">
              <a:off x="721009" y="1387826"/>
              <a:ext cx="744422" cy="705085"/>
            </a:xfrm>
            <a:prstGeom prst="ellipse">
              <a:avLst/>
            </a:prstGeom>
            <a:gradFill>
              <a:gsLst>
                <a:gs pos="0">
                  <a:srgbClr val="000200">
                    <a:alpha val="32120"/>
                  </a:srgbClr>
                </a:gs>
                <a:gs pos="14286">
                  <a:srgbClr val="000200">
                    <a:alpha val="29959"/>
                  </a:srgbClr>
                </a:gs>
                <a:gs pos="28571">
                  <a:srgbClr val="000200">
                    <a:alpha val="24156"/>
                  </a:srgbClr>
                </a:gs>
                <a:gs pos="42857">
                  <a:srgbClr val="000200">
                    <a:alpha val="16586"/>
                  </a:srgbClr>
                </a:gs>
                <a:gs pos="57143">
                  <a:srgbClr val="000200">
                    <a:alpha val="9561"/>
                  </a:srgbClr>
                </a:gs>
                <a:gs pos="71429">
                  <a:srgbClr val="000200">
                    <a:alpha val="4595"/>
                  </a:srgbClr>
                </a:gs>
                <a:gs pos="85714">
                  <a:srgbClr val="000200">
                    <a:alpha val="1843"/>
                  </a:srgbClr>
                </a:gs>
                <a:gs pos="100000">
                  <a:srgbClr val="000200">
                    <a:alpha val="61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4" name="Splat 1114"/>
            <p:cNvSpPr>
              <a:spLocks noGrp="1"/>
            </p:cNvSpPr>
            <p:nvPr/>
          </p:nvSpPr>
          <p:spPr>
            <a:xfrm rot="4868744">
              <a:off x="420884" y="1379345"/>
              <a:ext cx="788872" cy="761993"/>
            </a:xfrm>
            <a:prstGeom prst="ellipse">
              <a:avLst/>
            </a:prstGeom>
            <a:gradFill>
              <a:gsLst>
                <a:gs pos="0">
                  <a:srgbClr val="000200">
                    <a:alpha val="32947"/>
                  </a:srgbClr>
                </a:gs>
                <a:gs pos="14286">
                  <a:srgbClr val="000200">
                    <a:alpha val="30743"/>
                  </a:srgbClr>
                </a:gs>
                <a:gs pos="28571">
                  <a:srgbClr val="000200">
                    <a:alpha val="24816"/>
                  </a:srgbClr>
                </a:gs>
                <a:gs pos="42857">
                  <a:srgbClr val="000200">
                    <a:alpha val="17063"/>
                  </a:srgbClr>
                </a:gs>
                <a:gs pos="57143">
                  <a:srgbClr val="000200">
                    <a:alpha val="9847"/>
                  </a:srgbClr>
                </a:gs>
                <a:gs pos="71429">
                  <a:srgbClr val="000200">
                    <a:alpha val="4737"/>
                  </a:srgbClr>
                </a:gs>
                <a:gs pos="85714">
                  <a:srgbClr val="000200">
                    <a:alpha val="1901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5" name="Splat 1115"/>
            <p:cNvSpPr>
              <a:spLocks noGrp="1"/>
            </p:cNvSpPr>
            <p:nvPr/>
          </p:nvSpPr>
          <p:spPr>
            <a:xfrm rot="6651374">
              <a:off x="290884" y="1360634"/>
              <a:ext cx="783221" cy="754034"/>
            </a:xfrm>
            <a:prstGeom prst="ellipse">
              <a:avLst/>
            </a:prstGeom>
            <a:gradFill>
              <a:gsLst>
                <a:gs pos="0">
                  <a:srgbClr val="000300">
                    <a:alpha val="32888"/>
                  </a:srgbClr>
                </a:gs>
                <a:gs pos="14286">
                  <a:srgbClr val="000300">
                    <a:alpha val="30687"/>
                  </a:srgbClr>
                </a:gs>
                <a:gs pos="28571">
                  <a:srgbClr val="000300">
                    <a:alpha val="24769"/>
                  </a:srgbClr>
                </a:gs>
                <a:gs pos="42857">
                  <a:srgbClr val="000300">
                    <a:alpha val="17029"/>
                  </a:srgbClr>
                </a:gs>
                <a:gs pos="57143">
                  <a:srgbClr val="000300">
                    <a:alpha val="9827"/>
                  </a:srgbClr>
                </a:gs>
                <a:gs pos="71429">
                  <a:srgbClr val="000300">
                    <a:alpha val="4727"/>
                  </a:srgbClr>
                </a:gs>
                <a:gs pos="85714">
                  <a:srgbClr val="000300">
                    <a:alpha val="1896"/>
                  </a:srgbClr>
                </a:gs>
                <a:gs pos="100000">
                  <a:srgbClr val="00030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6" name="Splat 1116"/>
            <p:cNvSpPr>
              <a:spLocks noGrp="1"/>
            </p:cNvSpPr>
            <p:nvPr/>
          </p:nvSpPr>
          <p:spPr>
            <a:xfrm rot="10109033">
              <a:off x="39544" y="1359889"/>
              <a:ext cx="822092" cy="809443"/>
            </a:xfrm>
            <a:prstGeom prst="ellipse">
              <a:avLst/>
            </a:prstGeom>
            <a:gradFill>
              <a:gsLst>
                <a:gs pos="0">
                  <a:srgbClr val="000102">
                    <a:alpha val="32957"/>
                  </a:srgbClr>
                </a:gs>
                <a:gs pos="14286">
                  <a:srgbClr val="000102">
                    <a:alpha val="30753"/>
                  </a:srgbClr>
                </a:gs>
                <a:gs pos="28571">
                  <a:srgbClr val="000102">
                    <a:alpha val="24824"/>
                  </a:srgbClr>
                </a:gs>
                <a:gs pos="42857">
                  <a:srgbClr val="000102">
                    <a:alpha val="17069"/>
                  </a:srgbClr>
                </a:gs>
                <a:gs pos="57143">
                  <a:srgbClr val="000102">
                    <a:alpha val="9851"/>
                  </a:srgbClr>
                </a:gs>
                <a:gs pos="71429">
                  <a:srgbClr val="000102">
                    <a:alpha val="4738"/>
                  </a:srgbClr>
                </a:gs>
                <a:gs pos="85714">
                  <a:srgbClr val="000102">
                    <a:alpha val="1901"/>
                  </a:srgbClr>
                </a:gs>
                <a:gs pos="100000">
                  <a:srgbClr val="0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7" name="Splat 1117"/>
            <p:cNvSpPr>
              <a:spLocks noGrp="1"/>
            </p:cNvSpPr>
            <p:nvPr/>
          </p:nvSpPr>
          <p:spPr>
            <a:xfrm rot="7203133">
              <a:off x="-104473" y="1404042"/>
              <a:ext cx="842339" cy="65413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8" name="Splat 1118"/>
            <p:cNvSpPr>
              <a:spLocks noGrp="1"/>
            </p:cNvSpPr>
            <p:nvPr/>
          </p:nvSpPr>
          <p:spPr>
            <a:xfrm rot="4055342">
              <a:off x="-219536" y="1453491"/>
              <a:ext cx="831379" cy="554511"/>
            </a:xfrm>
            <a:prstGeom prst="ellipse">
              <a:avLst/>
            </a:prstGeom>
            <a:gradFill>
              <a:gsLst>
                <a:gs pos="0">
                  <a:srgbClr val="000000">
                    <a:alpha val="29455"/>
                  </a:srgbClr>
                </a:gs>
                <a:gs pos="14286">
                  <a:srgbClr val="000000">
                    <a:alpha val="27436"/>
                  </a:srgbClr>
                </a:gs>
                <a:gs pos="28571">
                  <a:srgbClr val="000000">
                    <a:alpha val="22043"/>
                  </a:srgbClr>
                </a:gs>
                <a:gs pos="42857">
                  <a:srgbClr val="000000">
                    <a:alpha val="15069"/>
                  </a:srgbClr>
                </a:gs>
                <a:gs pos="57143">
                  <a:srgbClr val="000000">
                    <a:alpha val="8653"/>
                  </a:srgbClr>
                </a:gs>
                <a:gs pos="71429">
                  <a:srgbClr val="000000">
                    <a:alpha val="4148"/>
                  </a:srgbClr>
                </a:gs>
                <a:gs pos="85714">
                  <a:srgbClr val="000000">
                    <a:alpha val="1661"/>
                  </a:srgbClr>
                </a:gs>
                <a:gs pos="100000">
                  <a:srgbClr val="000000">
                    <a:alpha val="55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19" name="Splat 1119"/>
            <p:cNvSpPr>
              <a:spLocks noGrp="1"/>
            </p:cNvSpPr>
            <p:nvPr/>
          </p:nvSpPr>
          <p:spPr>
            <a:xfrm rot="-8820416">
              <a:off x="3100941" y="1396551"/>
              <a:ext cx="556096" cy="244762"/>
            </a:xfrm>
            <a:prstGeom prst="ellipse">
              <a:avLst/>
            </a:prstGeom>
            <a:gradFill>
              <a:gsLst>
                <a:gs pos="0">
                  <a:srgbClr val="F6F6F6">
                    <a:alpha val="6467"/>
                  </a:srgbClr>
                </a:gs>
                <a:gs pos="14286">
                  <a:srgbClr val="F6F6F6">
                    <a:alpha val="5960"/>
                  </a:srgbClr>
                </a:gs>
                <a:gs pos="28571">
                  <a:srgbClr val="F6F6F6">
                    <a:alpha val="4659"/>
                  </a:srgbClr>
                </a:gs>
                <a:gs pos="42857">
                  <a:srgbClr val="F6F6F6">
                    <a:alpha val="3081"/>
                  </a:srgbClr>
                </a:gs>
                <a:gs pos="57143">
                  <a:srgbClr val="F6F6F6">
                    <a:alpha val="1719"/>
                  </a:srgbClr>
                </a:gs>
                <a:gs pos="71429">
                  <a:srgbClr val="F6F6F6">
                    <a:alpha val="808"/>
                  </a:srgbClr>
                </a:gs>
                <a:gs pos="85714">
                  <a:srgbClr val="F6F6F6">
                    <a:alpha val="320"/>
                  </a:srgbClr>
                </a:gs>
                <a:gs pos="100000">
                  <a:srgbClr val="F6F6F6">
                    <a:alpha val="1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0" name="Splat 1120"/>
            <p:cNvSpPr>
              <a:spLocks noGrp="1"/>
            </p:cNvSpPr>
            <p:nvPr/>
          </p:nvSpPr>
          <p:spPr>
            <a:xfrm rot="-10125430">
              <a:off x="2558093" y="1348570"/>
              <a:ext cx="772660" cy="471107"/>
            </a:xfrm>
            <a:prstGeom prst="ellipse">
              <a:avLst/>
            </a:prstGeom>
            <a:gradFill>
              <a:gsLst>
                <a:gs pos="0">
                  <a:srgbClr val="000000">
                    <a:alpha val="12163"/>
                  </a:srgbClr>
                </a:gs>
                <a:gs pos="14286">
                  <a:srgbClr val="000000">
                    <a:alpha val="11237"/>
                  </a:srgbClr>
                </a:gs>
                <a:gs pos="28571">
                  <a:srgbClr val="000000">
                    <a:alpha val="8840"/>
                  </a:srgbClr>
                </a:gs>
                <a:gs pos="42857">
                  <a:srgbClr val="000000">
                    <a:alpha val="5890"/>
                  </a:srgbClr>
                </a:gs>
                <a:gs pos="57143">
                  <a:srgbClr val="000000">
                    <a:alpha val="3308"/>
                  </a:srgbClr>
                </a:gs>
                <a:gs pos="71429">
                  <a:srgbClr val="000000">
                    <a:alpha val="1562"/>
                  </a:srgbClr>
                </a:gs>
                <a:gs pos="85714">
                  <a:srgbClr val="000000">
                    <a:alpha val="621"/>
                  </a:srgbClr>
                </a:gs>
                <a:gs pos="100000">
                  <a:srgbClr val="000000">
                    <a:alpha val="20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1" name="Splat 1121"/>
            <p:cNvSpPr>
              <a:spLocks noGrp="1"/>
            </p:cNvSpPr>
            <p:nvPr/>
          </p:nvSpPr>
          <p:spPr>
            <a:xfrm rot="8436654">
              <a:off x="2354401" y="1365558"/>
              <a:ext cx="813938" cy="439033"/>
            </a:xfrm>
            <a:prstGeom prst="ellipse">
              <a:avLst/>
            </a:prstGeom>
            <a:gradFill>
              <a:gsLst>
                <a:gs pos="0">
                  <a:srgbClr val="000000">
                    <a:alpha val="7976"/>
                  </a:srgbClr>
                </a:gs>
                <a:gs pos="14286">
                  <a:srgbClr val="000000">
                    <a:alpha val="7355"/>
                  </a:srgbClr>
                </a:gs>
                <a:gs pos="28571">
                  <a:srgbClr val="000000">
                    <a:alpha val="5759"/>
                  </a:srgbClr>
                </a:gs>
                <a:gs pos="42857">
                  <a:srgbClr val="000000">
                    <a:alpha val="3816"/>
                  </a:srgbClr>
                </a:gs>
                <a:gs pos="57143">
                  <a:srgbClr val="000000">
                    <a:alpha val="2133"/>
                  </a:srgbClr>
                </a:gs>
                <a:gs pos="71429">
                  <a:srgbClr val="000000">
                    <a:alpha val="1004"/>
                  </a:srgbClr>
                </a:gs>
                <a:gs pos="85714">
                  <a:srgbClr val="000000">
                    <a:alpha val="398"/>
                  </a:srgbClr>
                </a:gs>
                <a:gs pos="100000">
                  <a:srgbClr val="000000">
                    <a:alpha val="13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2" name="Splat 1122"/>
            <p:cNvSpPr>
              <a:spLocks noGrp="1"/>
            </p:cNvSpPr>
            <p:nvPr/>
          </p:nvSpPr>
          <p:spPr>
            <a:xfrm rot="4349322">
              <a:off x="2219129" y="1338041"/>
              <a:ext cx="674673" cy="480963"/>
            </a:xfrm>
            <a:prstGeom prst="ellipse">
              <a:avLst/>
            </a:prstGeom>
            <a:gradFill>
              <a:gsLst>
                <a:gs pos="0">
                  <a:srgbClr val="000000">
                    <a:alpha val="14012"/>
                  </a:srgbClr>
                </a:gs>
                <a:gs pos="14286">
                  <a:srgbClr val="000000">
                    <a:alpha val="12956"/>
                  </a:srgbClr>
                </a:gs>
                <a:gs pos="28571">
                  <a:srgbClr val="000000">
                    <a:alpha val="10213"/>
                  </a:srgbClr>
                </a:gs>
                <a:gs pos="42857">
                  <a:srgbClr val="000000">
                    <a:alpha val="6823"/>
                  </a:srgbClr>
                </a:gs>
                <a:gs pos="57143">
                  <a:srgbClr val="000000">
                    <a:alpha val="3840"/>
                  </a:srgbClr>
                </a:gs>
                <a:gs pos="71429">
                  <a:srgbClr val="000000">
                    <a:alpha val="1816"/>
                  </a:srgbClr>
                </a:gs>
                <a:gs pos="85714">
                  <a:srgbClr val="000000">
                    <a:alpha val="722"/>
                  </a:srgbClr>
                </a:gs>
                <a:gs pos="100000">
                  <a:srgbClr val="000000">
                    <a:alpha val="2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3" name="Splat 1123"/>
            <p:cNvSpPr>
              <a:spLocks noGrp="1"/>
            </p:cNvSpPr>
            <p:nvPr/>
          </p:nvSpPr>
          <p:spPr>
            <a:xfrm rot="7368258">
              <a:off x="1664792" y="1335315"/>
              <a:ext cx="741435" cy="353565"/>
            </a:xfrm>
            <a:prstGeom prst="ellipse">
              <a:avLst/>
            </a:prstGeom>
            <a:gradFill>
              <a:gsLst>
                <a:gs pos="0">
                  <a:srgbClr val="000000">
                    <a:alpha val="29993"/>
                  </a:srgbClr>
                </a:gs>
                <a:gs pos="14286">
                  <a:srgbClr val="000000">
                    <a:alpha val="27944"/>
                  </a:srgbClr>
                </a:gs>
                <a:gs pos="28571">
                  <a:srgbClr val="000000">
                    <a:alpha val="22467"/>
                  </a:srgbClr>
                </a:gs>
                <a:gs pos="42857">
                  <a:srgbClr val="000000">
                    <a:alpha val="15372"/>
                  </a:srgbClr>
                </a:gs>
                <a:gs pos="57143">
                  <a:srgbClr val="000000">
                    <a:alpha val="8834"/>
                  </a:srgbClr>
                </a:gs>
                <a:gs pos="71429">
                  <a:srgbClr val="000000">
                    <a:alpha val="4237"/>
                  </a:srgbClr>
                </a:gs>
                <a:gs pos="85714">
                  <a:srgbClr val="000000">
                    <a:alpha val="1697"/>
                  </a:srgbClr>
                </a:gs>
                <a:gs pos="100000">
                  <a:srgbClr val="000000">
                    <a:alpha val="57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4" name="Splat 1124"/>
            <p:cNvSpPr>
              <a:spLocks noGrp="1"/>
            </p:cNvSpPr>
            <p:nvPr/>
          </p:nvSpPr>
          <p:spPr>
            <a:xfrm rot="7725941">
              <a:off x="1545106" y="1512888"/>
              <a:ext cx="853800" cy="23870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5" name="Splat 1125"/>
            <p:cNvSpPr>
              <a:spLocks noGrp="1"/>
            </p:cNvSpPr>
            <p:nvPr/>
          </p:nvSpPr>
          <p:spPr>
            <a:xfrm rot="4496817">
              <a:off x="1121228" y="1248380"/>
              <a:ext cx="846294" cy="48578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6" name="Splat 1126"/>
            <p:cNvSpPr>
              <a:spLocks noGrp="1"/>
            </p:cNvSpPr>
            <p:nvPr/>
          </p:nvSpPr>
          <p:spPr>
            <a:xfrm rot="3061994">
              <a:off x="719733" y="1308074"/>
              <a:ext cx="753580" cy="47839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7" name="Splat 1127"/>
            <p:cNvSpPr>
              <a:spLocks noGrp="1"/>
            </p:cNvSpPr>
            <p:nvPr/>
          </p:nvSpPr>
          <p:spPr>
            <a:xfrm rot="4133123">
              <a:off x="519476" y="1136566"/>
              <a:ext cx="766686" cy="708879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8" name="Splat 1128"/>
            <p:cNvSpPr>
              <a:spLocks noGrp="1"/>
            </p:cNvSpPr>
            <p:nvPr/>
          </p:nvSpPr>
          <p:spPr>
            <a:xfrm rot="-10730142">
              <a:off x="380736" y="1215211"/>
              <a:ext cx="769009" cy="762501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29" name="Splat 1129"/>
            <p:cNvSpPr>
              <a:spLocks noGrp="1"/>
            </p:cNvSpPr>
            <p:nvPr/>
          </p:nvSpPr>
          <p:spPr>
            <a:xfrm rot="7391499">
              <a:off x="205440" y="1160412"/>
              <a:ext cx="773265" cy="702143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0" name="Splat 1130"/>
            <p:cNvSpPr>
              <a:spLocks noGrp="1"/>
            </p:cNvSpPr>
            <p:nvPr/>
          </p:nvSpPr>
          <p:spPr>
            <a:xfrm rot="7973480">
              <a:off x="-50575" y="1332622"/>
              <a:ext cx="821854" cy="484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1" name="Splat 1131"/>
            <p:cNvSpPr>
              <a:spLocks noGrp="1"/>
            </p:cNvSpPr>
            <p:nvPr/>
          </p:nvSpPr>
          <p:spPr>
            <a:xfrm rot="-8552374">
              <a:off x="1985976" y="1243303"/>
              <a:ext cx="635296" cy="35153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2" name="Splat 1132"/>
            <p:cNvSpPr>
              <a:spLocks noGrp="1"/>
            </p:cNvSpPr>
            <p:nvPr/>
          </p:nvSpPr>
          <p:spPr>
            <a:xfrm rot="2928243">
              <a:off x="1867380" y="1214989"/>
              <a:ext cx="411105" cy="34931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3" name="Splat 1133"/>
            <p:cNvSpPr>
              <a:spLocks noGrp="1"/>
            </p:cNvSpPr>
            <p:nvPr/>
          </p:nvSpPr>
          <p:spPr>
            <a:xfrm rot="4124335">
              <a:off x="1122807" y="1130948"/>
              <a:ext cx="761204" cy="44718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4" name="Splat 1134"/>
            <p:cNvSpPr>
              <a:spLocks noGrp="1"/>
            </p:cNvSpPr>
            <p:nvPr/>
          </p:nvSpPr>
          <p:spPr>
            <a:xfrm rot="4033044">
              <a:off x="684473" y="1144712"/>
              <a:ext cx="730113" cy="392823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5" name="Splat 1135"/>
            <p:cNvSpPr>
              <a:spLocks noGrp="1"/>
            </p:cNvSpPr>
            <p:nvPr/>
          </p:nvSpPr>
          <p:spPr>
            <a:xfrm rot="4027358">
              <a:off x="544082" y="1062922"/>
              <a:ext cx="723837" cy="639276"/>
            </a:xfrm>
            <a:prstGeom prst="ellipse">
              <a:avLst/>
            </a:prstGeom>
            <a:gradFill>
              <a:gsLst>
                <a:gs pos="0">
                  <a:srgbClr val="000300">
                    <a:alpha val="32441"/>
                  </a:srgbClr>
                </a:gs>
                <a:gs pos="14286">
                  <a:srgbClr val="000300">
                    <a:alpha val="30263"/>
                  </a:srgbClr>
                </a:gs>
                <a:gs pos="28571">
                  <a:srgbClr val="000300">
                    <a:alpha val="24411"/>
                  </a:srgbClr>
                </a:gs>
                <a:gs pos="42857">
                  <a:srgbClr val="000300">
                    <a:alpha val="16771"/>
                  </a:srgbClr>
                </a:gs>
                <a:gs pos="57143">
                  <a:srgbClr val="000300">
                    <a:alpha val="9671"/>
                  </a:srgbClr>
                </a:gs>
                <a:gs pos="71429">
                  <a:srgbClr val="000300">
                    <a:alpha val="4650"/>
                  </a:srgbClr>
                </a:gs>
                <a:gs pos="85714">
                  <a:srgbClr val="000300">
                    <a:alpha val="1865"/>
                  </a:srgbClr>
                </a:gs>
                <a:gs pos="100000">
                  <a:srgbClr val="000300">
                    <a:alpha val="6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6" name="Splat 1136"/>
            <p:cNvSpPr>
              <a:spLocks noGrp="1"/>
            </p:cNvSpPr>
            <p:nvPr/>
          </p:nvSpPr>
          <p:spPr>
            <a:xfrm rot="7211899">
              <a:off x="285506" y="971512"/>
              <a:ext cx="781093" cy="66081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7" name="Splat 1137"/>
            <p:cNvSpPr>
              <a:spLocks noGrp="1"/>
            </p:cNvSpPr>
            <p:nvPr/>
          </p:nvSpPr>
          <p:spPr>
            <a:xfrm rot="7419644">
              <a:off x="170167" y="1048939"/>
              <a:ext cx="824757" cy="487095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8" name="Splat 1138"/>
            <p:cNvSpPr>
              <a:spLocks noGrp="1"/>
            </p:cNvSpPr>
            <p:nvPr/>
          </p:nvSpPr>
          <p:spPr>
            <a:xfrm rot="7612138">
              <a:off x="-41240" y="1254443"/>
              <a:ext cx="908819" cy="253242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39" name="Splat 1139"/>
            <p:cNvSpPr>
              <a:spLocks noGrp="1"/>
            </p:cNvSpPr>
            <p:nvPr/>
          </p:nvSpPr>
          <p:spPr>
            <a:xfrm rot="-10784474">
              <a:off x="3128868" y="955623"/>
              <a:ext cx="805660" cy="352041"/>
            </a:xfrm>
            <a:prstGeom prst="ellipse">
              <a:avLst/>
            </a:prstGeom>
            <a:gradFill>
              <a:gsLst>
                <a:gs pos="0">
                  <a:srgbClr val="DBDADB">
                    <a:alpha val="32968"/>
                  </a:srgbClr>
                </a:gs>
                <a:gs pos="14286">
                  <a:srgbClr val="DBDADB">
                    <a:alpha val="30764"/>
                  </a:srgbClr>
                </a:gs>
                <a:gs pos="28571">
                  <a:srgbClr val="DBDADB">
                    <a:alpha val="24833"/>
                  </a:srgbClr>
                </a:gs>
                <a:gs pos="42857">
                  <a:srgbClr val="DBDADB">
                    <a:alpha val="17075"/>
                  </a:srgbClr>
                </a:gs>
                <a:gs pos="57143">
                  <a:srgbClr val="DBDADB">
                    <a:alpha val="9855"/>
                  </a:srgbClr>
                </a:gs>
                <a:gs pos="71429">
                  <a:srgbClr val="DBDADB">
                    <a:alpha val="4740"/>
                  </a:srgbClr>
                </a:gs>
                <a:gs pos="85714">
                  <a:srgbClr val="DBDADB">
                    <a:alpha val="1902"/>
                  </a:srgbClr>
                </a:gs>
                <a:gs pos="100000">
                  <a:srgbClr val="DBDAD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0" name="Splat 1140"/>
            <p:cNvSpPr>
              <a:spLocks noGrp="1"/>
            </p:cNvSpPr>
            <p:nvPr/>
          </p:nvSpPr>
          <p:spPr>
            <a:xfrm rot="7055348">
              <a:off x="2996348" y="910979"/>
              <a:ext cx="624931" cy="461623"/>
            </a:xfrm>
            <a:prstGeom prst="ellipse">
              <a:avLst/>
            </a:prstGeom>
            <a:gradFill>
              <a:gsLst>
                <a:gs pos="0">
                  <a:srgbClr val="F7F7F7">
                    <a:alpha val="16116"/>
                  </a:srgbClr>
                </a:gs>
                <a:gs pos="14286">
                  <a:srgbClr val="F7F7F7">
                    <a:alpha val="14915"/>
                  </a:srgbClr>
                </a:gs>
                <a:gs pos="28571">
                  <a:srgbClr val="F7F7F7">
                    <a:alpha val="11787"/>
                  </a:srgbClr>
                </a:gs>
                <a:gs pos="42857">
                  <a:srgbClr val="F7F7F7">
                    <a:alpha val="7897"/>
                  </a:srgbClr>
                </a:gs>
                <a:gs pos="57143">
                  <a:srgbClr val="F7F7F7">
                    <a:alpha val="4456"/>
                  </a:srgbClr>
                </a:gs>
                <a:gs pos="71429">
                  <a:srgbClr val="F7F7F7">
                    <a:alpha val="2111"/>
                  </a:srgbClr>
                </a:gs>
                <a:gs pos="85714">
                  <a:srgbClr val="F7F7F7">
                    <a:alpha val="840"/>
                  </a:srgbClr>
                </a:gs>
                <a:gs pos="100000">
                  <a:srgbClr val="F7F7F7">
                    <a:alpha val="28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1" name="Splat 1141"/>
            <p:cNvSpPr>
              <a:spLocks noGrp="1"/>
            </p:cNvSpPr>
            <p:nvPr/>
          </p:nvSpPr>
          <p:spPr>
            <a:xfrm rot="3838390">
              <a:off x="2789393" y="902359"/>
              <a:ext cx="585158" cy="431418"/>
            </a:xfrm>
            <a:prstGeom prst="ellipse">
              <a:avLst/>
            </a:prstGeom>
            <a:gradFill>
              <a:gsLst>
                <a:gs pos="0">
                  <a:srgbClr val="FEFDFE">
                    <a:alpha val="7826"/>
                  </a:srgbClr>
                </a:gs>
                <a:gs pos="14286">
                  <a:srgbClr val="FEFDFE">
                    <a:alpha val="7217"/>
                  </a:srgbClr>
                </a:gs>
                <a:gs pos="28571">
                  <a:srgbClr val="FEFDFE">
                    <a:alpha val="5650"/>
                  </a:srgbClr>
                </a:gs>
                <a:gs pos="42857">
                  <a:srgbClr val="FEFDFE">
                    <a:alpha val="3743"/>
                  </a:srgbClr>
                </a:gs>
                <a:gs pos="57143">
                  <a:srgbClr val="FEFDFE">
                    <a:alpha val="2092"/>
                  </a:srgbClr>
                </a:gs>
                <a:gs pos="71429">
                  <a:srgbClr val="FEFDFE">
                    <a:alpha val="985"/>
                  </a:srgbClr>
                </a:gs>
                <a:gs pos="85714">
                  <a:srgbClr val="FEFDFE">
                    <a:alpha val="391"/>
                  </a:srgbClr>
                </a:gs>
                <a:gs pos="100000">
                  <a:srgbClr val="FEFDFE">
                    <a:alpha val="1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2" name="Splat 1142"/>
            <p:cNvSpPr>
              <a:spLocks noGrp="1"/>
            </p:cNvSpPr>
            <p:nvPr/>
          </p:nvSpPr>
          <p:spPr>
            <a:xfrm rot="5802802">
              <a:off x="2426535" y="852754"/>
              <a:ext cx="652807" cy="470859"/>
            </a:xfrm>
            <a:prstGeom prst="ellipse">
              <a:avLst/>
            </a:prstGeom>
            <a:gradFill>
              <a:gsLst>
                <a:gs pos="0">
                  <a:srgbClr val="FAFAFB">
                    <a:alpha val="21278"/>
                  </a:srgbClr>
                </a:gs>
                <a:gs pos="14286">
                  <a:srgbClr val="FAFAFB">
                    <a:alpha val="19740"/>
                  </a:srgbClr>
                </a:gs>
                <a:gs pos="28571">
                  <a:srgbClr val="FAFAFB">
                    <a:alpha val="15696"/>
                  </a:srgbClr>
                </a:gs>
                <a:gs pos="42857">
                  <a:srgbClr val="FAFAFB">
                    <a:alpha val="10595"/>
                  </a:srgbClr>
                </a:gs>
                <a:gs pos="57143">
                  <a:srgbClr val="FAFAFB">
                    <a:alpha val="6017"/>
                  </a:srgbClr>
                </a:gs>
                <a:gs pos="71429">
                  <a:srgbClr val="FAFAFB">
                    <a:alpha val="2863"/>
                  </a:srgbClr>
                </a:gs>
                <a:gs pos="85714">
                  <a:srgbClr val="FAFAFB">
                    <a:alpha val="1142"/>
                  </a:srgbClr>
                </a:gs>
                <a:gs pos="100000">
                  <a:srgbClr val="FAFAFB">
                    <a:alpha val="38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3" name="Splat 1143"/>
            <p:cNvSpPr>
              <a:spLocks noGrp="1"/>
            </p:cNvSpPr>
            <p:nvPr/>
          </p:nvSpPr>
          <p:spPr>
            <a:xfrm rot="2989634">
              <a:off x="2206697" y="933517"/>
              <a:ext cx="728144" cy="374127"/>
            </a:xfrm>
            <a:prstGeom prst="ellipse">
              <a:avLst/>
            </a:prstGeom>
            <a:gradFill>
              <a:gsLst>
                <a:gs pos="0">
                  <a:srgbClr val="FFFFFF">
                    <a:alpha val="17989"/>
                  </a:srgbClr>
                </a:gs>
                <a:gs pos="14286">
                  <a:srgbClr val="FFFFFF">
                    <a:alpha val="16663"/>
                  </a:srgbClr>
                </a:gs>
                <a:gs pos="28571">
                  <a:srgbClr val="FFFFFF">
                    <a:alpha val="13197"/>
                  </a:srgbClr>
                </a:gs>
                <a:gs pos="42857">
                  <a:srgbClr val="FFFFFF">
                    <a:alpha val="8865"/>
                  </a:srgbClr>
                </a:gs>
                <a:gs pos="57143">
                  <a:srgbClr val="FFFFFF">
                    <a:alpha val="5014"/>
                  </a:srgbClr>
                </a:gs>
                <a:gs pos="71429">
                  <a:srgbClr val="FFFFFF">
                    <a:alpha val="2379"/>
                  </a:srgbClr>
                </a:gs>
                <a:gs pos="85714">
                  <a:srgbClr val="FFFFFF">
                    <a:alpha val="948"/>
                  </a:srgbClr>
                </a:gs>
                <a:gs pos="100000">
                  <a:srgbClr val="FFFFFF">
                    <a:alpha val="31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4" name="Splat 1144"/>
            <p:cNvSpPr>
              <a:spLocks noGrp="1"/>
            </p:cNvSpPr>
            <p:nvPr/>
          </p:nvSpPr>
          <p:spPr>
            <a:xfrm rot="5570911">
              <a:off x="593764" y="966448"/>
              <a:ext cx="790217" cy="391878"/>
            </a:xfrm>
            <a:prstGeom prst="ellipse">
              <a:avLst/>
            </a:prstGeom>
            <a:gradFill>
              <a:gsLst>
                <a:gs pos="0">
                  <a:srgbClr val="000100">
                    <a:alpha val="32968"/>
                  </a:srgbClr>
                </a:gs>
                <a:gs pos="14286">
                  <a:srgbClr val="000100">
                    <a:alpha val="30764"/>
                  </a:srgbClr>
                </a:gs>
                <a:gs pos="28571">
                  <a:srgbClr val="000100">
                    <a:alpha val="24833"/>
                  </a:srgbClr>
                </a:gs>
                <a:gs pos="42857">
                  <a:srgbClr val="000100">
                    <a:alpha val="17075"/>
                  </a:srgbClr>
                </a:gs>
                <a:gs pos="57143">
                  <a:srgbClr val="000100">
                    <a:alpha val="9855"/>
                  </a:srgbClr>
                </a:gs>
                <a:gs pos="71429">
                  <a:srgbClr val="000100">
                    <a:alpha val="4740"/>
                  </a:srgbClr>
                </a:gs>
                <a:gs pos="85714">
                  <a:srgbClr val="000100">
                    <a:alpha val="1902"/>
                  </a:srgbClr>
                </a:gs>
                <a:gs pos="100000">
                  <a:srgbClr val="00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5" name="Splat 1145"/>
            <p:cNvSpPr>
              <a:spLocks noGrp="1"/>
            </p:cNvSpPr>
            <p:nvPr/>
          </p:nvSpPr>
          <p:spPr>
            <a:xfrm rot="5751598">
              <a:off x="521650" y="872514"/>
              <a:ext cx="738907" cy="596187"/>
            </a:xfrm>
            <a:prstGeom prst="ellipse">
              <a:avLst/>
            </a:prstGeom>
            <a:gradFill>
              <a:gsLst>
                <a:gs pos="0">
                  <a:srgbClr val="020100">
                    <a:alpha val="32967"/>
                  </a:srgbClr>
                </a:gs>
                <a:gs pos="14286">
                  <a:srgbClr val="020100">
                    <a:alpha val="30763"/>
                  </a:srgbClr>
                </a:gs>
                <a:gs pos="28571">
                  <a:srgbClr val="020100">
                    <a:alpha val="24832"/>
                  </a:srgbClr>
                </a:gs>
                <a:gs pos="42857">
                  <a:srgbClr val="020100">
                    <a:alpha val="17075"/>
                  </a:srgbClr>
                </a:gs>
                <a:gs pos="57143">
                  <a:srgbClr val="020100">
                    <a:alpha val="9855"/>
                  </a:srgbClr>
                </a:gs>
                <a:gs pos="71429">
                  <a:srgbClr val="020100">
                    <a:alpha val="4740"/>
                  </a:srgbClr>
                </a:gs>
                <a:gs pos="85714">
                  <a:srgbClr val="020100">
                    <a:alpha val="1902"/>
                  </a:srgbClr>
                </a:gs>
                <a:gs pos="100000">
                  <a:srgbClr val="0201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6" name="Splat 1146"/>
            <p:cNvSpPr>
              <a:spLocks noGrp="1"/>
            </p:cNvSpPr>
            <p:nvPr/>
          </p:nvSpPr>
          <p:spPr>
            <a:xfrm rot="8424176">
              <a:off x="343914" y="911212"/>
              <a:ext cx="728483" cy="585271"/>
            </a:xfrm>
            <a:prstGeom prst="ellipse">
              <a:avLst/>
            </a:prstGeom>
            <a:gradFill>
              <a:gsLst>
                <a:gs pos="0">
                  <a:srgbClr val="080000">
                    <a:alpha val="32968"/>
                  </a:srgbClr>
                </a:gs>
                <a:gs pos="14286">
                  <a:srgbClr val="080000">
                    <a:alpha val="30764"/>
                  </a:srgbClr>
                </a:gs>
                <a:gs pos="28571">
                  <a:srgbClr val="080000">
                    <a:alpha val="24833"/>
                  </a:srgbClr>
                </a:gs>
                <a:gs pos="42857">
                  <a:srgbClr val="080000">
                    <a:alpha val="17075"/>
                  </a:srgbClr>
                </a:gs>
                <a:gs pos="57143">
                  <a:srgbClr val="080000">
                    <a:alpha val="9855"/>
                  </a:srgbClr>
                </a:gs>
                <a:gs pos="71429">
                  <a:srgbClr val="080000">
                    <a:alpha val="4740"/>
                  </a:srgbClr>
                </a:gs>
                <a:gs pos="85714">
                  <a:srgbClr val="080000">
                    <a:alpha val="1902"/>
                  </a:srgbClr>
                </a:gs>
                <a:gs pos="100000">
                  <a:srgbClr val="08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7" name="Splat 1147"/>
            <p:cNvSpPr>
              <a:spLocks noGrp="1"/>
            </p:cNvSpPr>
            <p:nvPr/>
          </p:nvSpPr>
          <p:spPr>
            <a:xfrm rot="7745405">
              <a:off x="243660" y="1014650"/>
              <a:ext cx="625300" cy="233207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8" name="Splat 1148"/>
            <p:cNvSpPr>
              <a:spLocks noGrp="1"/>
            </p:cNvSpPr>
            <p:nvPr/>
          </p:nvSpPr>
          <p:spPr>
            <a:xfrm rot="8794559">
              <a:off x="-236669" y="912734"/>
              <a:ext cx="698217" cy="395488"/>
            </a:xfrm>
            <a:prstGeom prst="ellipse">
              <a:avLst/>
            </a:prstGeom>
            <a:gradFill>
              <a:gsLst>
                <a:gs pos="0">
                  <a:srgbClr val="FBFBFB">
                    <a:alpha val="32887"/>
                  </a:srgbClr>
                </a:gs>
                <a:gs pos="14286">
                  <a:srgbClr val="FBFBFB">
                    <a:alpha val="30687"/>
                  </a:srgbClr>
                </a:gs>
                <a:gs pos="28571">
                  <a:srgbClr val="FBFBFB">
                    <a:alpha val="24768"/>
                  </a:srgbClr>
                </a:gs>
                <a:gs pos="42857">
                  <a:srgbClr val="FBFBFB">
                    <a:alpha val="17029"/>
                  </a:srgbClr>
                </a:gs>
                <a:gs pos="57143">
                  <a:srgbClr val="FBFBFB">
                    <a:alpha val="9827"/>
                  </a:srgbClr>
                </a:gs>
                <a:gs pos="71429">
                  <a:srgbClr val="FBFBFB">
                    <a:alpha val="4726"/>
                  </a:srgbClr>
                </a:gs>
                <a:gs pos="85714">
                  <a:srgbClr val="FBFBFB">
                    <a:alpha val="1896"/>
                  </a:srgbClr>
                </a:gs>
                <a:gs pos="100000">
                  <a:srgbClr val="FBFBFB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49" name="Splat 1149"/>
            <p:cNvSpPr>
              <a:spLocks noGrp="1"/>
            </p:cNvSpPr>
            <p:nvPr/>
          </p:nvSpPr>
          <p:spPr>
            <a:xfrm rot="4260990">
              <a:off x="3241145" y="613872"/>
              <a:ext cx="777445" cy="704082"/>
            </a:xfrm>
            <a:prstGeom prst="ellipse">
              <a:avLst/>
            </a:prstGeom>
            <a:gradFill>
              <a:gsLst>
                <a:gs pos="0">
                  <a:srgbClr val="DFE0E0">
                    <a:alpha val="32911"/>
                  </a:srgbClr>
                </a:gs>
                <a:gs pos="14286">
                  <a:srgbClr val="DFE0E0">
                    <a:alpha val="30709"/>
                  </a:srgbClr>
                </a:gs>
                <a:gs pos="28571">
                  <a:srgbClr val="DFE0E0">
                    <a:alpha val="24787"/>
                  </a:srgbClr>
                </a:gs>
                <a:gs pos="42857">
                  <a:srgbClr val="DFE0E0">
                    <a:alpha val="17042"/>
                  </a:srgbClr>
                </a:gs>
                <a:gs pos="57143">
                  <a:srgbClr val="DFE0E0">
                    <a:alpha val="9835"/>
                  </a:srgbClr>
                </a:gs>
                <a:gs pos="71429">
                  <a:srgbClr val="DFE0E0">
                    <a:alpha val="4730"/>
                  </a:srgbClr>
                </a:gs>
                <a:gs pos="85714">
                  <a:srgbClr val="DFE0E0">
                    <a:alpha val="1898"/>
                  </a:srgbClr>
                </a:gs>
                <a:gs pos="100000">
                  <a:srgbClr val="DFE0E0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0" name="Splat 1150"/>
            <p:cNvSpPr>
              <a:spLocks noGrp="1"/>
            </p:cNvSpPr>
            <p:nvPr/>
          </p:nvSpPr>
          <p:spPr>
            <a:xfrm rot="-8392244">
              <a:off x="3067118" y="691823"/>
              <a:ext cx="671043" cy="609148"/>
            </a:xfrm>
            <a:prstGeom prst="ellipse">
              <a:avLst/>
            </a:prstGeom>
            <a:gradFill>
              <a:gsLst>
                <a:gs pos="0">
                  <a:srgbClr val="D8D8D9">
                    <a:alpha val="32968"/>
                  </a:srgbClr>
                </a:gs>
                <a:gs pos="14286">
                  <a:srgbClr val="D8D8D9">
                    <a:alpha val="30764"/>
                  </a:srgbClr>
                </a:gs>
                <a:gs pos="28571">
                  <a:srgbClr val="D8D8D9">
                    <a:alpha val="24833"/>
                  </a:srgbClr>
                </a:gs>
                <a:gs pos="42857">
                  <a:srgbClr val="D8D8D9">
                    <a:alpha val="17075"/>
                  </a:srgbClr>
                </a:gs>
                <a:gs pos="57143">
                  <a:srgbClr val="D8D8D9">
                    <a:alpha val="9855"/>
                  </a:srgbClr>
                </a:gs>
                <a:gs pos="71429">
                  <a:srgbClr val="D8D8D9">
                    <a:alpha val="4740"/>
                  </a:srgbClr>
                </a:gs>
                <a:gs pos="85714">
                  <a:srgbClr val="D8D8D9">
                    <a:alpha val="1902"/>
                  </a:srgbClr>
                </a:gs>
                <a:gs pos="100000">
                  <a:srgbClr val="D8D8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1" name="Splat 1151"/>
            <p:cNvSpPr>
              <a:spLocks noGrp="1"/>
            </p:cNvSpPr>
            <p:nvPr/>
          </p:nvSpPr>
          <p:spPr>
            <a:xfrm rot="5491439">
              <a:off x="2881557" y="689364"/>
              <a:ext cx="677658" cy="509012"/>
            </a:xfrm>
            <a:prstGeom prst="ellipse">
              <a:avLst/>
            </a:prstGeom>
            <a:gradFill>
              <a:gsLst>
                <a:gs pos="0">
                  <a:srgbClr val="E5E5E6">
                    <a:alpha val="18480"/>
                  </a:srgbClr>
                </a:gs>
                <a:gs pos="14286">
                  <a:srgbClr val="E5E5E6">
                    <a:alpha val="17121"/>
                  </a:srgbClr>
                </a:gs>
                <a:gs pos="28571">
                  <a:srgbClr val="E5E5E6">
                    <a:alpha val="13568"/>
                  </a:srgbClr>
                </a:gs>
                <a:gs pos="42857">
                  <a:srgbClr val="E5E5E6">
                    <a:alpha val="9121"/>
                  </a:srgbClr>
                </a:gs>
                <a:gs pos="57143">
                  <a:srgbClr val="E5E5E6">
                    <a:alpha val="5161"/>
                  </a:srgbClr>
                </a:gs>
                <a:gs pos="71429">
                  <a:srgbClr val="E5E5E6">
                    <a:alpha val="2450"/>
                  </a:srgbClr>
                </a:gs>
                <a:gs pos="85714">
                  <a:srgbClr val="E5E5E6">
                    <a:alpha val="976"/>
                  </a:srgbClr>
                </a:gs>
                <a:gs pos="100000">
                  <a:srgbClr val="E5E5E6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2" name="Splat 1152"/>
            <p:cNvSpPr>
              <a:spLocks noGrp="1"/>
            </p:cNvSpPr>
            <p:nvPr/>
          </p:nvSpPr>
          <p:spPr>
            <a:xfrm rot="8958138">
              <a:off x="2542415" y="608997"/>
              <a:ext cx="675602" cy="500649"/>
            </a:xfrm>
            <a:prstGeom prst="ellipse">
              <a:avLst/>
            </a:prstGeom>
            <a:gradFill>
              <a:gsLst>
                <a:gs pos="0">
                  <a:srgbClr val="FFFFFF">
                    <a:alpha val="13031"/>
                  </a:srgbClr>
                </a:gs>
                <a:gs pos="14286">
                  <a:srgbClr val="FFFFFF">
                    <a:alpha val="12044"/>
                  </a:srgbClr>
                </a:gs>
                <a:gs pos="28571">
                  <a:srgbClr val="FFFFFF">
                    <a:alpha val="9484"/>
                  </a:srgbClr>
                </a:gs>
                <a:gs pos="42857">
                  <a:srgbClr val="FFFFFF">
                    <a:alpha val="6327"/>
                  </a:srgbClr>
                </a:gs>
                <a:gs pos="57143">
                  <a:srgbClr val="FFFFFF">
                    <a:alpha val="3557"/>
                  </a:srgbClr>
                </a:gs>
                <a:gs pos="71429">
                  <a:srgbClr val="FFFFFF">
                    <a:alpha val="1681"/>
                  </a:srgbClr>
                </a:gs>
                <a:gs pos="85714">
                  <a:srgbClr val="FFFFFF">
                    <a:alpha val="668"/>
                  </a:srgbClr>
                </a:gs>
                <a:gs pos="100000">
                  <a:srgbClr val="FFFFFF">
                    <a:alpha val="22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3" name="Splat 1153"/>
            <p:cNvSpPr>
              <a:spLocks noGrp="1"/>
            </p:cNvSpPr>
            <p:nvPr/>
          </p:nvSpPr>
          <p:spPr>
            <a:xfrm rot="5830238">
              <a:off x="2427341" y="744517"/>
              <a:ext cx="568947" cy="474628"/>
            </a:xfrm>
            <a:prstGeom prst="ellipse">
              <a:avLst/>
            </a:prstGeom>
            <a:gradFill>
              <a:gsLst>
                <a:gs pos="0">
                  <a:srgbClr val="D3D3D2">
                    <a:alpha val="26312"/>
                  </a:srgbClr>
                </a:gs>
                <a:gs pos="14286">
                  <a:srgbClr val="D3D3D2">
                    <a:alpha val="24469"/>
                  </a:srgbClr>
                </a:gs>
                <a:gs pos="28571">
                  <a:srgbClr val="D3D3D2">
                    <a:alpha val="19579"/>
                  </a:srgbClr>
                </a:gs>
                <a:gs pos="42857">
                  <a:srgbClr val="D3D3D2">
                    <a:alpha val="13318"/>
                  </a:srgbClr>
                </a:gs>
                <a:gs pos="57143">
                  <a:srgbClr val="D3D3D2">
                    <a:alpha val="7614"/>
                  </a:srgbClr>
                </a:gs>
                <a:gs pos="71429">
                  <a:srgbClr val="D3D3D2">
                    <a:alpha val="3639"/>
                  </a:srgbClr>
                </a:gs>
                <a:gs pos="85714">
                  <a:srgbClr val="D3D3D2">
                    <a:alpha val="1455"/>
                  </a:srgbClr>
                </a:gs>
                <a:gs pos="100000">
                  <a:srgbClr val="D3D3D2">
                    <a:alpha val="48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4" name="Splat 1154"/>
            <p:cNvSpPr>
              <a:spLocks noGrp="1"/>
            </p:cNvSpPr>
            <p:nvPr/>
          </p:nvSpPr>
          <p:spPr>
            <a:xfrm rot="3251905">
              <a:off x="2208325" y="695984"/>
              <a:ext cx="687004" cy="490291"/>
            </a:xfrm>
            <a:prstGeom prst="ellipse">
              <a:avLst/>
            </a:prstGeom>
            <a:gradFill>
              <a:gsLst>
                <a:gs pos="0">
                  <a:srgbClr val="E3E3E2">
                    <a:alpha val="30238"/>
                  </a:srgbClr>
                </a:gs>
                <a:gs pos="14286">
                  <a:srgbClr val="E3E3E2">
                    <a:alpha val="28176"/>
                  </a:srgbClr>
                </a:gs>
                <a:gs pos="28571">
                  <a:srgbClr val="E3E3E2">
                    <a:alpha val="22661"/>
                  </a:srgbClr>
                </a:gs>
                <a:gs pos="42857">
                  <a:srgbClr val="E3E3E2">
                    <a:alpha val="15511"/>
                  </a:srgbClr>
                </a:gs>
                <a:gs pos="57143">
                  <a:srgbClr val="E3E3E2">
                    <a:alpha val="8917"/>
                  </a:srgbClr>
                </a:gs>
                <a:gs pos="71429">
                  <a:srgbClr val="E3E3E2">
                    <a:alpha val="4278"/>
                  </a:srgbClr>
                </a:gs>
                <a:gs pos="85714">
                  <a:srgbClr val="E3E3E2">
                    <a:alpha val="1714"/>
                  </a:srgbClr>
                </a:gs>
                <a:gs pos="100000">
                  <a:srgbClr val="E3E3E2">
                    <a:alpha val="5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5" name="Splat 1155"/>
            <p:cNvSpPr>
              <a:spLocks noGrp="1"/>
            </p:cNvSpPr>
            <p:nvPr/>
          </p:nvSpPr>
          <p:spPr>
            <a:xfrm rot="3459037">
              <a:off x="2027881" y="817420"/>
              <a:ext cx="698526" cy="247333"/>
            </a:xfrm>
            <a:prstGeom prst="ellipse">
              <a:avLst/>
            </a:prstGeom>
            <a:gradFill>
              <a:gsLst>
                <a:gs pos="0">
                  <a:srgbClr val="EDEDED">
                    <a:alpha val="9490"/>
                  </a:srgbClr>
                </a:gs>
                <a:gs pos="14286">
                  <a:srgbClr val="EDEDED">
                    <a:alpha val="8757"/>
                  </a:srgbClr>
                </a:gs>
                <a:gs pos="28571">
                  <a:srgbClr val="EDEDED">
                    <a:alpha val="6869"/>
                  </a:srgbClr>
                </a:gs>
                <a:gs pos="42857">
                  <a:srgbClr val="EDEDED">
                    <a:alpha val="4560"/>
                  </a:srgbClr>
                </a:gs>
                <a:gs pos="57143">
                  <a:srgbClr val="EDEDED">
                    <a:alpha val="2553"/>
                  </a:srgbClr>
                </a:gs>
                <a:gs pos="71429">
                  <a:srgbClr val="EDEDED">
                    <a:alpha val="1203"/>
                  </a:srgbClr>
                </a:gs>
                <a:gs pos="85714">
                  <a:srgbClr val="EDEDED">
                    <a:alpha val="478"/>
                  </a:srgbClr>
                </a:gs>
                <a:gs pos="100000">
                  <a:srgbClr val="EDEDED">
                    <a:alpha val="16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6" name="Splat 1156"/>
            <p:cNvSpPr>
              <a:spLocks noGrp="1"/>
            </p:cNvSpPr>
            <p:nvPr/>
          </p:nvSpPr>
          <p:spPr>
            <a:xfrm rot="5892613">
              <a:off x="1412124" y="640978"/>
              <a:ext cx="696163" cy="423168"/>
            </a:xfrm>
            <a:prstGeom prst="ellipse">
              <a:avLst/>
            </a:prstGeom>
            <a:gradFill>
              <a:gsLst>
                <a:gs pos="0">
                  <a:srgbClr val="000000">
                    <a:alpha val="29660"/>
                  </a:srgbClr>
                </a:gs>
                <a:gs pos="14286">
                  <a:srgbClr val="000000">
                    <a:alpha val="27629"/>
                  </a:srgbClr>
                </a:gs>
                <a:gs pos="28571">
                  <a:srgbClr val="000000">
                    <a:alpha val="22204"/>
                  </a:srgbClr>
                </a:gs>
                <a:gs pos="42857">
                  <a:srgbClr val="000000">
                    <a:alpha val="15184"/>
                  </a:srgbClr>
                </a:gs>
                <a:gs pos="57143">
                  <a:srgbClr val="000000">
                    <a:alpha val="8721"/>
                  </a:srgbClr>
                </a:gs>
                <a:gs pos="71429">
                  <a:srgbClr val="000000">
                    <a:alpha val="4182"/>
                  </a:srgbClr>
                </a:gs>
                <a:gs pos="85714">
                  <a:srgbClr val="000000">
                    <a:alpha val="1675"/>
                  </a:srgbClr>
                </a:gs>
                <a:gs pos="100000">
                  <a:srgbClr val="000000">
                    <a:alpha val="56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7" name="Splat 1157"/>
            <p:cNvSpPr>
              <a:spLocks noGrp="1"/>
            </p:cNvSpPr>
            <p:nvPr/>
          </p:nvSpPr>
          <p:spPr>
            <a:xfrm rot="10078075">
              <a:off x="1111484" y="606597"/>
              <a:ext cx="811400" cy="455610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8" name="Splat 1158"/>
            <p:cNvSpPr>
              <a:spLocks noGrp="1"/>
            </p:cNvSpPr>
            <p:nvPr/>
          </p:nvSpPr>
          <p:spPr>
            <a:xfrm rot="-10011921">
              <a:off x="1051385" y="633740"/>
              <a:ext cx="698347" cy="432609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59" name="Splat 1159"/>
            <p:cNvSpPr>
              <a:spLocks noGrp="1"/>
            </p:cNvSpPr>
            <p:nvPr/>
          </p:nvSpPr>
          <p:spPr>
            <a:xfrm rot="9003603">
              <a:off x="686941" y="726131"/>
              <a:ext cx="867019" cy="38627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0" name="Splat 1160"/>
            <p:cNvSpPr>
              <a:spLocks noGrp="1"/>
            </p:cNvSpPr>
            <p:nvPr/>
          </p:nvSpPr>
          <p:spPr>
            <a:xfrm rot="9791204">
              <a:off x="428252" y="854901"/>
              <a:ext cx="891478" cy="217434"/>
            </a:xfrm>
            <a:prstGeom prst="ellipse">
              <a:avLst/>
            </a:prstGeom>
            <a:gradFill>
              <a:gsLst>
                <a:gs pos="0">
                  <a:srgbClr val="000200">
                    <a:alpha val="32968"/>
                  </a:srgbClr>
                </a:gs>
                <a:gs pos="14286">
                  <a:srgbClr val="000200">
                    <a:alpha val="30764"/>
                  </a:srgbClr>
                </a:gs>
                <a:gs pos="28571">
                  <a:srgbClr val="000200">
                    <a:alpha val="24833"/>
                  </a:srgbClr>
                </a:gs>
                <a:gs pos="42857">
                  <a:srgbClr val="000200">
                    <a:alpha val="17075"/>
                  </a:srgbClr>
                </a:gs>
                <a:gs pos="57143">
                  <a:srgbClr val="000200">
                    <a:alpha val="9855"/>
                  </a:srgbClr>
                </a:gs>
                <a:gs pos="71429">
                  <a:srgbClr val="000200">
                    <a:alpha val="4740"/>
                  </a:srgbClr>
                </a:gs>
                <a:gs pos="85714">
                  <a:srgbClr val="000200">
                    <a:alpha val="1902"/>
                  </a:srgbClr>
                </a:gs>
                <a:gs pos="100000">
                  <a:srgbClr val="0002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1" name="Splat 1161"/>
            <p:cNvSpPr>
              <a:spLocks noGrp="1"/>
            </p:cNvSpPr>
            <p:nvPr/>
          </p:nvSpPr>
          <p:spPr>
            <a:xfrm rot="7842013">
              <a:off x="-139868" y="755677"/>
              <a:ext cx="796320" cy="390051"/>
            </a:xfrm>
            <a:prstGeom prst="ellipse">
              <a:avLst/>
            </a:prstGeom>
            <a:gradFill>
              <a:gsLst>
                <a:gs pos="0">
                  <a:srgbClr val="E5E5E6">
                    <a:alpha val="32968"/>
                  </a:srgbClr>
                </a:gs>
                <a:gs pos="14286">
                  <a:srgbClr val="E5E5E6">
                    <a:alpha val="30764"/>
                  </a:srgbClr>
                </a:gs>
                <a:gs pos="28571">
                  <a:srgbClr val="E5E5E6">
                    <a:alpha val="24833"/>
                  </a:srgbClr>
                </a:gs>
                <a:gs pos="42857">
                  <a:srgbClr val="E5E5E6">
                    <a:alpha val="17075"/>
                  </a:srgbClr>
                </a:gs>
                <a:gs pos="57143">
                  <a:srgbClr val="E5E5E6">
                    <a:alpha val="9855"/>
                  </a:srgbClr>
                </a:gs>
                <a:gs pos="71429">
                  <a:srgbClr val="E5E5E6">
                    <a:alpha val="4740"/>
                  </a:srgbClr>
                </a:gs>
                <a:gs pos="85714">
                  <a:srgbClr val="E5E5E6">
                    <a:alpha val="1902"/>
                  </a:srgbClr>
                </a:gs>
                <a:gs pos="100000">
                  <a:srgbClr val="E5E5E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2" name="Splat 1162"/>
            <p:cNvSpPr>
              <a:spLocks noGrp="1"/>
            </p:cNvSpPr>
            <p:nvPr/>
          </p:nvSpPr>
          <p:spPr>
            <a:xfrm rot="7637652">
              <a:off x="-280807" y="806671"/>
              <a:ext cx="824713" cy="437948"/>
            </a:xfrm>
            <a:prstGeom prst="ellipse">
              <a:avLst/>
            </a:prstGeom>
            <a:gradFill>
              <a:gsLst>
                <a:gs pos="0">
                  <a:srgbClr val="D8D8D8">
                    <a:alpha val="32968"/>
                  </a:srgbClr>
                </a:gs>
                <a:gs pos="14286">
                  <a:srgbClr val="D8D8D8">
                    <a:alpha val="30764"/>
                  </a:srgbClr>
                </a:gs>
                <a:gs pos="28571">
                  <a:srgbClr val="D8D8D8">
                    <a:alpha val="24833"/>
                  </a:srgbClr>
                </a:gs>
                <a:gs pos="42857">
                  <a:srgbClr val="D8D8D8">
                    <a:alpha val="17075"/>
                  </a:srgbClr>
                </a:gs>
                <a:gs pos="57143">
                  <a:srgbClr val="D8D8D8">
                    <a:alpha val="9855"/>
                  </a:srgbClr>
                </a:gs>
                <a:gs pos="71429">
                  <a:srgbClr val="D8D8D8">
                    <a:alpha val="4740"/>
                  </a:srgbClr>
                </a:gs>
                <a:gs pos="85714">
                  <a:srgbClr val="D8D8D8">
                    <a:alpha val="1902"/>
                  </a:srgbClr>
                </a:gs>
                <a:gs pos="100000">
                  <a:srgbClr val="D8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3" name="Splat 1163"/>
            <p:cNvSpPr>
              <a:spLocks noGrp="1"/>
            </p:cNvSpPr>
            <p:nvPr/>
          </p:nvSpPr>
          <p:spPr>
            <a:xfrm rot="3466662">
              <a:off x="3271699" y="355830"/>
              <a:ext cx="690130" cy="646317"/>
            </a:xfrm>
            <a:prstGeom prst="ellipse">
              <a:avLst/>
            </a:prstGeom>
            <a:gradFill>
              <a:gsLst>
                <a:gs pos="0">
                  <a:srgbClr val="ECEDED">
                    <a:alpha val="19198"/>
                  </a:srgbClr>
                </a:gs>
                <a:gs pos="14286">
                  <a:srgbClr val="ECEDED">
                    <a:alpha val="17793"/>
                  </a:srgbClr>
                </a:gs>
                <a:gs pos="28571">
                  <a:srgbClr val="ECEDED">
                    <a:alpha val="14112"/>
                  </a:srgbClr>
                </a:gs>
                <a:gs pos="42857">
                  <a:srgbClr val="ECEDED">
                    <a:alpha val="9497"/>
                  </a:srgbClr>
                </a:gs>
                <a:gs pos="57143">
                  <a:srgbClr val="ECEDED">
                    <a:alpha val="5379"/>
                  </a:srgbClr>
                </a:gs>
                <a:gs pos="71429">
                  <a:srgbClr val="ECEDED">
                    <a:alpha val="2555"/>
                  </a:srgbClr>
                </a:gs>
                <a:gs pos="85714">
                  <a:srgbClr val="ECEDED">
                    <a:alpha val="1018"/>
                  </a:srgbClr>
                </a:gs>
                <a:gs pos="100000">
                  <a:srgbClr val="ECEDED">
                    <a:alpha val="3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4" name="Splat 1164"/>
            <p:cNvSpPr>
              <a:spLocks noGrp="1"/>
            </p:cNvSpPr>
            <p:nvPr/>
          </p:nvSpPr>
          <p:spPr>
            <a:xfrm rot="3789496">
              <a:off x="3054532" y="460556"/>
              <a:ext cx="665307" cy="590522"/>
            </a:xfrm>
            <a:prstGeom prst="ellipse">
              <a:avLst/>
            </a:prstGeom>
            <a:gradFill>
              <a:gsLst>
                <a:gs pos="0">
                  <a:srgbClr val="ECECEB">
                    <a:alpha val="17648"/>
                  </a:srgbClr>
                </a:gs>
                <a:gs pos="14286">
                  <a:srgbClr val="ECECEB">
                    <a:alpha val="16345"/>
                  </a:srgbClr>
                </a:gs>
                <a:gs pos="28571">
                  <a:srgbClr val="ECECEB">
                    <a:alpha val="12940"/>
                  </a:srgbClr>
                </a:gs>
                <a:gs pos="42857">
                  <a:srgbClr val="ECECEB">
                    <a:alpha val="8688"/>
                  </a:srgbClr>
                </a:gs>
                <a:gs pos="57143">
                  <a:srgbClr val="ECECEB">
                    <a:alpha val="4912"/>
                  </a:srgbClr>
                </a:gs>
                <a:gs pos="71429">
                  <a:srgbClr val="ECECEB">
                    <a:alpha val="2330"/>
                  </a:srgbClr>
                </a:gs>
                <a:gs pos="85714">
                  <a:srgbClr val="ECECEB">
                    <a:alpha val="928"/>
                  </a:srgbClr>
                </a:gs>
                <a:gs pos="100000">
                  <a:srgbClr val="ECECEB">
                    <a:alpha val="31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5" name="Splat 1165"/>
            <p:cNvSpPr>
              <a:spLocks noGrp="1"/>
            </p:cNvSpPr>
            <p:nvPr/>
          </p:nvSpPr>
          <p:spPr>
            <a:xfrm rot="6983921">
              <a:off x="2858837" y="430442"/>
              <a:ext cx="627250" cy="579639"/>
            </a:xfrm>
            <a:prstGeom prst="ellipse">
              <a:avLst/>
            </a:prstGeom>
            <a:gradFill>
              <a:gsLst>
                <a:gs pos="0">
                  <a:srgbClr val="EFEEEE">
                    <a:alpha val="13775"/>
                  </a:srgbClr>
                </a:gs>
                <a:gs pos="14286">
                  <a:srgbClr val="EFEEEE">
                    <a:alpha val="12735"/>
                  </a:srgbClr>
                </a:gs>
                <a:gs pos="28571">
                  <a:srgbClr val="EFEEEE">
                    <a:alpha val="10037"/>
                  </a:srgbClr>
                </a:gs>
                <a:gs pos="42857">
                  <a:srgbClr val="EFEEEE">
                    <a:alpha val="6702"/>
                  </a:srgbClr>
                </a:gs>
                <a:gs pos="57143">
                  <a:srgbClr val="EFEEEE">
                    <a:alpha val="3771"/>
                  </a:srgbClr>
                </a:gs>
                <a:gs pos="71429">
                  <a:srgbClr val="EFEEEE">
                    <a:alpha val="1783"/>
                  </a:srgbClr>
                </a:gs>
                <a:gs pos="85714">
                  <a:srgbClr val="EFEEEE">
                    <a:alpha val="709"/>
                  </a:srgbClr>
                </a:gs>
                <a:gs pos="100000">
                  <a:srgbClr val="EFEEEE">
                    <a:alpha val="2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6" name="Splat 1166"/>
            <p:cNvSpPr>
              <a:spLocks noGrp="1"/>
            </p:cNvSpPr>
            <p:nvPr/>
          </p:nvSpPr>
          <p:spPr>
            <a:xfrm rot="-9464577">
              <a:off x="2643806" y="428586"/>
              <a:ext cx="676186" cy="564420"/>
            </a:xfrm>
            <a:prstGeom prst="ellipse">
              <a:avLst/>
            </a:prstGeom>
            <a:gradFill>
              <a:gsLst>
                <a:gs pos="0">
                  <a:srgbClr val="F1F2F1">
                    <a:alpha val="13598"/>
                  </a:srgbClr>
                </a:gs>
                <a:gs pos="14286">
                  <a:srgbClr val="F1F2F1">
                    <a:alpha val="12571"/>
                  </a:srgbClr>
                </a:gs>
                <a:gs pos="28571">
                  <a:srgbClr val="F1F2F1">
                    <a:alpha val="9905"/>
                  </a:srgbClr>
                </a:gs>
                <a:gs pos="42857">
                  <a:srgbClr val="F1F2F1">
                    <a:alpha val="6613"/>
                  </a:srgbClr>
                </a:gs>
                <a:gs pos="57143">
                  <a:srgbClr val="F1F2F1">
                    <a:alpha val="3720"/>
                  </a:srgbClr>
                </a:gs>
                <a:gs pos="71429">
                  <a:srgbClr val="F1F2F1">
                    <a:alpha val="1759"/>
                  </a:srgbClr>
                </a:gs>
                <a:gs pos="85714">
                  <a:srgbClr val="F1F2F1">
                    <a:alpha val="699"/>
                  </a:srgbClr>
                </a:gs>
                <a:gs pos="100000">
                  <a:srgbClr val="F1F2F1">
                    <a:alpha val="23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7" name="Splat 1167"/>
            <p:cNvSpPr>
              <a:spLocks noGrp="1"/>
            </p:cNvSpPr>
            <p:nvPr/>
          </p:nvSpPr>
          <p:spPr>
            <a:xfrm rot="-9033422">
              <a:off x="2406392" y="427121"/>
              <a:ext cx="642273" cy="633193"/>
            </a:xfrm>
            <a:prstGeom prst="ellipse">
              <a:avLst/>
            </a:prstGeom>
            <a:gradFill>
              <a:gsLst>
                <a:gs pos="0">
                  <a:srgbClr val="EEEEEE">
                    <a:alpha val="17858"/>
                  </a:srgbClr>
                </a:gs>
                <a:gs pos="14286">
                  <a:srgbClr val="EEEEEE">
                    <a:alpha val="16541"/>
                  </a:srgbClr>
                </a:gs>
                <a:gs pos="28571">
                  <a:srgbClr val="EEEEEE">
                    <a:alpha val="13098"/>
                  </a:srgbClr>
                </a:gs>
                <a:gs pos="42857">
                  <a:srgbClr val="EEEEEE">
                    <a:alpha val="8797"/>
                  </a:srgbClr>
                </a:gs>
                <a:gs pos="57143">
                  <a:srgbClr val="EEEEEE">
                    <a:alpha val="4974"/>
                  </a:srgbClr>
                </a:gs>
                <a:gs pos="71429">
                  <a:srgbClr val="EEEEEE">
                    <a:alpha val="2360"/>
                  </a:srgbClr>
                </a:gs>
                <a:gs pos="85714">
                  <a:srgbClr val="EEEEEE">
                    <a:alpha val="940"/>
                  </a:srgbClr>
                </a:gs>
                <a:gs pos="100000">
                  <a:srgbClr val="EEEEEE">
                    <a:alpha val="31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8" name="Splat 1168"/>
            <p:cNvSpPr>
              <a:spLocks noGrp="1"/>
            </p:cNvSpPr>
            <p:nvPr/>
          </p:nvSpPr>
          <p:spPr>
            <a:xfrm rot="3766041">
              <a:off x="2241054" y="466572"/>
              <a:ext cx="691102" cy="548644"/>
            </a:xfrm>
            <a:prstGeom prst="ellipse">
              <a:avLst/>
            </a:prstGeom>
            <a:gradFill>
              <a:gsLst>
                <a:gs pos="0">
                  <a:srgbClr val="D7D7D7">
                    <a:alpha val="29509"/>
                  </a:srgbClr>
                </a:gs>
                <a:gs pos="14286">
                  <a:srgbClr val="D7D7D7">
                    <a:alpha val="27486"/>
                  </a:srgbClr>
                </a:gs>
                <a:gs pos="28571">
                  <a:srgbClr val="D7D7D7">
                    <a:alpha val="22085"/>
                  </a:srgbClr>
                </a:gs>
                <a:gs pos="42857">
                  <a:srgbClr val="D7D7D7">
                    <a:alpha val="15099"/>
                  </a:srgbClr>
                </a:gs>
                <a:gs pos="57143">
                  <a:srgbClr val="D7D7D7">
                    <a:alpha val="8671"/>
                  </a:srgbClr>
                </a:gs>
                <a:gs pos="71429">
                  <a:srgbClr val="D7D7D7">
                    <a:alpha val="4157"/>
                  </a:srgbClr>
                </a:gs>
                <a:gs pos="85714">
                  <a:srgbClr val="D7D7D7">
                    <a:alpha val="1665"/>
                  </a:srgbClr>
                </a:gs>
                <a:gs pos="100000">
                  <a:srgbClr val="D7D7D7">
                    <a:alpha val="55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69" name="Splat 1169"/>
            <p:cNvSpPr>
              <a:spLocks noGrp="1"/>
            </p:cNvSpPr>
            <p:nvPr/>
          </p:nvSpPr>
          <p:spPr>
            <a:xfrm rot="2984817">
              <a:off x="2015704" y="495031"/>
              <a:ext cx="693220" cy="487620"/>
            </a:xfrm>
            <a:prstGeom prst="ellipse">
              <a:avLst/>
            </a:prstGeom>
            <a:gradFill>
              <a:gsLst>
                <a:gs pos="0">
                  <a:srgbClr val="E5E5E5">
                    <a:alpha val="24557"/>
                  </a:srgbClr>
                </a:gs>
                <a:gs pos="14286">
                  <a:srgbClr val="E5E5E5">
                    <a:alpha val="22818"/>
                  </a:srgbClr>
                </a:gs>
                <a:gs pos="28571">
                  <a:srgbClr val="E5E5E5">
                    <a:alpha val="18217"/>
                  </a:srgbClr>
                </a:gs>
                <a:gs pos="42857">
                  <a:srgbClr val="E5E5E5">
                    <a:alpha val="12358"/>
                  </a:srgbClr>
                </a:gs>
                <a:gs pos="57143">
                  <a:srgbClr val="E5E5E5">
                    <a:alpha val="7048"/>
                  </a:srgbClr>
                </a:gs>
                <a:gs pos="71429">
                  <a:srgbClr val="E5E5E5">
                    <a:alpha val="3363"/>
                  </a:srgbClr>
                </a:gs>
                <a:gs pos="85714">
                  <a:srgbClr val="E5E5E5">
                    <a:alpha val="1344"/>
                  </a:srgbClr>
                </a:gs>
                <a:gs pos="100000">
                  <a:srgbClr val="E5E5E5">
                    <a:alpha val="45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0" name="Splat 1170"/>
            <p:cNvSpPr>
              <a:spLocks noGrp="1"/>
            </p:cNvSpPr>
            <p:nvPr/>
          </p:nvSpPr>
          <p:spPr>
            <a:xfrm rot="5263779">
              <a:off x="1735973" y="538157"/>
              <a:ext cx="697985" cy="303712"/>
            </a:xfrm>
            <a:prstGeom prst="ellipse">
              <a:avLst/>
            </a:prstGeom>
            <a:gradFill>
              <a:gsLst>
                <a:gs pos="0">
                  <a:srgbClr val="FBFBFB">
                    <a:alpha val="12835"/>
                  </a:srgbClr>
                </a:gs>
                <a:gs pos="14286">
                  <a:srgbClr val="FBFBFB">
                    <a:alpha val="11862"/>
                  </a:srgbClr>
                </a:gs>
                <a:gs pos="28571">
                  <a:srgbClr val="FBFBFB">
                    <a:alpha val="9338"/>
                  </a:srgbClr>
                </a:gs>
                <a:gs pos="42857">
                  <a:srgbClr val="FBFBFB">
                    <a:alpha val="6228"/>
                  </a:srgbClr>
                </a:gs>
                <a:gs pos="57143">
                  <a:srgbClr val="FBFBFB">
                    <a:alpha val="3500"/>
                  </a:srgbClr>
                </a:gs>
                <a:gs pos="71429">
                  <a:srgbClr val="FBFBFB">
                    <a:alpha val="1654"/>
                  </a:srgbClr>
                </a:gs>
                <a:gs pos="85714">
                  <a:srgbClr val="FBFBFB">
                    <a:alpha val="657"/>
                  </a:srgbClr>
                </a:gs>
                <a:gs pos="100000">
                  <a:srgbClr val="FBFBFB">
                    <a:alpha val="22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1" name="Splat 1171"/>
            <p:cNvSpPr>
              <a:spLocks noGrp="1"/>
            </p:cNvSpPr>
            <p:nvPr/>
          </p:nvSpPr>
          <p:spPr>
            <a:xfrm rot="3222425">
              <a:off x="1323195" y="506537"/>
              <a:ext cx="739949" cy="380978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2" name="Splat 1172"/>
            <p:cNvSpPr>
              <a:spLocks noGrp="1"/>
            </p:cNvSpPr>
            <p:nvPr/>
          </p:nvSpPr>
          <p:spPr>
            <a:xfrm rot="9135052">
              <a:off x="1107019" y="415919"/>
              <a:ext cx="828536" cy="684423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3" name="Splat 1173"/>
            <p:cNvSpPr>
              <a:spLocks noGrp="1"/>
            </p:cNvSpPr>
            <p:nvPr/>
          </p:nvSpPr>
          <p:spPr>
            <a:xfrm rot="8063039">
              <a:off x="962484" y="525814"/>
              <a:ext cx="787117" cy="426398"/>
            </a:xfrm>
            <a:prstGeom prst="ellipse">
              <a:avLst/>
            </a:prstGeom>
            <a:gradFill>
              <a:gsLst>
                <a:gs pos="0">
                  <a:srgbClr val="000102">
                    <a:alpha val="32968"/>
                  </a:srgbClr>
                </a:gs>
                <a:gs pos="14286">
                  <a:srgbClr val="000102">
                    <a:alpha val="30764"/>
                  </a:srgbClr>
                </a:gs>
                <a:gs pos="28571">
                  <a:srgbClr val="000102">
                    <a:alpha val="24833"/>
                  </a:srgbClr>
                </a:gs>
                <a:gs pos="42857">
                  <a:srgbClr val="000102">
                    <a:alpha val="17075"/>
                  </a:srgbClr>
                </a:gs>
                <a:gs pos="57143">
                  <a:srgbClr val="000102">
                    <a:alpha val="9855"/>
                  </a:srgbClr>
                </a:gs>
                <a:gs pos="71429">
                  <a:srgbClr val="000102">
                    <a:alpha val="4740"/>
                  </a:srgbClr>
                </a:gs>
                <a:gs pos="85714">
                  <a:srgbClr val="000102">
                    <a:alpha val="1902"/>
                  </a:srgbClr>
                </a:gs>
                <a:gs pos="100000">
                  <a:srgbClr val="00010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4" name="Splat 1174"/>
            <p:cNvSpPr>
              <a:spLocks noGrp="1"/>
            </p:cNvSpPr>
            <p:nvPr/>
          </p:nvSpPr>
          <p:spPr>
            <a:xfrm rot="9323599">
              <a:off x="314299" y="530792"/>
              <a:ext cx="830076" cy="343296"/>
            </a:xfrm>
            <a:prstGeom prst="ellipse">
              <a:avLst/>
            </a:prstGeom>
            <a:gradFill>
              <a:gsLst>
                <a:gs pos="0">
                  <a:srgbClr val="F2F2F2">
                    <a:alpha val="24207"/>
                  </a:srgbClr>
                </a:gs>
                <a:gs pos="14286">
                  <a:srgbClr val="F2F2F2">
                    <a:alpha val="22489"/>
                  </a:srgbClr>
                </a:gs>
                <a:gs pos="28571">
                  <a:srgbClr val="F2F2F2">
                    <a:alpha val="17947"/>
                  </a:srgbClr>
                </a:gs>
                <a:gs pos="42857">
                  <a:srgbClr val="F2F2F2">
                    <a:alpha val="12168"/>
                  </a:srgbClr>
                </a:gs>
                <a:gs pos="57143">
                  <a:srgbClr val="F2F2F2">
                    <a:alpha val="6937"/>
                  </a:srgbClr>
                </a:gs>
                <a:gs pos="71429">
                  <a:srgbClr val="F2F2F2">
                    <a:alpha val="3309"/>
                  </a:srgbClr>
                </a:gs>
                <a:gs pos="85714">
                  <a:srgbClr val="F2F2F2">
                    <a:alpha val="1322"/>
                  </a:srgbClr>
                </a:gs>
                <a:gs pos="100000">
                  <a:srgbClr val="F2F2F2">
                    <a:alpha val="4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5" name="Splat 1175"/>
            <p:cNvSpPr>
              <a:spLocks noGrp="1"/>
            </p:cNvSpPr>
            <p:nvPr/>
          </p:nvSpPr>
          <p:spPr>
            <a:xfrm rot="8863720">
              <a:off x="153635" y="439620"/>
              <a:ext cx="752916" cy="469743"/>
            </a:xfrm>
            <a:prstGeom prst="ellipse">
              <a:avLst/>
            </a:prstGeom>
            <a:gradFill>
              <a:gsLst>
                <a:gs pos="0">
                  <a:srgbClr val="EFEFEF">
                    <a:alpha val="32258"/>
                  </a:srgbClr>
                </a:gs>
                <a:gs pos="14286">
                  <a:srgbClr val="EFEFEF">
                    <a:alpha val="30090"/>
                  </a:srgbClr>
                </a:gs>
                <a:gs pos="28571">
                  <a:srgbClr val="EFEFEF">
                    <a:alpha val="24266"/>
                  </a:srgbClr>
                </a:gs>
                <a:gs pos="42857">
                  <a:srgbClr val="EFEFEF">
                    <a:alpha val="16665"/>
                  </a:srgbClr>
                </a:gs>
                <a:gs pos="57143">
                  <a:srgbClr val="EFEFEF">
                    <a:alpha val="9608"/>
                  </a:srgbClr>
                </a:gs>
                <a:gs pos="71429">
                  <a:srgbClr val="EFEFEF">
                    <a:alpha val="4618"/>
                  </a:srgbClr>
                </a:gs>
                <a:gs pos="85714">
                  <a:srgbClr val="EFEFEF">
                    <a:alpha val="1852"/>
                  </a:srgbClr>
                </a:gs>
                <a:gs pos="100000">
                  <a:srgbClr val="EFEFEF">
                    <a:alpha val="6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6" name="Splat 1176"/>
            <p:cNvSpPr>
              <a:spLocks noGrp="1"/>
            </p:cNvSpPr>
            <p:nvPr/>
          </p:nvSpPr>
          <p:spPr>
            <a:xfrm rot="7899190">
              <a:off x="-22163" y="393741"/>
              <a:ext cx="711152" cy="574772"/>
            </a:xfrm>
            <a:prstGeom prst="ellipse">
              <a:avLst/>
            </a:prstGeom>
            <a:gradFill>
              <a:gsLst>
                <a:gs pos="0">
                  <a:srgbClr val="E0E0E0">
                    <a:alpha val="32829"/>
                  </a:srgbClr>
                </a:gs>
                <a:gs pos="14286">
                  <a:srgbClr val="E0E0E0">
                    <a:alpha val="30632"/>
                  </a:srgbClr>
                </a:gs>
                <a:gs pos="28571">
                  <a:srgbClr val="E0E0E0">
                    <a:alpha val="24722"/>
                  </a:srgbClr>
                </a:gs>
                <a:gs pos="42857">
                  <a:srgbClr val="E0E0E0">
                    <a:alpha val="16995"/>
                  </a:srgbClr>
                </a:gs>
                <a:gs pos="57143">
                  <a:srgbClr val="E0E0E0">
                    <a:alpha val="9807"/>
                  </a:srgbClr>
                </a:gs>
                <a:gs pos="71429">
                  <a:srgbClr val="E0E0E0">
                    <a:alpha val="4716"/>
                  </a:srgbClr>
                </a:gs>
                <a:gs pos="85714">
                  <a:srgbClr val="E0E0E0">
                    <a:alpha val="1892"/>
                  </a:srgbClr>
                </a:gs>
                <a:gs pos="100000">
                  <a:srgbClr val="E0E0E0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7" name="Splat 1177"/>
            <p:cNvSpPr>
              <a:spLocks noGrp="1"/>
            </p:cNvSpPr>
            <p:nvPr/>
          </p:nvSpPr>
          <p:spPr>
            <a:xfrm rot="3649555">
              <a:off x="-335313" y="448547"/>
              <a:ext cx="745010" cy="634466"/>
            </a:xfrm>
            <a:prstGeom prst="ellipse">
              <a:avLst/>
            </a:prstGeom>
            <a:gradFill>
              <a:gsLst>
                <a:gs pos="0">
                  <a:srgbClr val="E7E7E7">
                    <a:alpha val="32852"/>
                  </a:srgbClr>
                </a:gs>
                <a:gs pos="14286">
                  <a:srgbClr val="E7E7E7">
                    <a:alpha val="30653"/>
                  </a:srgbClr>
                </a:gs>
                <a:gs pos="28571">
                  <a:srgbClr val="E7E7E7">
                    <a:alpha val="24740"/>
                  </a:srgbClr>
                </a:gs>
                <a:gs pos="42857">
                  <a:srgbClr val="E7E7E7">
                    <a:alpha val="17008"/>
                  </a:srgbClr>
                </a:gs>
                <a:gs pos="57143">
                  <a:srgbClr val="E7E7E7">
                    <a:alpha val="9814"/>
                  </a:srgbClr>
                </a:gs>
                <a:gs pos="71429">
                  <a:srgbClr val="E7E7E7">
                    <a:alpha val="4720"/>
                  </a:srgbClr>
                </a:gs>
                <a:gs pos="85714">
                  <a:srgbClr val="E7E7E7">
                    <a:alpha val="1894"/>
                  </a:srgbClr>
                </a:gs>
                <a:gs pos="100000">
                  <a:srgbClr val="E7E7E7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8" name="Splat 1178"/>
            <p:cNvSpPr>
              <a:spLocks noGrp="1"/>
            </p:cNvSpPr>
            <p:nvPr/>
          </p:nvSpPr>
          <p:spPr>
            <a:xfrm rot="8267252">
              <a:off x="3214152" y="282643"/>
              <a:ext cx="678354" cy="592455"/>
            </a:xfrm>
            <a:prstGeom prst="ellipse">
              <a:avLst/>
            </a:prstGeom>
            <a:gradFill>
              <a:gsLst>
                <a:gs pos="0">
                  <a:srgbClr val="CAC9CA">
                    <a:alpha val="32951"/>
                  </a:srgbClr>
                </a:gs>
                <a:gs pos="14286">
                  <a:srgbClr val="CAC9CA">
                    <a:alpha val="30748"/>
                  </a:srgbClr>
                </a:gs>
                <a:gs pos="28571">
                  <a:srgbClr val="CAC9CA">
                    <a:alpha val="24819"/>
                  </a:srgbClr>
                </a:gs>
                <a:gs pos="42857">
                  <a:srgbClr val="CAC9CA">
                    <a:alpha val="17065"/>
                  </a:srgbClr>
                </a:gs>
                <a:gs pos="57143">
                  <a:srgbClr val="CAC9CA">
                    <a:alpha val="9849"/>
                  </a:srgbClr>
                </a:gs>
                <a:gs pos="71429">
                  <a:srgbClr val="CAC9CA">
                    <a:alpha val="4737"/>
                  </a:srgbClr>
                </a:gs>
                <a:gs pos="85714">
                  <a:srgbClr val="CAC9CA">
                    <a:alpha val="1901"/>
                  </a:srgbClr>
                </a:gs>
                <a:gs pos="100000">
                  <a:srgbClr val="CAC9CA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79" name="Splat 1179"/>
            <p:cNvSpPr>
              <a:spLocks noGrp="1"/>
            </p:cNvSpPr>
            <p:nvPr/>
          </p:nvSpPr>
          <p:spPr>
            <a:xfrm rot="4575569">
              <a:off x="3002776" y="205922"/>
              <a:ext cx="674129" cy="605360"/>
            </a:xfrm>
            <a:prstGeom prst="ellipse">
              <a:avLst/>
            </a:prstGeom>
            <a:gradFill>
              <a:gsLst>
                <a:gs pos="0">
                  <a:srgbClr val="E4E3E3">
                    <a:alpha val="16871"/>
                  </a:srgbClr>
                </a:gs>
                <a:gs pos="14286">
                  <a:srgbClr val="E4E3E3">
                    <a:alpha val="15619"/>
                  </a:srgbClr>
                </a:gs>
                <a:gs pos="28571">
                  <a:srgbClr val="E4E3E3">
                    <a:alpha val="12354"/>
                  </a:srgbClr>
                </a:gs>
                <a:gs pos="42857">
                  <a:srgbClr val="E4E3E3">
                    <a:alpha val="8286"/>
                  </a:srgbClr>
                </a:gs>
                <a:gs pos="57143">
                  <a:srgbClr val="E4E3E3">
                    <a:alpha val="4680"/>
                  </a:srgbClr>
                </a:gs>
                <a:gs pos="71429">
                  <a:srgbClr val="E4E3E3">
                    <a:alpha val="2218"/>
                  </a:srgbClr>
                </a:gs>
                <a:gs pos="85714">
                  <a:srgbClr val="E4E3E3">
                    <a:alpha val="883"/>
                  </a:srgbClr>
                </a:gs>
                <a:gs pos="100000">
                  <a:srgbClr val="E4E3E3">
                    <a:alpha val="29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0" name="Splat 1180"/>
            <p:cNvSpPr>
              <a:spLocks noGrp="1"/>
            </p:cNvSpPr>
            <p:nvPr/>
          </p:nvSpPr>
          <p:spPr>
            <a:xfrm rot="10451559">
              <a:off x="2849028" y="260689"/>
              <a:ext cx="623661" cy="604802"/>
            </a:xfrm>
            <a:prstGeom prst="ellipse">
              <a:avLst/>
            </a:prstGeom>
            <a:gradFill>
              <a:gsLst>
                <a:gs pos="0">
                  <a:srgbClr val="D3D3D3">
                    <a:alpha val="25649"/>
                  </a:srgbClr>
                </a:gs>
                <a:gs pos="14286">
                  <a:srgbClr val="D3D3D3">
                    <a:alpha val="23845"/>
                  </a:srgbClr>
                </a:gs>
                <a:gs pos="28571">
                  <a:srgbClr val="D3D3D3">
                    <a:alpha val="19064"/>
                  </a:srgbClr>
                </a:gs>
                <a:gs pos="42857">
                  <a:srgbClr val="D3D3D3">
                    <a:alpha val="12954"/>
                  </a:srgbClr>
                </a:gs>
                <a:gs pos="57143">
                  <a:srgbClr val="D3D3D3">
                    <a:alpha val="7399"/>
                  </a:srgbClr>
                </a:gs>
                <a:gs pos="71429">
                  <a:srgbClr val="D3D3D3">
                    <a:alpha val="3534"/>
                  </a:srgbClr>
                </a:gs>
                <a:gs pos="85714">
                  <a:srgbClr val="D3D3D3">
                    <a:alpha val="1413"/>
                  </a:srgbClr>
                </a:gs>
                <a:gs pos="100000">
                  <a:srgbClr val="D3D3D3">
                    <a:alpha val="47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1" name="Splat 1181"/>
            <p:cNvSpPr>
              <a:spLocks noGrp="1"/>
            </p:cNvSpPr>
            <p:nvPr/>
          </p:nvSpPr>
          <p:spPr>
            <a:xfrm rot="3106187">
              <a:off x="2644634" y="182345"/>
              <a:ext cx="633143" cy="627671"/>
            </a:xfrm>
            <a:prstGeom prst="ellipse">
              <a:avLst/>
            </a:prstGeom>
            <a:gradFill>
              <a:gsLst>
                <a:gs pos="0">
                  <a:srgbClr val="E7E7E7">
                    <a:alpha val="15675"/>
                  </a:srgbClr>
                </a:gs>
                <a:gs pos="14286">
                  <a:srgbClr val="E7E7E7">
                    <a:alpha val="14504"/>
                  </a:srgbClr>
                </a:gs>
                <a:gs pos="28571">
                  <a:srgbClr val="E7E7E7">
                    <a:alpha val="11456"/>
                  </a:srgbClr>
                </a:gs>
                <a:gs pos="42857">
                  <a:srgbClr val="E7E7E7">
                    <a:alpha val="7670"/>
                  </a:srgbClr>
                </a:gs>
                <a:gs pos="57143">
                  <a:srgbClr val="E7E7E7">
                    <a:alpha val="4326"/>
                  </a:srgbClr>
                </a:gs>
                <a:gs pos="71429">
                  <a:srgbClr val="E7E7E7">
                    <a:alpha val="2049"/>
                  </a:srgbClr>
                </a:gs>
                <a:gs pos="85714">
                  <a:srgbClr val="E7E7E7">
                    <a:alpha val="815"/>
                  </a:srgbClr>
                </a:gs>
                <a:gs pos="100000">
                  <a:srgbClr val="E7E7E7">
                    <a:alpha val="2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2" name="Splat 1182"/>
            <p:cNvSpPr>
              <a:spLocks noGrp="1"/>
            </p:cNvSpPr>
            <p:nvPr/>
          </p:nvSpPr>
          <p:spPr>
            <a:xfrm rot="-9373069">
              <a:off x="2441585" y="279689"/>
              <a:ext cx="668465" cy="549387"/>
            </a:xfrm>
            <a:prstGeom prst="ellipse">
              <a:avLst/>
            </a:prstGeom>
            <a:gradFill>
              <a:gsLst>
                <a:gs pos="0">
                  <a:srgbClr val="DFE0DF">
                    <a:alpha val="19248"/>
                  </a:srgbClr>
                </a:gs>
                <a:gs pos="14286">
                  <a:srgbClr val="DFE0DF">
                    <a:alpha val="17839"/>
                  </a:srgbClr>
                </a:gs>
                <a:gs pos="28571">
                  <a:srgbClr val="DFE0DF">
                    <a:alpha val="14150"/>
                  </a:srgbClr>
                </a:gs>
                <a:gs pos="42857">
                  <a:srgbClr val="DFE0DF">
                    <a:alpha val="9523"/>
                  </a:srgbClr>
                </a:gs>
                <a:gs pos="57143">
                  <a:srgbClr val="DFE0DF">
                    <a:alpha val="5394"/>
                  </a:srgbClr>
                </a:gs>
                <a:gs pos="71429">
                  <a:srgbClr val="DFE0DF">
                    <a:alpha val="2562"/>
                  </a:srgbClr>
                </a:gs>
                <a:gs pos="85714">
                  <a:srgbClr val="DFE0DF">
                    <a:alpha val="1021"/>
                  </a:srgbClr>
                </a:gs>
                <a:gs pos="100000">
                  <a:srgbClr val="DFE0DF">
                    <a:alpha val="34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3" name="Splat 1183"/>
            <p:cNvSpPr>
              <a:spLocks noGrp="1"/>
            </p:cNvSpPr>
            <p:nvPr/>
          </p:nvSpPr>
          <p:spPr>
            <a:xfrm rot="6462414">
              <a:off x="2183176" y="236344"/>
              <a:ext cx="680776" cy="639791"/>
            </a:xfrm>
            <a:prstGeom prst="ellipse">
              <a:avLst/>
            </a:prstGeom>
            <a:gradFill>
              <a:gsLst>
                <a:gs pos="0">
                  <a:srgbClr val="D0D1D1">
                    <a:alpha val="32810"/>
                  </a:srgbClr>
                </a:gs>
                <a:gs pos="14286">
                  <a:srgbClr val="D0D1D1">
                    <a:alpha val="30614"/>
                  </a:srgbClr>
                </a:gs>
                <a:gs pos="28571">
                  <a:srgbClr val="D0D1D1">
                    <a:alpha val="24707"/>
                  </a:srgbClr>
                </a:gs>
                <a:gs pos="42857">
                  <a:srgbClr val="D0D1D1">
                    <a:alpha val="16984"/>
                  </a:srgbClr>
                </a:gs>
                <a:gs pos="57143">
                  <a:srgbClr val="D0D1D1">
                    <a:alpha val="9800"/>
                  </a:srgbClr>
                </a:gs>
                <a:gs pos="71429">
                  <a:srgbClr val="D0D1D1">
                    <a:alpha val="4713"/>
                  </a:srgbClr>
                </a:gs>
                <a:gs pos="85714">
                  <a:srgbClr val="D0D1D1">
                    <a:alpha val="1891"/>
                  </a:srgbClr>
                </a:gs>
                <a:gs pos="100000">
                  <a:srgbClr val="D0D1D1">
                    <a:alpha val="6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4" name="Splat 1184"/>
            <p:cNvSpPr>
              <a:spLocks noGrp="1"/>
            </p:cNvSpPr>
            <p:nvPr/>
          </p:nvSpPr>
          <p:spPr>
            <a:xfrm rot="4463737">
              <a:off x="1991719" y="224044"/>
              <a:ext cx="709828" cy="653061"/>
            </a:xfrm>
            <a:prstGeom prst="ellipse">
              <a:avLst/>
            </a:prstGeom>
            <a:gradFill>
              <a:gsLst>
                <a:gs pos="0">
                  <a:srgbClr val="D6D6D6">
                    <a:alpha val="32858"/>
                  </a:srgbClr>
                </a:gs>
                <a:gs pos="14286">
                  <a:srgbClr val="D6D6D6">
                    <a:alpha val="30659"/>
                  </a:srgbClr>
                </a:gs>
                <a:gs pos="28571">
                  <a:srgbClr val="D6D6D6">
                    <a:alpha val="24745"/>
                  </a:srgbClr>
                </a:gs>
                <a:gs pos="42857">
                  <a:srgbClr val="D6D6D6">
                    <a:alpha val="17011"/>
                  </a:srgbClr>
                </a:gs>
                <a:gs pos="57143">
                  <a:srgbClr val="D6D6D6">
                    <a:alpha val="9816"/>
                  </a:srgbClr>
                </a:gs>
                <a:gs pos="71429">
                  <a:srgbClr val="D6D6D6">
                    <a:alpha val="4721"/>
                  </a:srgbClr>
                </a:gs>
                <a:gs pos="85714">
                  <a:srgbClr val="D6D6D6">
                    <a:alpha val="1894"/>
                  </a:srgbClr>
                </a:gs>
                <a:gs pos="100000">
                  <a:srgbClr val="D6D6D6">
                    <a:alpha val="63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5" name="Splat 1185"/>
            <p:cNvSpPr>
              <a:spLocks noGrp="1"/>
            </p:cNvSpPr>
            <p:nvPr/>
          </p:nvSpPr>
          <p:spPr>
            <a:xfrm rot="-8705960">
              <a:off x="1581369" y="388723"/>
              <a:ext cx="841100" cy="320026"/>
            </a:xfrm>
            <a:prstGeom prst="ellipse">
              <a:avLst/>
            </a:prstGeom>
            <a:gradFill>
              <a:gsLst>
                <a:gs pos="0">
                  <a:srgbClr val="D7D8D8">
                    <a:alpha val="32968"/>
                  </a:srgbClr>
                </a:gs>
                <a:gs pos="14286">
                  <a:srgbClr val="D7D8D8">
                    <a:alpha val="30764"/>
                  </a:srgbClr>
                </a:gs>
                <a:gs pos="28571">
                  <a:srgbClr val="D7D8D8">
                    <a:alpha val="24833"/>
                  </a:srgbClr>
                </a:gs>
                <a:gs pos="42857">
                  <a:srgbClr val="D7D8D8">
                    <a:alpha val="17075"/>
                  </a:srgbClr>
                </a:gs>
                <a:gs pos="57143">
                  <a:srgbClr val="D7D8D8">
                    <a:alpha val="9855"/>
                  </a:srgbClr>
                </a:gs>
                <a:gs pos="71429">
                  <a:srgbClr val="D7D8D8">
                    <a:alpha val="4740"/>
                  </a:srgbClr>
                </a:gs>
                <a:gs pos="85714">
                  <a:srgbClr val="D7D8D8">
                    <a:alpha val="1902"/>
                  </a:srgbClr>
                </a:gs>
                <a:gs pos="100000">
                  <a:srgbClr val="D7D8D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6" name="Splat 1186"/>
            <p:cNvSpPr>
              <a:spLocks noGrp="1"/>
            </p:cNvSpPr>
            <p:nvPr/>
          </p:nvSpPr>
          <p:spPr>
            <a:xfrm rot="-8615113">
              <a:off x="1208392" y="422515"/>
              <a:ext cx="765059" cy="386414"/>
            </a:xfrm>
            <a:prstGeom prst="ellipse">
              <a:avLst/>
            </a:prstGeom>
            <a:gradFill>
              <a:gsLst>
                <a:gs pos="0">
                  <a:srgbClr val="000000">
                    <a:alpha val="32968"/>
                  </a:srgbClr>
                </a:gs>
                <a:gs pos="14286">
                  <a:srgbClr val="000000">
                    <a:alpha val="30764"/>
                  </a:srgbClr>
                </a:gs>
                <a:gs pos="28571">
                  <a:srgbClr val="000000">
                    <a:alpha val="24833"/>
                  </a:srgbClr>
                </a:gs>
                <a:gs pos="42857">
                  <a:srgbClr val="000000">
                    <a:alpha val="17075"/>
                  </a:srgbClr>
                </a:gs>
                <a:gs pos="57143">
                  <a:srgbClr val="000000">
                    <a:alpha val="9855"/>
                  </a:srgbClr>
                </a:gs>
                <a:gs pos="71429">
                  <a:srgbClr val="000000">
                    <a:alpha val="4740"/>
                  </a:srgbClr>
                </a:gs>
                <a:gs pos="85714">
                  <a:srgbClr val="000000">
                    <a:alpha val="1902"/>
                  </a:srgbClr>
                </a:gs>
                <a:gs pos="100000">
                  <a:srgbClr val="000000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7" name="Splat 1187"/>
            <p:cNvSpPr>
              <a:spLocks noGrp="1"/>
            </p:cNvSpPr>
            <p:nvPr/>
          </p:nvSpPr>
          <p:spPr>
            <a:xfrm rot="7546567">
              <a:off x="620689" y="329939"/>
              <a:ext cx="738690" cy="364194"/>
            </a:xfrm>
            <a:prstGeom prst="ellipse">
              <a:avLst/>
            </a:prstGeom>
            <a:gradFill>
              <a:gsLst>
                <a:gs pos="0">
                  <a:srgbClr val="F1F0F1">
                    <a:alpha val="32945"/>
                  </a:srgbClr>
                </a:gs>
                <a:gs pos="14286">
                  <a:srgbClr val="F1F0F1">
                    <a:alpha val="30742"/>
                  </a:srgbClr>
                </a:gs>
                <a:gs pos="28571">
                  <a:srgbClr val="F1F0F1">
                    <a:alpha val="24814"/>
                  </a:srgbClr>
                </a:gs>
                <a:gs pos="42857">
                  <a:srgbClr val="F1F0F1">
                    <a:alpha val="17062"/>
                  </a:srgbClr>
                </a:gs>
                <a:gs pos="57143">
                  <a:srgbClr val="F1F0F1">
                    <a:alpha val="9847"/>
                  </a:srgbClr>
                </a:gs>
                <a:gs pos="71429">
                  <a:srgbClr val="F1F0F1">
                    <a:alpha val="4736"/>
                  </a:srgbClr>
                </a:gs>
                <a:gs pos="85714">
                  <a:srgbClr val="F1F0F1">
                    <a:alpha val="1900"/>
                  </a:srgbClr>
                </a:gs>
                <a:gs pos="100000">
                  <a:srgbClr val="F1F0F1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8" name="Splat 1188"/>
            <p:cNvSpPr>
              <a:spLocks noGrp="1"/>
            </p:cNvSpPr>
            <p:nvPr/>
          </p:nvSpPr>
          <p:spPr>
            <a:xfrm rot="9308288">
              <a:off x="378802" y="353360"/>
              <a:ext cx="829045" cy="440749"/>
            </a:xfrm>
            <a:prstGeom prst="ellipse">
              <a:avLst/>
            </a:prstGeom>
            <a:gradFill>
              <a:gsLst>
                <a:gs pos="0">
                  <a:srgbClr val="D9D9D9">
                    <a:alpha val="32968"/>
                  </a:srgbClr>
                </a:gs>
                <a:gs pos="14286">
                  <a:srgbClr val="D9D9D9">
                    <a:alpha val="30764"/>
                  </a:srgbClr>
                </a:gs>
                <a:gs pos="28571">
                  <a:srgbClr val="D9D9D9">
                    <a:alpha val="24833"/>
                  </a:srgbClr>
                </a:gs>
                <a:gs pos="42857">
                  <a:srgbClr val="D9D9D9">
                    <a:alpha val="17075"/>
                  </a:srgbClr>
                </a:gs>
                <a:gs pos="57143">
                  <a:srgbClr val="D9D9D9">
                    <a:alpha val="9855"/>
                  </a:srgbClr>
                </a:gs>
                <a:gs pos="71429">
                  <a:srgbClr val="D9D9D9">
                    <a:alpha val="4740"/>
                  </a:srgbClr>
                </a:gs>
                <a:gs pos="85714">
                  <a:srgbClr val="D9D9D9">
                    <a:alpha val="1902"/>
                  </a:srgbClr>
                </a:gs>
                <a:gs pos="100000">
                  <a:srgbClr val="D9D9D9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9" name="Splat 1189"/>
            <p:cNvSpPr>
              <a:spLocks noGrp="1"/>
            </p:cNvSpPr>
            <p:nvPr/>
          </p:nvSpPr>
          <p:spPr>
            <a:xfrm rot="9831973">
              <a:off x="176387" y="364578"/>
              <a:ext cx="751288" cy="518712"/>
            </a:xfrm>
            <a:prstGeom prst="ellipse">
              <a:avLst/>
            </a:prstGeom>
            <a:gradFill>
              <a:gsLst>
                <a:gs pos="0">
                  <a:srgbClr val="CECDCD">
                    <a:alpha val="32968"/>
                  </a:srgbClr>
                </a:gs>
                <a:gs pos="14286">
                  <a:srgbClr val="CECDCD">
                    <a:alpha val="30764"/>
                  </a:srgbClr>
                </a:gs>
                <a:gs pos="28571">
                  <a:srgbClr val="CECDCD">
                    <a:alpha val="24833"/>
                  </a:srgbClr>
                </a:gs>
                <a:gs pos="42857">
                  <a:srgbClr val="CECDCD">
                    <a:alpha val="17075"/>
                  </a:srgbClr>
                </a:gs>
                <a:gs pos="57143">
                  <a:srgbClr val="CECDCD">
                    <a:alpha val="9855"/>
                  </a:srgbClr>
                </a:gs>
                <a:gs pos="71429">
                  <a:srgbClr val="CECDCD">
                    <a:alpha val="4740"/>
                  </a:srgbClr>
                </a:gs>
                <a:gs pos="85714">
                  <a:srgbClr val="CECDCD">
                    <a:alpha val="1902"/>
                  </a:srgbClr>
                </a:gs>
                <a:gs pos="100000">
                  <a:srgbClr val="CECDCD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0" name="Splat 1190"/>
            <p:cNvSpPr>
              <a:spLocks noGrp="1"/>
            </p:cNvSpPr>
            <p:nvPr/>
          </p:nvSpPr>
          <p:spPr>
            <a:xfrm rot="-9886218">
              <a:off x="-16670" y="192569"/>
              <a:ext cx="687840" cy="620147"/>
            </a:xfrm>
            <a:prstGeom prst="ellipse">
              <a:avLst/>
            </a:prstGeom>
            <a:gradFill>
              <a:gsLst>
                <a:gs pos="0">
                  <a:srgbClr val="D6D6D6">
                    <a:alpha val="32968"/>
                  </a:srgbClr>
                </a:gs>
                <a:gs pos="14286">
                  <a:srgbClr val="D6D6D6">
                    <a:alpha val="30764"/>
                  </a:srgbClr>
                </a:gs>
                <a:gs pos="28571">
                  <a:srgbClr val="D6D6D6">
                    <a:alpha val="24833"/>
                  </a:srgbClr>
                </a:gs>
                <a:gs pos="42857">
                  <a:srgbClr val="D6D6D6">
                    <a:alpha val="17075"/>
                  </a:srgbClr>
                </a:gs>
                <a:gs pos="57143">
                  <a:srgbClr val="D6D6D6">
                    <a:alpha val="9855"/>
                  </a:srgbClr>
                </a:gs>
                <a:gs pos="71429">
                  <a:srgbClr val="D6D6D6">
                    <a:alpha val="4740"/>
                  </a:srgbClr>
                </a:gs>
                <a:gs pos="85714">
                  <a:srgbClr val="D6D6D6">
                    <a:alpha val="1902"/>
                  </a:srgbClr>
                </a:gs>
                <a:gs pos="100000">
                  <a:srgbClr val="D6D6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1" name="Splat 1191"/>
            <p:cNvSpPr>
              <a:spLocks noGrp="1"/>
            </p:cNvSpPr>
            <p:nvPr/>
          </p:nvSpPr>
          <p:spPr>
            <a:xfrm rot="-10301422">
              <a:off x="-297619" y="269532"/>
              <a:ext cx="723281" cy="591450"/>
            </a:xfrm>
            <a:prstGeom prst="ellipse">
              <a:avLst/>
            </a:prstGeom>
            <a:gradFill>
              <a:gsLst>
                <a:gs pos="0">
                  <a:srgbClr val="E8E8E8">
                    <a:alpha val="28703"/>
                  </a:srgbClr>
                </a:gs>
                <a:gs pos="14286">
                  <a:srgbClr val="E8E8E8">
                    <a:alpha val="26726"/>
                  </a:srgbClr>
                </a:gs>
                <a:gs pos="28571">
                  <a:srgbClr val="E8E8E8">
                    <a:alpha val="21451"/>
                  </a:srgbClr>
                </a:gs>
                <a:gs pos="42857">
                  <a:srgbClr val="E8E8E8">
                    <a:alpha val="14646"/>
                  </a:srgbClr>
                </a:gs>
                <a:gs pos="57143">
                  <a:srgbClr val="E8E8E8">
                    <a:alpha val="8401"/>
                  </a:srgbClr>
                </a:gs>
                <a:gs pos="71429">
                  <a:srgbClr val="E8E8E8">
                    <a:alpha val="4024"/>
                  </a:srgbClr>
                </a:gs>
                <a:gs pos="85714">
                  <a:srgbClr val="E8E8E8">
                    <a:alpha val="1611"/>
                  </a:srgbClr>
                </a:gs>
                <a:gs pos="100000">
                  <a:srgbClr val="E8E8E8">
                    <a:alpha val="54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2" name="Splat 1192"/>
            <p:cNvSpPr>
              <a:spLocks noGrp="1"/>
            </p:cNvSpPr>
            <p:nvPr/>
          </p:nvSpPr>
          <p:spPr>
            <a:xfrm rot="9067788">
              <a:off x="3248707" y="-3591"/>
              <a:ext cx="716268" cy="694147"/>
            </a:xfrm>
            <a:prstGeom prst="ellipse">
              <a:avLst/>
            </a:prstGeom>
            <a:gradFill>
              <a:gsLst>
                <a:gs pos="0">
                  <a:srgbClr val="D9D9D9">
                    <a:alpha val="23603"/>
                  </a:srgbClr>
                </a:gs>
                <a:gs pos="14286">
                  <a:srgbClr val="D9D9D9">
                    <a:alpha val="21921"/>
                  </a:srgbClr>
                </a:gs>
                <a:gs pos="28571">
                  <a:srgbClr val="D9D9D9">
                    <a:alpha val="17480"/>
                  </a:srgbClr>
                </a:gs>
                <a:gs pos="42857">
                  <a:srgbClr val="D9D9D9">
                    <a:alpha val="11841"/>
                  </a:srgbClr>
                </a:gs>
                <a:gs pos="57143">
                  <a:srgbClr val="D9D9D9">
                    <a:alpha val="6745"/>
                  </a:srgbClr>
                </a:gs>
                <a:gs pos="71429">
                  <a:srgbClr val="D9D9D9">
                    <a:alpha val="3216"/>
                  </a:srgbClr>
                </a:gs>
                <a:gs pos="85714">
                  <a:srgbClr val="D9D9D9">
                    <a:alpha val="1284"/>
                  </a:srgbClr>
                </a:gs>
                <a:gs pos="100000">
                  <a:srgbClr val="D9D9D9">
                    <a:alpha val="43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3" name="Splat 1193"/>
            <p:cNvSpPr>
              <a:spLocks noGrp="1"/>
            </p:cNvSpPr>
            <p:nvPr/>
          </p:nvSpPr>
          <p:spPr>
            <a:xfrm rot="8318693">
              <a:off x="3027074" y="-31789"/>
              <a:ext cx="679151" cy="601864"/>
            </a:xfrm>
            <a:prstGeom prst="ellipse">
              <a:avLst/>
            </a:prstGeom>
            <a:gradFill>
              <a:gsLst>
                <a:gs pos="0">
                  <a:srgbClr val="DBDBDB">
                    <a:alpha val="18473"/>
                  </a:srgbClr>
                </a:gs>
                <a:gs pos="14286">
                  <a:srgbClr val="DBDBDB">
                    <a:alpha val="17115"/>
                  </a:srgbClr>
                </a:gs>
                <a:gs pos="28571">
                  <a:srgbClr val="DBDBDB">
                    <a:alpha val="13562"/>
                  </a:srgbClr>
                </a:gs>
                <a:gs pos="42857">
                  <a:srgbClr val="DBDBDB">
                    <a:alpha val="9117"/>
                  </a:srgbClr>
                </a:gs>
                <a:gs pos="57143">
                  <a:srgbClr val="DBDBDB">
                    <a:alpha val="5159"/>
                  </a:srgbClr>
                </a:gs>
                <a:gs pos="71429">
                  <a:srgbClr val="DBDBDB">
                    <a:alpha val="2449"/>
                  </a:srgbClr>
                </a:gs>
                <a:gs pos="85714">
                  <a:srgbClr val="DBDBDB">
                    <a:alpha val="976"/>
                  </a:srgbClr>
                </a:gs>
                <a:gs pos="100000">
                  <a:srgbClr val="DBDBDB">
                    <a:alpha val="32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4" name="Splat 1194"/>
            <p:cNvSpPr>
              <a:spLocks noGrp="1"/>
            </p:cNvSpPr>
            <p:nvPr/>
          </p:nvSpPr>
          <p:spPr>
            <a:xfrm rot="3521045">
              <a:off x="2811765" y="17379"/>
              <a:ext cx="656242" cy="613998"/>
            </a:xfrm>
            <a:prstGeom prst="ellipse">
              <a:avLst/>
            </a:prstGeom>
            <a:gradFill>
              <a:gsLst>
                <a:gs pos="0">
                  <a:srgbClr val="DDDDDD">
                    <a:alpha val="19315"/>
                  </a:srgbClr>
                </a:gs>
                <a:gs pos="14286">
                  <a:srgbClr val="DDDDDD">
                    <a:alpha val="17903"/>
                  </a:srgbClr>
                </a:gs>
                <a:gs pos="28571">
                  <a:srgbClr val="DDDDDD">
                    <a:alpha val="14201"/>
                  </a:srgbClr>
                </a:gs>
                <a:gs pos="42857">
                  <a:srgbClr val="DDDDDD">
                    <a:alpha val="9558"/>
                  </a:srgbClr>
                </a:gs>
                <a:gs pos="57143">
                  <a:srgbClr val="DDDDDD">
                    <a:alpha val="5415"/>
                  </a:srgbClr>
                </a:gs>
                <a:gs pos="71429">
                  <a:srgbClr val="DDDDDD">
                    <a:alpha val="2572"/>
                  </a:srgbClr>
                </a:gs>
                <a:gs pos="85714">
                  <a:srgbClr val="DDDDDD">
                    <a:alpha val="1025"/>
                  </a:srgbClr>
                </a:gs>
                <a:gs pos="100000">
                  <a:srgbClr val="DDDDDD">
                    <a:alpha val="34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5" name="Splat 1195"/>
            <p:cNvSpPr>
              <a:spLocks noGrp="1"/>
            </p:cNvSpPr>
            <p:nvPr/>
          </p:nvSpPr>
          <p:spPr>
            <a:xfrm rot="10239413">
              <a:off x="2608206" y="56493"/>
              <a:ext cx="618617" cy="574271"/>
            </a:xfrm>
            <a:prstGeom prst="ellipse">
              <a:avLst/>
            </a:prstGeom>
            <a:gradFill>
              <a:gsLst>
                <a:gs pos="0">
                  <a:srgbClr val="D3D3D3">
                    <a:alpha val="21712"/>
                  </a:srgbClr>
                </a:gs>
                <a:gs pos="14286">
                  <a:srgbClr val="D3D3D3">
                    <a:alpha val="20147"/>
                  </a:srgbClr>
                </a:gs>
                <a:gs pos="28571">
                  <a:srgbClr val="D3D3D3">
                    <a:alpha val="16028"/>
                  </a:srgbClr>
                </a:gs>
                <a:gs pos="42857">
                  <a:srgbClr val="D3D3D3">
                    <a:alpha val="10826"/>
                  </a:srgbClr>
                </a:gs>
                <a:gs pos="57143">
                  <a:srgbClr val="D3D3D3">
                    <a:alpha val="6152"/>
                  </a:srgbClr>
                </a:gs>
                <a:gs pos="71429">
                  <a:srgbClr val="D3D3D3">
                    <a:alpha val="2928"/>
                  </a:srgbClr>
                </a:gs>
                <a:gs pos="85714">
                  <a:srgbClr val="D3D3D3">
                    <a:alpha val="1168"/>
                  </a:srgbClr>
                </a:gs>
                <a:gs pos="100000">
                  <a:srgbClr val="D3D3D3">
                    <a:alpha val="392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6" name="Splat 1196"/>
            <p:cNvSpPr>
              <a:spLocks noGrp="1"/>
            </p:cNvSpPr>
            <p:nvPr/>
          </p:nvSpPr>
          <p:spPr>
            <a:xfrm rot="5723063">
              <a:off x="2360043" y="35144"/>
              <a:ext cx="663169" cy="598378"/>
            </a:xfrm>
            <a:prstGeom prst="ellipse">
              <a:avLst/>
            </a:prstGeom>
            <a:gradFill>
              <a:gsLst>
                <a:gs pos="0">
                  <a:srgbClr val="E8E8E8">
                    <a:alpha val="18929"/>
                  </a:srgbClr>
                </a:gs>
                <a:gs pos="14286">
                  <a:srgbClr val="E8E8E8">
                    <a:alpha val="17541"/>
                  </a:srgbClr>
                </a:gs>
                <a:gs pos="28571">
                  <a:srgbClr val="E8E8E8">
                    <a:alpha val="13908"/>
                  </a:srgbClr>
                </a:gs>
                <a:gs pos="42857">
                  <a:srgbClr val="E8E8E8">
                    <a:alpha val="9356"/>
                  </a:srgbClr>
                </a:gs>
                <a:gs pos="57143">
                  <a:srgbClr val="E8E8E8">
                    <a:alpha val="5297"/>
                  </a:srgbClr>
                </a:gs>
                <a:gs pos="71429">
                  <a:srgbClr val="E8E8E8">
                    <a:alpha val="2516"/>
                  </a:srgbClr>
                </a:gs>
                <a:gs pos="85714">
                  <a:srgbClr val="E8E8E8">
                    <a:alpha val="1002"/>
                  </a:srgbClr>
                </a:gs>
                <a:gs pos="100000">
                  <a:srgbClr val="E8E8E8">
                    <a:alpha val="33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7" name="Splat 1197"/>
            <p:cNvSpPr>
              <a:spLocks noGrp="1"/>
            </p:cNvSpPr>
            <p:nvPr/>
          </p:nvSpPr>
          <p:spPr>
            <a:xfrm rot="6966343">
              <a:off x="2155128" y="-20371"/>
              <a:ext cx="679540" cy="604907"/>
            </a:xfrm>
            <a:prstGeom prst="ellipse">
              <a:avLst/>
            </a:prstGeom>
            <a:gradFill>
              <a:gsLst>
                <a:gs pos="0">
                  <a:srgbClr val="DCDDDC">
                    <a:alpha val="16976"/>
                  </a:srgbClr>
                </a:gs>
                <a:gs pos="14286">
                  <a:srgbClr val="DCDDDC">
                    <a:alpha val="15717"/>
                  </a:srgbClr>
                </a:gs>
                <a:gs pos="28571">
                  <a:srgbClr val="DCDDDC">
                    <a:alpha val="12433"/>
                  </a:srgbClr>
                </a:gs>
                <a:gs pos="42857">
                  <a:srgbClr val="DCDDDC">
                    <a:alpha val="8340"/>
                  </a:srgbClr>
                </a:gs>
                <a:gs pos="57143">
                  <a:srgbClr val="DCDDDC">
                    <a:alpha val="4711"/>
                  </a:srgbClr>
                </a:gs>
                <a:gs pos="71429">
                  <a:srgbClr val="DCDDDC">
                    <a:alpha val="2233"/>
                  </a:srgbClr>
                </a:gs>
                <a:gs pos="85714">
                  <a:srgbClr val="DCDDDC">
                    <a:alpha val="889"/>
                  </a:srgbClr>
                </a:gs>
                <a:gs pos="100000">
                  <a:srgbClr val="DCDDDC">
                    <a:alpha val="29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8" name="Splat 1198"/>
            <p:cNvSpPr>
              <a:spLocks noGrp="1"/>
            </p:cNvSpPr>
            <p:nvPr/>
          </p:nvSpPr>
          <p:spPr>
            <a:xfrm rot="4850322">
              <a:off x="1944053" y="-40983"/>
              <a:ext cx="709690" cy="620239"/>
            </a:xfrm>
            <a:prstGeom prst="ellipse">
              <a:avLst/>
            </a:prstGeom>
            <a:gradFill>
              <a:gsLst>
                <a:gs pos="0">
                  <a:srgbClr val="E2E3E3">
                    <a:alpha val="14456"/>
                  </a:srgbClr>
                </a:gs>
                <a:gs pos="14286">
                  <a:srgbClr val="E2E3E3">
                    <a:alpha val="13369"/>
                  </a:srgbClr>
                </a:gs>
                <a:gs pos="28571">
                  <a:srgbClr val="E2E3E3">
                    <a:alpha val="10545"/>
                  </a:srgbClr>
                </a:gs>
                <a:gs pos="42857">
                  <a:srgbClr val="E2E3E3">
                    <a:alpha val="7048"/>
                  </a:srgbClr>
                </a:gs>
                <a:gs pos="57143">
                  <a:srgbClr val="E2E3E3">
                    <a:alpha val="3969"/>
                  </a:srgbClr>
                </a:gs>
                <a:gs pos="71429">
                  <a:srgbClr val="E2E3E3">
                    <a:alpha val="1878"/>
                  </a:srgbClr>
                </a:gs>
                <a:gs pos="85714">
                  <a:srgbClr val="E2E3E3">
                    <a:alpha val="747"/>
                  </a:srgbClr>
                </a:gs>
                <a:gs pos="100000">
                  <a:srgbClr val="E2E3E3">
                    <a:alpha val="2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9" name="Splat 1199"/>
            <p:cNvSpPr>
              <a:spLocks noGrp="1"/>
            </p:cNvSpPr>
            <p:nvPr/>
          </p:nvSpPr>
          <p:spPr>
            <a:xfrm rot="-8111524">
              <a:off x="1751818" y="62625"/>
              <a:ext cx="734547" cy="605376"/>
            </a:xfrm>
            <a:prstGeom prst="ellipse">
              <a:avLst/>
            </a:prstGeom>
            <a:gradFill>
              <a:gsLst>
                <a:gs pos="0">
                  <a:srgbClr val="D4D4D4">
                    <a:alpha val="32968"/>
                  </a:srgbClr>
                </a:gs>
                <a:gs pos="14286">
                  <a:srgbClr val="D4D4D4">
                    <a:alpha val="30764"/>
                  </a:srgbClr>
                </a:gs>
                <a:gs pos="28571">
                  <a:srgbClr val="D4D4D4">
                    <a:alpha val="24833"/>
                  </a:srgbClr>
                </a:gs>
                <a:gs pos="42857">
                  <a:srgbClr val="D4D4D4">
                    <a:alpha val="17075"/>
                  </a:srgbClr>
                </a:gs>
                <a:gs pos="57143">
                  <a:srgbClr val="D4D4D4">
                    <a:alpha val="9855"/>
                  </a:srgbClr>
                </a:gs>
                <a:gs pos="71429">
                  <a:srgbClr val="D4D4D4">
                    <a:alpha val="4740"/>
                  </a:srgbClr>
                </a:gs>
                <a:gs pos="85714">
                  <a:srgbClr val="D4D4D4">
                    <a:alpha val="1902"/>
                  </a:srgbClr>
                </a:gs>
                <a:gs pos="100000">
                  <a:srgbClr val="D4D4D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0" name="Splat 1200"/>
            <p:cNvSpPr>
              <a:spLocks noGrp="1"/>
            </p:cNvSpPr>
            <p:nvPr/>
          </p:nvSpPr>
          <p:spPr>
            <a:xfrm rot="2969301">
              <a:off x="1520185" y="49825"/>
              <a:ext cx="766094" cy="485749"/>
            </a:xfrm>
            <a:prstGeom prst="ellipse">
              <a:avLst/>
            </a:prstGeom>
            <a:gradFill>
              <a:gsLst>
                <a:gs pos="0">
                  <a:srgbClr val="F3F3F3">
                    <a:alpha val="16261"/>
                  </a:srgbClr>
                </a:gs>
                <a:gs pos="14286">
                  <a:srgbClr val="F3F3F3">
                    <a:alpha val="15050"/>
                  </a:srgbClr>
                </a:gs>
                <a:gs pos="28571">
                  <a:srgbClr val="F3F3F3">
                    <a:alpha val="11895"/>
                  </a:srgbClr>
                </a:gs>
                <a:gs pos="42857">
                  <a:srgbClr val="F3F3F3">
                    <a:alpha val="7971"/>
                  </a:srgbClr>
                </a:gs>
                <a:gs pos="57143">
                  <a:srgbClr val="F3F3F3">
                    <a:alpha val="4499"/>
                  </a:srgbClr>
                </a:gs>
                <a:gs pos="71429">
                  <a:srgbClr val="F3F3F3">
                    <a:alpha val="2132"/>
                  </a:srgbClr>
                </a:gs>
                <a:gs pos="85714">
                  <a:srgbClr val="F3F3F3">
                    <a:alpha val="848"/>
                  </a:srgbClr>
                </a:gs>
                <a:gs pos="100000">
                  <a:srgbClr val="F3F3F3">
                    <a:alpha val="284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1" name="Splat 1201"/>
            <p:cNvSpPr>
              <a:spLocks noGrp="1"/>
            </p:cNvSpPr>
            <p:nvPr/>
          </p:nvSpPr>
          <p:spPr>
            <a:xfrm rot="3198030">
              <a:off x="1381863" y="120883"/>
              <a:ext cx="763831" cy="341170"/>
            </a:xfrm>
            <a:prstGeom prst="ellipse">
              <a:avLst/>
            </a:prstGeom>
            <a:gradFill>
              <a:gsLst>
                <a:gs pos="0">
                  <a:srgbClr val="D6D7D6">
                    <a:alpha val="32968"/>
                  </a:srgbClr>
                </a:gs>
                <a:gs pos="14286">
                  <a:srgbClr val="D6D7D6">
                    <a:alpha val="30764"/>
                  </a:srgbClr>
                </a:gs>
                <a:gs pos="28571">
                  <a:srgbClr val="D6D7D6">
                    <a:alpha val="24833"/>
                  </a:srgbClr>
                </a:gs>
                <a:gs pos="42857">
                  <a:srgbClr val="D6D7D6">
                    <a:alpha val="17075"/>
                  </a:srgbClr>
                </a:gs>
                <a:gs pos="57143">
                  <a:srgbClr val="D6D7D6">
                    <a:alpha val="9855"/>
                  </a:srgbClr>
                </a:gs>
                <a:gs pos="71429">
                  <a:srgbClr val="D6D7D6">
                    <a:alpha val="4740"/>
                  </a:srgbClr>
                </a:gs>
                <a:gs pos="85714">
                  <a:srgbClr val="D6D7D6">
                    <a:alpha val="1902"/>
                  </a:srgbClr>
                </a:gs>
                <a:gs pos="100000">
                  <a:srgbClr val="D6D7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2" name="Splat 1202"/>
            <p:cNvSpPr>
              <a:spLocks noGrp="1"/>
            </p:cNvSpPr>
            <p:nvPr/>
          </p:nvSpPr>
          <p:spPr>
            <a:xfrm rot="-9743494">
              <a:off x="1242485" y="53411"/>
              <a:ext cx="614115" cy="400514"/>
            </a:xfrm>
            <a:prstGeom prst="ellipse">
              <a:avLst/>
            </a:prstGeom>
            <a:gradFill>
              <a:gsLst>
                <a:gs pos="0">
                  <a:srgbClr val="FFFFFF">
                    <a:alpha val="21677"/>
                  </a:srgbClr>
                </a:gs>
                <a:gs pos="14286">
                  <a:srgbClr val="FFFFFF">
                    <a:alpha val="20114"/>
                  </a:srgbClr>
                </a:gs>
                <a:gs pos="28571">
                  <a:srgbClr val="FFFFFF">
                    <a:alpha val="16001"/>
                  </a:srgbClr>
                </a:gs>
                <a:gs pos="42857">
                  <a:srgbClr val="FFFFFF">
                    <a:alpha val="10807"/>
                  </a:srgbClr>
                </a:gs>
                <a:gs pos="57143">
                  <a:srgbClr val="FFFFFF">
                    <a:alpha val="6141"/>
                  </a:srgbClr>
                </a:gs>
                <a:gs pos="71429">
                  <a:srgbClr val="FFFFFF">
                    <a:alpha val="2923"/>
                  </a:srgbClr>
                </a:gs>
                <a:gs pos="85714">
                  <a:srgbClr val="FFFFFF">
                    <a:alpha val="1166"/>
                  </a:srgbClr>
                </a:gs>
                <a:gs pos="100000">
                  <a:srgbClr val="FFFFFF">
                    <a:alpha val="39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3" name="Splat 1203"/>
            <p:cNvSpPr>
              <a:spLocks noGrp="1"/>
            </p:cNvSpPr>
            <p:nvPr/>
          </p:nvSpPr>
          <p:spPr>
            <a:xfrm rot="9713442">
              <a:off x="931703" y="173918"/>
              <a:ext cx="640326" cy="350296"/>
            </a:xfrm>
            <a:prstGeom prst="ellipse">
              <a:avLst/>
            </a:prstGeom>
            <a:gradFill>
              <a:gsLst>
                <a:gs pos="0">
                  <a:srgbClr val="FFFFFF">
                    <a:alpha val="25582"/>
                  </a:srgbClr>
                </a:gs>
                <a:gs pos="14286">
                  <a:srgbClr val="FFFFFF">
                    <a:alpha val="23782"/>
                  </a:srgbClr>
                </a:gs>
                <a:gs pos="28571">
                  <a:srgbClr val="FFFFFF">
                    <a:alpha val="19011"/>
                  </a:srgbClr>
                </a:gs>
                <a:gs pos="42857">
                  <a:srgbClr val="FFFFFF">
                    <a:alpha val="12917"/>
                  </a:srgbClr>
                </a:gs>
                <a:gs pos="57143">
                  <a:srgbClr val="FFFFFF">
                    <a:alpha val="7377"/>
                  </a:srgbClr>
                </a:gs>
                <a:gs pos="71429">
                  <a:srgbClr val="FFFFFF">
                    <a:alpha val="3524"/>
                  </a:srgbClr>
                </a:gs>
                <a:gs pos="85714">
                  <a:srgbClr val="FFFFFF">
                    <a:alpha val="1409"/>
                  </a:srgbClr>
                </a:gs>
                <a:gs pos="100000">
                  <a:srgbClr val="FFFFFF">
                    <a:alpha val="47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4" name="Splat 1204"/>
            <p:cNvSpPr>
              <a:spLocks noGrp="1"/>
            </p:cNvSpPr>
            <p:nvPr/>
          </p:nvSpPr>
          <p:spPr>
            <a:xfrm rot="9178050">
              <a:off x="700865" y="105056"/>
              <a:ext cx="723843" cy="459102"/>
            </a:xfrm>
            <a:prstGeom prst="ellipse">
              <a:avLst/>
            </a:prstGeom>
            <a:gradFill>
              <a:gsLst>
                <a:gs pos="0">
                  <a:srgbClr val="D6D6D6">
                    <a:alpha val="32968"/>
                  </a:srgbClr>
                </a:gs>
                <a:gs pos="14286">
                  <a:srgbClr val="D6D6D6">
                    <a:alpha val="30764"/>
                  </a:srgbClr>
                </a:gs>
                <a:gs pos="28571">
                  <a:srgbClr val="D6D6D6">
                    <a:alpha val="24833"/>
                  </a:srgbClr>
                </a:gs>
                <a:gs pos="42857">
                  <a:srgbClr val="D6D6D6">
                    <a:alpha val="17075"/>
                  </a:srgbClr>
                </a:gs>
                <a:gs pos="57143">
                  <a:srgbClr val="D6D6D6">
                    <a:alpha val="9855"/>
                  </a:srgbClr>
                </a:gs>
                <a:gs pos="71429">
                  <a:srgbClr val="D6D6D6">
                    <a:alpha val="4740"/>
                  </a:srgbClr>
                </a:gs>
                <a:gs pos="85714">
                  <a:srgbClr val="D6D6D6">
                    <a:alpha val="1902"/>
                  </a:srgbClr>
                </a:gs>
                <a:gs pos="100000">
                  <a:srgbClr val="D6D6D6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5" name="Splat 1205"/>
            <p:cNvSpPr>
              <a:spLocks noGrp="1"/>
            </p:cNvSpPr>
            <p:nvPr/>
          </p:nvSpPr>
          <p:spPr>
            <a:xfrm rot="7105741">
              <a:off x="624139" y="197253"/>
              <a:ext cx="686820" cy="465506"/>
            </a:xfrm>
            <a:prstGeom prst="ellipse">
              <a:avLst/>
            </a:prstGeom>
            <a:gradFill>
              <a:gsLst>
                <a:gs pos="0">
                  <a:srgbClr val="C2C2C2">
                    <a:alpha val="32968"/>
                  </a:srgbClr>
                </a:gs>
                <a:gs pos="14286">
                  <a:srgbClr val="C2C2C2">
                    <a:alpha val="30764"/>
                  </a:srgbClr>
                </a:gs>
                <a:gs pos="28571">
                  <a:srgbClr val="C2C2C2">
                    <a:alpha val="24833"/>
                  </a:srgbClr>
                </a:gs>
                <a:gs pos="42857">
                  <a:srgbClr val="C2C2C2">
                    <a:alpha val="17075"/>
                  </a:srgbClr>
                </a:gs>
                <a:gs pos="57143">
                  <a:srgbClr val="C2C2C2">
                    <a:alpha val="9855"/>
                  </a:srgbClr>
                </a:gs>
                <a:gs pos="71429">
                  <a:srgbClr val="C2C2C2">
                    <a:alpha val="4740"/>
                  </a:srgbClr>
                </a:gs>
                <a:gs pos="85714">
                  <a:srgbClr val="C2C2C2">
                    <a:alpha val="1902"/>
                  </a:srgbClr>
                </a:gs>
                <a:gs pos="100000">
                  <a:srgbClr val="C2C2C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6" name="Splat 1206"/>
            <p:cNvSpPr>
              <a:spLocks noGrp="1"/>
            </p:cNvSpPr>
            <p:nvPr/>
          </p:nvSpPr>
          <p:spPr>
            <a:xfrm rot="-10391050">
              <a:off x="393720" y="22374"/>
              <a:ext cx="708093" cy="642692"/>
            </a:xfrm>
            <a:prstGeom prst="ellipse">
              <a:avLst/>
            </a:prstGeom>
            <a:gradFill>
              <a:gsLst>
                <a:gs pos="0">
                  <a:srgbClr val="FEFDFE">
                    <a:alpha val="17441"/>
                  </a:srgbClr>
                </a:gs>
                <a:gs pos="14286">
                  <a:srgbClr val="FEFDFE">
                    <a:alpha val="16151"/>
                  </a:srgbClr>
                </a:gs>
                <a:gs pos="28571">
                  <a:srgbClr val="FEFDFE">
                    <a:alpha val="12783"/>
                  </a:srgbClr>
                </a:gs>
                <a:gs pos="42857">
                  <a:srgbClr val="FEFDFE">
                    <a:alpha val="8580"/>
                  </a:srgbClr>
                </a:gs>
                <a:gs pos="57143">
                  <a:srgbClr val="FEFDFE">
                    <a:alpha val="4849"/>
                  </a:srgbClr>
                </a:gs>
                <a:gs pos="71429">
                  <a:srgbClr val="FEFDFE">
                    <a:alpha val="2300"/>
                  </a:srgbClr>
                </a:gs>
                <a:gs pos="85714">
                  <a:srgbClr val="FEFDFE">
                    <a:alpha val="916"/>
                  </a:srgbClr>
                </a:gs>
                <a:gs pos="100000">
                  <a:srgbClr val="FEFDFE">
                    <a:alpha val="30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7" name="Splat 1207"/>
            <p:cNvSpPr>
              <a:spLocks noGrp="1"/>
            </p:cNvSpPr>
            <p:nvPr/>
          </p:nvSpPr>
          <p:spPr>
            <a:xfrm rot="4289633">
              <a:off x="158811" y="42285"/>
              <a:ext cx="722166" cy="606959"/>
            </a:xfrm>
            <a:prstGeom prst="ellipse">
              <a:avLst/>
            </a:prstGeom>
            <a:gradFill>
              <a:gsLst>
                <a:gs pos="0">
                  <a:srgbClr val="F5F5F5">
                    <a:alpha val="15899"/>
                  </a:srgbClr>
                </a:gs>
                <a:gs pos="14286">
                  <a:srgbClr val="F5F5F5">
                    <a:alpha val="14712"/>
                  </a:srgbClr>
                </a:gs>
                <a:gs pos="28571">
                  <a:srgbClr val="F5F5F5">
                    <a:alpha val="11624"/>
                  </a:srgbClr>
                </a:gs>
                <a:gs pos="42857">
                  <a:srgbClr val="F5F5F5">
                    <a:alpha val="7785"/>
                  </a:srgbClr>
                </a:gs>
                <a:gs pos="57143">
                  <a:srgbClr val="F5F5F5">
                    <a:alpha val="4392"/>
                  </a:srgbClr>
                </a:gs>
                <a:gs pos="71429">
                  <a:srgbClr val="F5F5F5">
                    <a:alpha val="2080"/>
                  </a:srgbClr>
                </a:gs>
                <a:gs pos="85714">
                  <a:srgbClr val="F5F5F5">
                    <a:alpha val="828"/>
                  </a:srgbClr>
                </a:gs>
                <a:gs pos="100000">
                  <a:srgbClr val="F5F5F5">
                    <a:alpha val="277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8" name="Splat 1208"/>
            <p:cNvSpPr>
              <a:spLocks noGrp="1"/>
            </p:cNvSpPr>
            <p:nvPr/>
          </p:nvSpPr>
          <p:spPr>
            <a:xfrm rot="7972211">
              <a:off x="-8806" y="-2571"/>
              <a:ext cx="667219" cy="586738"/>
            </a:xfrm>
            <a:prstGeom prst="ellipse">
              <a:avLst/>
            </a:prstGeom>
            <a:gradFill>
              <a:gsLst>
                <a:gs pos="0">
                  <a:srgbClr val="DDDDDD">
                    <a:alpha val="25028"/>
                  </a:srgbClr>
                </a:gs>
                <a:gs pos="14286">
                  <a:srgbClr val="DDDDDD">
                    <a:alpha val="23261"/>
                  </a:srgbClr>
                </a:gs>
                <a:gs pos="28571">
                  <a:srgbClr val="DDDDDD">
                    <a:alpha val="18581"/>
                  </a:srgbClr>
                </a:gs>
                <a:gs pos="42857">
                  <a:srgbClr val="DDDDDD">
                    <a:alpha val="12614"/>
                  </a:srgbClr>
                </a:gs>
                <a:gs pos="57143">
                  <a:srgbClr val="DDDDDD">
                    <a:alpha val="7199"/>
                  </a:srgbClr>
                </a:gs>
                <a:gs pos="71429">
                  <a:srgbClr val="DDDDDD">
                    <a:alpha val="3437"/>
                  </a:srgbClr>
                </a:gs>
                <a:gs pos="85714">
                  <a:srgbClr val="DDDDDD">
                    <a:alpha val="1373"/>
                  </a:srgbClr>
                </a:gs>
                <a:gs pos="100000">
                  <a:srgbClr val="DDDDDD">
                    <a:alpha val="46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9" name="Splat 1209"/>
            <p:cNvSpPr>
              <a:spLocks noGrp="1"/>
            </p:cNvSpPr>
            <p:nvPr/>
          </p:nvSpPr>
          <p:spPr>
            <a:xfrm rot="10138929">
              <a:off x="-325512" y="24560"/>
              <a:ext cx="759174" cy="599123"/>
            </a:xfrm>
            <a:prstGeom prst="ellipse">
              <a:avLst/>
            </a:prstGeom>
            <a:gradFill>
              <a:gsLst>
                <a:gs pos="0">
                  <a:srgbClr val="E2E2E2">
                    <a:alpha val="31720"/>
                  </a:srgbClr>
                </a:gs>
                <a:gs pos="14286">
                  <a:srgbClr val="E2E2E2">
                    <a:alpha val="29580"/>
                  </a:srgbClr>
                </a:gs>
                <a:gs pos="28571">
                  <a:srgbClr val="E2E2E2">
                    <a:alpha val="23837"/>
                  </a:srgbClr>
                </a:gs>
                <a:gs pos="42857">
                  <a:srgbClr val="E2E2E2">
                    <a:alpha val="16356"/>
                  </a:srgbClr>
                </a:gs>
                <a:gs pos="57143">
                  <a:srgbClr val="E2E2E2">
                    <a:alpha val="9422"/>
                  </a:srgbClr>
                </a:gs>
                <a:gs pos="71429">
                  <a:srgbClr val="E2E2E2">
                    <a:alpha val="4527"/>
                  </a:srgbClr>
                </a:gs>
                <a:gs pos="85714">
                  <a:srgbClr val="E2E2E2">
                    <a:alpha val="1815"/>
                  </a:srgbClr>
                </a:gs>
                <a:gs pos="100000">
                  <a:srgbClr val="E2E2E2">
                    <a:alpha val="61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0" name="Splat 1210"/>
            <p:cNvSpPr>
              <a:spLocks noGrp="1"/>
            </p:cNvSpPr>
            <p:nvPr/>
          </p:nvSpPr>
          <p:spPr>
            <a:xfrm rot="4309642">
              <a:off x="3212771" y="-301856"/>
              <a:ext cx="789954" cy="730120"/>
            </a:xfrm>
            <a:prstGeom prst="ellipse">
              <a:avLst/>
            </a:prstGeom>
            <a:gradFill>
              <a:gsLst>
                <a:gs pos="0">
                  <a:srgbClr val="D6D7D7">
                    <a:alpha val="21375"/>
                  </a:srgbClr>
                </a:gs>
                <a:gs pos="14286">
                  <a:srgbClr val="D6D7D7">
                    <a:alpha val="19831"/>
                  </a:srgbClr>
                </a:gs>
                <a:gs pos="28571">
                  <a:srgbClr val="D6D7D7">
                    <a:alpha val="15770"/>
                  </a:srgbClr>
                </a:gs>
                <a:gs pos="42857">
                  <a:srgbClr val="D6D7D7">
                    <a:alpha val="10646"/>
                  </a:srgbClr>
                </a:gs>
                <a:gs pos="57143">
                  <a:srgbClr val="D6D7D7">
                    <a:alpha val="6047"/>
                  </a:srgbClr>
                </a:gs>
                <a:gs pos="71429">
                  <a:srgbClr val="D6D7D7">
                    <a:alpha val="2877"/>
                  </a:srgbClr>
                </a:gs>
                <a:gs pos="85714">
                  <a:srgbClr val="D6D7D7">
                    <a:alpha val="1148"/>
                  </a:srgbClr>
                </a:gs>
                <a:gs pos="100000">
                  <a:srgbClr val="D6D7D7">
                    <a:alpha val="385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1" name="Splat 1211"/>
            <p:cNvSpPr>
              <a:spLocks noGrp="1"/>
            </p:cNvSpPr>
            <p:nvPr/>
          </p:nvSpPr>
          <p:spPr>
            <a:xfrm rot="-8841335">
              <a:off x="2987067" y="-202701"/>
              <a:ext cx="699080" cy="610071"/>
            </a:xfrm>
            <a:prstGeom prst="ellipse">
              <a:avLst/>
            </a:prstGeom>
            <a:gradFill>
              <a:gsLst>
                <a:gs pos="0">
                  <a:srgbClr val="C6C6C6">
                    <a:alpha val="32583"/>
                  </a:srgbClr>
                </a:gs>
                <a:gs pos="14286">
                  <a:srgbClr val="C6C6C6">
                    <a:alpha val="30398"/>
                  </a:srgbClr>
                </a:gs>
                <a:gs pos="28571">
                  <a:srgbClr val="C6C6C6">
                    <a:alpha val="24525"/>
                  </a:srgbClr>
                </a:gs>
                <a:gs pos="42857">
                  <a:srgbClr val="C6C6C6">
                    <a:alpha val="16852"/>
                  </a:srgbClr>
                </a:gs>
                <a:gs pos="57143">
                  <a:srgbClr val="C6C6C6">
                    <a:alpha val="9721"/>
                  </a:srgbClr>
                </a:gs>
                <a:gs pos="71429">
                  <a:srgbClr val="C6C6C6">
                    <a:alpha val="4674"/>
                  </a:srgbClr>
                </a:gs>
                <a:gs pos="85714">
                  <a:srgbClr val="C6C6C6">
                    <a:alpha val="1875"/>
                  </a:srgbClr>
                </a:gs>
                <a:gs pos="100000">
                  <a:srgbClr val="C6C6C6">
                    <a:alpha val="63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2" name="Splat 1212"/>
            <p:cNvSpPr>
              <a:spLocks noGrp="1"/>
            </p:cNvSpPr>
            <p:nvPr/>
          </p:nvSpPr>
          <p:spPr>
            <a:xfrm rot="5052363">
              <a:off x="2817396" y="-258463"/>
              <a:ext cx="720110" cy="626289"/>
            </a:xfrm>
            <a:prstGeom prst="ellipse">
              <a:avLst/>
            </a:prstGeom>
            <a:gradFill>
              <a:gsLst>
                <a:gs pos="0">
                  <a:srgbClr val="D4D4D3">
                    <a:alpha val="20927"/>
                  </a:srgbClr>
                </a:gs>
                <a:gs pos="14286">
                  <a:srgbClr val="D4D4D3">
                    <a:alpha val="19411"/>
                  </a:srgbClr>
                </a:gs>
                <a:gs pos="28571">
                  <a:srgbClr val="D4D4D3">
                    <a:alpha val="15428"/>
                  </a:srgbClr>
                </a:gs>
                <a:gs pos="42857">
                  <a:srgbClr val="D4D4D3">
                    <a:alpha val="10408"/>
                  </a:srgbClr>
                </a:gs>
                <a:gs pos="57143">
                  <a:srgbClr val="D4D4D3">
                    <a:alpha val="5908"/>
                  </a:srgbClr>
                </a:gs>
                <a:gs pos="71429">
                  <a:srgbClr val="D4D4D3">
                    <a:alpha val="2810"/>
                  </a:srgbClr>
                </a:gs>
                <a:gs pos="85714">
                  <a:srgbClr val="D4D4D3">
                    <a:alpha val="1121"/>
                  </a:srgbClr>
                </a:gs>
                <a:gs pos="100000">
                  <a:srgbClr val="D4D4D3">
                    <a:alpha val="37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3" name="Splat 1213"/>
            <p:cNvSpPr>
              <a:spLocks noGrp="1"/>
            </p:cNvSpPr>
            <p:nvPr/>
          </p:nvSpPr>
          <p:spPr>
            <a:xfrm rot="3331193">
              <a:off x="2577511" y="-233272"/>
              <a:ext cx="727384" cy="626842"/>
            </a:xfrm>
            <a:prstGeom prst="ellipse">
              <a:avLst/>
            </a:prstGeom>
            <a:gradFill>
              <a:gsLst>
                <a:gs pos="0">
                  <a:srgbClr val="D6D6D5">
                    <a:alpha val="29072"/>
                  </a:srgbClr>
                </a:gs>
                <a:gs pos="14286">
                  <a:srgbClr val="D6D6D5">
                    <a:alpha val="27074"/>
                  </a:srgbClr>
                </a:gs>
                <a:gs pos="28571">
                  <a:srgbClr val="D6D6D5">
                    <a:alpha val="21741"/>
                  </a:srgbClr>
                </a:gs>
                <a:gs pos="42857">
                  <a:srgbClr val="D6D6D5">
                    <a:alpha val="14853"/>
                  </a:srgbClr>
                </a:gs>
                <a:gs pos="57143">
                  <a:srgbClr val="D6D6D5">
                    <a:alpha val="8524"/>
                  </a:srgbClr>
                </a:gs>
                <a:gs pos="71429">
                  <a:srgbClr val="D6D6D5">
                    <a:alpha val="4085"/>
                  </a:srgbClr>
                </a:gs>
                <a:gs pos="85714">
                  <a:srgbClr val="D6D6D5">
                    <a:alpha val="1636"/>
                  </a:srgbClr>
                </a:gs>
                <a:gs pos="100000">
                  <a:srgbClr val="D6D6D5">
                    <a:alpha val="54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4" name="Splat 1214"/>
            <p:cNvSpPr>
              <a:spLocks noGrp="1"/>
            </p:cNvSpPr>
            <p:nvPr/>
          </p:nvSpPr>
          <p:spPr>
            <a:xfrm rot="5174622">
              <a:off x="2395756" y="-180306"/>
              <a:ext cx="781332" cy="618796"/>
            </a:xfrm>
            <a:prstGeom prst="ellipse">
              <a:avLst/>
            </a:prstGeom>
            <a:gradFill>
              <a:gsLst>
                <a:gs pos="0">
                  <a:srgbClr val="CBCACB">
                    <a:alpha val="26903"/>
                  </a:srgbClr>
                </a:gs>
                <a:gs pos="14286">
                  <a:srgbClr val="CBCACB">
                    <a:alpha val="25027"/>
                  </a:srgbClr>
                </a:gs>
                <a:gs pos="28571">
                  <a:srgbClr val="CBCACB">
                    <a:alpha val="20040"/>
                  </a:srgbClr>
                </a:gs>
                <a:gs pos="42857">
                  <a:srgbClr val="CBCACB">
                    <a:alpha val="13644"/>
                  </a:srgbClr>
                </a:gs>
                <a:gs pos="57143">
                  <a:srgbClr val="CBCACB">
                    <a:alpha val="7807"/>
                  </a:srgbClr>
                </a:gs>
                <a:gs pos="71429">
                  <a:srgbClr val="CBCACB">
                    <a:alpha val="3733"/>
                  </a:srgbClr>
                </a:gs>
                <a:gs pos="85714">
                  <a:srgbClr val="CBCACB">
                    <a:alpha val="1493"/>
                  </a:srgbClr>
                </a:gs>
                <a:gs pos="100000">
                  <a:srgbClr val="CBCACB">
                    <a:alpha val="501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5" name="Splat 1215"/>
            <p:cNvSpPr>
              <a:spLocks noGrp="1"/>
            </p:cNvSpPr>
            <p:nvPr/>
          </p:nvSpPr>
          <p:spPr>
            <a:xfrm rot="7196468">
              <a:off x="2174721" y="-312337"/>
              <a:ext cx="778807" cy="708799"/>
            </a:xfrm>
            <a:prstGeom prst="ellipse">
              <a:avLst/>
            </a:prstGeom>
            <a:gradFill>
              <a:gsLst>
                <a:gs pos="0">
                  <a:srgbClr val="D2D1D1">
                    <a:alpha val="24312"/>
                  </a:srgbClr>
                </a:gs>
                <a:gs pos="14286">
                  <a:srgbClr val="D2D1D1">
                    <a:alpha val="22587"/>
                  </a:srgbClr>
                </a:gs>
                <a:gs pos="28571">
                  <a:srgbClr val="D2D1D1">
                    <a:alpha val="18027"/>
                  </a:srgbClr>
                </a:gs>
                <a:gs pos="42857">
                  <a:srgbClr val="D2D1D1">
                    <a:alpha val="12225"/>
                  </a:srgbClr>
                </a:gs>
                <a:gs pos="57143">
                  <a:srgbClr val="D2D1D1">
                    <a:alpha val="6970"/>
                  </a:srgbClr>
                </a:gs>
                <a:gs pos="71429">
                  <a:srgbClr val="D2D1D1">
                    <a:alpha val="3325"/>
                  </a:srgbClr>
                </a:gs>
                <a:gs pos="85714">
                  <a:srgbClr val="D2D1D1">
                    <a:alpha val="1328"/>
                  </a:srgbClr>
                </a:gs>
                <a:gs pos="100000">
                  <a:srgbClr val="D2D1D1">
                    <a:alpha val="446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6" name="Splat 1216"/>
            <p:cNvSpPr>
              <a:spLocks noGrp="1"/>
            </p:cNvSpPr>
            <p:nvPr/>
          </p:nvSpPr>
          <p:spPr>
            <a:xfrm rot="6563280">
              <a:off x="1974066" y="-234763"/>
              <a:ext cx="764993" cy="638548"/>
            </a:xfrm>
            <a:prstGeom prst="ellipse">
              <a:avLst/>
            </a:prstGeom>
            <a:gradFill>
              <a:gsLst>
                <a:gs pos="0">
                  <a:srgbClr val="C8C8C8">
                    <a:alpha val="32965"/>
                  </a:srgbClr>
                </a:gs>
                <a:gs pos="14286">
                  <a:srgbClr val="C8C8C8">
                    <a:alpha val="30761"/>
                  </a:srgbClr>
                </a:gs>
                <a:gs pos="28571">
                  <a:srgbClr val="C8C8C8">
                    <a:alpha val="24831"/>
                  </a:srgbClr>
                </a:gs>
                <a:gs pos="42857">
                  <a:srgbClr val="C8C8C8">
                    <a:alpha val="17074"/>
                  </a:srgbClr>
                </a:gs>
                <a:gs pos="57143">
                  <a:srgbClr val="C8C8C8">
                    <a:alpha val="9854"/>
                  </a:srgbClr>
                </a:gs>
                <a:gs pos="71429">
                  <a:srgbClr val="C8C8C8">
                    <a:alpha val="4740"/>
                  </a:srgbClr>
                </a:gs>
                <a:gs pos="85714">
                  <a:srgbClr val="C8C8C8">
                    <a:alpha val="1902"/>
                  </a:srgbClr>
                </a:gs>
                <a:gs pos="100000">
                  <a:srgbClr val="C8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7" name="Splat 1217"/>
            <p:cNvSpPr>
              <a:spLocks noGrp="1"/>
            </p:cNvSpPr>
            <p:nvPr/>
          </p:nvSpPr>
          <p:spPr>
            <a:xfrm rot="4535502">
              <a:off x="1700181" y="-274451"/>
              <a:ext cx="776198" cy="659958"/>
            </a:xfrm>
            <a:prstGeom prst="ellipse">
              <a:avLst/>
            </a:prstGeom>
            <a:gradFill>
              <a:gsLst>
                <a:gs pos="0">
                  <a:srgbClr val="DDDEDD">
                    <a:alpha val="19619"/>
                  </a:srgbClr>
                </a:gs>
                <a:gs pos="14286">
                  <a:srgbClr val="DDDEDD">
                    <a:alpha val="18187"/>
                  </a:srgbClr>
                </a:gs>
                <a:gs pos="28571">
                  <a:srgbClr val="DDDEDD">
                    <a:alpha val="14432"/>
                  </a:srgbClr>
                </a:gs>
                <a:gs pos="42857">
                  <a:srgbClr val="DDDEDD">
                    <a:alpha val="9718"/>
                  </a:srgbClr>
                </a:gs>
                <a:gs pos="57143">
                  <a:srgbClr val="DDDEDD">
                    <a:alpha val="5507"/>
                  </a:srgbClr>
                </a:gs>
                <a:gs pos="71429">
                  <a:srgbClr val="DDDEDD">
                    <a:alpha val="2617"/>
                  </a:srgbClr>
                </a:gs>
                <a:gs pos="85714">
                  <a:srgbClr val="DDDEDD">
                    <a:alpha val="1043"/>
                  </a:srgbClr>
                </a:gs>
                <a:gs pos="100000">
                  <a:srgbClr val="DDDEDD">
                    <a:alpha val="350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8" name="Splat 1218"/>
            <p:cNvSpPr>
              <a:spLocks noGrp="1"/>
            </p:cNvSpPr>
            <p:nvPr/>
          </p:nvSpPr>
          <p:spPr>
            <a:xfrm rot="4028108">
              <a:off x="1480788" y="-226753"/>
              <a:ext cx="804644" cy="617282"/>
            </a:xfrm>
            <a:prstGeom prst="ellipse">
              <a:avLst/>
            </a:prstGeom>
            <a:gradFill>
              <a:gsLst>
                <a:gs pos="0">
                  <a:srgbClr val="CCCCCC">
                    <a:alpha val="32923"/>
                  </a:srgbClr>
                </a:gs>
                <a:gs pos="14286">
                  <a:srgbClr val="CCCCCC">
                    <a:alpha val="30721"/>
                  </a:srgbClr>
                </a:gs>
                <a:gs pos="28571">
                  <a:srgbClr val="CCCCCC">
                    <a:alpha val="24797"/>
                  </a:srgbClr>
                </a:gs>
                <a:gs pos="42857">
                  <a:srgbClr val="CCCCCC">
                    <a:alpha val="17049"/>
                  </a:srgbClr>
                </a:gs>
                <a:gs pos="57143">
                  <a:srgbClr val="CCCCCC">
                    <a:alpha val="9839"/>
                  </a:srgbClr>
                </a:gs>
                <a:gs pos="71429">
                  <a:srgbClr val="CCCCCC">
                    <a:alpha val="4733"/>
                  </a:srgbClr>
                </a:gs>
                <a:gs pos="85714">
                  <a:srgbClr val="CCCCCC">
                    <a:alpha val="1899"/>
                  </a:srgbClr>
                </a:gs>
                <a:gs pos="100000">
                  <a:srgbClr val="CCCCCC">
                    <a:alpha val="638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9" name="Splat 1219"/>
            <p:cNvSpPr>
              <a:spLocks noGrp="1"/>
            </p:cNvSpPr>
            <p:nvPr/>
          </p:nvSpPr>
          <p:spPr>
            <a:xfrm rot="3366497">
              <a:off x="1389567" y="-94270"/>
              <a:ext cx="834593" cy="509842"/>
            </a:xfrm>
            <a:prstGeom prst="ellipse">
              <a:avLst/>
            </a:prstGeom>
            <a:gradFill>
              <a:gsLst>
                <a:gs pos="0">
                  <a:srgbClr val="C4C4C4">
                    <a:alpha val="32968"/>
                  </a:srgbClr>
                </a:gs>
                <a:gs pos="14286">
                  <a:srgbClr val="C4C4C4">
                    <a:alpha val="30764"/>
                  </a:srgbClr>
                </a:gs>
                <a:gs pos="28571">
                  <a:srgbClr val="C4C4C4">
                    <a:alpha val="24833"/>
                  </a:srgbClr>
                </a:gs>
                <a:gs pos="42857">
                  <a:srgbClr val="C4C4C4">
                    <a:alpha val="17075"/>
                  </a:srgbClr>
                </a:gs>
                <a:gs pos="57143">
                  <a:srgbClr val="C4C4C4">
                    <a:alpha val="9855"/>
                  </a:srgbClr>
                </a:gs>
                <a:gs pos="71429">
                  <a:srgbClr val="C4C4C4">
                    <a:alpha val="4740"/>
                  </a:srgbClr>
                </a:gs>
                <a:gs pos="85714">
                  <a:srgbClr val="C4C4C4">
                    <a:alpha val="1902"/>
                  </a:srgbClr>
                </a:gs>
                <a:gs pos="100000">
                  <a:srgbClr val="C4C4C4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0" name="Splat 1220"/>
            <p:cNvSpPr>
              <a:spLocks noGrp="1"/>
            </p:cNvSpPr>
            <p:nvPr/>
          </p:nvSpPr>
          <p:spPr>
            <a:xfrm rot="3898398">
              <a:off x="1189770" y="-259798"/>
              <a:ext cx="751233" cy="649478"/>
            </a:xfrm>
            <a:prstGeom prst="ellipse">
              <a:avLst/>
            </a:prstGeom>
            <a:gradFill>
              <a:gsLst>
                <a:gs pos="0">
                  <a:srgbClr val="CBCBCC">
                    <a:alpha val="32968"/>
                  </a:srgbClr>
                </a:gs>
                <a:gs pos="14286">
                  <a:srgbClr val="CBCBCC">
                    <a:alpha val="30764"/>
                  </a:srgbClr>
                </a:gs>
                <a:gs pos="28571">
                  <a:srgbClr val="CBCBCC">
                    <a:alpha val="24833"/>
                  </a:srgbClr>
                </a:gs>
                <a:gs pos="42857">
                  <a:srgbClr val="CBCBCC">
                    <a:alpha val="17075"/>
                  </a:srgbClr>
                </a:gs>
                <a:gs pos="57143">
                  <a:srgbClr val="CBCBCC">
                    <a:alpha val="9855"/>
                  </a:srgbClr>
                </a:gs>
                <a:gs pos="71429">
                  <a:srgbClr val="CBCBCC">
                    <a:alpha val="4740"/>
                  </a:srgbClr>
                </a:gs>
                <a:gs pos="85714">
                  <a:srgbClr val="CBCBCC">
                    <a:alpha val="1902"/>
                  </a:srgbClr>
                </a:gs>
                <a:gs pos="100000">
                  <a:srgbClr val="CBCBCC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1" name="Splat 1221"/>
            <p:cNvSpPr>
              <a:spLocks noGrp="1"/>
            </p:cNvSpPr>
            <p:nvPr/>
          </p:nvSpPr>
          <p:spPr>
            <a:xfrm rot="3704611">
              <a:off x="1025508" y="-302729"/>
              <a:ext cx="722436" cy="673686"/>
            </a:xfrm>
            <a:prstGeom prst="ellipse">
              <a:avLst/>
            </a:prstGeom>
            <a:gradFill>
              <a:gsLst>
                <a:gs pos="0">
                  <a:srgbClr val="CBCBCB">
                    <a:alpha val="32968"/>
                  </a:srgbClr>
                </a:gs>
                <a:gs pos="14286">
                  <a:srgbClr val="CBCBCB">
                    <a:alpha val="30764"/>
                  </a:srgbClr>
                </a:gs>
                <a:gs pos="28571">
                  <a:srgbClr val="CBCBCB">
                    <a:alpha val="24833"/>
                  </a:srgbClr>
                </a:gs>
                <a:gs pos="42857">
                  <a:srgbClr val="CBCBCB">
                    <a:alpha val="17075"/>
                  </a:srgbClr>
                </a:gs>
                <a:gs pos="57143">
                  <a:srgbClr val="CBCBCB">
                    <a:alpha val="9855"/>
                  </a:srgbClr>
                </a:gs>
                <a:gs pos="71429">
                  <a:srgbClr val="CBCBCB">
                    <a:alpha val="4740"/>
                  </a:srgbClr>
                </a:gs>
                <a:gs pos="85714">
                  <a:srgbClr val="CBCBCB">
                    <a:alpha val="1902"/>
                  </a:srgbClr>
                </a:gs>
                <a:gs pos="100000">
                  <a:srgbClr val="CBCBCB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2" name="Splat 1222"/>
            <p:cNvSpPr>
              <a:spLocks noGrp="1"/>
            </p:cNvSpPr>
            <p:nvPr/>
          </p:nvSpPr>
          <p:spPr>
            <a:xfrm rot="-8906665">
              <a:off x="782387" y="-286370"/>
              <a:ext cx="709355" cy="619133"/>
            </a:xfrm>
            <a:prstGeom prst="ellipse">
              <a:avLst/>
            </a:prstGeom>
            <a:gradFill>
              <a:gsLst>
                <a:gs pos="0">
                  <a:srgbClr val="D6D6D6">
                    <a:alpha val="27452"/>
                  </a:srgbClr>
                </a:gs>
                <a:gs pos="14286">
                  <a:srgbClr val="D6D6D6">
                    <a:alpha val="25544"/>
                  </a:srgbClr>
                </a:gs>
                <a:gs pos="28571">
                  <a:srgbClr val="D6D6D6">
                    <a:alpha val="20469"/>
                  </a:srgbClr>
                </a:gs>
                <a:gs pos="42857">
                  <a:srgbClr val="D6D6D6">
                    <a:alpha val="13948"/>
                  </a:srgbClr>
                </a:gs>
                <a:gs pos="57143">
                  <a:srgbClr val="D6D6D6">
                    <a:alpha val="7987"/>
                  </a:srgbClr>
                </a:gs>
                <a:gs pos="71429">
                  <a:srgbClr val="D6D6D6">
                    <a:alpha val="3821"/>
                  </a:srgbClr>
                </a:gs>
                <a:gs pos="85714">
                  <a:srgbClr val="D6D6D6">
                    <a:alpha val="1529"/>
                  </a:srgbClr>
                </a:gs>
                <a:gs pos="100000">
                  <a:srgbClr val="D6D6D6">
                    <a:alpha val="51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3" name="Splat 1223"/>
            <p:cNvSpPr>
              <a:spLocks noGrp="1"/>
            </p:cNvSpPr>
            <p:nvPr/>
          </p:nvSpPr>
          <p:spPr>
            <a:xfrm rot="4340594">
              <a:off x="513495" y="-176697"/>
              <a:ext cx="814578" cy="602055"/>
            </a:xfrm>
            <a:prstGeom prst="ellipse">
              <a:avLst/>
            </a:prstGeom>
            <a:gradFill>
              <a:gsLst>
                <a:gs pos="0">
                  <a:srgbClr val="DFDFDF">
                    <a:alpha val="23237"/>
                  </a:srgbClr>
                </a:gs>
                <a:gs pos="14286">
                  <a:srgbClr val="DFDFDF">
                    <a:alpha val="21577"/>
                  </a:srgbClr>
                </a:gs>
                <a:gs pos="28571">
                  <a:srgbClr val="DFDFDF">
                    <a:alpha val="17198"/>
                  </a:srgbClr>
                </a:gs>
                <a:gs pos="42857">
                  <a:srgbClr val="DFDFDF">
                    <a:alpha val="11643"/>
                  </a:srgbClr>
                </a:gs>
                <a:gs pos="57143">
                  <a:srgbClr val="DFDFDF">
                    <a:alpha val="6629"/>
                  </a:srgbClr>
                </a:gs>
                <a:gs pos="71429">
                  <a:srgbClr val="DFDFDF">
                    <a:alpha val="3160"/>
                  </a:srgbClr>
                </a:gs>
                <a:gs pos="85714">
                  <a:srgbClr val="DFDFDF">
                    <a:alpha val="1262"/>
                  </a:srgbClr>
                </a:gs>
                <a:gs pos="100000">
                  <a:srgbClr val="DFDFDF">
                    <a:alpha val="42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4" name="Splat 1224"/>
            <p:cNvSpPr>
              <a:spLocks noGrp="1"/>
            </p:cNvSpPr>
            <p:nvPr/>
          </p:nvSpPr>
          <p:spPr>
            <a:xfrm rot="6371780">
              <a:off x="334934" y="-273448"/>
              <a:ext cx="775896" cy="697112"/>
            </a:xfrm>
            <a:prstGeom prst="ellipse">
              <a:avLst/>
            </a:prstGeom>
            <a:gradFill>
              <a:gsLst>
                <a:gs pos="0">
                  <a:srgbClr val="D3D2D2">
                    <a:alpha val="32947"/>
                  </a:srgbClr>
                </a:gs>
                <a:gs pos="14286">
                  <a:srgbClr val="D3D2D2">
                    <a:alpha val="30744"/>
                  </a:srgbClr>
                </a:gs>
                <a:gs pos="28571">
                  <a:srgbClr val="D3D2D2">
                    <a:alpha val="24816"/>
                  </a:srgbClr>
                </a:gs>
                <a:gs pos="42857">
                  <a:srgbClr val="D3D2D2">
                    <a:alpha val="17063"/>
                  </a:srgbClr>
                </a:gs>
                <a:gs pos="57143">
                  <a:srgbClr val="D3D2D2">
                    <a:alpha val="9848"/>
                  </a:srgbClr>
                </a:gs>
                <a:gs pos="71429">
                  <a:srgbClr val="D3D2D2">
                    <a:alpha val="4737"/>
                  </a:srgbClr>
                </a:gs>
                <a:gs pos="85714">
                  <a:srgbClr val="D3D2D2">
                    <a:alpha val="1901"/>
                  </a:srgbClr>
                </a:gs>
                <a:gs pos="100000">
                  <a:srgbClr val="D3D2D2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5" name="Splat 1225"/>
            <p:cNvSpPr>
              <a:spLocks noGrp="1"/>
            </p:cNvSpPr>
            <p:nvPr/>
          </p:nvSpPr>
          <p:spPr>
            <a:xfrm rot="5160215">
              <a:off x="105950" y="-209533"/>
              <a:ext cx="832533" cy="627823"/>
            </a:xfrm>
            <a:prstGeom prst="ellipse">
              <a:avLst/>
            </a:prstGeom>
            <a:gradFill>
              <a:gsLst>
                <a:gs pos="0">
                  <a:srgbClr val="CFCECF">
                    <a:alpha val="32968"/>
                  </a:srgbClr>
                </a:gs>
                <a:gs pos="14286">
                  <a:srgbClr val="CFCECF">
                    <a:alpha val="30764"/>
                  </a:srgbClr>
                </a:gs>
                <a:gs pos="28571">
                  <a:srgbClr val="CFCECF">
                    <a:alpha val="24833"/>
                  </a:srgbClr>
                </a:gs>
                <a:gs pos="42857">
                  <a:srgbClr val="CFCECF">
                    <a:alpha val="17075"/>
                  </a:srgbClr>
                </a:gs>
                <a:gs pos="57143">
                  <a:srgbClr val="CFCECF">
                    <a:alpha val="9855"/>
                  </a:srgbClr>
                </a:gs>
                <a:gs pos="71429">
                  <a:srgbClr val="CFCECF">
                    <a:alpha val="4740"/>
                  </a:srgbClr>
                </a:gs>
                <a:gs pos="85714">
                  <a:srgbClr val="CFCECF">
                    <a:alpha val="1902"/>
                  </a:srgbClr>
                </a:gs>
                <a:gs pos="100000">
                  <a:srgbClr val="CFCECF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6" name="Splat 1226"/>
            <p:cNvSpPr>
              <a:spLocks noGrp="1"/>
            </p:cNvSpPr>
            <p:nvPr/>
          </p:nvSpPr>
          <p:spPr>
            <a:xfrm rot="8191838">
              <a:off x="-111489" y="-291212"/>
              <a:ext cx="773553" cy="649888"/>
            </a:xfrm>
            <a:prstGeom prst="ellipse">
              <a:avLst/>
            </a:prstGeom>
            <a:gradFill>
              <a:gsLst>
                <a:gs pos="0">
                  <a:srgbClr val="DCDDDD">
                    <a:alpha val="24173"/>
                  </a:srgbClr>
                </a:gs>
                <a:gs pos="14286">
                  <a:srgbClr val="DCDDDD">
                    <a:alpha val="22457"/>
                  </a:srgbClr>
                </a:gs>
                <a:gs pos="28571">
                  <a:srgbClr val="DCDDDD">
                    <a:alpha val="17920"/>
                  </a:srgbClr>
                </a:gs>
                <a:gs pos="42857">
                  <a:srgbClr val="DCDDDD">
                    <a:alpha val="12149"/>
                  </a:srgbClr>
                </a:gs>
                <a:gs pos="57143">
                  <a:srgbClr val="DCDDDD">
                    <a:alpha val="6926"/>
                  </a:srgbClr>
                </a:gs>
                <a:gs pos="71429">
                  <a:srgbClr val="DCDDDD">
                    <a:alpha val="3304"/>
                  </a:srgbClr>
                </a:gs>
                <a:gs pos="85714">
                  <a:srgbClr val="DCDDDD">
                    <a:alpha val="1320"/>
                  </a:srgbClr>
                </a:gs>
                <a:gs pos="100000">
                  <a:srgbClr val="DCDDDD">
                    <a:alpha val="443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7" name="Splat 1227"/>
            <p:cNvSpPr>
              <a:spLocks noGrp="1"/>
            </p:cNvSpPr>
            <p:nvPr/>
          </p:nvSpPr>
          <p:spPr>
            <a:xfrm rot="5432498">
              <a:off x="-237307" y="-261591"/>
              <a:ext cx="714615" cy="695345"/>
            </a:xfrm>
            <a:prstGeom prst="ellipse">
              <a:avLst/>
            </a:prstGeom>
            <a:gradFill>
              <a:gsLst>
                <a:gs pos="0">
                  <a:srgbClr val="C9C8C8">
                    <a:alpha val="32968"/>
                  </a:srgbClr>
                </a:gs>
                <a:gs pos="14286">
                  <a:srgbClr val="C9C8C8">
                    <a:alpha val="30764"/>
                  </a:srgbClr>
                </a:gs>
                <a:gs pos="28571">
                  <a:srgbClr val="C9C8C8">
                    <a:alpha val="24833"/>
                  </a:srgbClr>
                </a:gs>
                <a:gs pos="42857">
                  <a:srgbClr val="C9C8C8">
                    <a:alpha val="17075"/>
                  </a:srgbClr>
                </a:gs>
                <a:gs pos="57143">
                  <a:srgbClr val="C9C8C8">
                    <a:alpha val="9855"/>
                  </a:srgbClr>
                </a:gs>
                <a:gs pos="71429">
                  <a:srgbClr val="C9C8C8">
                    <a:alpha val="4740"/>
                  </a:srgbClr>
                </a:gs>
                <a:gs pos="85714">
                  <a:srgbClr val="C9C8C8">
                    <a:alpha val="1902"/>
                  </a:srgbClr>
                </a:gs>
                <a:gs pos="100000">
                  <a:srgbClr val="C9C8C8">
                    <a:alpha val="639"/>
                  </a:srgbClr>
                </a:gs>
              </a:gsLst>
              <a:path path="shape">
            </a:path>
            </a:gra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platThis Theme">
  <a:themeElements>
    <a:clrScheme name="SplatThis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platThi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platThi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</a:ln>
        <a:ln w="19050" cap="flat" cmpd="sng" algn="ctr">
          <a:solidFill>
            <a:schemeClr val="phClr"/>
          </a:solidFill>
        </a:ln>
        <a:ln w="38100" cap="flat" cmpd="sng" algn="ctr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SplatThis</Application>
  <Slides>1</Slides>
  <PresentationFormat>Custom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SplatThis Export</dc:title>
  <dc:creator>SplatThis</dc:creator>
  <cp:lastModifiedBy>SplatThis</cp:lastModifiedBy>
  <dcterms:created xsi:type="dcterms:W3CDTF">2026-08-02T19:01:19Z</dcterms:created>
  <dcterms:modified xsi:type="dcterms:W3CDTF">2026-08-02T19:01:19Z</dcterms:modified>
</cp:coreProperties>
</file>